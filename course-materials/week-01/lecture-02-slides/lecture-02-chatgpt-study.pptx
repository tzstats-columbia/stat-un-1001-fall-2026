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3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4.xml" ContentType="application/vnd.openxmlformats-officedocument.theme+xml"/>
  <Override PartName="/ppt/slideLayouts/slideLayout7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8" r:id="rId2"/>
    <p:sldMasterId id="2147483680" r:id="rId3"/>
    <p:sldMasterId id="2147483692" r:id="rId4"/>
    <p:sldMasterId id="2147483727" r:id="rId5"/>
  </p:sldMasterIdLst>
  <p:notesMasterIdLst>
    <p:notesMasterId r:id="rId2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56" d="100"/>
          <a:sy n="156" d="100"/>
        </p:scale>
        <p:origin x="4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Percent</c:v>
          </c:tx>
          <c:spPr>
            <a:solidFill>
              <a:srgbClr val="1D4F91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350" b="1">
                    <a:solidFill>
                      <a:srgbClr val="1D4F91"/>
                    </a:solidFill>
                    <a:latin typeface="Montserrat"/>
                    <a:ea typeface="Montserrat"/>
                    <a:cs typeface="Montserrat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ChatGPT</c:v>
                </c:pt>
                <c:pt idx="1">
                  <c:v>Search engine</c:v>
                </c:pt>
                <c:pt idx="2">
                  <c:v>Brain only</c:v>
                </c:pt>
              </c:strCache>
            </c:strRef>
          </c:cat>
          <c:val>
            <c:numRef>
              <c:f>'Chart Data'!$B$2:$B$4</c:f>
              <c:numCache>
                <c:formatCode>0"%"</c:formatCode>
                <c:ptCount val="3"/>
                <c:pt idx="0">
                  <c:v>83.3</c:v>
                </c:pt>
                <c:pt idx="1">
                  <c:v>11.1</c:v>
                </c:pt>
                <c:pt idx="2">
                  <c:v>11.1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D1D-9E43-9D8F-69ADC81CD2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>
                    <a:latin typeface="Montserrat"/>
                    <a:ea typeface="Montserrat"/>
                    <a:cs typeface="Montserrat"/>
                  </a:rPr>
                  <a:t>Assigned writing condition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Montserrat"/>
                <a:ea typeface="Montserrat"/>
                <a:cs typeface="Montserrat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en-US">
                    <a:latin typeface="Montserrat"/>
                    <a:ea typeface="Montserrat"/>
                    <a:cs typeface="Montserrat"/>
                  </a:rPr>
                  <a:t>Percent of group</a:t>
                </a:r>
              </a:p>
            </c:rich>
          </c:tx>
          <c:overlay val="0"/>
        </c:title>
        <c:numFmt formatCode="0&quot;%&quot;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Montserrat"/>
                <a:ea typeface="Montserrat"/>
                <a:cs typeface="Montserrat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with the public claim, then tell students that the class will reconstruct the evidence behind it. The live Ping Pong AI assistant demonstration follows the slide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TIME, ‘Is Using ChatGPT to Write Your Essay Bad for Your Brain?’ June 27, 2025. https://time.com/7298299/chatgpt-bad-for-brain-study/ . Read the large claim aloud before revealing any study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Pairs work for three minutes. Ask for two proposed measures. Use their answers to distinguish a concept from its operational definition.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Kosmyna et al., ‘Your Brain on ChatGPT,’ arXiv:2506.08872, version 2 posted December 31, 2025. https://arxiv.org/abs/2506.08872 . Explain that a preprint is public research that has not yet completed journal peer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Kosmyna et al., arXiv:2506.08872v2, Experimental Design, pp. 21–22. Participants came from MIT, Wellesley, Harvard, Tufts, and Northeastern. The age mean reported in the paper is 22.9 years.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 figure: Kosmyna et al., arXiv:2506.08872v2, Figure 5, p. 29. The figure appears under the paper’s arXiv license. Explain the repeated sessions and the optional fourth-session crossover without yet evaluating the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Pairs complete Part A of the handout. The challenge introduces repeated measurements: a participant is a case, but participant-session records are repeated observations nested within that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Connect to OpenIntro Statistics Chapter 1, Section 1.2. Distinguish a variable such as writing condition from values such as ChatGPT or brain-only.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Connect to OpenIntro’s explanatory and response variable language. Ask students to nominate the most direct learning outcome and explain what it misses.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Connect to OpenIntro Statistics Chapter 1, Sections 1.3 and 1.4. Random assignment addresses confounding across treatment groups. Random sampling addresses representativeness. Source for assignment and recruitment: Kosmyna et al., pp. 21–22.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Kosmyna et al., arXiv:2506.08872v2, p. 30. This chart shows Session 1 only. Later sessions had different counts, so do not describe this as a stable rate across the whole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Kosmyna et al., arXiv:2506.08872v2, abstract and results. Keep the final distinction explicit. The study measured task-related EEG connectivity and behavioral outcomes, not IQ or brain damage.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Pairs complete Part C of the handout. Invite one pair to identify a gap between measurement and interpretation and another to identify a gap in generalization.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Stankovic et al., ‘Comment on: Your Brain on ChatGPT,’ arXiv:2601.00856, pp. 3–4. https://arxiv.org/abs/2601.00856 . Introduce measurement validity: a recorded variable may only approximate the concept named in a headline.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Stankovic et al., arXiv:2601.00856. Present the comment as scholarly critique, not a final verdict. The commenters also praised the valuable dataset and ambitious multimethod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 figure: Yu and Barter, Veridical Data Science, Chapter 1, Figure 1.1. https://vdsbook.com/01-veridical_ds . VDS describes data as an approximation of reality and analyses as human-designed mental constructs. Use the study to ask how strong each connection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Pairs complete Part D. After four minutes, ask partners to choose their strongest point. Take two or three rapid share-outs. Source framework: VDS Chapter 1, Sections 1.1 and 1.2.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Compare this wording with the original news claim. Ask what precision was added: sample, task, assigned tool, measured outcomes, and limits on generalization.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Transition to the live demonstration. Keep the same statistical questions active: What is the claim? What evidence appears? What remains uncertain? The user will introduce and operate the Ping Pong AI assistants from the laptop.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284AFC-8E87-4B0E-BE39-13D7D7004D4C}"/>
              </a:ext>
            </a:extLst>
          </p:cNvPr>
          <p:cNvSpPr>
            <a:spLocks noGrp="1"/>
          </p:cNvSpPr>
          <p:nvPr/>
        </p:nvSpPr>
        <p:spPr>
          <a:xfrm>
            <a:off x="1" y="4750738"/>
            <a:ext cx="9144000" cy="498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8BB117-1CF2-48CB-B3CB-01F0BB7C8A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buNone/>
              <a:defRPr sz="5400" spc="-34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F20E0A-CBBD-4238-8F8D-E5DB83C236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5038" y="3341716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620" cap="all" spc="135" baseline="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  <a:lvl2pPr marL="308610" indent="0" algn="ctr">
              <a:buNone/>
              <a:defRPr sz="1620"/>
            </a:lvl2pPr>
            <a:lvl3pPr marL="617220" indent="0" algn="ctr">
              <a:buNone/>
              <a:defRPr sz="1620"/>
            </a:lvl3pPr>
            <a:lvl4pPr marL="925830" indent="0" algn="ctr">
              <a:buNone/>
              <a:defRPr sz="1350"/>
            </a:lvl4pPr>
            <a:lvl5pPr marL="1234440" indent="0" algn="ctr">
              <a:buNone/>
              <a:defRPr sz="1350"/>
            </a:lvl5pPr>
            <a:lvl6pPr marL="1543050" indent="0" algn="ctr">
              <a:buNone/>
              <a:defRPr sz="1350"/>
            </a:lvl6pPr>
            <a:lvl7pPr marL="1851660" indent="0" algn="ctr">
              <a:buNone/>
              <a:defRPr sz="1350"/>
            </a:lvl7pPr>
            <a:lvl8pPr marL="2160270" indent="0" algn="ctr">
              <a:buNone/>
              <a:defRPr sz="1350"/>
            </a:lvl8pPr>
            <a:lvl9pPr marL="2468880" indent="0" algn="ctr">
              <a:buNone/>
              <a:defRPr sz="1350"/>
            </a:lvl9pPr>
          </a:lstStyle>
          <a:p>
            <a:r>
              <a:t>Click to edit Master subtitle style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40BB1C1A-EF68-4561-8736-3081C217C916}"/>
              </a:ext>
            </a:extLst>
          </p:cNvPr>
          <p:cNvSpPr>
            <a:spLocks noGrp="1"/>
          </p:cNvSpPr>
          <p:nvPr/>
        </p:nv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15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74" y="4868549"/>
            <a:ext cx="1725549" cy="23168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27EC0-7888-4F79-B783-AE2428F2B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3E751-77B0-4F13-B5FF-1F88F1EE1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2C94EE-EA18-4705-BF34-74EAFB95DD8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B3A1323-8D79-1946-B0D7-40001CF92E9D}" type="datetimeFigureOut">
              <a:t>9/7/26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BF6DA-1BEE-4E99-A6D1-1992C8C5E44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932D3-1CDF-475C-A7BE-B30DBBBCD7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57F1E4F-1CFF-5643-939E-217C01CDF56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BB03172-C8C6-46AC-A7B7-B3D74A98CA80}"/>
              </a:ext>
            </a:extLst>
          </p:cNvPr>
          <p:cNvSpPr>
            <a:spLocks noGrp="1"/>
          </p:cNvSpPr>
          <p:nvPr/>
        </p:nvSpPr>
        <p:spPr>
          <a:xfrm>
            <a:off x="2383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5622D9-8DB9-46AE-A9C6-9734DE7F45DE}"/>
              </a:ext>
            </a:extLst>
          </p:cNvPr>
          <p:cNvSpPr>
            <a:spLocks noGrp="1"/>
          </p:cNvSpPr>
          <p:nvPr/>
        </p:nvSpPr>
        <p:spPr>
          <a:xfrm>
            <a:off x="13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2FBB2A-32DC-42B3-8511-61D72DB09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buNone/>
              <a:defRPr sz="5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01D0C5-3408-40AF-9F12-D8B0B1F425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>
            <a:normAutofit/>
          </a:bodyPr>
          <a:lstStyle>
            <a:lvl1pPr marL="0" indent="0">
              <a:buNone/>
              <a:defRPr sz="1620" cap="all" spc="135" baseline="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7A2AD8-F7F4-475A-8B91-BF22B31CD84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DFA1846-DA80-1C48-A609-854EA85C59AD}" type="datetimeFigureOut">
              <a:t>9/7/26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357B30-9DD6-46CF-8B3B-5BDF5D45FD4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3438A-1C29-44B2-9E55-4B54C77E27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57F1E4F-1CFF-5643-939E-217C01CDF565}" type="slidenum">
              <a:t>‹#›</a:t>
            </a:fld>
            <a:endParaRPr/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5DD025DF-55E6-47BB-BA54-D9BDBB245862}"/>
              </a:ext>
            </a:extLst>
          </p:cNvPr>
          <p:cNvSpPr>
            <a:spLocks noGrp="1"/>
          </p:cNvSpPr>
          <p:nvPr/>
        </p:nv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323C587-AFEF-4A1B-A582-18D625D47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4952"/>
            <a:ext cx="7543800" cy="1088068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4743D-9CF4-4538-BAE8-FBE205FD1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384301"/>
            <a:ext cx="3703320" cy="3017519"/>
          </a:xfrm>
        </p:spPr>
        <p:txBody>
          <a:bodyPr/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61DADF-2F8B-47EB-902B-361ABDF242C5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63440" y="1384302"/>
            <a:ext cx="3703320" cy="3017520"/>
          </a:xfrm>
        </p:spPr>
        <p:txBody>
          <a:bodyPr/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B300EA-8C58-4C3C-AF76-9BF967BAF48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7302355-E14B-8545-A8F8-0FE83CC9D524}" type="datetimeFigureOut">
              <a:t>9/7/26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DCC448-6979-4108-AFC8-422247A6435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96C2D-70BC-440F-92C5-2388F321CF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57F1E4F-1CFF-5643-939E-217C01CDF56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AE0044F8-3FBF-4990-820F-5E2D72EB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4952"/>
            <a:ext cx="7543800" cy="1088068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F71A5-7DF6-45FD-ACFD-6E8831BFE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1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350" b="0" cap="all" baseline="0">
                <a:solidFill>
                  <a:schemeClr val="tx2"/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>
              <a:buNone/>
            </a:pPr>
            <a:r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87D9A8-6FF0-4C58-B3D9-AEA8F239414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22960" y="1936752"/>
            <a:ext cx="3703320" cy="2465070"/>
          </a:xfrm>
        </p:spPr>
        <p:txBody>
          <a:bodyPr/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E566CA-3474-4274-A0BB-33971925C67D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63440" y="1384539"/>
            <a:ext cx="3703320" cy="552211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350" b="0" cap="all" baseline="0">
                <a:solidFill>
                  <a:schemeClr val="tx2"/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>
              <a:buNone/>
            </a:pPr>
            <a:r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FD09DC-3B9F-4699-99AA-5D98726AD9EA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63440" y="1936751"/>
            <a:ext cx="3703320" cy="2465070"/>
          </a:xfrm>
        </p:spPr>
        <p:txBody>
          <a:bodyPr/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944942-8A07-465E-ADBB-47DD7F8B7DE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2640F58-564D-2B4F-AE67-E407BA4FCF45}" type="datetimeFigureOut">
              <a:t>9/7/26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EA360A-BF90-4154-A632-2DBA4C10A5F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8BF464-3292-4A15-8662-D4B9F724ED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57F1E4F-1CFF-5643-939E-217C01CDF56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47848-90DC-4E82-8793-D9AFE2DA7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371DB2-0E4F-4EDE-A6EB-616898AAD96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13A34C8-038E-2045-AF43-DF7DBB8E0E9E}" type="datetimeFigureOut">
              <a:t>9/7/26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8F177A-C152-44AF-94D4-B5867649B85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4609AB-61F4-4E61-9E57-4223E65F44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57F1E4F-1CFF-5643-939E-217C01CDF56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D8A8411-E9F4-4135-BC64-C1666317C091}"/>
              </a:ext>
            </a:extLst>
          </p:cNvPr>
          <p:cNvSpPr>
            <a:spLocks noGrp="1"/>
          </p:cNvSpPr>
          <p:nvPr/>
        </p:nvSpPr>
        <p:spPr>
          <a:xfrm>
            <a:off x="2383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6F7C43-735E-4E07-9556-D2F469FF7861}"/>
              </a:ext>
            </a:extLst>
          </p:cNvPr>
          <p:cNvSpPr>
            <a:spLocks noGrp="1"/>
          </p:cNvSpPr>
          <p:nvPr/>
        </p:nvSpPr>
        <p:spPr>
          <a:xfrm>
            <a:off x="13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44895B-E13D-4ABB-A07E-44AB56E47F8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818C68F-D26B-8F47-958C-23B49CF8A634}" type="datetimeFigureOut">
              <a:t>9/7/26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ED10AD-943E-493B-B1FF-43A9B46F047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>
                <a:solidFill>
                  <a:srgbClr val="FFFFFF"/>
                </a:solidFill>
              </a:defRPr>
            </a:lvl1pPr>
          </a:lstStyle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2EF2D1-BEEF-42AD-832B-3FAD5BDD24F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57F1E4F-1CFF-5643-939E-217C01CDF56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943E99E-AA37-40FD-9BA2-34341CAE072A}"/>
              </a:ext>
            </a:extLst>
          </p:cNvPr>
          <p:cNvSpPr>
            <a:spLocks noGrp="1"/>
          </p:cNvSpPr>
          <p:nvPr/>
        </p:nvSpPr>
        <p:spPr>
          <a:xfrm>
            <a:off x="14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0E7AF5-17B9-4DD8-B837-56C2B26F4276}"/>
              </a:ext>
            </a:extLst>
          </p:cNvPr>
          <p:cNvSpPr>
            <a:spLocks noGrp="1"/>
          </p:cNvSpPr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DB3D10-3642-4614-9D8E-BF0E3FE0E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buNone/>
              <a:defRPr sz="2430" b="0">
                <a:solidFill>
                  <a:srgbClr val="FFFFFF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17534-67B1-4353-A41D-D2620A1DC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8FD932-7029-4DD7-9FD4-CFA596894CF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42900" y="2194561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013">
                <a:solidFill>
                  <a:srgbClr val="FFFFFF"/>
                </a:solidFill>
              </a:defRPr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>
              <a:buNone/>
            </a:pPr>
            <a:r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D419AD-9E32-4352-8690-52950115DE1F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349135" y="4844840"/>
            <a:ext cx="1963883" cy="273844"/>
          </a:xfrm>
        </p:spPr>
        <p:txBody>
          <a:bodyPr/>
          <a:lstStyle>
            <a:lvl1pPr algn="l">
              <a:buNone/>
              <a:defRPr/>
            </a:lvl1pPr>
          </a:lstStyle>
          <a:p>
            <a:fld id="{D0DF5E60-9974-AC48-9591-99C2BB44B7CF}" type="datetimeFigureOut">
              <a:t>9/7/26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7AD821-94A4-4DBD-ABDB-BBFE5469159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600450" y="4844840"/>
            <a:ext cx="3486150" cy="273844"/>
          </a:xfrm>
        </p:spPr>
        <p:txBody>
          <a:bodyPr/>
          <a:lstStyle>
            <a:lvl1pPr algn="l">
              <a:buNone/>
              <a:defRPr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D12AAA-CC67-4B37-8C07-1B33CF0C20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CDD3D1A-97C3-4DDF-AEE1-38608AA41B7D}"/>
              </a:ext>
            </a:extLst>
          </p:cNvPr>
          <p:cNvSpPr>
            <a:spLocks noGrp="1"/>
          </p:cNvSpPr>
          <p:nvPr/>
        </p:nvSpPr>
        <p:spPr>
          <a:xfrm>
            <a:off x="1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3C07DE-40CF-4A37-BE4A-2C0F23E5577E}"/>
              </a:ext>
            </a:extLst>
          </p:cNvPr>
          <p:cNvSpPr>
            <a:spLocks noGrp="1"/>
          </p:cNvSpPr>
          <p:nvPr/>
        </p:nvSpPr>
        <p:spPr>
          <a:xfrm>
            <a:off x="13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8D13FA-DF73-4605-B8A3-37C43E9BE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5234" cy="617220"/>
          </a:xfrm>
        </p:spPr>
        <p:txBody>
          <a:bodyPr tIns="0" bIns="0" anchor="b">
            <a:noAutofit/>
          </a:bodyPr>
          <a:lstStyle>
            <a:lvl1pPr>
              <a:buNone/>
              <a:defRPr sz="2430" b="0">
                <a:solidFill>
                  <a:srgbClr val="FFFFFF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103723-1D11-4717-804A-CDB4E41A61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3" y="1"/>
            <a:ext cx="9143989" cy="368630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2160"/>
            </a:lvl1pPr>
            <a:lvl2pPr marL="308610" indent="0">
              <a:buNone/>
              <a:defRPr sz="1890"/>
            </a:lvl2pPr>
            <a:lvl3pPr marL="617220" indent="0">
              <a:buNone/>
              <a:defRPr sz="1620"/>
            </a:lvl3pPr>
            <a:lvl4pPr marL="925830" indent="0">
              <a:buNone/>
              <a:defRPr sz="1350"/>
            </a:lvl4pPr>
            <a:lvl5pPr marL="1234440" indent="0">
              <a:buNone/>
              <a:defRPr sz="1350"/>
            </a:lvl5pPr>
            <a:lvl6pPr marL="1543050" indent="0">
              <a:buNone/>
              <a:defRPr sz="1350"/>
            </a:lvl6pPr>
            <a:lvl7pPr marL="1851660" indent="0">
              <a:buNone/>
              <a:defRPr sz="1350"/>
            </a:lvl7pPr>
            <a:lvl8pPr marL="2160270" indent="0">
              <a:buNone/>
              <a:defRPr sz="1350"/>
            </a:lvl8pPr>
            <a:lvl9pPr marL="2468880" indent="0">
              <a:buNone/>
              <a:defRPr sz="1350"/>
            </a:lvl9pPr>
          </a:lstStyle>
          <a:p>
            <a:r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8830FC-D60E-4350-A436-B8C3303ED97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22960" y="4430268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05"/>
              </a:spcAft>
              <a:buNone/>
              <a:defRPr sz="1013">
                <a:solidFill>
                  <a:srgbClr val="FFFFFF"/>
                </a:solidFill>
              </a:defRPr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>
              <a:buNone/>
            </a:pPr>
            <a:r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180D51-C6A6-49A9-93D3-561FE176A0C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8C79C5D-2A6F-F04D-97DA-BEF2467B64E4}" type="datetimeFigureOut">
              <a:t>9/7/26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61D9A7-20F8-47DE-B900-6FF4B19ACB6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F07E0F-DB8B-444B-A137-37E4EEE4EE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57F1E4F-1CFF-5643-939E-217C01CDF56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0B0D8-D909-4AC6-B639-1EF76A0CB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CBC7E6-27DE-4B26-90EF-C6B83AD765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 lIns="45720" tIns="0" rIns="45720" bIns="0"/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B615F-F2C7-4A5E-ACF3-22C08BA486B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6C52C72-DE31-F449-A4ED-4C594FD91407}" type="datetimeFigureOut">
              <a:t>9/7/26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2F8F9-3C66-4858-B506-A44419D4AF2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3F605-D5CA-4254-98CE-A5A1372273D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57F1E4F-1CFF-5643-939E-217C01CDF56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B26BF8C-9001-431F-87B7-AA9270114B9E}"/>
              </a:ext>
            </a:extLst>
          </p:cNvPr>
          <p:cNvSpPr>
            <a:spLocks noGrp="1"/>
          </p:cNvSpPr>
          <p:nvPr/>
        </p:nvSpPr>
        <p:spPr>
          <a:xfrm>
            <a:off x="2383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A48BE6-29B4-4E05-9C35-C7590EDCBE55}"/>
              </a:ext>
            </a:extLst>
          </p:cNvPr>
          <p:cNvSpPr>
            <a:spLocks noGrp="1"/>
          </p:cNvSpPr>
          <p:nvPr/>
        </p:nvSpPr>
        <p:spPr>
          <a:xfrm>
            <a:off x="13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BA2F16-DE0F-40D6-B7EE-B8782D113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3676" y="309227"/>
            <a:ext cx="1971675" cy="4319924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44CF17-46B9-41E8-B2BD-9D72DE0215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1" y="309227"/>
            <a:ext cx="5800725" cy="4319924"/>
          </a:xfrm>
        </p:spPr>
        <p:txBody>
          <a:bodyPr vert="eaVert" lIns="45720" tIns="0" rIns="45720" bIns="0"/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279BA9-00BA-4F1F-9603-9E8DA097F07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62726E-379B-B349-9EED-81ED093FA806}" type="datetimeFigureOut">
              <a:t>9/7/26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34A36-C24C-42AC-B972-177365B4AE0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87EA8-5812-494B-BBBC-24147687D7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57F1E4F-1CFF-5643-939E-217C01CDF56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>
            <a:extLst>
              <a:ext uri="{FF2B5EF4-FFF2-40B4-BE49-F238E27FC236}">
                <a16:creationId xmlns:a16="http://schemas.microsoft.com/office/drawing/2014/main" id="{B8823A30-7E4F-4183-84A4-94A50475534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Shape 57">
            <a:extLst>
              <a:ext uri="{FF2B5EF4-FFF2-40B4-BE49-F238E27FC236}">
                <a16:creationId xmlns:a16="http://schemas.microsoft.com/office/drawing/2014/main" id="{20D2E930-75EA-4DCF-8912-7C9D29FFD2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2974" y="1460007"/>
            <a:ext cx="7358063" cy="3013769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58" name="Shape 58">
            <a:extLst>
              <a:ext uri="{FF2B5EF4-FFF2-40B4-BE49-F238E27FC236}">
                <a16:creationId xmlns:a16="http://schemas.microsoft.com/office/drawing/2014/main" id="{F5811E88-1C15-4663-814A-DD7E609BACCF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>
            <a:extLst>
              <a:ext uri="{FF2B5EF4-FFF2-40B4-BE49-F238E27FC236}">
                <a16:creationId xmlns:a16="http://schemas.microsoft.com/office/drawing/2014/main" id="{7EBBCDC5-B471-491C-A771-559398380697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>
            <a:extLst>
              <a:ext uri="{FF2B5EF4-FFF2-40B4-BE49-F238E27FC236}">
                <a16:creationId xmlns:a16="http://schemas.microsoft.com/office/drawing/2014/main" id="{BA63125A-5E90-45E7-A2C8-085C72DDDA04}"/>
              </a:ext>
            </a:extLst>
          </p:cNvPr>
          <p:cNvSpPr>
            <a:spLocks noGrp="1"/>
          </p:cNvSpPr>
          <p:nvPr/>
        </p:nvSpPr>
        <p:spPr>
          <a:xfrm rot="-5400000">
            <a:off x="1380898" y="730268"/>
            <a:ext cx="17655" cy="96780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>
            <a:extLst>
              <a:ext uri="{FF2B5EF4-FFF2-40B4-BE49-F238E27FC236}">
                <a16:creationId xmlns:a16="http://schemas.microsoft.com/office/drawing/2014/main" id="{BCB8B5F3-B1FA-47F4-A773-438D39EDB579}"/>
              </a:ext>
            </a:extLst>
          </p:cNvPr>
          <p:cNvSpPr>
            <a:spLocks noGrp="1"/>
          </p:cNvSpPr>
          <p:nvPr/>
        </p:nvSpPr>
        <p:spPr>
          <a:xfrm rot="-5400000">
            <a:off x="1009571" y="726176"/>
            <a:ext cx="17655" cy="97598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3">
            <a:extLst>
              <a:ext uri="{FF2B5EF4-FFF2-40B4-BE49-F238E27FC236}">
                <a16:creationId xmlns:a16="http://schemas.microsoft.com/office/drawing/2014/main" id="{811897B5-EF5E-4CC3-953A-DAE67979B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>
            <a:extLst>
              <a:ext uri="{FF2B5EF4-FFF2-40B4-BE49-F238E27FC236}">
                <a16:creationId xmlns:a16="http://schemas.microsoft.com/office/drawing/2014/main" id="{17BE8160-3D90-435B-95D1-194657F8439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>
                <a:solidFill>
                  <a:schemeClr val="lt1"/>
                </a:solidFill>
              </a:defRPr>
            </a:lvl1pPr>
            <a:lvl2pPr>
              <a:buNone/>
              <a:defRPr>
                <a:solidFill>
                  <a:schemeClr val="lt1"/>
                </a:solidFill>
              </a:defRPr>
            </a:lvl2pPr>
            <a:lvl3pPr>
              <a:buNone/>
              <a:defRPr>
                <a:solidFill>
                  <a:schemeClr val="lt1"/>
                </a:solidFill>
              </a:defRPr>
            </a:lvl3pPr>
            <a:lvl4pPr>
              <a:buNone/>
              <a:defRPr>
                <a:solidFill>
                  <a:schemeClr val="lt1"/>
                </a:solidFill>
              </a:defRPr>
            </a:lvl4pPr>
            <a:lvl5pPr>
              <a:buNone/>
              <a:defRPr>
                <a:solidFill>
                  <a:schemeClr val="lt1"/>
                </a:solidFill>
              </a:defRPr>
            </a:lvl5pPr>
            <a:lvl6pPr>
              <a:buNone/>
              <a:defRPr>
                <a:solidFill>
                  <a:schemeClr val="lt1"/>
                </a:solidFill>
              </a:defRPr>
            </a:lvl6pPr>
            <a:lvl7pPr>
              <a:buNone/>
              <a:defRPr>
                <a:solidFill>
                  <a:schemeClr val="lt1"/>
                </a:solidFill>
              </a:defRPr>
            </a:lvl7pPr>
            <a:lvl8pPr>
              <a:buNone/>
              <a:defRPr>
                <a:solidFill>
                  <a:schemeClr val="lt1"/>
                </a:solidFill>
              </a:defRPr>
            </a:lvl8pPr>
            <a:lvl9pPr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Slide - Dark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2927F7C-53AC-400F-8DAD-235A2AF61FB8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0" y="1"/>
            <a:ext cx="9144000" cy="471011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2D74F39-96DB-4808-8693-9F55A9D7DB98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2" y="1172309"/>
            <a:ext cx="5802922" cy="3971191"/>
          </a:xfrm>
          <a:prstGeom prst="rect">
            <a:avLst/>
          </a:prstGeom>
          <a:solidFill>
            <a:srgbClr val="315470"/>
          </a:solidFill>
        </p:spPr>
        <p:txBody>
          <a:bodyPr lIns="502920" tIns="274320" rIns="457200" bIns="457200"/>
          <a:lstStyle>
            <a:lvl1pPr marL="0" indent="0">
              <a:lnSpc>
                <a:spcPct val="100000"/>
              </a:lnSpc>
              <a:buNone/>
              <a:defRPr sz="30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0" indent="0">
              <a:spcBef>
                <a:spcPts val="900"/>
              </a:spcBef>
              <a:buNone/>
              <a:defRPr sz="15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2pPr>
            <a:lvl3pPr marL="457189" indent="0">
              <a:buNone/>
              <a:defRPr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3pPr>
            <a:lvl4pPr marL="692133" indent="0">
              <a:buNone/>
              <a:defRPr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4pPr>
            <a:lvl5pPr marL="914378" indent="0">
              <a:buNone/>
              <a:defRPr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BC5C80-00BA-482B-969E-D60960C762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5780" y="3491974"/>
            <a:ext cx="4846320" cy="230832"/>
          </a:xfrm>
        </p:spPr>
        <p:txBody>
          <a:bodyPr anchor="b">
            <a:spAutoFit/>
          </a:bodyPr>
          <a:lstStyle>
            <a:lvl1pPr marL="0" indent="0" algn="l">
              <a:buNone/>
              <a:defRPr sz="1000" i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t>Click to edit Master subtitle style</a:t>
            </a:r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6EF64205-A64B-4137-BA41-5E5CFE0F359E}"/>
              </a:ext>
            </a:extLst>
          </p:cNvPr>
          <p:cNvSpPr>
            <a:spLocks noGrp="1"/>
          </p:cNvSpPr>
          <p:nvPr/>
        </p:nvSpPr>
        <p:spPr>
          <a:xfrm>
            <a:off x="482707" y="433839"/>
            <a:ext cx="2192207" cy="410518"/>
          </a:xfrm>
          <a:custGeom>
            <a:avLst/>
            <a:gdLst>
              <a:gd name="T0" fmla="*/ 225 w 1440"/>
              <a:gd name="T1" fmla="*/ 110 h 267"/>
              <a:gd name="T2" fmla="*/ 317 w 1440"/>
              <a:gd name="T3" fmla="*/ 7 h 267"/>
              <a:gd name="T4" fmla="*/ 475 w 1440"/>
              <a:gd name="T5" fmla="*/ 19 h 267"/>
              <a:gd name="T6" fmla="*/ 830 w 1440"/>
              <a:gd name="T7" fmla="*/ 7 h 267"/>
              <a:gd name="T8" fmla="*/ 130 w 1440"/>
              <a:gd name="T9" fmla="*/ 210 h 267"/>
              <a:gd name="T10" fmla="*/ 437 w 1440"/>
              <a:gd name="T11" fmla="*/ 209 h 267"/>
              <a:gd name="T12" fmla="*/ 493 w 1440"/>
              <a:gd name="T13" fmla="*/ 198 h 267"/>
              <a:gd name="T14" fmla="*/ 866 w 1440"/>
              <a:gd name="T15" fmla="*/ 171 h 267"/>
              <a:gd name="T16" fmla="*/ 737 w 1440"/>
              <a:gd name="T17" fmla="*/ 261 h 267"/>
              <a:gd name="T18" fmla="*/ 958 w 1440"/>
              <a:gd name="T19" fmla="*/ 172 h 267"/>
              <a:gd name="T20" fmla="*/ 906 w 1440"/>
              <a:gd name="T21" fmla="*/ 254 h 267"/>
              <a:gd name="T22" fmla="*/ 309 w 1440"/>
              <a:gd name="T23" fmla="*/ 260 h 267"/>
              <a:gd name="T24" fmla="*/ 1053 w 1440"/>
              <a:gd name="T25" fmla="*/ 31 h 267"/>
              <a:gd name="T26" fmla="*/ 1075 w 1440"/>
              <a:gd name="T27" fmla="*/ 44 h 267"/>
              <a:gd name="T28" fmla="*/ 1091 w 1440"/>
              <a:gd name="T29" fmla="*/ 22 h 267"/>
              <a:gd name="T30" fmla="*/ 1107 w 1440"/>
              <a:gd name="T31" fmla="*/ 27 h 267"/>
              <a:gd name="T32" fmla="*/ 1125 w 1440"/>
              <a:gd name="T33" fmla="*/ 55 h 267"/>
              <a:gd name="T34" fmla="*/ 1159 w 1440"/>
              <a:gd name="T35" fmla="*/ 53 h 267"/>
              <a:gd name="T36" fmla="*/ 1160 w 1440"/>
              <a:gd name="T37" fmla="*/ 57 h 267"/>
              <a:gd name="T38" fmla="*/ 1177 w 1440"/>
              <a:gd name="T39" fmla="*/ 23 h 267"/>
              <a:gd name="T40" fmla="*/ 1207 w 1440"/>
              <a:gd name="T41" fmla="*/ 58 h 267"/>
              <a:gd name="T42" fmla="*/ 1245 w 1440"/>
              <a:gd name="T43" fmla="*/ 27 h 267"/>
              <a:gd name="T44" fmla="*/ 1225 w 1440"/>
              <a:gd name="T45" fmla="*/ 43 h 267"/>
              <a:gd name="T46" fmla="*/ 1271 w 1440"/>
              <a:gd name="T47" fmla="*/ 19 h 267"/>
              <a:gd name="T48" fmla="*/ 1259 w 1440"/>
              <a:gd name="T49" fmla="*/ 32 h 267"/>
              <a:gd name="T50" fmla="*/ 1290 w 1440"/>
              <a:gd name="T51" fmla="*/ 54 h 267"/>
              <a:gd name="T52" fmla="*/ 1310 w 1440"/>
              <a:gd name="T53" fmla="*/ 25 h 267"/>
              <a:gd name="T54" fmla="*/ 1059 w 1440"/>
              <a:gd name="T55" fmla="*/ 110 h 267"/>
              <a:gd name="T56" fmla="*/ 1099 w 1440"/>
              <a:gd name="T57" fmla="*/ 134 h 267"/>
              <a:gd name="T58" fmla="*/ 1120 w 1440"/>
              <a:gd name="T59" fmla="*/ 156 h 267"/>
              <a:gd name="T60" fmla="*/ 1141 w 1440"/>
              <a:gd name="T61" fmla="*/ 123 h 267"/>
              <a:gd name="T62" fmla="*/ 1148 w 1440"/>
              <a:gd name="T63" fmla="*/ 175 h 267"/>
              <a:gd name="T64" fmla="*/ 1184 w 1440"/>
              <a:gd name="T65" fmla="*/ 119 h 267"/>
              <a:gd name="T66" fmla="*/ 1181 w 1440"/>
              <a:gd name="T67" fmla="*/ 153 h 267"/>
              <a:gd name="T68" fmla="*/ 1201 w 1440"/>
              <a:gd name="T69" fmla="*/ 125 h 267"/>
              <a:gd name="T70" fmla="*/ 1230 w 1440"/>
              <a:gd name="T71" fmla="*/ 157 h 267"/>
              <a:gd name="T72" fmla="*/ 1260 w 1440"/>
              <a:gd name="T73" fmla="*/ 154 h 267"/>
              <a:gd name="T74" fmla="*/ 1261 w 1440"/>
              <a:gd name="T75" fmla="*/ 158 h 267"/>
              <a:gd name="T76" fmla="*/ 1284 w 1440"/>
              <a:gd name="T77" fmla="*/ 152 h 267"/>
              <a:gd name="T78" fmla="*/ 1294 w 1440"/>
              <a:gd name="T79" fmla="*/ 123 h 267"/>
              <a:gd name="T80" fmla="*/ 1317 w 1440"/>
              <a:gd name="T81" fmla="*/ 125 h 267"/>
              <a:gd name="T82" fmla="*/ 1342 w 1440"/>
              <a:gd name="T83" fmla="*/ 121 h 267"/>
              <a:gd name="T84" fmla="*/ 1351 w 1440"/>
              <a:gd name="T85" fmla="*/ 112 h 267"/>
              <a:gd name="T86" fmla="*/ 1364 w 1440"/>
              <a:gd name="T87" fmla="*/ 159 h 267"/>
              <a:gd name="T88" fmla="*/ 1399 w 1440"/>
              <a:gd name="T89" fmla="*/ 156 h 267"/>
              <a:gd name="T90" fmla="*/ 1432 w 1440"/>
              <a:gd name="T91" fmla="*/ 120 h 267"/>
              <a:gd name="T92" fmla="*/ 1410 w 1440"/>
              <a:gd name="T93" fmla="*/ 176 h 267"/>
              <a:gd name="T94" fmla="*/ 1076 w 1440"/>
              <a:gd name="T95" fmla="*/ 242 h 267"/>
              <a:gd name="T96" fmla="*/ 1062 w 1440"/>
              <a:gd name="T97" fmla="*/ 225 h 267"/>
              <a:gd name="T98" fmla="*/ 1091 w 1440"/>
              <a:gd name="T99" fmla="*/ 208 h 267"/>
              <a:gd name="T100" fmla="*/ 1112 w 1440"/>
              <a:gd name="T101" fmla="*/ 233 h 267"/>
              <a:gd name="T102" fmla="*/ 1128 w 1440"/>
              <a:gd name="T103" fmla="*/ 224 h 267"/>
              <a:gd name="T104" fmla="*/ 1168 w 1440"/>
              <a:gd name="T105" fmla="*/ 255 h 267"/>
              <a:gd name="T106" fmla="*/ 1154 w 1440"/>
              <a:gd name="T107" fmla="*/ 236 h 267"/>
              <a:gd name="T108" fmla="*/ 1203 w 1440"/>
              <a:gd name="T109" fmla="*/ 256 h 267"/>
              <a:gd name="T110" fmla="*/ 1200 w 1440"/>
              <a:gd name="T111" fmla="*/ 213 h 267"/>
              <a:gd name="T112" fmla="*/ 1227 w 1440"/>
              <a:gd name="T113" fmla="*/ 256 h 267"/>
              <a:gd name="T114" fmla="*/ 1249 w 1440"/>
              <a:gd name="T115" fmla="*/ 260 h 267"/>
              <a:gd name="T116" fmla="*/ 1255 w 1440"/>
              <a:gd name="T117" fmla="*/ 205 h 267"/>
              <a:gd name="T118" fmla="*/ 1297 w 1440"/>
              <a:gd name="T119" fmla="*/ 226 h 267"/>
              <a:gd name="T120" fmla="*/ 1303 w 1440"/>
              <a:gd name="T121" fmla="*/ 243 h 267"/>
              <a:gd name="T122" fmla="*/ 1344 w 1440"/>
              <a:gd name="T123" fmla="*/ 229 h 267"/>
              <a:gd name="T124" fmla="*/ 1328 w 1440"/>
              <a:gd name="T125" fmla="*/ 239 h 267"/>
            </a:gdLst>
            <a:ahLst/>
            <a:cxnLst/>
            <a:rect l="0" t="0" r="r" b="b"/>
            <a:pathLst>
              <a:path w="1440" h="267">
                <a:moveTo>
                  <a:pt x="17" y="110"/>
                </a:moveTo>
                <a:cubicBezTo>
                  <a:pt x="3" y="110"/>
                  <a:pt x="3" y="110"/>
                  <a:pt x="3" y="110"/>
                </a:cubicBezTo>
                <a:cubicBezTo>
                  <a:pt x="3" y="1"/>
                  <a:pt x="3" y="1"/>
                  <a:pt x="3" y="1"/>
                </a:cubicBezTo>
                <a:cubicBezTo>
                  <a:pt x="81" y="83"/>
                  <a:pt x="81" y="83"/>
                  <a:pt x="81" y="83"/>
                </a:cubicBezTo>
                <a:cubicBezTo>
                  <a:pt x="81" y="7"/>
                  <a:pt x="81" y="7"/>
                  <a:pt x="81" y="7"/>
                </a:cubicBezTo>
                <a:cubicBezTo>
                  <a:pt x="95" y="7"/>
                  <a:pt x="95" y="7"/>
                  <a:pt x="95" y="7"/>
                </a:cubicBezTo>
                <a:cubicBezTo>
                  <a:pt x="95" y="117"/>
                  <a:pt x="95" y="117"/>
                  <a:pt x="95" y="117"/>
                </a:cubicBezTo>
                <a:cubicBezTo>
                  <a:pt x="17" y="35"/>
                  <a:pt x="17" y="35"/>
                  <a:pt x="17" y="35"/>
                </a:cubicBezTo>
                <a:lnTo>
                  <a:pt x="17" y="110"/>
                </a:lnTo>
                <a:close/>
                <a:moveTo>
                  <a:pt x="130" y="110"/>
                </a:moveTo>
                <a:cubicBezTo>
                  <a:pt x="145" y="110"/>
                  <a:pt x="145" y="110"/>
                  <a:pt x="145" y="110"/>
                </a:cubicBezTo>
                <a:cubicBezTo>
                  <a:pt x="178" y="33"/>
                  <a:pt x="178" y="33"/>
                  <a:pt x="178" y="33"/>
                </a:cubicBezTo>
                <a:cubicBezTo>
                  <a:pt x="210" y="109"/>
                  <a:pt x="210" y="109"/>
                  <a:pt x="210" y="109"/>
                </a:cubicBezTo>
                <a:cubicBezTo>
                  <a:pt x="210" y="110"/>
                  <a:pt x="210" y="110"/>
                  <a:pt x="210" y="110"/>
                </a:cubicBezTo>
                <a:cubicBezTo>
                  <a:pt x="225" y="110"/>
                  <a:pt x="225" y="110"/>
                  <a:pt x="225" y="110"/>
                </a:cubicBezTo>
                <a:cubicBezTo>
                  <a:pt x="178" y="0"/>
                  <a:pt x="178" y="0"/>
                  <a:pt x="178" y="0"/>
                </a:cubicBezTo>
                <a:lnTo>
                  <a:pt x="130" y="110"/>
                </a:lnTo>
                <a:close/>
                <a:moveTo>
                  <a:pt x="700" y="110"/>
                </a:moveTo>
                <a:cubicBezTo>
                  <a:pt x="715" y="110"/>
                  <a:pt x="715" y="110"/>
                  <a:pt x="715" y="110"/>
                </a:cubicBezTo>
                <a:cubicBezTo>
                  <a:pt x="748" y="33"/>
                  <a:pt x="748" y="33"/>
                  <a:pt x="748" y="33"/>
                </a:cubicBezTo>
                <a:cubicBezTo>
                  <a:pt x="780" y="109"/>
                  <a:pt x="780" y="109"/>
                  <a:pt x="780" y="109"/>
                </a:cubicBezTo>
                <a:cubicBezTo>
                  <a:pt x="780" y="110"/>
                  <a:pt x="780" y="110"/>
                  <a:pt x="780" y="110"/>
                </a:cubicBezTo>
                <a:cubicBezTo>
                  <a:pt x="795" y="110"/>
                  <a:pt x="795" y="110"/>
                  <a:pt x="795" y="110"/>
                </a:cubicBezTo>
                <a:cubicBezTo>
                  <a:pt x="748" y="0"/>
                  <a:pt x="748" y="0"/>
                  <a:pt x="748" y="0"/>
                </a:cubicBezTo>
                <a:lnTo>
                  <a:pt x="700" y="110"/>
                </a:lnTo>
                <a:close/>
                <a:moveTo>
                  <a:pt x="273" y="110"/>
                </a:moveTo>
                <a:cubicBezTo>
                  <a:pt x="286" y="110"/>
                  <a:pt x="286" y="110"/>
                  <a:pt x="286" y="110"/>
                </a:cubicBezTo>
                <a:cubicBezTo>
                  <a:pt x="286" y="20"/>
                  <a:pt x="286" y="20"/>
                  <a:pt x="286" y="20"/>
                </a:cubicBezTo>
                <a:cubicBezTo>
                  <a:pt x="317" y="20"/>
                  <a:pt x="317" y="20"/>
                  <a:pt x="317" y="20"/>
                </a:cubicBezTo>
                <a:cubicBezTo>
                  <a:pt x="317" y="7"/>
                  <a:pt x="317" y="7"/>
                  <a:pt x="317" y="7"/>
                </a:cubicBezTo>
                <a:cubicBezTo>
                  <a:pt x="242" y="7"/>
                  <a:pt x="242" y="7"/>
                  <a:pt x="242" y="7"/>
                </a:cubicBezTo>
                <a:cubicBezTo>
                  <a:pt x="242" y="20"/>
                  <a:pt x="242" y="20"/>
                  <a:pt x="242" y="20"/>
                </a:cubicBezTo>
                <a:cubicBezTo>
                  <a:pt x="273" y="20"/>
                  <a:pt x="273" y="20"/>
                  <a:pt x="273" y="20"/>
                </a:cubicBezTo>
                <a:lnTo>
                  <a:pt x="273" y="110"/>
                </a:lnTo>
                <a:close/>
                <a:moveTo>
                  <a:pt x="374" y="7"/>
                </a:moveTo>
                <a:cubicBezTo>
                  <a:pt x="360" y="7"/>
                  <a:pt x="360" y="7"/>
                  <a:pt x="360" y="7"/>
                </a:cubicBezTo>
                <a:cubicBezTo>
                  <a:pt x="360" y="110"/>
                  <a:pt x="360" y="110"/>
                  <a:pt x="360" y="110"/>
                </a:cubicBezTo>
                <a:cubicBezTo>
                  <a:pt x="374" y="110"/>
                  <a:pt x="374" y="110"/>
                  <a:pt x="374" y="110"/>
                </a:cubicBezTo>
                <a:lnTo>
                  <a:pt x="374" y="7"/>
                </a:lnTo>
                <a:close/>
                <a:moveTo>
                  <a:pt x="475" y="112"/>
                </a:moveTo>
                <a:cubicBezTo>
                  <a:pt x="445" y="112"/>
                  <a:pt x="421" y="88"/>
                  <a:pt x="421" y="59"/>
                </a:cubicBezTo>
                <a:cubicBezTo>
                  <a:pt x="421" y="29"/>
                  <a:pt x="445" y="5"/>
                  <a:pt x="475" y="5"/>
                </a:cubicBezTo>
                <a:cubicBezTo>
                  <a:pt x="505" y="5"/>
                  <a:pt x="528" y="29"/>
                  <a:pt x="528" y="59"/>
                </a:cubicBezTo>
                <a:cubicBezTo>
                  <a:pt x="528" y="88"/>
                  <a:pt x="505" y="112"/>
                  <a:pt x="475" y="112"/>
                </a:cubicBezTo>
                <a:close/>
                <a:moveTo>
                  <a:pt x="475" y="19"/>
                </a:moveTo>
                <a:cubicBezTo>
                  <a:pt x="453" y="19"/>
                  <a:pt x="435" y="37"/>
                  <a:pt x="435" y="59"/>
                </a:cubicBezTo>
                <a:cubicBezTo>
                  <a:pt x="435" y="81"/>
                  <a:pt x="453" y="99"/>
                  <a:pt x="475" y="99"/>
                </a:cubicBezTo>
                <a:cubicBezTo>
                  <a:pt x="497" y="99"/>
                  <a:pt x="514" y="81"/>
                  <a:pt x="514" y="59"/>
                </a:cubicBezTo>
                <a:cubicBezTo>
                  <a:pt x="514" y="37"/>
                  <a:pt x="497" y="19"/>
                  <a:pt x="475" y="19"/>
                </a:cubicBezTo>
                <a:close/>
                <a:moveTo>
                  <a:pt x="586" y="35"/>
                </a:moveTo>
                <a:cubicBezTo>
                  <a:pt x="664" y="117"/>
                  <a:pt x="664" y="117"/>
                  <a:pt x="664" y="117"/>
                </a:cubicBezTo>
                <a:cubicBezTo>
                  <a:pt x="664" y="7"/>
                  <a:pt x="664" y="7"/>
                  <a:pt x="664" y="7"/>
                </a:cubicBezTo>
                <a:cubicBezTo>
                  <a:pt x="650" y="7"/>
                  <a:pt x="650" y="7"/>
                  <a:pt x="650" y="7"/>
                </a:cubicBezTo>
                <a:cubicBezTo>
                  <a:pt x="650" y="83"/>
                  <a:pt x="650" y="83"/>
                  <a:pt x="650" y="83"/>
                </a:cubicBezTo>
                <a:cubicBezTo>
                  <a:pt x="572" y="1"/>
                  <a:pt x="572" y="1"/>
                  <a:pt x="572" y="1"/>
                </a:cubicBezTo>
                <a:cubicBezTo>
                  <a:pt x="572" y="110"/>
                  <a:pt x="572" y="110"/>
                  <a:pt x="572" y="110"/>
                </a:cubicBezTo>
                <a:cubicBezTo>
                  <a:pt x="586" y="110"/>
                  <a:pt x="586" y="110"/>
                  <a:pt x="586" y="110"/>
                </a:cubicBezTo>
                <a:lnTo>
                  <a:pt x="586" y="35"/>
                </a:lnTo>
                <a:close/>
                <a:moveTo>
                  <a:pt x="843" y="7"/>
                </a:moveTo>
                <a:cubicBezTo>
                  <a:pt x="830" y="7"/>
                  <a:pt x="830" y="7"/>
                  <a:pt x="830" y="7"/>
                </a:cubicBezTo>
                <a:cubicBezTo>
                  <a:pt x="830" y="110"/>
                  <a:pt x="830" y="110"/>
                  <a:pt x="830" y="110"/>
                </a:cubicBezTo>
                <a:cubicBezTo>
                  <a:pt x="885" y="110"/>
                  <a:pt x="885" y="110"/>
                  <a:pt x="885" y="110"/>
                </a:cubicBezTo>
                <a:cubicBezTo>
                  <a:pt x="885" y="97"/>
                  <a:pt x="885" y="97"/>
                  <a:pt x="885" y="97"/>
                </a:cubicBezTo>
                <a:cubicBezTo>
                  <a:pt x="843" y="97"/>
                  <a:pt x="843" y="97"/>
                  <a:pt x="843" y="97"/>
                </a:cubicBezTo>
                <a:lnTo>
                  <a:pt x="843" y="7"/>
                </a:lnTo>
                <a:close/>
                <a:moveTo>
                  <a:pt x="169" y="156"/>
                </a:moveTo>
                <a:cubicBezTo>
                  <a:pt x="139" y="156"/>
                  <a:pt x="116" y="179"/>
                  <a:pt x="116" y="209"/>
                </a:cubicBezTo>
                <a:cubicBezTo>
                  <a:pt x="116" y="240"/>
                  <a:pt x="139" y="262"/>
                  <a:pt x="169" y="262"/>
                </a:cubicBezTo>
                <a:cubicBezTo>
                  <a:pt x="175" y="262"/>
                  <a:pt x="188" y="261"/>
                  <a:pt x="200" y="252"/>
                </a:cubicBezTo>
                <a:cubicBezTo>
                  <a:pt x="200" y="252"/>
                  <a:pt x="200" y="252"/>
                  <a:pt x="200" y="252"/>
                </a:cubicBezTo>
                <a:cubicBezTo>
                  <a:pt x="200" y="234"/>
                  <a:pt x="200" y="234"/>
                  <a:pt x="200" y="234"/>
                </a:cubicBezTo>
                <a:cubicBezTo>
                  <a:pt x="198" y="236"/>
                  <a:pt x="198" y="236"/>
                  <a:pt x="198" y="236"/>
                </a:cubicBezTo>
                <a:cubicBezTo>
                  <a:pt x="196" y="239"/>
                  <a:pt x="192" y="242"/>
                  <a:pt x="187" y="245"/>
                </a:cubicBezTo>
                <a:cubicBezTo>
                  <a:pt x="181" y="247"/>
                  <a:pt x="175" y="249"/>
                  <a:pt x="169" y="249"/>
                </a:cubicBezTo>
                <a:cubicBezTo>
                  <a:pt x="142" y="249"/>
                  <a:pt x="130" y="226"/>
                  <a:pt x="130" y="210"/>
                </a:cubicBezTo>
                <a:cubicBezTo>
                  <a:pt x="130" y="187"/>
                  <a:pt x="147" y="169"/>
                  <a:pt x="169" y="169"/>
                </a:cubicBezTo>
                <a:cubicBezTo>
                  <a:pt x="174" y="169"/>
                  <a:pt x="180" y="170"/>
                  <a:pt x="185" y="173"/>
                </a:cubicBezTo>
                <a:cubicBezTo>
                  <a:pt x="190" y="175"/>
                  <a:pt x="194" y="178"/>
                  <a:pt x="198" y="182"/>
                </a:cubicBezTo>
                <a:cubicBezTo>
                  <a:pt x="200" y="184"/>
                  <a:pt x="200" y="184"/>
                  <a:pt x="200" y="184"/>
                </a:cubicBezTo>
                <a:cubicBezTo>
                  <a:pt x="200" y="166"/>
                  <a:pt x="200" y="166"/>
                  <a:pt x="200" y="166"/>
                </a:cubicBezTo>
                <a:cubicBezTo>
                  <a:pt x="200" y="166"/>
                  <a:pt x="200" y="166"/>
                  <a:pt x="200" y="166"/>
                </a:cubicBezTo>
                <a:cubicBezTo>
                  <a:pt x="191" y="159"/>
                  <a:pt x="181" y="156"/>
                  <a:pt x="169" y="156"/>
                </a:cubicBezTo>
                <a:close/>
                <a:moveTo>
                  <a:pt x="437" y="209"/>
                </a:moveTo>
                <a:cubicBezTo>
                  <a:pt x="437" y="225"/>
                  <a:pt x="431" y="238"/>
                  <a:pt x="419" y="249"/>
                </a:cubicBezTo>
                <a:cubicBezTo>
                  <a:pt x="409" y="257"/>
                  <a:pt x="399" y="261"/>
                  <a:pt x="382" y="261"/>
                </a:cubicBezTo>
                <a:cubicBezTo>
                  <a:pt x="360" y="261"/>
                  <a:pt x="360" y="261"/>
                  <a:pt x="360" y="261"/>
                </a:cubicBezTo>
                <a:cubicBezTo>
                  <a:pt x="360" y="157"/>
                  <a:pt x="360" y="157"/>
                  <a:pt x="360" y="157"/>
                </a:cubicBezTo>
                <a:cubicBezTo>
                  <a:pt x="382" y="157"/>
                  <a:pt x="382" y="157"/>
                  <a:pt x="382" y="157"/>
                </a:cubicBezTo>
                <a:cubicBezTo>
                  <a:pt x="393" y="157"/>
                  <a:pt x="407" y="159"/>
                  <a:pt x="420" y="170"/>
                </a:cubicBezTo>
                <a:cubicBezTo>
                  <a:pt x="426" y="175"/>
                  <a:pt x="437" y="187"/>
                  <a:pt x="437" y="209"/>
                </a:cubicBezTo>
                <a:close/>
                <a:moveTo>
                  <a:pt x="423" y="209"/>
                </a:moveTo>
                <a:cubicBezTo>
                  <a:pt x="423" y="186"/>
                  <a:pt x="407" y="171"/>
                  <a:pt x="382" y="171"/>
                </a:cubicBezTo>
                <a:cubicBezTo>
                  <a:pt x="374" y="171"/>
                  <a:pt x="374" y="171"/>
                  <a:pt x="374" y="171"/>
                </a:cubicBezTo>
                <a:cubicBezTo>
                  <a:pt x="374" y="247"/>
                  <a:pt x="374" y="247"/>
                  <a:pt x="374" y="247"/>
                </a:cubicBezTo>
                <a:cubicBezTo>
                  <a:pt x="382" y="247"/>
                  <a:pt x="382" y="247"/>
                  <a:pt x="382" y="247"/>
                </a:cubicBezTo>
                <a:cubicBezTo>
                  <a:pt x="390" y="247"/>
                  <a:pt x="401" y="246"/>
                  <a:pt x="410" y="239"/>
                </a:cubicBezTo>
                <a:cubicBezTo>
                  <a:pt x="416" y="234"/>
                  <a:pt x="423" y="224"/>
                  <a:pt x="423" y="209"/>
                </a:cubicBezTo>
                <a:close/>
                <a:moveTo>
                  <a:pt x="479" y="261"/>
                </a:moveTo>
                <a:cubicBezTo>
                  <a:pt x="541" y="261"/>
                  <a:pt x="541" y="261"/>
                  <a:pt x="541" y="261"/>
                </a:cubicBezTo>
                <a:cubicBezTo>
                  <a:pt x="541" y="247"/>
                  <a:pt x="541" y="247"/>
                  <a:pt x="541" y="247"/>
                </a:cubicBezTo>
                <a:cubicBezTo>
                  <a:pt x="493" y="247"/>
                  <a:pt x="493" y="247"/>
                  <a:pt x="493" y="247"/>
                </a:cubicBezTo>
                <a:cubicBezTo>
                  <a:pt x="493" y="211"/>
                  <a:pt x="493" y="211"/>
                  <a:pt x="493" y="211"/>
                </a:cubicBezTo>
                <a:cubicBezTo>
                  <a:pt x="535" y="211"/>
                  <a:pt x="535" y="211"/>
                  <a:pt x="535" y="211"/>
                </a:cubicBezTo>
                <a:cubicBezTo>
                  <a:pt x="535" y="198"/>
                  <a:pt x="535" y="198"/>
                  <a:pt x="535" y="198"/>
                </a:cubicBezTo>
                <a:cubicBezTo>
                  <a:pt x="493" y="198"/>
                  <a:pt x="493" y="198"/>
                  <a:pt x="493" y="198"/>
                </a:cubicBezTo>
                <a:cubicBezTo>
                  <a:pt x="493" y="171"/>
                  <a:pt x="493" y="171"/>
                  <a:pt x="493" y="171"/>
                </a:cubicBezTo>
                <a:cubicBezTo>
                  <a:pt x="541" y="171"/>
                  <a:pt x="541" y="171"/>
                  <a:pt x="541" y="171"/>
                </a:cubicBezTo>
                <a:cubicBezTo>
                  <a:pt x="541" y="157"/>
                  <a:pt x="541" y="157"/>
                  <a:pt x="541" y="157"/>
                </a:cubicBezTo>
                <a:cubicBezTo>
                  <a:pt x="479" y="157"/>
                  <a:pt x="479" y="157"/>
                  <a:pt x="479" y="157"/>
                </a:cubicBezTo>
                <a:lnTo>
                  <a:pt x="479" y="261"/>
                </a:lnTo>
                <a:close/>
                <a:moveTo>
                  <a:pt x="805" y="261"/>
                </a:moveTo>
                <a:cubicBezTo>
                  <a:pt x="866" y="261"/>
                  <a:pt x="866" y="261"/>
                  <a:pt x="866" y="261"/>
                </a:cubicBezTo>
                <a:cubicBezTo>
                  <a:pt x="866" y="247"/>
                  <a:pt x="866" y="247"/>
                  <a:pt x="866" y="247"/>
                </a:cubicBezTo>
                <a:cubicBezTo>
                  <a:pt x="819" y="247"/>
                  <a:pt x="819" y="247"/>
                  <a:pt x="819" y="247"/>
                </a:cubicBezTo>
                <a:cubicBezTo>
                  <a:pt x="819" y="211"/>
                  <a:pt x="819" y="211"/>
                  <a:pt x="819" y="211"/>
                </a:cubicBezTo>
                <a:cubicBezTo>
                  <a:pt x="860" y="211"/>
                  <a:pt x="860" y="211"/>
                  <a:pt x="860" y="211"/>
                </a:cubicBezTo>
                <a:cubicBezTo>
                  <a:pt x="860" y="198"/>
                  <a:pt x="860" y="198"/>
                  <a:pt x="860" y="198"/>
                </a:cubicBezTo>
                <a:cubicBezTo>
                  <a:pt x="819" y="198"/>
                  <a:pt x="819" y="198"/>
                  <a:pt x="819" y="198"/>
                </a:cubicBezTo>
                <a:cubicBezTo>
                  <a:pt x="819" y="171"/>
                  <a:pt x="819" y="171"/>
                  <a:pt x="819" y="171"/>
                </a:cubicBezTo>
                <a:cubicBezTo>
                  <a:pt x="866" y="171"/>
                  <a:pt x="866" y="171"/>
                  <a:pt x="866" y="171"/>
                </a:cubicBezTo>
                <a:cubicBezTo>
                  <a:pt x="866" y="157"/>
                  <a:pt x="866" y="157"/>
                  <a:pt x="866" y="157"/>
                </a:cubicBezTo>
                <a:cubicBezTo>
                  <a:pt x="805" y="157"/>
                  <a:pt x="805" y="157"/>
                  <a:pt x="805" y="157"/>
                </a:cubicBezTo>
                <a:lnTo>
                  <a:pt x="805" y="261"/>
                </a:lnTo>
                <a:close/>
                <a:moveTo>
                  <a:pt x="634" y="235"/>
                </a:moveTo>
                <a:cubicBezTo>
                  <a:pt x="595" y="149"/>
                  <a:pt x="595" y="149"/>
                  <a:pt x="595" y="149"/>
                </a:cubicBezTo>
                <a:cubicBezTo>
                  <a:pt x="578" y="261"/>
                  <a:pt x="578" y="261"/>
                  <a:pt x="578" y="261"/>
                </a:cubicBezTo>
                <a:cubicBezTo>
                  <a:pt x="592" y="261"/>
                  <a:pt x="592" y="261"/>
                  <a:pt x="592" y="261"/>
                </a:cubicBezTo>
                <a:cubicBezTo>
                  <a:pt x="601" y="194"/>
                  <a:pt x="601" y="194"/>
                  <a:pt x="601" y="194"/>
                </a:cubicBezTo>
                <a:cubicBezTo>
                  <a:pt x="634" y="267"/>
                  <a:pt x="634" y="267"/>
                  <a:pt x="634" y="267"/>
                </a:cubicBezTo>
                <a:cubicBezTo>
                  <a:pt x="668" y="194"/>
                  <a:pt x="668" y="194"/>
                  <a:pt x="668" y="194"/>
                </a:cubicBezTo>
                <a:cubicBezTo>
                  <a:pt x="677" y="261"/>
                  <a:pt x="677" y="261"/>
                  <a:pt x="677" y="261"/>
                </a:cubicBezTo>
                <a:cubicBezTo>
                  <a:pt x="691" y="261"/>
                  <a:pt x="691" y="261"/>
                  <a:pt x="691" y="261"/>
                </a:cubicBezTo>
                <a:cubicBezTo>
                  <a:pt x="674" y="148"/>
                  <a:pt x="674" y="148"/>
                  <a:pt x="674" y="148"/>
                </a:cubicBezTo>
                <a:lnTo>
                  <a:pt x="634" y="235"/>
                </a:lnTo>
                <a:close/>
                <a:moveTo>
                  <a:pt x="737" y="261"/>
                </a:moveTo>
                <a:cubicBezTo>
                  <a:pt x="751" y="261"/>
                  <a:pt x="751" y="261"/>
                  <a:pt x="751" y="261"/>
                </a:cubicBezTo>
                <a:cubicBezTo>
                  <a:pt x="751" y="157"/>
                  <a:pt x="751" y="157"/>
                  <a:pt x="751" y="157"/>
                </a:cubicBezTo>
                <a:cubicBezTo>
                  <a:pt x="737" y="157"/>
                  <a:pt x="737" y="157"/>
                  <a:pt x="737" y="157"/>
                </a:cubicBezTo>
                <a:lnTo>
                  <a:pt x="737" y="261"/>
                </a:lnTo>
                <a:close/>
                <a:moveTo>
                  <a:pt x="955" y="211"/>
                </a:moveTo>
                <a:cubicBezTo>
                  <a:pt x="950" y="207"/>
                  <a:pt x="945" y="204"/>
                  <a:pt x="939" y="201"/>
                </a:cubicBezTo>
                <a:cubicBezTo>
                  <a:pt x="929" y="197"/>
                  <a:pt x="929" y="197"/>
                  <a:pt x="929" y="197"/>
                </a:cubicBezTo>
                <a:cubicBezTo>
                  <a:pt x="925" y="195"/>
                  <a:pt x="922" y="194"/>
                  <a:pt x="919" y="191"/>
                </a:cubicBezTo>
                <a:cubicBezTo>
                  <a:pt x="916" y="189"/>
                  <a:pt x="916" y="187"/>
                  <a:pt x="916" y="183"/>
                </a:cubicBezTo>
                <a:cubicBezTo>
                  <a:pt x="916" y="175"/>
                  <a:pt x="922" y="169"/>
                  <a:pt x="931" y="169"/>
                </a:cubicBezTo>
                <a:cubicBezTo>
                  <a:pt x="936" y="169"/>
                  <a:pt x="940" y="171"/>
                  <a:pt x="942" y="172"/>
                </a:cubicBezTo>
                <a:cubicBezTo>
                  <a:pt x="944" y="174"/>
                  <a:pt x="946" y="177"/>
                  <a:pt x="947" y="179"/>
                </a:cubicBezTo>
                <a:cubicBezTo>
                  <a:pt x="948" y="181"/>
                  <a:pt x="948" y="181"/>
                  <a:pt x="948" y="181"/>
                </a:cubicBezTo>
                <a:cubicBezTo>
                  <a:pt x="959" y="173"/>
                  <a:pt x="959" y="173"/>
                  <a:pt x="959" y="173"/>
                </a:cubicBezTo>
                <a:cubicBezTo>
                  <a:pt x="958" y="172"/>
                  <a:pt x="958" y="172"/>
                  <a:pt x="958" y="172"/>
                </a:cubicBezTo>
                <a:cubicBezTo>
                  <a:pt x="956" y="167"/>
                  <a:pt x="952" y="163"/>
                  <a:pt x="948" y="161"/>
                </a:cubicBezTo>
                <a:cubicBezTo>
                  <a:pt x="943" y="157"/>
                  <a:pt x="938" y="156"/>
                  <a:pt x="931" y="156"/>
                </a:cubicBezTo>
                <a:cubicBezTo>
                  <a:pt x="914" y="156"/>
                  <a:pt x="902" y="167"/>
                  <a:pt x="902" y="183"/>
                </a:cubicBezTo>
                <a:cubicBezTo>
                  <a:pt x="902" y="190"/>
                  <a:pt x="904" y="195"/>
                  <a:pt x="909" y="200"/>
                </a:cubicBezTo>
                <a:cubicBezTo>
                  <a:pt x="913" y="205"/>
                  <a:pt x="918" y="207"/>
                  <a:pt x="922" y="209"/>
                </a:cubicBezTo>
                <a:cubicBezTo>
                  <a:pt x="932" y="213"/>
                  <a:pt x="932" y="213"/>
                  <a:pt x="932" y="213"/>
                </a:cubicBezTo>
                <a:cubicBezTo>
                  <a:pt x="937" y="215"/>
                  <a:pt x="941" y="217"/>
                  <a:pt x="944" y="220"/>
                </a:cubicBezTo>
                <a:cubicBezTo>
                  <a:pt x="947" y="223"/>
                  <a:pt x="948" y="226"/>
                  <a:pt x="948" y="231"/>
                </a:cubicBezTo>
                <a:cubicBezTo>
                  <a:pt x="948" y="240"/>
                  <a:pt x="942" y="249"/>
                  <a:pt x="929" y="249"/>
                </a:cubicBezTo>
                <a:cubicBezTo>
                  <a:pt x="924" y="249"/>
                  <a:pt x="919" y="247"/>
                  <a:pt x="916" y="244"/>
                </a:cubicBezTo>
                <a:cubicBezTo>
                  <a:pt x="913" y="241"/>
                  <a:pt x="911" y="236"/>
                  <a:pt x="910" y="232"/>
                </a:cubicBezTo>
                <a:cubicBezTo>
                  <a:pt x="910" y="230"/>
                  <a:pt x="910" y="230"/>
                  <a:pt x="910" y="230"/>
                </a:cubicBezTo>
                <a:cubicBezTo>
                  <a:pt x="896" y="234"/>
                  <a:pt x="896" y="234"/>
                  <a:pt x="896" y="234"/>
                </a:cubicBezTo>
                <a:cubicBezTo>
                  <a:pt x="897" y="235"/>
                  <a:pt x="897" y="235"/>
                  <a:pt x="897" y="235"/>
                </a:cubicBezTo>
                <a:cubicBezTo>
                  <a:pt x="898" y="243"/>
                  <a:pt x="902" y="249"/>
                  <a:pt x="906" y="254"/>
                </a:cubicBezTo>
                <a:cubicBezTo>
                  <a:pt x="912" y="260"/>
                  <a:pt x="920" y="262"/>
                  <a:pt x="929" y="262"/>
                </a:cubicBezTo>
                <a:cubicBezTo>
                  <a:pt x="948" y="262"/>
                  <a:pt x="962" y="249"/>
                  <a:pt x="962" y="230"/>
                </a:cubicBezTo>
                <a:cubicBezTo>
                  <a:pt x="962" y="222"/>
                  <a:pt x="960" y="216"/>
                  <a:pt x="955" y="211"/>
                </a:cubicBezTo>
                <a:close/>
                <a:moveTo>
                  <a:pt x="0" y="261"/>
                </a:moveTo>
                <a:cubicBezTo>
                  <a:pt x="15" y="261"/>
                  <a:pt x="15" y="261"/>
                  <a:pt x="15" y="261"/>
                </a:cubicBezTo>
                <a:cubicBezTo>
                  <a:pt x="48" y="184"/>
                  <a:pt x="48" y="184"/>
                  <a:pt x="48" y="184"/>
                </a:cubicBezTo>
                <a:cubicBezTo>
                  <a:pt x="79" y="260"/>
                  <a:pt x="79" y="260"/>
                  <a:pt x="79" y="260"/>
                </a:cubicBezTo>
                <a:cubicBezTo>
                  <a:pt x="80" y="261"/>
                  <a:pt x="80" y="261"/>
                  <a:pt x="80" y="261"/>
                </a:cubicBezTo>
                <a:cubicBezTo>
                  <a:pt x="95" y="261"/>
                  <a:pt x="95" y="261"/>
                  <a:pt x="95" y="261"/>
                </a:cubicBezTo>
                <a:cubicBezTo>
                  <a:pt x="48" y="151"/>
                  <a:pt x="48" y="151"/>
                  <a:pt x="48" y="151"/>
                </a:cubicBezTo>
                <a:lnTo>
                  <a:pt x="0" y="261"/>
                </a:lnTo>
                <a:close/>
                <a:moveTo>
                  <a:pt x="229" y="261"/>
                </a:moveTo>
                <a:cubicBezTo>
                  <a:pt x="244" y="261"/>
                  <a:pt x="244" y="261"/>
                  <a:pt x="244" y="261"/>
                </a:cubicBezTo>
                <a:cubicBezTo>
                  <a:pt x="277" y="184"/>
                  <a:pt x="277" y="184"/>
                  <a:pt x="277" y="184"/>
                </a:cubicBezTo>
                <a:cubicBezTo>
                  <a:pt x="309" y="260"/>
                  <a:pt x="309" y="260"/>
                  <a:pt x="309" y="260"/>
                </a:cubicBezTo>
                <a:cubicBezTo>
                  <a:pt x="309" y="261"/>
                  <a:pt x="309" y="261"/>
                  <a:pt x="309" y="261"/>
                </a:cubicBezTo>
                <a:cubicBezTo>
                  <a:pt x="324" y="261"/>
                  <a:pt x="324" y="261"/>
                  <a:pt x="324" y="261"/>
                </a:cubicBezTo>
                <a:cubicBezTo>
                  <a:pt x="277" y="151"/>
                  <a:pt x="277" y="151"/>
                  <a:pt x="277" y="151"/>
                </a:cubicBezTo>
                <a:lnTo>
                  <a:pt x="229" y="261"/>
                </a:lnTo>
                <a:close/>
                <a:moveTo>
                  <a:pt x="1071" y="11"/>
                </a:moveTo>
                <a:cubicBezTo>
                  <a:pt x="1071" y="18"/>
                  <a:pt x="1071" y="18"/>
                  <a:pt x="1071" y="18"/>
                </a:cubicBezTo>
                <a:cubicBezTo>
                  <a:pt x="1075" y="18"/>
                  <a:pt x="1075" y="18"/>
                  <a:pt x="1075" y="18"/>
                </a:cubicBezTo>
                <a:cubicBezTo>
                  <a:pt x="1077" y="9"/>
                  <a:pt x="1077" y="9"/>
                  <a:pt x="1077" y="9"/>
                </a:cubicBezTo>
                <a:cubicBezTo>
                  <a:pt x="1076" y="8"/>
                  <a:pt x="1074" y="7"/>
                  <a:pt x="1072" y="6"/>
                </a:cubicBezTo>
                <a:cubicBezTo>
                  <a:pt x="1070" y="6"/>
                  <a:pt x="1067" y="6"/>
                  <a:pt x="1064" y="6"/>
                </a:cubicBezTo>
                <a:cubicBezTo>
                  <a:pt x="1061" y="6"/>
                  <a:pt x="1058" y="6"/>
                  <a:pt x="1056" y="7"/>
                </a:cubicBezTo>
                <a:cubicBezTo>
                  <a:pt x="1053" y="9"/>
                  <a:pt x="1051" y="10"/>
                  <a:pt x="1049" y="12"/>
                </a:cubicBezTo>
                <a:cubicBezTo>
                  <a:pt x="1048" y="14"/>
                  <a:pt x="1047" y="17"/>
                  <a:pt x="1047" y="20"/>
                </a:cubicBezTo>
                <a:cubicBezTo>
                  <a:pt x="1047" y="22"/>
                  <a:pt x="1048" y="24"/>
                  <a:pt x="1049" y="26"/>
                </a:cubicBezTo>
                <a:cubicBezTo>
                  <a:pt x="1050" y="28"/>
                  <a:pt x="1051" y="30"/>
                  <a:pt x="1053" y="31"/>
                </a:cubicBezTo>
                <a:cubicBezTo>
                  <a:pt x="1055" y="32"/>
                  <a:pt x="1057" y="34"/>
                  <a:pt x="1059" y="35"/>
                </a:cubicBezTo>
                <a:cubicBezTo>
                  <a:pt x="1062" y="37"/>
                  <a:pt x="1064" y="39"/>
                  <a:pt x="1066" y="40"/>
                </a:cubicBezTo>
                <a:cubicBezTo>
                  <a:pt x="1067" y="42"/>
                  <a:pt x="1068" y="44"/>
                  <a:pt x="1068" y="47"/>
                </a:cubicBezTo>
                <a:cubicBezTo>
                  <a:pt x="1068" y="49"/>
                  <a:pt x="1067" y="52"/>
                  <a:pt x="1065" y="53"/>
                </a:cubicBezTo>
                <a:cubicBezTo>
                  <a:pt x="1062" y="55"/>
                  <a:pt x="1060" y="56"/>
                  <a:pt x="1057" y="56"/>
                </a:cubicBezTo>
                <a:cubicBezTo>
                  <a:pt x="1055" y="56"/>
                  <a:pt x="1053" y="56"/>
                  <a:pt x="1052" y="55"/>
                </a:cubicBezTo>
                <a:cubicBezTo>
                  <a:pt x="1050" y="55"/>
                  <a:pt x="1049" y="54"/>
                  <a:pt x="1048" y="54"/>
                </a:cubicBezTo>
                <a:cubicBezTo>
                  <a:pt x="1048" y="46"/>
                  <a:pt x="1048" y="46"/>
                  <a:pt x="1048" y="46"/>
                </a:cubicBezTo>
                <a:cubicBezTo>
                  <a:pt x="1044" y="46"/>
                  <a:pt x="1044" y="46"/>
                  <a:pt x="1044" y="46"/>
                </a:cubicBezTo>
                <a:cubicBezTo>
                  <a:pt x="1042" y="56"/>
                  <a:pt x="1042" y="56"/>
                  <a:pt x="1042" y="56"/>
                </a:cubicBezTo>
                <a:cubicBezTo>
                  <a:pt x="1043" y="57"/>
                  <a:pt x="1045" y="58"/>
                  <a:pt x="1048" y="58"/>
                </a:cubicBezTo>
                <a:cubicBezTo>
                  <a:pt x="1051" y="59"/>
                  <a:pt x="1054" y="59"/>
                  <a:pt x="1057" y="59"/>
                </a:cubicBezTo>
                <a:cubicBezTo>
                  <a:pt x="1060" y="59"/>
                  <a:pt x="1063" y="59"/>
                  <a:pt x="1066" y="57"/>
                </a:cubicBezTo>
                <a:cubicBezTo>
                  <a:pt x="1069" y="56"/>
                  <a:pt x="1071" y="54"/>
                  <a:pt x="1073" y="52"/>
                </a:cubicBezTo>
                <a:cubicBezTo>
                  <a:pt x="1074" y="50"/>
                  <a:pt x="1075" y="47"/>
                  <a:pt x="1075" y="44"/>
                </a:cubicBezTo>
                <a:cubicBezTo>
                  <a:pt x="1075" y="42"/>
                  <a:pt x="1074" y="40"/>
                  <a:pt x="1073" y="38"/>
                </a:cubicBezTo>
                <a:cubicBezTo>
                  <a:pt x="1072" y="36"/>
                  <a:pt x="1071" y="35"/>
                  <a:pt x="1069" y="34"/>
                </a:cubicBezTo>
                <a:cubicBezTo>
                  <a:pt x="1068" y="32"/>
                  <a:pt x="1066" y="31"/>
                  <a:pt x="1064" y="29"/>
                </a:cubicBezTo>
                <a:cubicBezTo>
                  <a:pt x="1060" y="27"/>
                  <a:pt x="1058" y="25"/>
                  <a:pt x="1056" y="24"/>
                </a:cubicBezTo>
                <a:cubicBezTo>
                  <a:pt x="1055" y="22"/>
                  <a:pt x="1054" y="20"/>
                  <a:pt x="1054" y="17"/>
                </a:cubicBezTo>
                <a:cubicBezTo>
                  <a:pt x="1054" y="15"/>
                  <a:pt x="1055" y="13"/>
                  <a:pt x="1057" y="11"/>
                </a:cubicBezTo>
                <a:cubicBezTo>
                  <a:pt x="1059" y="10"/>
                  <a:pt x="1061" y="9"/>
                  <a:pt x="1064" y="9"/>
                </a:cubicBezTo>
                <a:cubicBezTo>
                  <a:pt x="1065" y="9"/>
                  <a:pt x="1067" y="9"/>
                  <a:pt x="1068" y="10"/>
                </a:cubicBezTo>
                <a:cubicBezTo>
                  <a:pt x="1069" y="10"/>
                  <a:pt x="1070" y="10"/>
                  <a:pt x="1071" y="11"/>
                </a:cubicBezTo>
                <a:close/>
                <a:moveTo>
                  <a:pt x="1107" y="27"/>
                </a:moveTo>
                <a:cubicBezTo>
                  <a:pt x="1108" y="27"/>
                  <a:pt x="1108" y="27"/>
                  <a:pt x="1108" y="27"/>
                </a:cubicBezTo>
                <a:cubicBezTo>
                  <a:pt x="1110" y="20"/>
                  <a:pt x="1110" y="20"/>
                  <a:pt x="1110" y="20"/>
                </a:cubicBezTo>
                <a:cubicBezTo>
                  <a:pt x="1109" y="20"/>
                  <a:pt x="1108" y="19"/>
                  <a:pt x="1107" y="19"/>
                </a:cubicBezTo>
                <a:cubicBezTo>
                  <a:pt x="1105" y="19"/>
                  <a:pt x="1104" y="19"/>
                  <a:pt x="1102" y="19"/>
                </a:cubicBezTo>
                <a:cubicBezTo>
                  <a:pt x="1098" y="19"/>
                  <a:pt x="1094" y="20"/>
                  <a:pt x="1091" y="22"/>
                </a:cubicBezTo>
                <a:cubicBezTo>
                  <a:pt x="1088" y="25"/>
                  <a:pt x="1086" y="28"/>
                  <a:pt x="1084" y="32"/>
                </a:cubicBezTo>
                <a:cubicBezTo>
                  <a:pt x="1083" y="36"/>
                  <a:pt x="1082" y="40"/>
                  <a:pt x="1082" y="43"/>
                </a:cubicBezTo>
                <a:cubicBezTo>
                  <a:pt x="1082" y="48"/>
                  <a:pt x="1083" y="52"/>
                  <a:pt x="1085" y="55"/>
                </a:cubicBezTo>
                <a:cubicBezTo>
                  <a:pt x="1087" y="58"/>
                  <a:pt x="1091" y="59"/>
                  <a:pt x="1094" y="59"/>
                </a:cubicBezTo>
                <a:cubicBezTo>
                  <a:pt x="1098" y="59"/>
                  <a:pt x="1100" y="59"/>
                  <a:pt x="1102" y="57"/>
                </a:cubicBezTo>
                <a:cubicBezTo>
                  <a:pt x="1105" y="56"/>
                  <a:pt x="1106" y="54"/>
                  <a:pt x="1108" y="53"/>
                </a:cubicBezTo>
                <a:cubicBezTo>
                  <a:pt x="1106" y="50"/>
                  <a:pt x="1106" y="50"/>
                  <a:pt x="1106" y="50"/>
                </a:cubicBezTo>
                <a:cubicBezTo>
                  <a:pt x="1105" y="52"/>
                  <a:pt x="1103" y="53"/>
                  <a:pt x="1102" y="54"/>
                </a:cubicBezTo>
                <a:cubicBezTo>
                  <a:pt x="1100" y="54"/>
                  <a:pt x="1099" y="55"/>
                  <a:pt x="1097" y="55"/>
                </a:cubicBezTo>
                <a:cubicBezTo>
                  <a:pt x="1094" y="55"/>
                  <a:pt x="1092" y="54"/>
                  <a:pt x="1091" y="52"/>
                </a:cubicBezTo>
                <a:cubicBezTo>
                  <a:pt x="1090" y="50"/>
                  <a:pt x="1089" y="47"/>
                  <a:pt x="1089" y="43"/>
                </a:cubicBezTo>
                <a:cubicBezTo>
                  <a:pt x="1089" y="39"/>
                  <a:pt x="1090" y="35"/>
                  <a:pt x="1091" y="32"/>
                </a:cubicBezTo>
                <a:cubicBezTo>
                  <a:pt x="1092" y="30"/>
                  <a:pt x="1093" y="27"/>
                  <a:pt x="1095" y="26"/>
                </a:cubicBezTo>
                <a:cubicBezTo>
                  <a:pt x="1097" y="24"/>
                  <a:pt x="1099" y="23"/>
                  <a:pt x="1101" y="23"/>
                </a:cubicBezTo>
                <a:cubicBezTo>
                  <a:pt x="1102" y="23"/>
                  <a:pt x="1105" y="24"/>
                  <a:pt x="1107" y="27"/>
                </a:cubicBezTo>
                <a:close/>
                <a:moveTo>
                  <a:pt x="1124" y="52"/>
                </a:moveTo>
                <a:cubicBezTo>
                  <a:pt x="1129" y="19"/>
                  <a:pt x="1129" y="19"/>
                  <a:pt x="1129" y="19"/>
                </a:cubicBezTo>
                <a:cubicBezTo>
                  <a:pt x="1128" y="19"/>
                  <a:pt x="1128" y="19"/>
                  <a:pt x="1128" y="19"/>
                </a:cubicBezTo>
                <a:cubicBezTo>
                  <a:pt x="1118" y="20"/>
                  <a:pt x="1118" y="20"/>
                  <a:pt x="1118" y="20"/>
                </a:cubicBezTo>
                <a:cubicBezTo>
                  <a:pt x="1117" y="23"/>
                  <a:pt x="1117" y="23"/>
                  <a:pt x="1117" y="23"/>
                </a:cubicBezTo>
                <a:cubicBezTo>
                  <a:pt x="1122" y="24"/>
                  <a:pt x="1122" y="24"/>
                  <a:pt x="1122" y="24"/>
                </a:cubicBezTo>
                <a:cubicBezTo>
                  <a:pt x="1121" y="31"/>
                  <a:pt x="1120" y="37"/>
                  <a:pt x="1119" y="41"/>
                </a:cubicBezTo>
                <a:cubicBezTo>
                  <a:pt x="1118" y="49"/>
                  <a:pt x="1117" y="54"/>
                  <a:pt x="1117" y="55"/>
                </a:cubicBezTo>
                <a:cubicBezTo>
                  <a:pt x="1117" y="56"/>
                  <a:pt x="1118" y="57"/>
                  <a:pt x="1118" y="58"/>
                </a:cubicBezTo>
                <a:cubicBezTo>
                  <a:pt x="1119" y="59"/>
                  <a:pt x="1120" y="59"/>
                  <a:pt x="1122" y="59"/>
                </a:cubicBezTo>
                <a:cubicBezTo>
                  <a:pt x="1124" y="59"/>
                  <a:pt x="1125" y="59"/>
                  <a:pt x="1127" y="58"/>
                </a:cubicBezTo>
                <a:cubicBezTo>
                  <a:pt x="1128" y="57"/>
                  <a:pt x="1129" y="55"/>
                  <a:pt x="1130" y="54"/>
                </a:cubicBezTo>
                <a:cubicBezTo>
                  <a:pt x="1129" y="53"/>
                  <a:pt x="1129" y="53"/>
                  <a:pt x="1129" y="53"/>
                </a:cubicBezTo>
                <a:cubicBezTo>
                  <a:pt x="1128" y="54"/>
                  <a:pt x="1128" y="54"/>
                  <a:pt x="1127" y="54"/>
                </a:cubicBezTo>
                <a:cubicBezTo>
                  <a:pt x="1126" y="55"/>
                  <a:pt x="1126" y="55"/>
                  <a:pt x="1125" y="55"/>
                </a:cubicBezTo>
                <a:cubicBezTo>
                  <a:pt x="1125" y="55"/>
                  <a:pt x="1125" y="55"/>
                  <a:pt x="1125" y="54"/>
                </a:cubicBezTo>
                <a:cubicBezTo>
                  <a:pt x="1124" y="54"/>
                  <a:pt x="1124" y="54"/>
                  <a:pt x="1124" y="53"/>
                </a:cubicBezTo>
                <a:lnTo>
                  <a:pt x="1124" y="52"/>
                </a:lnTo>
                <a:close/>
                <a:moveTo>
                  <a:pt x="1127" y="11"/>
                </a:moveTo>
                <a:cubicBezTo>
                  <a:pt x="1128" y="11"/>
                  <a:pt x="1129" y="11"/>
                  <a:pt x="1130" y="10"/>
                </a:cubicBezTo>
                <a:cubicBezTo>
                  <a:pt x="1131" y="9"/>
                  <a:pt x="1131" y="7"/>
                  <a:pt x="1131" y="6"/>
                </a:cubicBezTo>
                <a:cubicBezTo>
                  <a:pt x="1131" y="5"/>
                  <a:pt x="1131" y="4"/>
                  <a:pt x="1130" y="3"/>
                </a:cubicBezTo>
                <a:cubicBezTo>
                  <a:pt x="1130" y="3"/>
                  <a:pt x="1129" y="2"/>
                  <a:pt x="1128" y="2"/>
                </a:cubicBezTo>
                <a:cubicBezTo>
                  <a:pt x="1126" y="2"/>
                  <a:pt x="1125" y="3"/>
                  <a:pt x="1124" y="4"/>
                </a:cubicBezTo>
                <a:cubicBezTo>
                  <a:pt x="1123" y="5"/>
                  <a:pt x="1123" y="6"/>
                  <a:pt x="1123" y="7"/>
                </a:cubicBezTo>
                <a:cubicBezTo>
                  <a:pt x="1123" y="8"/>
                  <a:pt x="1123" y="9"/>
                  <a:pt x="1124" y="10"/>
                </a:cubicBezTo>
                <a:cubicBezTo>
                  <a:pt x="1125" y="11"/>
                  <a:pt x="1126" y="11"/>
                  <a:pt x="1127" y="11"/>
                </a:cubicBezTo>
                <a:close/>
                <a:moveTo>
                  <a:pt x="1166" y="52"/>
                </a:moveTo>
                <a:cubicBezTo>
                  <a:pt x="1165" y="49"/>
                  <a:pt x="1165" y="49"/>
                  <a:pt x="1165" y="49"/>
                </a:cubicBezTo>
                <a:cubicBezTo>
                  <a:pt x="1163" y="51"/>
                  <a:pt x="1161" y="52"/>
                  <a:pt x="1159" y="53"/>
                </a:cubicBezTo>
                <a:cubicBezTo>
                  <a:pt x="1157" y="54"/>
                  <a:pt x="1155" y="55"/>
                  <a:pt x="1153" y="55"/>
                </a:cubicBezTo>
                <a:cubicBezTo>
                  <a:pt x="1150" y="55"/>
                  <a:pt x="1148" y="54"/>
                  <a:pt x="1147" y="51"/>
                </a:cubicBezTo>
                <a:cubicBezTo>
                  <a:pt x="1145" y="49"/>
                  <a:pt x="1145" y="46"/>
                  <a:pt x="1145" y="43"/>
                </a:cubicBezTo>
                <a:cubicBezTo>
                  <a:pt x="1148" y="43"/>
                  <a:pt x="1151" y="42"/>
                  <a:pt x="1155" y="41"/>
                </a:cubicBezTo>
                <a:cubicBezTo>
                  <a:pt x="1158" y="40"/>
                  <a:pt x="1162" y="38"/>
                  <a:pt x="1164" y="36"/>
                </a:cubicBezTo>
                <a:cubicBezTo>
                  <a:pt x="1167" y="33"/>
                  <a:pt x="1168" y="31"/>
                  <a:pt x="1168" y="27"/>
                </a:cubicBezTo>
                <a:cubicBezTo>
                  <a:pt x="1168" y="25"/>
                  <a:pt x="1167" y="23"/>
                  <a:pt x="1166" y="21"/>
                </a:cubicBezTo>
                <a:cubicBezTo>
                  <a:pt x="1164" y="19"/>
                  <a:pt x="1162" y="19"/>
                  <a:pt x="1158" y="19"/>
                </a:cubicBezTo>
                <a:cubicBezTo>
                  <a:pt x="1154" y="19"/>
                  <a:pt x="1151" y="20"/>
                  <a:pt x="1148" y="22"/>
                </a:cubicBezTo>
                <a:cubicBezTo>
                  <a:pt x="1145" y="24"/>
                  <a:pt x="1142" y="28"/>
                  <a:pt x="1140" y="31"/>
                </a:cubicBezTo>
                <a:cubicBezTo>
                  <a:pt x="1138" y="35"/>
                  <a:pt x="1138" y="40"/>
                  <a:pt x="1138" y="44"/>
                </a:cubicBezTo>
                <a:cubicBezTo>
                  <a:pt x="1138" y="47"/>
                  <a:pt x="1138" y="49"/>
                  <a:pt x="1139" y="52"/>
                </a:cubicBezTo>
                <a:cubicBezTo>
                  <a:pt x="1140" y="54"/>
                  <a:pt x="1142" y="56"/>
                  <a:pt x="1144" y="57"/>
                </a:cubicBezTo>
                <a:cubicBezTo>
                  <a:pt x="1146" y="59"/>
                  <a:pt x="1148" y="59"/>
                  <a:pt x="1151" y="59"/>
                </a:cubicBezTo>
                <a:cubicBezTo>
                  <a:pt x="1155" y="59"/>
                  <a:pt x="1158" y="58"/>
                  <a:pt x="1160" y="57"/>
                </a:cubicBezTo>
                <a:cubicBezTo>
                  <a:pt x="1163" y="55"/>
                  <a:pt x="1165" y="54"/>
                  <a:pt x="1166" y="52"/>
                </a:cubicBezTo>
                <a:close/>
                <a:moveTo>
                  <a:pt x="1157" y="22"/>
                </a:moveTo>
                <a:cubicBezTo>
                  <a:pt x="1158" y="22"/>
                  <a:pt x="1159" y="23"/>
                  <a:pt x="1160" y="24"/>
                </a:cubicBezTo>
                <a:cubicBezTo>
                  <a:pt x="1161" y="25"/>
                  <a:pt x="1161" y="26"/>
                  <a:pt x="1161" y="28"/>
                </a:cubicBezTo>
                <a:cubicBezTo>
                  <a:pt x="1161" y="30"/>
                  <a:pt x="1161" y="32"/>
                  <a:pt x="1159" y="34"/>
                </a:cubicBezTo>
                <a:cubicBezTo>
                  <a:pt x="1157" y="35"/>
                  <a:pt x="1155" y="37"/>
                  <a:pt x="1152" y="38"/>
                </a:cubicBezTo>
                <a:cubicBezTo>
                  <a:pt x="1150" y="39"/>
                  <a:pt x="1147" y="39"/>
                  <a:pt x="1145" y="39"/>
                </a:cubicBezTo>
                <a:cubicBezTo>
                  <a:pt x="1145" y="37"/>
                  <a:pt x="1146" y="34"/>
                  <a:pt x="1147" y="32"/>
                </a:cubicBezTo>
                <a:cubicBezTo>
                  <a:pt x="1148" y="29"/>
                  <a:pt x="1149" y="27"/>
                  <a:pt x="1151" y="25"/>
                </a:cubicBezTo>
                <a:cubicBezTo>
                  <a:pt x="1152" y="23"/>
                  <a:pt x="1154" y="22"/>
                  <a:pt x="1157" y="22"/>
                </a:cubicBezTo>
                <a:close/>
                <a:moveTo>
                  <a:pt x="1187" y="28"/>
                </a:moveTo>
                <a:cubicBezTo>
                  <a:pt x="1188" y="19"/>
                  <a:pt x="1188" y="19"/>
                  <a:pt x="1188" y="19"/>
                </a:cubicBezTo>
                <a:cubicBezTo>
                  <a:pt x="1186" y="19"/>
                  <a:pt x="1186" y="19"/>
                  <a:pt x="1186" y="19"/>
                </a:cubicBezTo>
                <a:cubicBezTo>
                  <a:pt x="1178" y="20"/>
                  <a:pt x="1178" y="20"/>
                  <a:pt x="1178" y="20"/>
                </a:cubicBezTo>
                <a:cubicBezTo>
                  <a:pt x="1177" y="23"/>
                  <a:pt x="1177" y="23"/>
                  <a:pt x="1177" y="23"/>
                </a:cubicBezTo>
                <a:cubicBezTo>
                  <a:pt x="1180" y="25"/>
                  <a:pt x="1180" y="25"/>
                  <a:pt x="1180" y="25"/>
                </a:cubicBezTo>
                <a:cubicBezTo>
                  <a:pt x="1176" y="58"/>
                  <a:pt x="1176" y="58"/>
                  <a:pt x="1176" y="58"/>
                </a:cubicBezTo>
                <a:cubicBezTo>
                  <a:pt x="1183" y="58"/>
                  <a:pt x="1183" y="58"/>
                  <a:pt x="1183" y="58"/>
                </a:cubicBezTo>
                <a:cubicBezTo>
                  <a:pt x="1186" y="33"/>
                  <a:pt x="1186" y="33"/>
                  <a:pt x="1186" y="33"/>
                </a:cubicBezTo>
                <a:cubicBezTo>
                  <a:pt x="1188" y="31"/>
                  <a:pt x="1190" y="28"/>
                  <a:pt x="1192" y="26"/>
                </a:cubicBezTo>
                <a:cubicBezTo>
                  <a:pt x="1194" y="25"/>
                  <a:pt x="1196" y="24"/>
                  <a:pt x="1198" y="24"/>
                </a:cubicBezTo>
                <a:cubicBezTo>
                  <a:pt x="1200" y="24"/>
                  <a:pt x="1201" y="24"/>
                  <a:pt x="1202" y="25"/>
                </a:cubicBezTo>
                <a:cubicBezTo>
                  <a:pt x="1202" y="26"/>
                  <a:pt x="1203" y="27"/>
                  <a:pt x="1203" y="29"/>
                </a:cubicBezTo>
                <a:cubicBezTo>
                  <a:pt x="1203" y="31"/>
                  <a:pt x="1202" y="33"/>
                  <a:pt x="1202" y="35"/>
                </a:cubicBezTo>
                <a:cubicBezTo>
                  <a:pt x="1202" y="37"/>
                  <a:pt x="1201" y="39"/>
                  <a:pt x="1201" y="41"/>
                </a:cubicBezTo>
                <a:cubicBezTo>
                  <a:pt x="1201" y="43"/>
                  <a:pt x="1201" y="43"/>
                  <a:pt x="1201" y="43"/>
                </a:cubicBezTo>
                <a:cubicBezTo>
                  <a:pt x="1200" y="46"/>
                  <a:pt x="1200" y="46"/>
                  <a:pt x="1200" y="46"/>
                </a:cubicBezTo>
                <a:cubicBezTo>
                  <a:pt x="1199" y="51"/>
                  <a:pt x="1199" y="54"/>
                  <a:pt x="1199" y="55"/>
                </a:cubicBezTo>
                <a:cubicBezTo>
                  <a:pt x="1199" y="58"/>
                  <a:pt x="1200" y="59"/>
                  <a:pt x="1203" y="59"/>
                </a:cubicBezTo>
                <a:cubicBezTo>
                  <a:pt x="1205" y="59"/>
                  <a:pt x="1206" y="59"/>
                  <a:pt x="1207" y="58"/>
                </a:cubicBezTo>
                <a:cubicBezTo>
                  <a:pt x="1208" y="58"/>
                  <a:pt x="1209" y="57"/>
                  <a:pt x="1210" y="57"/>
                </a:cubicBezTo>
                <a:cubicBezTo>
                  <a:pt x="1210" y="56"/>
                  <a:pt x="1211" y="55"/>
                  <a:pt x="1211" y="55"/>
                </a:cubicBezTo>
                <a:cubicBezTo>
                  <a:pt x="1210" y="53"/>
                  <a:pt x="1210" y="53"/>
                  <a:pt x="1210" y="53"/>
                </a:cubicBezTo>
                <a:cubicBezTo>
                  <a:pt x="1209" y="54"/>
                  <a:pt x="1208" y="55"/>
                  <a:pt x="1207" y="55"/>
                </a:cubicBezTo>
                <a:cubicBezTo>
                  <a:pt x="1206" y="55"/>
                  <a:pt x="1206" y="54"/>
                  <a:pt x="1206" y="53"/>
                </a:cubicBezTo>
                <a:cubicBezTo>
                  <a:pt x="1206" y="51"/>
                  <a:pt x="1206" y="48"/>
                  <a:pt x="1207" y="45"/>
                </a:cubicBezTo>
                <a:cubicBezTo>
                  <a:pt x="1208" y="41"/>
                  <a:pt x="1208" y="41"/>
                  <a:pt x="1208" y="41"/>
                </a:cubicBezTo>
                <a:cubicBezTo>
                  <a:pt x="1208" y="40"/>
                  <a:pt x="1208" y="40"/>
                  <a:pt x="1208" y="40"/>
                </a:cubicBezTo>
                <a:cubicBezTo>
                  <a:pt x="1209" y="34"/>
                  <a:pt x="1210" y="31"/>
                  <a:pt x="1210" y="29"/>
                </a:cubicBezTo>
                <a:cubicBezTo>
                  <a:pt x="1210" y="25"/>
                  <a:pt x="1209" y="23"/>
                  <a:pt x="1207" y="21"/>
                </a:cubicBezTo>
                <a:cubicBezTo>
                  <a:pt x="1206" y="19"/>
                  <a:pt x="1204" y="19"/>
                  <a:pt x="1201" y="19"/>
                </a:cubicBezTo>
                <a:cubicBezTo>
                  <a:pt x="1199" y="19"/>
                  <a:pt x="1196" y="19"/>
                  <a:pt x="1193" y="21"/>
                </a:cubicBezTo>
                <a:cubicBezTo>
                  <a:pt x="1191" y="23"/>
                  <a:pt x="1189" y="25"/>
                  <a:pt x="1187" y="28"/>
                </a:cubicBezTo>
                <a:close/>
                <a:moveTo>
                  <a:pt x="1243" y="27"/>
                </a:moveTo>
                <a:cubicBezTo>
                  <a:pt x="1245" y="27"/>
                  <a:pt x="1245" y="27"/>
                  <a:pt x="1245" y="27"/>
                </a:cubicBezTo>
                <a:cubicBezTo>
                  <a:pt x="1247" y="20"/>
                  <a:pt x="1247" y="20"/>
                  <a:pt x="1247" y="20"/>
                </a:cubicBezTo>
                <a:cubicBezTo>
                  <a:pt x="1246" y="20"/>
                  <a:pt x="1244" y="19"/>
                  <a:pt x="1243" y="19"/>
                </a:cubicBezTo>
                <a:cubicBezTo>
                  <a:pt x="1241" y="19"/>
                  <a:pt x="1240" y="19"/>
                  <a:pt x="1239" y="19"/>
                </a:cubicBezTo>
                <a:cubicBezTo>
                  <a:pt x="1234" y="19"/>
                  <a:pt x="1231" y="20"/>
                  <a:pt x="1228" y="22"/>
                </a:cubicBezTo>
                <a:cubicBezTo>
                  <a:pt x="1224" y="25"/>
                  <a:pt x="1222" y="28"/>
                  <a:pt x="1220" y="32"/>
                </a:cubicBezTo>
                <a:cubicBezTo>
                  <a:pt x="1219" y="36"/>
                  <a:pt x="1218" y="40"/>
                  <a:pt x="1218" y="43"/>
                </a:cubicBezTo>
                <a:cubicBezTo>
                  <a:pt x="1218" y="48"/>
                  <a:pt x="1219" y="52"/>
                  <a:pt x="1221" y="55"/>
                </a:cubicBezTo>
                <a:cubicBezTo>
                  <a:pt x="1224" y="58"/>
                  <a:pt x="1227" y="59"/>
                  <a:pt x="1231" y="59"/>
                </a:cubicBezTo>
                <a:cubicBezTo>
                  <a:pt x="1234" y="59"/>
                  <a:pt x="1236" y="59"/>
                  <a:pt x="1239" y="57"/>
                </a:cubicBezTo>
                <a:cubicBezTo>
                  <a:pt x="1241" y="56"/>
                  <a:pt x="1243" y="54"/>
                  <a:pt x="1244" y="53"/>
                </a:cubicBezTo>
                <a:cubicBezTo>
                  <a:pt x="1242" y="50"/>
                  <a:pt x="1242" y="50"/>
                  <a:pt x="1242" y="50"/>
                </a:cubicBezTo>
                <a:cubicBezTo>
                  <a:pt x="1241" y="52"/>
                  <a:pt x="1239" y="53"/>
                  <a:pt x="1238" y="54"/>
                </a:cubicBezTo>
                <a:cubicBezTo>
                  <a:pt x="1236" y="54"/>
                  <a:pt x="1235" y="55"/>
                  <a:pt x="1233" y="55"/>
                </a:cubicBezTo>
                <a:cubicBezTo>
                  <a:pt x="1230" y="55"/>
                  <a:pt x="1228" y="54"/>
                  <a:pt x="1227" y="52"/>
                </a:cubicBezTo>
                <a:cubicBezTo>
                  <a:pt x="1226" y="50"/>
                  <a:pt x="1225" y="47"/>
                  <a:pt x="1225" y="43"/>
                </a:cubicBezTo>
                <a:cubicBezTo>
                  <a:pt x="1225" y="39"/>
                  <a:pt x="1226" y="35"/>
                  <a:pt x="1227" y="32"/>
                </a:cubicBezTo>
                <a:cubicBezTo>
                  <a:pt x="1228" y="30"/>
                  <a:pt x="1229" y="27"/>
                  <a:pt x="1231" y="26"/>
                </a:cubicBezTo>
                <a:cubicBezTo>
                  <a:pt x="1233" y="24"/>
                  <a:pt x="1235" y="23"/>
                  <a:pt x="1237" y="23"/>
                </a:cubicBezTo>
                <a:cubicBezTo>
                  <a:pt x="1239" y="23"/>
                  <a:pt x="1241" y="24"/>
                  <a:pt x="1243" y="27"/>
                </a:cubicBezTo>
                <a:close/>
                <a:moveTo>
                  <a:pt x="1279" y="52"/>
                </a:moveTo>
                <a:cubicBezTo>
                  <a:pt x="1277" y="49"/>
                  <a:pt x="1277" y="49"/>
                  <a:pt x="1277" y="49"/>
                </a:cubicBezTo>
                <a:cubicBezTo>
                  <a:pt x="1276" y="51"/>
                  <a:pt x="1274" y="52"/>
                  <a:pt x="1272" y="53"/>
                </a:cubicBezTo>
                <a:cubicBezTo>
                  <a:pt x="1270" y="54"/>
                  <a:pt x="1268" y="55"/>
                  <a:pt x="1266" y="55"/>
                </a:cubicBezTo>
                <a:cubicBezTo>
                  <a:pt x="1263" y="55"/>
                  <a:pt x="1261" y="54"/>
                  <a:pt x="1259" y="51"/>
                </a:cubicBezTo>
                <a:cubicBezTo>
                  <a:pt x="1258" y="49"/>
                  <a:pt x="1257" y="46"/>
                  <a:pt x="1258" y="43"/>
                </a:cubicBezTo>
                <a:cubicBezTo>
                  <a:pt x="1260" y="43"/>
                  <a:pt x="1264" y="42"/>
                  <a:pt x="1267" y="41"/>
                </a:cubicBezTo>
                <a:cubicBezTo>
                  <a:pt x="1271" y="40"/>
                  <a:pt x="1274" y="38"/>
                  <a:pt x="1277" y="36"/>
                </a:cubicBezTo>
                <a:cubicBezTo>
                  <a:pt x="1280" y="33"/>
                  <a:pt x="1281" y="31"/>
                  <a:pt x="1281" y="27"/>
                </a:cubicBezTo>
                <a:cubicBezTo>
                  <a:pt x="1281" y="25"/>
                  <a:pt x="1280" y="23"/>
                  <a:pt x="1278" y="21"/>
                </a:cubicBezTo>
                <a:cubicBezTo>
                  <a:pt x="1277" y="19"/>
                  <a:pt x="1274" y="19"/>
                  <a:pt x="1271" y="19"/>
                </a:cubicBezTo>
                <a:cubicBezTo>
                  <a:pt x="1267" y="19"/>
                  <a:pt x="1264" y="20"/>
                  <a:pt x="1260" y="22"/>
                </a:cubicBezTo>
                <a:cubicBezTo>
                  <a:pt x="1257" y="24"/>
                  <a:pt x="1255" y="28"/>
                  <a:pt x="1253" y="31"/>
                </a:cubicBezTo>
                <a:cubicBezTo>
                  <a:pt x="1251" y="35"/>
                  <a:pt x="1250" y="40"/>
                  <a:pt x="1250" y="44"/>
                </a:cubicBezTo>
                <a:cubicBezTo>
                  <a:pt x="1250" y="47"/>
                  <a:pt x="1251" y="49"/>
                  <a:pt x="1252" y="52"/>
                </a:cubicBezTo>
                <a:cubicBezTo>
                  <a:pt x="1253" y="54"/>
                  <a:pt x="1254" y="56"/>
                  <a:pt x="1256" y="57"/>
                </a:cubicBezTo>
                <a:cubicBezTo>
                  <a:pt x="1258" y="59"/>
                  <a:pt x="1261" y="59"/>
                  <a:pt x="1264" y="59"/>
                </a:cubicBezTo>
                <a:cubicBezTo>
                  <a:pt x="1267" y="59"/>
                  <a:pt x="1270" y="58"/>
                  <a:pt x="1273" y="57"/>
                </a:cubicBezTo>
                <a:cubicBezTo>
                  <a:pt x="1276" y="55"/>
                  <a:pt x="1278" y="54"/>
                  <a:pt x="1279" y="52"/>
                </a:cubicBezTo>
                <a:close/>
                <a:moveTo>
                  <a:pt x="1269" y="22"/>
                </a:moveTo>
                <a:cubicBezTo>
                  <a:pt x="1271" y="22"/>
                  <a:pt x="1272" y="23"/>
                  <a:pt x="1273" y="24"/>
                </a:cubicBezTo>
                <a:cubicBezTo>
                  <a:pt x="1274" y="25"/>
                  <a:pt x="1274" y="26"/>
                  <a:pt x="1274" y="28"/>
                </a:cubicBezTo>
                <a:cubicBezTo>
                  <a:pt x="1274" y="30"/>
                  <a:pt x="1273" y="32"/>
                  <a:pt x="1272" y="34"/>
                </a:cubicBezTo>
                <a:cubicBezTo>
                  <a:pt x="1270" y="35"/>
                  <a:pt x="1268" y="37"/>
                  <a:pt x="1265" y="38"/>
                </a:cubicBezTo>
                <a:cubicBezTo>
                  <a:pt x="1263" y="39"/>
                  <a:pt x="1260" y="39"/>
                  <a:pt x="1258" y="39"/>
                </a:cubicBezTo>
                <a:cubicBezTo>
                  <a:pt x="1258" y="37"/>
                  <a:pt x="1259" y="34"/>
                  <a:pt x="1259" y="32"/>
                </a:cubicBezTo>
                <a:cubicBezTo>
                  <a:pt x="1260" y="29"/>
                  <a:pt x="1262" y="27"/>
                  <a:pt x="1263" y="25"/>
                </a:cubicBezTo>
                <a:cubicBezTo>
                  <a:pt x="1265" y="23"/>
                  <a:pt x="1267" y="22"/>
                  <a:pt x="1269" y="22"/>
                </a:cubicBezTo>
                <a:close/>
                <a:moveTo>
                  <a:pt x="1310" y="25"/>
                </a:moveTo>
                <a:cubicBezTo>
                  <a:pt x="1311" y="20"/>
                  <a:pt x="1311" y="20"/>
                  <a:pt x="1311" y="20"/>
                </a:cubicBezTo>
                <a:cubicBezTo>
                  <a:pt x="1311" y="20"/>
                  <a:pt x="1309" y="19"/>
                  <a:pt x="1308" y="19"/>
                </a:cubicBezTo>
                <a:cubicBezTo>
                  <a:pt x="1306" y="19"/>
                  <a:pt x="1304" y="19"/>
                  <a:pt x="1303" y="19"/>
                </a:cubicBezTo>
                <a:cubicBezTo>
                  <a:pt x="1300" y="19"/>
                  <a:pt x="1298" y="19"/>
                  <a:pt x="1296" y="20"/>
                </a:cubicBezTo>
                <a:cubicBezTo>
                  <a:pt x="1293" y="21"/>
                  <a:pt x="1292" y="22"/>
                  <a:pt x="1291" y="24"/>
                </a:cubicBezTo>
                <a:cubicBezTo>
                  <a:pt x="1289" y="26"/>
                  <a:pt x="1289" y="27"/>
                  <a:pt x="1289" y="30"/>
                </a:cubicBezTo>
                <a:cubicBezTo>
                  <a:pt x="1289" y="34"/>
                  <a:pt x="1291" y="38"/>
                  <a:pt x="1296" y="41"/>
                </a:cubicBezTo>
                <a:cubicBezTo>
                  <a:pt x="1298" y="43"/>
                  <a:pt x="1300" y="44"/>
                  <a:pt x="1301" y="45"/>
                </a:cubicBezTo>
                <a:cubicBezTo>
                  <a:pt x="1302" y="46"/>
                  <a:pt x="1303" y="48"/>
                  <a:pt x="1303" y="50"/>
                </a:cubicBezTo>
                <a:cubicBezTo>
                  <a:pt x="1303" y="51"/>
                  <a:pt x="1302" y="53"/>
                  <a:pt x="1301" y="54"/>
                </a:cubicBezTo>
                <a:cubicBezTo>
                  <a:pt x="1299" y="55"/>
                  <a:pt x="1297" y="55"/>
                  <a:pt x="1295" y="55"/>
                </a:cubicBezTo>
                <a:cubicBezTo>
                  <a:pt x="1293" y="55"/>
                  <a:pt x="1292" y="55"/>
                  <a:pt x="1290" y="54"/>
                </a:cubicBezTo>
                <a:cubicBezTo>
                  <a:pt x="1288" y="53"/>
                  <a:pt x="1287" y="53"/>
                  <a:pt x="1286" y="52"/>
                </a:cubicBezTo>
                <a:cubicBezTo>
                  <a:pt x="1285" y="57"/>
                  <a:pt x="1285" y="57"/>
                  <a:pt x="1285" y="57"/>
                </a:cubicBezTo>
                <a:cubicBezTo>
                  <a:pt x="1285" y="58"/>
                  <a:pt x="1287" y="58"/>
                  <a:pt x="1289" y="58"/>
                </a:cubicBezTo>
                <a:cubicBezTo>
                  <a:pt x="1291" y="59"/>
                  <a:pt x="1293" y="59"/>
                  <a:pt x="1295" y="59"/>
                </a:cubicBezTo>
                <a:cubicBezTo>
                  <a:pt x="1299" y="59"/>
                  <a:pt x="1303" y="58"/>
                  <a:pt x="1305" y="56"/>
                </a:cubicBezTo>
                <a:cubicBezTo>
                  <a:pt x="1308" y="54"/>
                  <a:pt x="1309" y="52"/>
                  <a:pt x="1309" y="48"/>
                </a:cubicBezTo>
                <a:cubicBezTo>
                  <a:pt x="1309" y="46"/>
                  <a:pt x="1309" y="45"/>
                  <a:pt x="1308" y="43"/>
                </a:cubicBezTo>
                <a:cubicBezTo>
                  <a:pt x="1307" y="42"/>
                  <a:pt x="1306" y="41"/>
                  <a:pt x="1305" y="40"/>
                </a:cubicBezTo>
                <a:cubicBezTo>
                  <a:pt x="1304" y="39"/>
                  <a:pt x="1303" y="38"/>
                  <a:pt x="1301" y="36"/>
                </a:cubicBezTo>
                <a:cubicBezTo>
                  <a:pt x="1299" y="35"/>
                  <a:pt x="1298" y="34"/>
                  <a:pt x="1297" y="32"/>
                </a:cubicBezTo>
                <a:cubicBezTo>
                  <a:pt x="1296" y="31"/>
                  <a:pt x="1295" y="30"/>
                  <a:pt x="1295" y="28"/>
                </a:cubicBezTo>
                <a:cubicBezTo>
                  <a:pt x="1295" y="26"/>
                  <a:pt x="1296" y="25"/>
                  <a:pt x="1297" y="24"/>
                </a:cubicBezTo>
                <a:cubicBezTo>
                  <a:pt x="1299" y="23"/>
                  <a:pt x="1300" y="23"/>
                  <a:pt x="1303" y="23"/>
                </a:cubicBezTo>
                <a:cubicBezTo>
                  <a:pt x="1304" y="23"/>
                  <a:pt x="1306" y="23"/>
                  <a:pt x="1307" y="24"/>
                </a:cubicBezTo>
                <a:cubicBezTo>
                  <a:pt x="1309" y="24"/>
                  <a:pt x="1310" y="25"/>
                  <a:pt x="1310" y="25"/>
                </a:cubicBezTo>
                <a:close/>
                <a:moveTo>
                  <a:pt x="1047" y="110"/>
                </a:moveTo>
                <a:cubicBezTo>
                  <a:pt x="1052" y="111"/>
                  <a:pt x="1052" y="111"/>
                  <a:pt x="1052" y="111"/>
                </a:cubicBezTo>
                <a:cubicBezTo>
                  <a:pt x="1046" y="156"/>
                  <a:pt x="1046" y="156"/>
                  <a:pt x="1046" y="156"/>
                </a:cubicBezTo>
                <a:cubicBezTo>
                  <a:pt x="1041" y="157"/>
                  <a:pt x="1041" y="157"/>
                  <a:pt x="1041" y="157"/>
                </a:cubicBezTo>
                <a:cubicBezTo>
                  <a:pt x="1041" y="159"/>
                  <a:pt x="1041" y="159"/>
                  <a:pt x="1041" y="159"/>
                </a:cubicBezTo>
                <a:cubicBezTo>
                  <a:pt x="1078" y="159"/>
                  <a:pt x="1078" y="159"/>
                  <a:pt x="1078" y="159"/>
                </a:cubicBezTo>
                <a:cubicBezTo>
                  <a:pt x="1081" y="147"/>
                  <a:pt x="1081" y="147"/>
                  <a:pt x="1081" y="147"/>
                </a:cubicBezTo>
                <a:cubicBezTo>
                  <a:pt x="1077" y="146"/>
                  <a:pt x="1077" y="146"/>
                  <a:pt x="1077" y="146"/>
                </a:cubicBezTo>
                <a:cubicBezTo>
                  <a:pt x="1073" y="155"/>
                  <a:pt x="1073" y="155"/>
                  <a:pt x="1073" y="155"/>
                </a:cubicBezTo>
                <a:cubicBezTo>
                  <a:pt x="1053" y="156"/>
                  <a:pt x="1053" y="156"/>
                  <a:pt x="1053" y="156"/>
                </a:cubicBezTo>
                <a:cubicBezTo>
                  <a:pt x="1056" y="134"/>
                  <a:pt x="1056" y="134"/>
                  <a:pt x="1056" y="134"/>
                </a:cubicBezTo>
                <a:cubicBezTo>
                  <a:pt x="1072" y="135"/>
                  <a:pt x="1072" y="135"/>
                  <a:pt x="1072" y="135"/>
                </a:cubicBezTo>
                <a:cubicBezTo>
                  <a:pt x="1073" y="130"/>
                  <a:pt x="1073" y="130"/>
                  <a:pt x="1073" y="130"/>
                </a:cubicBezTo>
                <a:cubicBezTo>
                  <a:pt x="1057" y="130"/>
                  <a:pt x="1057" y="130"/>
                  <a:pt x="1057" y="130"/>
                </a:cubicBezTo>
                <a:cubicBezTo>
                  <a:pt x="1059" y="110"/>
                  <a:pt x="1059" y="110"/>
                  <a:pt x="1059" y="110"/>
                </a:cubicBezTo>
                <a:cubicBezTo>
                  <a:pt x="1075" y="111"/>
                  <a:pt x="1075" y="111"/>
                  <a:pt x="1075" y="111"/>
                </a:cubicBezTo>
                <a:cubicBezTo>
                  <a:pt x="1076" y="118"/>
                  <a:pt x="1076" y="118"/>
                  <a:pt x="1076" y="118"/>
                </a:cubicBezTo>
                <a:cubicBezTo>
                  <a:pt x="1080" y="118"/>
                  <a:pt x="1080" y="118"/>
                  <a:pt x="1080" y="118"/>
                </a:cubicBezTo>
                <a:cubicBezTo>
                  <a:pt x="1081" y="107"/>
                  <a:pt x="1081" y="107"/>
                  <a:pt x="1081" y="107"/>
                </a:cubicBezTo>
                <a:cubicBezTo>
                  <a:pt x="1048" y="107"/>
                  <a:pt x="1048" y="107"/>
                  <a:pt x="1048" y="107"/>
                </a:cubicBezTo>
                <a:lnTo>
                  <a:pt x="1047" y="110"/>
                </a:lnTo>
                <a:close/>
                <a:moveTo>
                  <a:pt x="1100" y="129"/>
                </a:moveTo>
                <a:cubicBezTo>
                  <a:pt x="1100" y="120"/>
                  <a:pt x="1100" y="120"/>
                  <a:pt x="1100" y="120"/>
                </a:cubicBezTo>
                <a:cubicBezTo>
                  <a:pt x="1099" y="119"/>
                  <a:pt x="1099" y="119"/>
                  <a:pt x="1099" y="119"/>
                </a:cubicBezTo>
                <a:cubicBezTo>
                  <a:pt x="1090" y="121"/>
                  <a:pt x="1090" y="121"/>
                  <a:pt x="1090" y="121"/>
                </a:cubicBezTo>
                <a:cubicBezTo>
                  <a:pt x="1090" y="124"/>
                  <a:pt x="1090" y="124"/>
                  <a:pt x="1090" y="124"/>
                </a:cubicBezTo>
                <a:cubicBezTo>
                  <a:pt x="1093" y="125"/>
                  <a:pt x="1093" y="125"/>
                  <a:pt x="1093" y="125"/>
                </a:cubicBezTo>
                <a:cubicBezTo>
                  <a:pt x="1089" y="159"/>
                  <a:pt x="1089" y="159"/>
                  <a:pt x="1089" y="159"/>
                </a:cubicBezTo>
                <a:cubicBezTo>
                  <a:pt x="1095" y="159"/>
                  <a:pt x="1095" y="159"/>
                  <a:pt x="1095" y="159"/>
                </a:cubicBezTo>
                <a:cubicBezTo>
                  <a:pt x="1099" y="134"/>
                  <a:pt x="1099" y="134"/>
                  <a:pt x="1099" y="134"/>
                </a:cubicBezTo>
                <a:cubicBezTo>
                  <a:pt x="1101" y="131"/>
                  <a:pt x="1103" y="129"/>
                  <a:pt x="1105" y="127"/>
                </a:cubicBezTo>
                <a:cubicBezTo>
                  <a:pt x="1107" y="125"/>
                  <a:pt x="1109" y="124"/>
                  <a:pt x="1111" y="124"/>
                </a:cubicBezTo>
                <a:cubicBezTo>
                  <a:pt x="1113" y="124"/>
                  <a:pt x="1114" y="125"/>
                  <a:pt x="1114" y="126"/>
                </a:cubicBezTo>
                <a:cubicBezTo>
                  <a:pt x="1115" y="127"/>
                  <a:pt x="1115" y="128"/>
                  <a:pt x="1115" y="130"/>
                </a:cubicBezTo>
                <a:cubicBezTo>
                  <a:pt x="1115" y="132"/>
                  <a:pt x="1115" y="134"/>
                  <a:pt x="1115" y="135"/>
                </a:cubicBezTo>
                <a:cubicBezTo>
                  <a:pt x="1115" y="137"/>
                  <a:pt x="1114" y="140"/>
                  <a:pt x="1114" y="142"/>
                </a:cubicBezTo>
                <a:cubicBezTo>
                  <a:pt x="1114" y="144"/>
                  <a:pt x="1114" y="144"/>
                  <a:pt x="1114" y="144"/>
                </a:cubicBezTo>
                <a:cubicBezTo>
                  <a:pt x="1113" y="147"/>
                  <a:pt x="1113" y="147"/>
                  <a:pt x="1113" y="147"/>
                </a:cubicBezTo>
                <a:cubicBezTo>
                  <a:pt x="1112" y="151"/>
                  <a:pt x="1112" y="154"/>
                  <a:pt x="1112" y="156"/>
                </a:cubicBezTo>
                <a:cubicBezTo>
                  <a:pt x="1112" y="159"/>
                  <a:pt x="1113" y="160"/>
                  <a:pt x="1116" y="160"/>
                </a:cubicBezTo>
                <a:cubicBezTo>
                  <a:pt x="1117" y="160"/>
                  <a:pt x="1119" y="160"/>
                  <a:pt x="1120" y="159"/>
                </a:cubicBezTo>
                <a:cubicBezTo>
                  <a:pt x="1121" y="159"/>
                  <a:pt x="1122" y="158"/>
                  <a:pt x="1123" y="157"/>
                </a:cubicBezTo>
                <a:cubicBezTo>
                  <a:pt x="1123" y="157"/>
                  <a:pt x="1124" y="156"/>
                  <a:pt x="1124" y="156"/>
                </a:cubicBezTo>
                <a:cubicBezTo>
                  <a:pt x="1123" y="154"/>
                  <a:pt x="1123" y="154"/>
                  <a:pt x="1123" y="154"/>
                </a:cubicBezTo>
                <a:cubicBezTo>
                  <a:pt x="1122" y="155"/>
                  <a:pt x="1121" y="156"/>
                  <a:pt x="1120" y="156"/>
                </a:cubicBezTo>
                <a:cubicBezTo>
                  <a:pt x="1119" y="156"/>
                  <a:pt x="1119" y="155"/>
                  <a:pt x="1119" y="154"/>
                </a:cubicBezTo>
                <a:cubicBezTo>
                  <a:pt x="1119" y="152"/>
                  <a:pt x="1119" y="149"/>
                  <a:pt x="1120" y="145"/>
                </a:cubicBezTo>
                <a:cubicBezTo>
                  <a:pt x="1121" y="142"/>
                  <a:pt x="1121" y="142"/>
                  <a:pt x="1121" y="142"/>
                </a:cubicBezTo>
                <a:cubicBezTo>
                  <a:pt x="1121" y="140"/>
                  <a:pt x="1121" y="140"/>
                  <a:pt x="1121" y="140"/>
                </a:cubicBezTo>
                <a:cubicBezTo>
                  <a:pt x="1122" y="135"/>
                  <a:pt x="1122" y="132"/>
                  <a:pt x="1122" y="130"/>
                </a:cubicBezTo>
                <a:cubicBezTo>
                  <a:pt x="1122" y="126"/>
                  <a:pt x="1122" y="123"/>
                  <a:pt x="1120" y="122"/>
                </a:cubicBezTo>
                <a:cubicBezTo>
                  <a:pt x="1119" y="120"/>
                  <a:pt x="1117" y="119"/>
                  <a:pt x="1114" y="119"/>
                </a:cubicBezTo>
                <a:cubicBezTo>
                  <a:pt x="1112" y="119"/>
                  <a:pt x="1109" y="120"/>
                  <a:pt x="1106" y="122"/>
                </a:cubicBezTo>
                <a:cubicBezTo>
                  <a:pt x="1104" y="124"/>
                  <a:pt x="1102" y="126"/>
                  <a:pt x="1100" y="129"/>
                </a:cubicBezTo>
                <a:close/>
                <a:moveTo>
                  <a:pt x="1159" y="162"/>
                </a:moveTo>
                <a:cubicBezTo>
                  <a:pt x="1165" y="119"/>
                  <a:pt x="1165" y="119"/>
                  <a:pt x="1165" y="119"/>
                </a:cubicBezTo>
                <a:cubicBezTo>
                  <a:pt x="1160" y="121"/>
                  <a:pt x="1160" y="121"/>
                  <a:pt x="1160" y="121"/>
                </a:cubicBezTo>
                <a:cubicBezTo>
                  <a:pt x="1159" y="121"/>
                  <a:pt x="1158" y="120"/>
                  <a:pt x="1157" y="120"/>
                </a:cubicBezTo>
                <a:cubicBezTo>
                  <a:pt x="1155" y="120"/>
                  <a:pt x="1154" y="119"/>
                  <a:pt x="1153" y="119"/>
                </a:cubicBezTo>
                <a:cubicBezTo>
                  <a:pt x="1148" y="119"/>
                  <a:pt x="1144" y="121"/>
                  <a:pt x="1141" y="123"/>
                </a:cubicBezTo>
                <a:cubicBezTo>
                  <a:pt x="1137" y="126"/>
                  <a:pt x="1135" y="129"/>
                  <a:pt x="1133" y="133"/>
                </a:cubicBezTo>
                <a:cubicBezTo>
                  <a:pt x="1131" y="137"/>
                  <a:pt x="1130" y="141"/>
                  <a:pt x="1130" y="145"/>
                </a:cubicBezTo>
                <a:cubicBezTo>
                  <a:pt x="1130" y="150"/>
                  <a:pt x="1131" y="153"/>
                  <a:pt x="1133" y="156"/>
                </a:cubicBezTo>
                <a:cubicBezTo>
                  <a:pt x="1135" y="159"/>
                  <a:pt x="1138" y="160"/>
                  <a:pt x="1142" y="160"/>
                </a:cubicBezTo>
                <a:cubicBezTo>
                  <a:pt x="1144" y="160"/>
                  <a:pt x="1146" y="159"/>
                  <a:pt x="1148" y="158"/>
                </a:cubicBezTo>
                <a:cubicBezTo>
                  <a:pt x="1150" y="157"/>
                  <a:pt x="1152" y="156"/>
                  <a:pt x="1153" y="155"/>
                </a:cubicBezTo>
                <a:cubicBezTo>
                  <a:pt x="1151" y="164"/>
                  <a:pt x="1151" y="164"/>
                  <a:pt x="1151" y="164"/>
                </a:cubicBezTo>
                <a:cubicBezTo>
                  <a:pt x="1151" y="167"/>
                  <a:pt x="1150" y="169"/>
                  <a:pt x="1149" y="170"/>
                </a:cubicBezTo>
                <a:cubicBezTo>
                  <a:pt x="1147" y="172"/>
                  <a:pt x="1145" y="172"/>
                  <a:pt x="1142" y="172"/>
                </a:cubicBezTo>
                <a:cubicBezTo>
                  <a:pt x="1140" y="172"/>
                  <a:pt x="1139" y="172"/>
                  <a:pt x="1137" y="171"/>
                </a:cubicBezTo>
                <a:cubicBezTo>
                  <a:pt x="1136" y="171"/>
                  <a:pt x="1134" y="170"/>
                  <a:pt x="1133" y="170"/>
                </a:cubicBezTo>
                <a:cubicBezTo>
                  <a:pt x="1132" y="175"/>
                  <a:pt x="1132" y="175"/>
                  <a:pt x="1132" y="175"/>
                </a:cubicBezTo>
                <a:cubicBezTo>
                  <a:pt x="1132" y="176"/>
                  <a:pt x="1134" y="176"/>
                  <a:pt x="1135" y="176"/>
                </a:cubicBezTo>
                <a:cubicBezTo>
                  <a:pt x="1137" y="177"/>
                  <a:pt x="1138" y="177"/>
                  <a:pt x="1140" y="177"/>
                </a:cubicBezTo>
                <a:cubicBezTo>
                  <a:pt x="1142" y="177"/>
                  <a:pt x="1145" y="176"/>
                  <a:pt x="1148" y="175"/>
                </a:cubicBezTo>
                <a:cubicBezTo>
                  <a:pt x="1150" y="174"/>
                  <a:pt x="1153" y="173"/>
                  <a:pt x="1155" y="170"/>
                </a:cubicBezTo>
                <a:cubicBezTo>
                  <a:pt x="1157" y="168"/>
                  <a:pt x="1158" y="165"/>
                  <a:pt x="1159" y="162"/>
                </a:cubicBezTo>
                <a:close/>
                <a:moveTo>
                  <a:pt x="1157" y="125"/>
                </a:moveTo>
                <a:cubicBezTo>
                  <a:pt x="1154" y="150"/>
                  <a:pt x="1154" y="150"/>
                  <a:pt x="1154" y="150"/>
                </a:cubicBezTo>
                <a:cubicBezTo>
                  <a:pt x="1152" y="151"/>
                  <a:pt x="1151" y="153"/>
                  <a:pt x="1149" y="154"/>
                </a:cubicBezTo>
                <a:cubicBezTo>
                  <a:pt x="1148" y="155"/>
                  <a:pt x="1146" y="155"/>
                  <a:pt x="1144" y="155"/>
                </a:cubicBezTo>
                <a:cubicBezTo>
                  <a:pt x="1142" y="155"/>
                  <a:pt x="1140" y="155"/>
                  <a:pt x="1139" y="153"/>
                </a:cubicBezTo>
                <a:cubicBezTo>
                  <a:pt x="1138" y="151"/>
                  <a:pt x="1138" y="148"/>
                  <a:pt x="1138" y="145"/>
                </a:cubicBezTo>
                <a:cubicBezTo>
                  <a:pt x="1138" y="142"/>
                  <a:pt x="1138" y="138"/>
                  <a:pt x="1139" y="135"/>
                </a:cubicBezTo>
                <a:cubicBezTo>
                  <a:pt x="1140" y="132"/>
                  <a:pt x="1142" y="129"/>
                  <a:pt x="1144" y="127"/>
                </a:cubicBezTo>
                <a:cubicBezTo>
                  <a:pt x="1146" y="124"/>
                  <a:pt x="1149" y="123"/>
                  <a:pt x="1152" y="123"/>
                </a:cubicBezTo>
                <a:cubicBezTo>
                  <a:pt x="1154" y="123"/>
                  <a:pt x="1156" y="124"/>
                  <a:pt x="1157" y="125"/>
                </a:cubicBezTo>
                <a:close/>
                <a:moveTo>
                  <a:pt x="1181" y="153"/>
                </a:moveTo>
                <a:cubicBezTo>
                  <a:pt x="1185" y="120"/>
                  <a:pt x="1185" y="120"/>
                  <a:pt x="1185" y="120"/>
                </a:cubicBezTo>
                <a:cubicBezTo>
                  <a:pt x="1184" y="119"/>
                  <a:pt x="1184" y="119"/>
                  <a:pt x="1184" y="119"/>
                </a:cubicBezTo>
                <a:cubicBezTo>
                  <a:pt x="1174" y="121"/>
                  <a:pt x="1174" y="121"/>
                  <a:pt x="1174" y="121"/>
                </a:cubicBezTo>
                <a:cubicBezTo>
                  <a:pt x="1173" y="123"/>
                  <a:pt x="1173" y="123"/>
                  <a:pt x="1173" y="123"/>
                </a:cubicBezTo>
                <a:cubicBezTo>
                  <a:pt x="1178" y="125"/>
                  <a:pt x="1178" y="125"/>
                  <a:pt x="1178" y="125"/>
                </a:cubicBezTo>
                <a:cubicBezTo>
                  <a:pt x="1177" y="132"/>
                  <a:pt x="1176" y="138"/>
                  <a:pt x="1175" y="142"/>
                </a:cubicBezTo>
                <a:cubicBezTo>
                  <a:pt x="1174" y="150"/>
                  <a:pt x="1174" y="154"/>
                  <a:pt x="1173" y="156"/>
                </a:cubicBezTo>
                <a:cubicBezTo>
                  <a:pt x="1173" y="157"/>
                  <a:pt x="1174" y="158"/>
                  <a:pt x="1174" y="159"/>
                </a:cubicBezTo>
                <a:cubicBezTo>
                  <a:pt x="1175" y="160"/>
                  <a:pt x="1176" y="160"/>
                  <a:pt x="1178" y="160"/>
                </a:cubicBezTo>
                <a:cubicBezTo>
                  <a:pt x="1180" y="160"/>
                  <a:pt x="1182" y="159"/>
                  <a:pt x="1183" y="158"/>
                </a:cubicBezTo>
                <a:cubicBezTo>
                  <a:pt x="1184" y="157"/>
                  <a:pt x="1185" y="156"/>
                  <a:pt x="1186" y="155"/>
                </a:cubicBezTo>
                <a:cubicBezTo>
                  <a:pt x="1185" y="154"/>
                  <a:pt x="1185" y="154"/>
                  <a:pt x="1185" y="154"/>
                </a:cubicBezTo>
                <a:cubicBezTo>
                  <a:pt x="1184" y="154"/>
                  <a:pt x="1184" y="155"/>
                  <a:pt x="1183" y="155"/>
                </a:cubicBezTo>
                <a:cubicBezTo>
                  <a:pt x="1183" y="156"/>
                  <a:pt x="1182" y="156"/>
                  <a:pt x="1182" y="156"/>
                </a:cubicBezTo>
                <a:cubicBezTo>
                  <a:pt x="1181" y="156"/>
                  <a:pt x="1181" y="156"/>
                  <a:pt x="1181" y="155"/>
                </a:cubicBezTo>
                <a:cubicBezTo>
                  <a:pt x="1181" y="155"/>
                  <a:pt x="1180" y="155"/>
                  <a:pt x="1180" y="154"/>
                </a:cubicBezTo>
                <a:lnTo>
                  <a:pt x="1181" y="153"/>
                </a:lnTo>
                <a:close/>
                <a:moveTo>
                  <a:pt x="1183" y="112"/>
                </a:moveTo>
                <a:cubicBezTo>
                  <a:pt x="1184" y="112"/>
                  <a:pt x="1185" y="111"/>
                  <a:pt x="1186" y="110"/>
                </a:cubicBezTo>
                <a:cubicBezTo>
                  <a:pt x="1187" y="109"/>
                  <a:pt x="1188" y="108"/>
                  <a:pt x="1188" y="107"/>
                </a:cubicBezTo>
                <a:cubicBezTo>
                  <a:pt x="1188" y="106"/>
                  <a:pt x="1187" y="105"/>
                  <a:pt x="1187" y="104"/>
                </a:cubicBezTo>
                <a:cubicBezTo>
                  <a:pt x="1186" y="103"/>
                  <a:pt x="1185" y="103"/>
                  <a:pt x="1184" y="103"/>
                </a:cubicBezTo>
                <a:cubicBezTo>
                  <a:pt x="1182" y="103"/>
                  <a:pt x="1181" y="103"/>
                  <a:pt x="1180" y="104"/>
                </a:cubicBezTo>
                <a:cubicBezTo>
                  <a:pt x="1180" y="105"/>
                  <a:pt x="1179" y="107"/>
                  <a:pt x="1179" y="108"/>
                </a:cubicBezTo>
                <a:cubicBezTo>
                  <a:pt x="1179" y="109"/>
                  <a:pt x="1179" y="110"/>
                  <a:pt x="1180" y="111"/>
                </a:cubicBezTo>
                <a:cubicBezTo>
                  <a:pt x="1181" y="111"/>
                  <a:pt x="1182" y="112"/>
                  <a:pt x="1183" y="112"/>
                </a:cubicBezTo>
                <a:close/>
                <a:moveTo>
                  <a:pt x="1207" y="129"/>
                </a:moveTo>
                <a:cubicBezTo>
                  <a:pt x="1208" y="120"/>
                  <a:pt x="1208" y="120"/>
                  <a:pt x="1208" y="120"/>
                </a:cubicBezTo>
                <a:cubicBezTo>
                  <a:pt x="1207" y="119"/>
                  <a:pt x="1207" y="119"/>
                  <a:pt x="1207" y="119"/>
                </a:cubicBezTo>
                <a:cubicBezTo>
                  <a:pt x="1198" y="121"/>
                  <a:pt x="1198" y="121"/>
                  <a:pt x="1198" y="121"/>
                </a:cubicBezTo>
                <a:cubicBezTo>
                  <a:pt x="1198" y="124"/>
                  <a:pt x="1198" y="124"/>
                  <a:pt x="1198" y="124"/>
                </a:cubicBezTo>
                <a:cubicBezTo>
                  <a:pt x="1201" y="125"/>
                  <a:pt x="1201" y="125"/>
                  <a:pt x="1201" y="125"/>
                </a:cubicBezTo>
                <a:cubicBezTo>
                  <a:pt x="1196" y="159"/>
                  <a:pt x="1196" y="159"/>
                  <a:pt x="1196" y="159"/>
                </a:cubicBezTo>
                <a:cubicBezTo>
                  <a:pt x="1203" y="159"/>
                  <a:pt x="1203" y="159"/>
                  <a:pt x="1203" y="159"/>
                </a:cubicBezTo>
                <a:cubicBezTo>
                  <a:pt x="1207" y="134"/>
                  <a:pt x="1207" y="134"/>
                  <a:pt x="1207" y="134"/>
                </a:cubicBezTo>
                <a:cubicBezTo>
                  <a:pt x="1208" y="131"/>
                  <a:pt x="1210" y="129"/>
                  <a:pt x="1213" y="127"/>
                </a:cubicBezTo>
                <a:cubicBezTo>
                  <a:pt x="1215" y="125"/>
                  <a:pt x="1217" y="124"/>
                  <a:pt x="1219" y="124"/>
                </a:cubicBezTo>
                <a:cubicBezTo>
                  <a:pt x="1220" y="124"/>
                  <a:pt x="1221" y="125"/>
                  <a:pt x="1222" y="126"/>
                </a:cubicBezTo>
                <a:cubicBezTo>
                  <a:pt x="1223" y="127"/>
                  <a:pt x="1223" y="128"/>
                  <a:pt x="1223" y="130"/>
                </a:cubicBezTo>
                <a:cubicBezTo>
                  <a:pt x="1223" y="132"/>
                  <a:pt x="1223" y="134"/>
                  <a:pt x="1223" y="135"/>
                </a:cubicBezTo>
                <a:cubicBezTo>
                  <a:pt x="1222" y="137"/>
                  <a:pt x="1222" y="140"/>
                  <a:pt x="1222" y="142"/>
                </a:cubicBezTo>
                <a:cubicBezTo>
                  <a:pt x="1221" y="144"/>
                  <a:pt x="1221" y="144"/>
                  <a:pt x="1221" y="144"/>
                </a:cubicBezTo>
                <a:cubicBezTo>
                  <a:pt x="1221" y="147"/>
                  <a:pt x="1221" y="147"/>
                  <a:pt x="1221" y="147"/>
                </a:cubicBezTo>
                <a:cubicBezTo>
                  <a:pt x="1220" y="151"/>
                  <a:pt x="1219" y="154"/>
                  <a:pt x="1219" y="156"/>
                </a:cubicBezTo>
                <a:cubicBezTo>
                  <a:pt x="1219" y="159"/>
                  <a:pt x="1221" y="160"/>
                  <a:pt x="1224" y="160"/>
                </a:cubicBezTo>
                <a:cubicBezTo>
                  <a:pt x="1225" y="160"/>
                  <a:pt x="1226" y="160"/>
                  <a:pt x="1227" y="159"/>
                </a:cubicBezTo>
                <a:cubicBezTo>
                  <a:pt x="1228" y="159"/>
                  <a:pt x="1229" y="158"/>
                  <a:pt x="1230" y="157"/>
                </a:cubicBezTo>
                <a:cubicBezTo>
                  <a:pt x="1231" y="157"/>
                  <a:pt x="1231" y="156"/>
                  <a:pt x="1232" y="156"/>
                </a:cubicBezTo>
                <a:cubicBezTo>
                  <a:pt x="1231" y="154"/>
                  <a:pt x="1231" y="154"/>
                  <a:pt x="1231" y="154"/>
                </a:cubicBezTo>
                <a:cubicBezTo>
                  <a:pt x="1229" y="155"/>
                  <a:pt x="1228" y="156"/>
                  <a:pt x="1227" y="156"/>
                </a:cubicBezTo>
                <a:cubicBezTo>
                  <a:pt x="1227" y="156"/>
                  <a:pt x="1227" y="155"/>
                  <a:pt x="1227" y="154"/>
                </a:cubicBezTo>
                <a:cubicBezTo>
                  <a:pt x="1227" y="152"/>
                  <a:pt x="1227" y="149"/>
                  <a:pt x="1228" y="145"/>
                </a:cubicBezTo>
                <a:cubicBezTo>
                  <a:pt x="1228" y="142"/>
                  <a:pt x="1228" y="142"/>
                  <a:pt x="1228" y="142"/>
                </a:cubicBezTo>
                <a:cubicBezTo>
                  <a:pt x="1229" y="140"/>
                  <a:pt x="1229" y="140"/>
                  <a:pt x="1229" y="140"/>
                </a:cubicBezTo>
                <a:cubicBezTo>
                  <a:pt x="1230" y="135"/>
                  <a:pt x="1230" y="132"/>
                  <a:pt x="1230" y="130"/>
                </a:cubicBezTo>
                <a:cubicBezTo>
                  <a:pt x="1230" y="126"/>
                  <a:pt x="1229" y="123"/>
                  <a:pt x="1228" y="122"/>
                </a:cubicBezTo>
                <a:cubicBezTo>
                  <a:pt x="1227" y="120"/>
                  <a:pt x="1225" y="119"/>
                  <a:pt x="1222" y="119"/>
                </a:cubicBezTo>
                <a:cubicBezTo>
                  <a:pt x="1219" y="119"/>
                  <a:pt x="1217" y="120"/>
                  <a:pt x="1214" y="122"/>
                </a:cubicBezTo>
                <a:cubicBezTo>
                  <a:pt x="1211" y="124"/>
                  <a:pt x="1209" y="126"/>
                  <a:pt x="1207" y="129"/>
                </a:cubicBezTo>
                <a:close/>
                <a:moveTo>
                  <a:pt x="1267" y="153"/>
                </a:moveTo>
                <a:cubicBezTo>
                  <a:pt x="1266" y="150"/>
                  <a:pt x="1266" y="150"/>
                  <a:pt x="1266" y="150"/>
                </a:cubicBezTo>
                <a:cubicBezTo>
                  <a:pt x="1264" y="152"/>
                  <a:pt x="1262" y="153"/>
                  <a:pt x="1260" y="154"/>
                </a:cubicBezTo>
                <a:cubicBezTo>
                  <a:pt x="1258" y="155"/>
                  <a:pt x="1256" y="156"/>
                  <a:pt x="1254" y="156"/>
                </a:cubicBezTo>
                <a:cubicBezTo>
                  <a:pt x="1251" y="156"/>
                  <a:pt x="1249" y="154"/>
                  <a:pt x="1248" y="152"/>
                </a:cubicBezTo>
                <a:cubicBezTo>
                  <a:pt x="1246" y="150"/>
                  <a:pt x="1246" y="147"/>
                  <a:pt x="1246" y="143"/>
                </a:cubicBezTo>
                <a:cubicBezTo>
                  <a:pt x="1249" y="143"/>
                  <a:pt x="1252" y="143"/>
                  <a:pt x="1256" y="142"/>
                </a:cubicBezTo>
                <a:cubicBezTo>
                  <a:pt x="1259" y="140"/>
                  <a:pt x="1263" y="139"/>
                  <a:pt x="1265" y="136"/>
                </a:cubicBezTo>
                <a:cubicBezTo>
                  <a:pt x="1268" y="134"/>
                  <a:pt x="1269" y="131"/>
                  <a:pt x="1269" y="128"/>
                </a:cubicBezTo>
                <a:cubicBezTo>
                  <a:pt x="1269" y="125"/>
                  <a:pt x="1268" y="123"/>
                  <a:pt x="1267" y="122"/>
                </a:cubicBezTo>
                <a:cubicBezTo>
                  <a:pt x="1265" y="120"/>
                  <a:pt x="1263" y="119"/>
                  <a:pt x="1259" y="119"/>
                </a:cubicBezTo>
                <a:cubicBezTo>
                  <a:pt x="1255" y="119"/>
                  <a:pt x="1252" y="121"/>
                  <a:pt x="1249" y="123"/>
                </a:cubicBezTo>
                <a:cubicBezTo>
                  <a:pt x="1246" y="125"/>
                  <a:pt x="1243" y="128"/>
                  <a:pt x="1241" y="132"/>
                </a:cubicBezTo>
                <a:cubicBezTo>
                  <a:pt x="1240" y="136"/>
                  <a:pt x="1239" y="140"/>
                  <a:pt x="1239" y="145"/>
                </a:cubicBezTo>
                <a:cubicBezTo>
                  <a:pt x="1239" y="147"/>
                  <a:pt x="1239" y="150"/>
                  <a:pt x="1240" y="152"/>
                </a:cubicBezTo>
                <a:cubicBezTo>
                  <a:pt x="1241" y="155"/>
                  <a:pt x="1243" y="156"/>
                  <a:pt x="1245" y="158"/>
                </a:cubicBezTo>
                <a:cubicBezTo>
                  <a:pt x="1247" y="159"/>
                  <a:pt x="1249" y="160"/>
                  <a:pt x="1253" y="160"/>
                </a:cubicBezTo>
                <a:cubicBezTo>
                  <a:pt x="1256" y="160"/>
                  <a:pt x="1259" y="159"/>
                  <a:pt x="1261" y="158"/>
                </a:cubicBezTo>
                <a:cubicBezTo>
                  <a:pt x="1264" y="156"/>
                  <a:pt x="1266" y="154"/>
                  <a:pt x="1267" y="153"/>
                </a:cubicBezTo>
                <a:close/>
                <a:moveTo>
                  <a:pt x="1258" y="123"/>
                </a:moveTo>
                <a:cubicBezTo>
                  <a:pt x="1259" y="123"/>
                  <a:pt x="1260" y="124"/>
                  <a:pt x="1261" y="125"/>
                </a:cubicBezTo>
                <a:cubicBezTo>
                  <a:pt x="1262" y="125"/>
                  <a:pt x="1263" y="127"/>
                  <a:pt x="1263" y="129"/>
                </a:cubicBezTo>
                <a:cubicBezTo>
                  <a:pt x="1263" y="131"/>
                  <a:pt x="1262" y="133"/>
                  <a:pt x="1260" y="135"/>
                </a:cubicBezTo>
                <a:cubicBezTo>
                  <a:pt x="1258" y="136"/>
                  <a:pt x="1256" y="138"/>
                  <a:pt x="1253" y="139"/>
                </a:cubicBezTo>
                <a:cubicBezTo>
                  <a:pt x="1251" y="139"/>
                  <a:pt x="1248" y="140"/>
                  <a:pt x="1246" y="140"/>
                </a:cubicBezTo>
                <a:cubicBezTo>
                  <a:pt x="1246" y="138"/>
                  <a:pt x="1247" y="135"/>
                  <a:pt x="1248" y="132"/>
                </a:cubicBezTo>
                <a:cubicBezTo>
                  <a:pt x="1249" y="130"/>
                  <a:pt x="1250" y="127"/>
                  <a:pt x="1252" y="126"/>
                </a:cubicBezTo>
                <a:cubicBezTo>
                  <a:pt x="1254" y="124"/>
                  <a:pt x="1255" y="123"/>
                  <a:pt x="1258" y="123"/>
                </a:cubicBezTo>
                <a:close/>
                <a:moveTo>
                  <a:pt x="1303" y="153"/>
                </a:moveTo>
                <a:cubicBezTo>
                  <a:pt x="1302" y="150"/>
                  <a:pt x="1302" y="150"/>
                  <a:pt x="1302" y="150"/>
                </a:cubicBezTo>
                <a:cubicBezTo>
                  <a:pt x="1300" y="152"/>
                  <a:pt x="1298" y="153"/>
                  <a:pt x="1296" y="154"/>
                </a:cubicBezTo>
                <a:cubicBezTo>
                  <a:pt x="1294" y="155"/>
                  <a:pt x="1292" y="156"/>
                  <a:pt x="1290" y="156"/>
                </a:cubicBezTo>
                <a:cubicBezTo>
                  <a:pt x="1287" y="156"/>
                  <a:pt x="1285" y="154"/>
                  <a:pt x="1284" y="152"/>
                </a:cubicBezTo>
                <a:cubicBezTo>
                  <a:pt x="1282" y="150"/>
                  <a:pt x="1282" y="147"/>
                  <a:pt x="1282" y="143"/>
                </a:cubicBezTo>
                <a:cubicBezTo>
                  <a:pt x="1285" y="143"/>
                  <a:pt x="1288" y="143"/>
                  <a:pt x="1292" y="142"/>
                </a:cubicBezTo>
                <a:cubicBezTo>
                  <a:pt x="1295" y="140"/>
                  <a:pt x="1299" y="139"/>
                  <a:pt x="1301" y="136"/>
                </a:cubicBezTo>
                <a:cubicBezTo>
                  <a:pt x="1304" y="134"/>
                  <a:pt x="1305" y="131"/>
                  <a:pt x="1305" y="128"/>
                </a:cubicBezTo>
                <a:cubicBezTo>
                  <a:pt x="1305" y="125"/>
                  <a:pt x="1304" y="123"/>
                  <a:pt x="1303" y="122"/>
                </a:cubicBezTo>
                <a:cubicBezTo>
                  <a:pt x="1301" y="120"/>
                  <a:pt x="1299" y="119"/>
                  <a:pt x="1295" y="119"/>
                </a:cubicBezTo>
                <a:cubicBezTo>
                  <a:pt x="1291" y="119"/>
                  <a:pt x="1288" y="121"/>
                  <a:pt x="1285" y="123"/>
                </a:cubicBezTo>
                <a:cubicBezTo>
                  <a:pt x="1282" y="125"/>
                  <a:pt x="1279" y="128"/>
                  <a:pt x="1277" y="132"/>
                </a:cubicBezTo>
                <a:cubicBezTo>
                  <a:pt x="1275" y="136"/>
                  <a:pt x="1275" y="140"/>
                  <a:pt x="1275" y="145"/>
                </a:cubicBezTo>
                <a:cubicBezTo>
                  <a:pt x="1275" y="147"/>
                  <a:pt x="1275" y="150"/>
                  <a:pt x="1276" y="152"/>
                </a:cubicBezTo>
                <a:cubicBezTo>
                  <a:pt x="1277" y="155"/>
                  <a:pt x="1279" y="156"/>
                  <a:pt x="1281" y="158"/>
                </a:cubicBezTo>
                <a:cubicBezTo>
                  <a:pt x="1283" y="159"/>
                  <a:pt x="1285" y="160"/>
                  <a:pt x="1288" y="160"/>
                </a:cubicBezTo>
                <a:cubicBezTo>
                  <a:pt x="1292" y="160"/>
                  <a:pt x="1295" y="159"/>
                  <a:pt x="1297" y="158"/>
                </a:cubicBezTo>
                <a:cubicBezTo>
                  <a:pt x="1300" y="156"/>
                  <a:pt x="1302" y="154"/>
                  <a:pt x="1303" y="153"/>
                </a:cubicBezTo>
                <a:close/>
                <a:moveTo>
                  <a:pt x="1294" y="123"/>
                </a:moveTo>
                <a:cubicBezTo>
                  <a:pt x="1295" y="123"/>
                  <a:pt x="1296" y="124"/>
                  <a:pt x="1297" y="125"/>
                </a:cubicBezTo>
                <a:cubicBezTo>
                  <a:pt x="1298" y="125"/>
                  <a:pt x="1298" y="127"/>
                  <a:pt x="1298" y="129"/>
                </a:cubicBezTo>
                <a:cubicBezTo>
                  <a:pt x="1298" y="131"/>
                  <a:pt x="1298" y="133"/>
                  <a:pt x="1296" y="135"/>
                </a:cubicBezTo>
                <a:cubicBezTo>
                  <a:pt x="1294" y="136"/>
                  <a:pt x="1292" y="138"/>
                  <a:pt x="1289" y="139"/>
                </a:cubicBezTo>
                <a:cubicBezTo>
                  <a:pt x="1287" y="139"/>
                  <a:pt x="1284" y="140"/>
                  <a:pt x="1282" y="140"/>
                </a:cubicBezTo>
                <a:cubicBezTo>
                  <a:pt x="1282" y="138"/>
                  <a:pt x="1283" y="135"/>
                  <a:pt x="1284" y="132"/>
                </a:cubicBezTo>
                <a:cubicBezTo>
                  <a:pt x="1285" y="130"/>
                  <a:pt x="1286" y="127"/>
                  <a:pt x="1288" y="126"/>
                </a:cubicBezTo>
                <a:cubicBezTo>
                  <a:pt x="1289" y="124"/>
                  <a:pt x="1291" y="123"/>
                  <a:pt x="1294" y="123"/>
                </a:cubicBezTo>
                <a:close/>
                <a:moveTo>
                  <a:pt x="1322" y="129"/>
                </a:moveTo>
                <a:cubicBezTo>
                  <a:pt x="1323" y="127"/>
                  <a:pt x="1323" y="127"/>
                  <a:pt x="1323" y="127"/>
                </a:cubicBezTo>
                <a:cubicBezTo>
                  <a:pt x="1323" y="120"/>
                  <a:pt x="1323" y="120"/>
                  <a:pt x="1323" y="120"/>
                </a:cubicBezTo>
                <a:cubicBezTo>
                  <a:pt x="1322" y="119"/>
                  <a:pt x="1322" y="119"/>
                  <a:pt x="1322" y="119"/>
                </a:cubicBezTo>
                <a:cubicBezTo>
                  <a:pt x="1314" y="121"/>
                  <a:pt x="1314" y="121"/>
                  <a:pt x="1314" y="121"/>
                </a:cubicBezTo>
                <a:cubicBezTo>
                  <a:pt x="1313" y="124"/>
                  <a:pt x="1313" y="124"/>
                  <a:pt x="1313" y="124"/>
                </a:cubicBezTo>
                <a:cubicBezTo>
                  <a:pt x="1317" y="125"/>
                  <a:pt x="1317" y="125"/>
                  <a:pt x="1317" y="125"/>
                </a:cubicBezTo>
                <a:cubicBezTo>
                  <a:pt x="1312" y="159"/>
                  <a:pt x="1312" y="159"/>
                  <a:pt x="1312" y="159"/>
                </a:cubicBezTo>
                <a:cubicBezTo>
                  <a:pt x="1319" y="159"/>
                  <a:pt x="1319" y="159"/>
                  <a:pt x="1319" y="159"/>
                </a:cubicBezTo>
                <a:cubicBezTo>
                  <a:pt x="1322" y="134"/>
                  <a:pt x="1322" y="134"/>
                  <a:pt x="1322" y="134"/>
                </a:cubicBezTo>
                <a:cubicBezTo>
                  <a:pt x="1323" y="132"/>
                  <a:pt x="1325" y="130"/>
                  <a:pt x="1327" y="129"/>
                </a:cubicBezTo>
                <a:cubicBezTo>
                  <a:pt x="1329" y="127"/>
                  <a:pt x="1331" y="127"/>
                  <a:pt x="1333" y="127"/>
                </a:cubicBezTo>
                <a:cubicBezTo>
                  <a:pt x="1334" y="127"/>
                  <a:pt x="1335" y="127"/>
                  <a:pt x="1336" y="127"/>
                </a:cubicBezTo>
                <a:cubicBezTo>
                  <a:pt x="1338" y="120"/>
                  <a:pt x="1338" y="120"/>
                  <a:pt x="1338" y="120"/>
                </a:cubicBezTo>
                <a:cubicBezTo>
                  <a:pt x="1337" y="120"/>
                  <a:pt x="1336" y="119"/>
                  <a:pt x="1335" y="119"/>
                </a:cubicBezTo>
                <a:cubicBezTo>
                  <a:pt x="1333" y="119"/>
                  <a:pt x="1331" y="120"/>
                  <a:pt x="1330" y="121"/>
                </a:cubicBezTo>
                <a:cubicBezTo>
                  <a:pt x="1328" y="122"/>
                  <a:pt x="1326" y="123"/>
                  <a:pt x="1325" y="125"/>
                </a:cubicBezTo>
                <a:cubicBezTo>
                  <a:pt x="1324" y="126"/>
                  <a:pt x="1323" y="128"/>
                  <a:pt x="1322" y="129"/>
                </a:cubicBezTo>
                <a:close/>
                <a:moveTo>
                  <a:pt x="1349" y="153"/>
                </a:moveTo>
                <a:cubicBezTo>
                  <a:pt x="1354" y="120"/>
                  <a:pt x="1354" y="120"/>
                  <a:pt x="1354" y="120"/>
                </a:cubicBezTo>
                <a:cubicBezTo>
                  <a:pt x="1352" y="119"/>
                  <a:pt x="1352" y="119"/>
                  <a:pt x="1352" y="119"/>
                </a:cubicBezTo>
                <a:cubicBezTo>
                  <a:pt x="1342" y="121"/>
                  <a:pt x="1342" y="121"/>
                  <a:pt x="1342" y="121"/>
                </a:cubicBezTo>
                <a:cubicBezTo>
                  <a:pt x="1342" y="123"/>
                  <a:pt x="1342" y="123"/>
                  <a:pt x="1342" y="123"/>
                </a:cubicBezTo>
                <a:cubicBezTo>
                  <a:pt x="1346" y="125"/>
                  <a:pt x="1346" y="125"/>
                  <a:pt x="1346" y="125"/>
                </a:cubicBezTo>
                <a:cubicBezTo>
                  <a:pt x="1345" y="132"/>
                  <a:pt x="1345" y="138"/>
                  <a:pt x="1344" y="142"/>
                </a:cubicBezTo>
                <a:cubicBezTo>
                  <a:pt x="1343" y="150"/>
                  <a:pt x="1342" y="154"/>
                  <a:pt x="1342" y="156"/>
                </a:cubicBezTo>
                <a:cubicBezTo>
                  <a:pt x="1342" y="157"/>
                  <a:pt x="1342" y="158"/>
                  <a:pt x="1343" y="159"/>
                </a:cubicBezTo>
                <a:cubicBezTo>
                  <a:pt x="1344" y="160"/>
                  <a:pt x="1345" y="160"/>
                  <a:pt x="1347" y="160"/>
                </a:cubicBezTo>
                <a:cubicBezTo>
                  <a:pt x="1349" y="160"/>
                  <a:pt x="1350" y="159"/>
                  <a:pt x="1352" y="158"/>
                </a:cubicBezTo>
                <a:cubicBezTo>
                  <a:pt x="1353" y="157"/>
                  <a:pt x="1354" y="156"/>
                  <a:pt x="1355" y="155"/>
                </a:cubicBezTo>
                <a:cubicBezTo>
                  <a:pt x="1354" y="154"/>
                  <a:pt x="1354" y="154"/>
                  <a:pt x="1354" y="154"/>
                </a:cubicBezTo>
                <a:cubicBezTo>
                  <a:pt x="1353" y="154"/>
                  <a:pt x="1352" y="155"/>
                  <a:pt x="1352" y="155"/>
                </a:cubicBezTo>
                <a:cubicBezTo>
                  <a:pt x="1351" y="156"/>
                  <a:pt x="1351" y="156"/>
                  <a:pt x="1350" y="156"/>
                </a:cubicBezTo>
                <a:cubicBezTo>
                  <a:pt x="1350" y="156"/>
                  <a:pt x="1350" y="156"/>
                  <a:pt x="1349" y="155"/>
                </a:cubicBezTo>
                <a:cubicBezTo>
                  <a:pt x="1349" y="155"/>
                  <a:pt x="1349" y="155"/>
                  <a:pt x="1349" y="154"/>
                </a:cubicBezTo>
                <a:lnTo>
                  <a:pt x="1349" y="153"/>
                </a:lnTo>
                <a:close/>
                <a:moveTo>
                  <a:pt x="1351" y="112"/>
                </a:moveTo>
                <a:cubicBezTo>
                  <a:pt x="1353" y="112"/>
                  <a:pt x="1354" y="111"/>
                  <a:pt x="1355" y="110"/>
                </a:cubicBezTo>
                <a:cubicBezTo>
                  <a:pt x="1356" y="109"/>
                  <a:pt x="1356" y="108"/>
                  <a:pt x="1356" y="107"/>
                </a:cubicBezTo>
                <a:cubicBezTo>
                  <a:pt x="1356" y="106"/>
                  <a:pt x="1356" y="105"/>
                  <a:pt x="1355" y="104"/>
                </a:cubicBezTo>
                <a:cubicBezTo>
                  <a:pt x="1354" y="103"/>
                  <a:pt x="1353" y="103"/>
                  <a:pt x="1352" y="103"/>
                </a:cubicBezTo>
                <a:cubicBezTo>
                  <a:pt x="1351" y="103"/>
                  <a:pt x="1350" y="103"/>
                  <a:pt x="1349" y="104"/>
                </a:cubicBezTo>
                <a:cubicBezTo>
                  <a:pt x="1348" y="105"/>
                  <a:pt x="1348" y="107"/>
                  <a:pt x="1348" y="108"/>
                </a:cubicBezTo>
                <a:cubicBezTo>
                  <a:pt x="1348" y="109"/>
                  <a:pt x="1348" y="110"/>
                  <a:pt x="1349" y="111"/>
                </a:cubicBezTo>
                <a:cubicBezTo>
                  <a:pt x="1350" y="111"/>
                  <a:pt x="1350" y="112"/>
                  <a:pt x="1351" y="112"/>
                </a:cubicBezTo>
                <a:close/>
                <a:moveTo>
                  <a:pt x="1374" y="129"/>
                </a:moveTo>
                <a:cubicBezTo>
                  <a:pt x="1375" y="120"/>
                  <a:pt x="1375" y="120"/>
                  <a:pt x="1375" y="120"/>
                </a:cubicBezTo>
                <a:cubicBezTo>
                  <a:pt x="1374" y="119"/>
                  <a:pt x="1374" y="119"/>
                  <a:pt x="1374" y="119"/>
                </a:cubicBezTo>
                <a:cubicBezTo>
                  <a:pt x="1365" y="121"/>
                  <a:pt x="1365" y="121"/>
                  <a:pt x="1365" y="121"/>
                </a:cubicBezTo>
                <a:cubicBezTo>
                  <a:pt x="1365" y="124"/>
                  <a:pt x="1365" y="124"/>
                  <a:pt x="1365" y="124"/>
                </a:cubicBezTo>
                <a:cubicBezTo>
                  <a:pt x="1368" y="125"/>
                  <a:pt x="1368" y="125"/>
                  <a:pt x="1368" y="125"/>
                </a:cubicBezTo>
                <a:cubicBezTo>
                  <a:pt x="1364" y="159"/>
                  <a:pt x="1364" y="159"/>
                  <a:pt x="1364" y="159"/>
                </a:cubicBezTo>
                <a:cubicBezTo>
                  <a:pt x="1370" y="159"/>
                  <a:pt x="1370" y="159"/>
                  <a:pt x="1370" y="159"/>
                </a:cubicBezTo>
                <a:cubicBezTo>
                  <a:pt x="1374" y="134"/>
                  <a:pt x="1374" y="134"/>
                  <a:pt x="1374" y="134"/>
                </a:cubicBezTo>
                <a:cubicBezTo>
                  <a:pt x="1375" y="131"/>
                  <a:pt x="1377" y="129"/>
                  <a:pt x="1380" y="127"/>
                </a:cubicBezTo>
                <a:cubicBezTo>
                  <a:pt x="1382" y="125"/>
                  <a:pt x="1384" y="124"/>
                  <a:pt x="1386" y="124"/>
                </a:cubicBezTo>
                <a:cubicBezTo>
                  <a:pt x="1388" y="124"/>
                  <a:pt x="1389" y="125"/>
                  <a:pt x="1389" y="126"/>
                </a:cubicBezTo>
                <a:cubicBezTo>
                  <a:pt x="1390" y="127"/>
                  <a:pt x="1390" y="128"/>
                  <a:pt x="1390" y="130"/>
                </a:cubicBezTo>
                <a:cubicBezTo>
                  <a:pt x="1390" y="132"/>
                  <a:pt x="1390" y="134"/>
                  <a:pt x="1390" y="135"/>
                </a:cubicBezTo>
                <a:cubicBezTo>
                  <a:pt x="1390" y="137"/>
                  <a:pt x="1389" y="140"/>
                  <a:pt x="1389" y="142"/>
                </a:cubicBezTo>
                <a:cubicBezTo>
                  <a:pt x="1388" y="144"/>
                  <a:pt x="1388" y="144"/>
                  <a:pt x="1388" y="144"/>
                </a:cubicBezTo>
                <a:cubicBezTo>
                  <a:pt x="1388" y="147"/>
                  <a:pt x="1388" y="147"/>
                  <a:pt x="1388" y="147"/>
                </a:cubicBezTo>
                <a:cubicBezTo>
                  <a:pt x="1387" y="151"/>
                  <a:pt x="1387" y="154"/>
                  <a:pt x="1387" y="156"/>
                </a:cubicBezTo>
                <a:cubicBezTo>
                  <a:pt x="1387" y="159"/>
                  <a:pt x="1388" y="160"/>
                  <a:pt x="1391" y="160"/>
                </a:cubicBezTo>
                <a:cubicBezTo>
                  <a:pt x="1392" y="160"/>
                  <a:pt x="1394" y="160"/>
                  <a:pt x="1395" y="159"/>
                </a:cubicBezTo>
                <a:cubicBezTo>
                  <a:pt x="1396" y="159"/>
                  <a:pt x="1397" y="158"/>
                  <a:pt x="1397" y="157"/>
                </a:cubicBezTo>
                <a:cubicBezTo>
                  <a:pt x="1398" y="157"/>
                  <a:pt x="1399" y="156"/>
                  <a:pt x="1399" y="156"/>
                </a:cubicBezTo>
                <a:cubicBezTo>
                  <a:pt x="1398" y="154"/>
                  <a:pt x="1398" y="154"/>
                  <a:pt x="1398" y="154"/>
                </a:cubicBezTo>
                <a:cubicBezTo>
                  <a:pt x="1397" y="155"/>
                  <a:pt x="1396" y="156"/>
                  <a:pt x="1395" y="156"/>
                </a:cubicBezTo>
                <a:cubicBezTo>
                  <a:pt x="1394" y="156"/>
                  <a:pt x="1394" y="155"/>
                  <a:pt x="1394" y="154"/>
                </a:cubicBezTo>
                <a:cubicBezTo>
                  <a:pt x="1394" y="152"/>
                  <a:pt x="1394" y="149"/>
                  <a:pt x="1395" y="145"/>
                </a:cubicBezTo>
                <a:cubicBezTo>
                  <a:pt x="1395" y="142"/>
                  <a:pt x="1395" y="142"/>
                  <a:pt x="1395" y="142"/>
                </a:cubicBezTo>
                <a:cubicBezTo>
                  <a:pt x="1396" y="140"/>
                  <a:pt x="1396" y="140"/>
                  <a:pt x="1396" y="140"/>
                </a:cubicBezTo>
                <a:cubicBezTo>
                  <a:pt x="1397" y="135"/>
                  <a:pt x="1397" y="132"/>
                  <a:pt x="1397" y="130"/>
                </a:cubicBezTo>
                <a:cubicBezTo>
                  <a:pt x="1397" y="126"/>
                  <a:pt x="1397" y="123"/>
                  <a:pt x="1395" y="122"/>
                </a:cubicBezTo>
                <a:cubicBezTo>
                  <a:pt x="1394" y="120"/>
                  <a:pt x="1392" y="119"/>
                  <a:pt x="1389" y="119"/>
                </a:cubicBezTo>
                <a:cubicBezTo>
                  <a:pt x="1386" y="119"/>
                  <a:pt x="1384" y="120"/>
                  <a:pt x="1381" y="122"/>
                </a:cubicBezTo>
                <a:cubicBezTo>
                  <a:pt x="1379" y="124"/>
                  <a:pt x="1376" y="126"/>
                  <a:pt x="1374" y="129"/>
                </a:cubicBezTo>
                <a:close/>
                <a:moveTo>
                  <a:pt x="1433" y="162"/>
                </a:moveTo>
                <a:cubicBezTo>
                  <a:pt x="1440" y="119"/>
                  <a:pt x="1440" y="119"/>
                  <a:pt x="1440" y="119"/>
                </a:cubicBezTo>
                <a:cubicBezTo>
                  <a:pt x="1435" y="121"/>
                  <a:pt x="1435" y="121"/>
                  <a:pt x="1435" y="121"/>
                </a:cubicBezTo>
                <a:cubicBezTo>
                  <a:pt x="1434" y="121"/>
                  <a:pt x="1433" y="120"/>
                  <a:pt x="1432" y="120"/>
                </a:cubicBezTo>
                <a:cubicBezTo>
                  <a:pt x="1430" y="120"/>
                  <a:pt x="1429" y="119"/>
                  <a:pt x="1428" y="119"/>
                </a:cubicBezTo>
                <a:cubicBezTo>
                  <a:pt x="1423" y="119"/>
                  <a:pt x="1419" y="121"/>
                  <a:pt x="1416" y="123"/>
                </a:cubicBezTo>
                <a:cubicBezTo>
                  <a:pt x="1412" y="126"/>
                  <a:pt x="1410" y="129"/>
                  <a:pt x="1408" y="133"/>
                </a:cubicBezTo>
                <a:cubicBezTo>
                  <a:pt x="1406" y="137"/>
                  <a:pt x="1405" y="141"/>
                  <a:pt x="1405" y="145"/>
                </a:cubicBezTo>
                <a:cubicBezTo>
                  <a:pt x="1405" y="150"/>
                  <a:pt x="1406" y="153"/>
                  <a:pt x="1408" y="156"/>
                </a:cubicBezTo>
                <a:cubicBezTo>
                  <a:pt x="1410" y="159"/>
                  <a:pt x="1413" y="160"/>
                  <a:pt x="1417" y="160"/>
                </a:cubicBezTo>
                <a:cubicBezTo>
                  <a:pt x="1419" y="160"/>
                  <a:pt x="1421" y="159"/>
                  <a:pt x="1423" y="158"/>
                </a:cubicBezTo>
                <a:cubicBezTo>
                  <a:pt x="1425" y="157"/>
                  <a:pt x="1426" y="156"/>
                  <a:pt x="1428" y="155"/>
                </a:cubicBezTo>
                <a:cubicBezTo>
                  <a:pt x="1426" y="164"/>
                  <a:pt x="1426" y="164"/>
                  <a:pt x="1426" y="164"/>
                </a:cubicBezTo>
                <a:cubicBezTo>
                  <a:pt x="1426" y="167"/>
                  <a:pt x="1425" y="169"/>
                  <a:pt x="1424" y="170"/>
                </a:cubicBezTo>
                <a:cubicBezTo>
                  <a:pt x="1422" y="172"/>
                  <a:pt x="1420" y="172"/>
                  <a:pt x="1417" y="172"/>
                </a:cubicBezTo>
                <a:cubicBezTo>
                  <a:pt x="1415" y="172"/>
                  <a:pt x="1414" y="172"/>
                  <a:pt x="1412" y="171"/>
                </a:cubicBezTo>
                <a:cubicBezTo>
                  <a:pt x="1410" y="171"/>
                  <a:pt x="1409" y="170"/>
                  <a:pt x="1408" y="170"/>
                </a:cubicBezTo>
                <a:cubicBezTo>
                  <a:pt x="1406" y="175"/>
                  <a:pt x="1406" y="175"/>
                  <a:pt x="1406" y="175"/>
                </a:cubicBezTo>
                <a:cubicBezTo>
                  <a:pt x="1407" y="176"/>
                  <a:pt x="1408" y="176"/>
                  <a:pt x="1410" y="176"/>
                </a:cubicBezTo>
                <a:cubicBezTo>
                  <a:pt x="1411" y="177"/>
                  <a:pt x="1413" y="177"/>
                  <a:pt x="1414" y="177"/>
                </a:cubicBezTo>
                <a:cubicBezTo>
                  <a:pt x="1417" y="177"/>
                  <a:pt x="1420" y="176"/>
                  <a:pt x="1423" y="175"/>
                </a:cubicBezTo>
                <a:cubicBezTo>
                  <a:pt x="1425" y="174"/>
                  <a:pt x="1428" y="173"/>
                  <a:pt x="1430" y="170"/>
                </a:cubicBezTo>
                <a:cubicBezTo>
                  <a:pt x="1432" y="168"/>
                  <a:pt x="1433" y="165"/>
                  <a:pt x="1433" y="162"/>
                </a:cubicBezTo>
                <a:close/>
                <a:moveTo>
                  <a:pt x="1432" y="125"/>
                </a:moveTo>
                <a:cubicBezTo>
                  <a:pt x="1428" y="150"/>
                  <a:pt x="1428" y="150"/>
                  <a:pt x="1428" y="150"/>
                </a:cubicBezTo>
                <a:cubicBezTo>
                  <a:pt x="1427" y="151"/>
                  <a:pt x="1426" y="153"/>
                  <a:pt x="1424" y="154"/>
                </a:cubicBezTo>
                <a:cubicBezTo>
                  <a:pt x="1423" y="155"/>
                  <a:pt x="1421" y="155"/>
                  <a:pt x="1419" y="155"/>
                </a:cubicBezTo>
                <a:cubicBezTo>
                  <a:pt x="1417" y="155"/>
                  <a:pt x="1415" y="155"/>
                  <a:pt x="1414" y="153"/>
                </a:cubicBezTo>
                <a:cubicBezTo>
                  <a:pt x="1413" y="151"/>
                  <a:pt x="1412" y="148"/>
                  <a:pt x="1412" y="145"/>
                </a:cubicBezTo>
                <a:cubicBezTo>
                  <a:pt x="1412" y="142"/>
                  <a:pt x="1413" y="138"/>
                  <a:pt x="1414" y="135"/>
                </a:cubicBezTo>
                <a:cubicBezTo>
                  <a:pt x="1415" y="132"/>
                  <a:pt x="1417" y="129"/>
                  <a:pt x="1419" y="127"/>
                </a:cubicBezTo>
                <a:cubicBezTo>
                  <a:pt x="1421" y="124"/>
                  <a:pt x="1424" y="123"/>
                  <a:pt x="1427" y="123"/>
                </a:cubicBezTo>
                <a:cubicBezTo>
                  <a:pt x="1429" y="123"/>
                  <a:pt x="1431" y="124"/>
                  <a:pt x="1432" y="125"/>
                </a:cubicBezTo>
                <a:close/>
                <a:moveTo>
                  <a:pt x="1076" y="242"/>
                </a:moveTo>
                <a:cubicBezTo>
                  <a:pt x="1072" y="249"/>
                  <a:pt x="1072" y="249"/>
                  <a:pt x="1072" y="249"/>
                </a:cubicBezTo>
                <a:cubicBezTo>
                  <a:pt x="1072" y="242"/>
                  <a:pt x="1072" y="242"/>
                  <a:pt x="1072" y="242"/>
                </a:cubicBezTo>
                <a:cubicBezTo>
                  <a:pt x="1066" y="208"/>
                  <a:pt x="1066" y="208"/>
                  <a:pt x="1066" y="208"/>
                </a:cubicBezTo>
                <a:cubicBezTo>
                  <a:pt x="1050" y="208"/>
                  <a:pt x="1050" y="208"/>
                  <a:pt x="1050" y="208"/>
                </a:cubicBezTo>
                <a:cubicBezTo>
                  <a:pt x="1049" y="211"/>
                  <a:pt x="1049" y="211"/>
                  <a:pt x="1049" y="211"/>
                </a:cubicBezTo>
                <a:cubicBezTo>
                  <a:pt x="1056" y="212"/>
                  <a:pt x="1056" y="212"/>
                  <a:pt x="1056" y="212"/>
                </a:cubicBezTo>
                <a:cubicBezTo>
                  <a:pt x="1045" y="256"/>
                  <a:pt x="1045" y="256"/>
                  <a:pt x="1045" y="256"/>
                </a:cubicBezTo>
                <a:cubicBezTo>
                  <a:pt x="1039" y="257"/>
                  <a:pt x="1039" y="257"/>
                  <a:pt x="1039" y="257"/>
                </a:cubicBezTo>
                <a:cubicBezTo>
                  <a:pt x="1039" y="260"/>
                  <a:pt x="1039" y="260"/>
                  <a:pt x="1039" y="260"/>
                </a:cubicBezTo>
                <a:cubicBezTo>
                  <a:pt x="1057" y="260"/>
                  <a:pt x="1057" y="260"/>
                  <a:pt x="1057" y="260"/>
                </a:cubicBezTo>
                <a:cubicBezTo>
                  <a:pt x="1057" y="257"/>
                  <a:pt x="1057" y="257"/>
                  <a:pt x="1057" y="257"/>
                </a:cubicBezTo>
                <a:cubicBezTo>
                  <a:pt x="1050" y="256"/>
                  <a:pt x="1050" y="256"/>
                  <a:pt x="1050" y="256"/>
                </a:cubicBezTo>
                <a:cubicBezTo>
                  <a:pt x="1057" y="225"/>
                  <a:pt x="1057" y="225"/>
                  <a:pt x="1057" y="225"/>
                </a:cubicBezTo>
                <a:cubicBezTo>
                  <a:pt x="1060" y="211"/>
                  <a:pt x="1060" y="211"/>
                  <a:pt x="1060" y="211"/>
                </a:cubicBezTo>
                <a:cubicBezTo>
                  <a:pt x="1062" y="225"/>
                  <a:pt x="1062" y="225"/>
                  <a:pt x="1062" y="225"/>
                </a:cubicBezTo>
                <a:cubicBezTo>
                  <a:pt x="1068" y="261"/>
                  <a:pt x="1068" y="261"/>
                  <a:pt x="1068" y="261"/>
                </a:cubicBezTo>
                <a:cubicBezTo>
                  <a:pt x="1072" y="260"/>
                  <a:pt x="1072" y="260"/>
                  <a:pt x="1072" y="260"/>
                </a:cubicBezTo>
                <a:cubicBezTo>
                  <a:pt x="1088" y="224"/>
                  <a:pt x="1088" y="224"/>
                  <a:pt x="1088" y="224"/>
                </a:cubicBezTo>
                <a:cubicBezTo>
                  <a:pt x="1094" y="211"/>
                  <a:pt x="1094" y="211"/>
                  <a:pt x="1094" y="211"/>
                </a:cubicBezTo>
                <a:cubicBezTo>
                  <a:pt x="1093" y="225"/>
                  <a:pt x="1093" y="225"/>
                  <a:pt x="1093" y="225"/>
                </a:cubicBezTo>
                <a:cubicBezTo>
                  <a:pt x="1091" y="256"/>
                  <a:pt x="1091" y="256"/>
                  <a:pt x="1091" y="256"/>
                </a:cubicBezTo>
                <a:cubicBezTo>
                  <a:pt x="1085" y="257"/>
                  <a:pt x="1085" y="257"/>
                  <a:pt x="1085" y="257"/>
                </a:cubicBezTo>
                <a:cubicBezTo>
                  <a:pt x="1084" y="260"/>
                  <a:pt x="1084" y="260"/>
                  <a:pt x="1084" y="260"/>
                </a:cubicBezTo>
                <a:cubicBezTo>
                  <a:pt x="1104" y="260"/>
                  <a:pt x="1104" y="260"/>
                  <a:pt x="1104" y="260"/>
                </a:cubicBezTo>
                <a:cubicBezTo>
                  <a:pt x="1104" y="257"/>
                  <a:pt x="1104" y="257"/>
                  <a:pt x="1104" y="257"/>
                </a:cubicBezTo>
                <a:cubicBezTo>
                  <a:pt x="1098" y="256"/>
                  <a:pt x="1098" y="256"/>
                  <a:pt x="1098" y="256"/>
                </a:cubicBezTo>
                <a:cubicBezTo>
                  <a:pt x="1099" y="212"/>
                  <a:pt x="1099" y="212"/>
                  <a:pt x="1099" y="212"/>
                </a:cubicBezTo>
                <a:cubicBezTo>
                  <a:pt x="1106" y="211"/>
                  <a:pt x="1106" y="211"/>
                  <a:pt x="1106" y="211"/>
                </a:cubicBezTo>
                <a:cubicBezTo>
                  <a:pt x="1106" y="208"/>
                  <a:pt x="1106" y="208"/>
                  <a:pt x="1106" y="208"/>
                </a:cubicBezTo>
                <a:cubicBezTo>
                  <a:pt x="1091" y="208"/>
                  <a:pt x="1091" y="208"/>
                  <a:pt x="1091" y="208"/>
                </a:cubicBezTo>
                <a:cubicBezTo>
                  <a:pt x="1090" y="211"/>
                  <a:pt x="1087" y="217"/>
                  <a:pt x="1083" y="225"/>
                </a:cubicBezTo>
                <a:cubicBezTo>
                  <a:pt x="1079" y="233"/>
                  <a:pt x="1077" y="239"/>
                  <a:pt x="1076" y="242"/>
                </a:cubicBezTo>
                <a:close/>
                <a:moveTo>
                  <a:pt x="1138" y="253"/>
                </a:moveTo>
                <a:cubicBezTo>
                  <a:pt x="1136" y="251"/>
                  <a:pt x="1136" y="251"/>
                  <a:pt x="1136" y="251"/>
                </a:cubicBezTo>
                <a:cubicBezTo>
                  <a:pt x="1134" y="253"/>
                  <a:pt x="1133" y="254"/>
                  <a:pt x="1131" y="255"/>
                </a:cubicBezTo>
                <a:cubicBezTo>
                  <a:pt x="1129" y="256"/>
                  <a:pt x="1126" y="256"/>
                  <a:pt x="1124" y="256"/>
                </a:cubicBezTo>
                <a:cubicBezTo>
                  <a:pt x="1121" y="256"/>
                  <a:pt x="1119" y="255"/>
                  <a:pt x="1118" y="253"/>
                </a:cubicBezTo>
                <a:cubicBezTo>
                  <a:pt x="1117" y="250"/>
                  <a:pt x="1116" y="247"/>
                  <a:pt x="1116" y="244"/>
                </a:cubicBezTo>
                <a:cubicBezTo>
                  <a:pt x="1119" y="244"/>
                  <a:pt x="1123" y="244"/>
                  <a:pt x="1126" y="242"/>
                </a:cubicBezTo>
                <a:cubicBezTo>
                  <a:pt x="1130" y="241"/>
                  <a:pt x="1133" y="240"/>
                  <a:pt x="1136" y="237"/>
                </a:cubicBezTo>
                <a:cubicBezTo>
                  <a:pt x="1138" y="235"/>
                  <a:pt x="1140" y="232"/>
                  <a:pt x="1140" y="229"/>
                </a:cubicBezTo>
                <a:cubicBezTo>
                  <a:pt x="1140" y="226"/>
                  <a:pt x="1139" y="224"/>
                  <a:pt x="1137" y="223"/>
                </a:cubicBezTo>
                <a:cubicBezTo>
                  <a:pt x="1135" y="221"/>
                  <a:pt x="1133" y="220"/>
                  <a:pt x="1130" y="220"/>
                </a:cubicBezTo>
                <a:cubicBezTo>
                  <a:pt x="1126" y="220"/>
                  <a:pt x="1122" y="221"/>
                  <a:pt x="1119" y="224"/>
                </a:cubicBezTo>
                <a:cubicBezTo>
                  <a:pt x="1116" y="226"/>
                  <a:pt x="1114" y="229"/>
                  <a:pt x="1112" y="233"/>
                </a:cubicBezTo>
                <a:cubicBezTo>
                  <a:pt x="1110" y="237"/>
                  <a:pt x="1109" y="241"/>
                  <a:pt x="1109" y="246"/>
                </a:cubicBezTo>
                <a:cubicBezTo>
                  <a:pt x="1109" y="248"/>
                  <a:pt x="1110" y="251"/>
                  <a:pt x="1111" y="253"/>
                </a:cubicBezTo>
                <a:cubicBezTo>
                  <a:pt x="1111" y="255"/>
                  <a:pt x="1113" y="257"/>
                  <a:pt x="1115" y="259"/>
                </a:cubicBezTo>
                <a:cubicBezTo>
                  <a:pt x="1117" y="260"/>
                  <a:pt x="1120" y="261"/>
                  <a:pt x="1123" y="261"/>
                </a:cubicBezTo>
                <a:cubicBezTo>
                  <a:pt x="1126" y="261"/>
                  <a:pt x="1129" y="260"/>
                  <a:pt x="1132" y="258"/>
                </a:cubicBezTo>
                <a:cubicBezTo>
                  <a:pt x="1135" y="257"/>
                  <a:pt x="1136" y="255"/>
                  <a:pt x="1138" y="253"/>
                </a:cubicBezTo>
                <a:close/>
                <a:moveTo>
                  <a:pt x="1128" y="224"/>
                </a:moveTo>
                <a:cubicBezTo>
                  <a:pt x="1130" y="224"/>
                  <a:pt x="1131" y="224"/>
                  <a:pt x="1132" y="225"/>
                </a:cubicBezTo>
                <a:cubicBezTo>
                  <a:pt x="1132" y="226"/>
                  <a:pt x="1133" y="228"/>
                  <a:pt x="1133" y="229"/>
                </a:cubicBezTo>
                <a:cubicBezTo>
                  <a:pt x="1133" y="232"/>
                  <a:pt x="1132" y="234"/>
                  <a:pt x="1130" y="235"/>
                </a:cubicBezTo>
                <a:cubicBezTo>
                  <a:pt x="1129" y="237"/>
                  <a:pt x="1126" y="238"/>
                  <a:pt x="1124" y="239"/>
                </a:cubicBezTo>
                <a:cubicBezTo>
                  <a:pt x="1121" y="240"/>
                  <a:pt x="1119" y="241"/>
                  <a:pt x="1116" y="241"/>
                </a:cubicBezTo>
                <a:cubicBezTo>
                  <a:pt x="1117" y="238"/>
                  <a:pt x="1117" y="236"/>
                  <a:pt x="1118" y="233"/>
                </a:cubicBezTo>
                <a:cubicBezTo>
                  <a:pt x="1119" y="230"/>
                  <a:pt x="1121" y="228"/>
                  <a:pt x="1122" y="226"/>
                </a:cubicBezTo>
                <a:cubicBezTo>
                  <a:pt x="1124" y="225"/>
                  <a:pt x="1126" y="224"/>
                  <a:pt x="1128" y="224"/>
                </a:cubicBezTo>
                <a:close/>
                <a:moveTo>
                  <a:pt x="1175" y="254"/>
                </a:moveTo>
                <a:cubicBezTo>
                  <a:pt x="1182" y="204"/>
                  <a:pt x="1182" y="204"/>
                  <a:pt x="1182" y="204"/>
                </a:cubicBezTo>
                <a:cubicBezTo>
                  <a:pt x="1181" y="204"/>
                  <a:pt x="1181" y="204"/>
                  <a:pt x="1181" y="204"/>
                </a:cubicBezTo>
                <a:cubicBezTo>
                  <a:pt x="1171" y="205"/>
                  <a:pt x="1171" y="205"/>
                  <a:pt x="1171" y="205"/>
                </a:cubicBezTo>
                <a:cubicBezTo>
                  <a:pt x="1170" y="207"/>
                  <a:pt x="1170" y="207"/>
                  <a:pt x="1170" y="207"/>
                </a:cubicBezTo>
                <a:cubicBezTo>
                  <a:pt x="1175" y="208"/>
                  <a:pt x="1175" y="208"/>
                  <a:pt x="1175" y="208"/>
                </a:cubicBezTo>
                <a:cubicBezTo>
                  <a:pt x="1173" y="221"/>
                  <a:pt x="1173" y="221"/>
                  <a:pt x="1173" y="221"/>
                </a:cubicBezTo>
                <a:cubicBezTo>
                  <a:pt x="1171" y="220"/>
                  <a:pt x="1169" y="220"/>
                  <a:pt x="1168" y="220"/>
                </a:cubicBezTo>
                <a:cubicBezTo>
                  <a:pt x="1163" y="220"/>
                  <a:pt x="1159" y="222"/>
                  <a:pt x="1156" y="224"/>
                </a:cubicBezTo>
                <a:cubicBezTo>
                  <a:pt x="1152" y="227"/>
                  <a:pt x="1150" y="230"/>
                  <a:pt x="1148" y="234"/>
                </a:cubicBezTo>
                <a:cubicBezTo>
                  <a:pt x="1146" y="238"/>
                  <a:pt x="1145" y="242"/>
                  <a:pt x="1145" y="246"/>
                </a:cubicBezTo>
                <a:cubicBezTo>
                  <a:pt x="1145" y="250"/>
                  <a:pt x="1146" y="254"/>
                  <a:pt x="1148" y="257"/>
                </a:cubicBezTo>
                <a:cubicBezTo>
                  <a:pt x="1150" y="259"/>
                  <a:pt x="1153" y="261"/>
                  <a:pt x="1157" y="261"/>
                </a:cubicBezTo>
                <a:cubicBezTo>
                  <a:pt x="1159" y="261"/>
                  <a:pt x="1162" y="260"/>
                  <a:pt x="1163" y="259"/>
                </a:cubicBezTo>
                <a:cubicBezTo>
                  <a:pt x="1165" y="258"/>
                  <a:pt x="1167" y="256"/>
                  <a:pt x="1168" y="255"/>
                </a:cubicBezTo>
                <a:cubicBezTo>
                  <a:pt x="1168" y="256"/>
                  <a:pt x="1168" y="256"/>
                  <a:pt x="1168" y="256"/>
                </a:cubicBezTo>
                <a:cubicBezTo>
                  <a:pt x="1168" y="259"/>
                  <a:pt x="1170" y="261"/>
                  <a:pt x="1173" y="261"/>
                </a:cubicBezTo>
                <a:cubicBezTo>
                  <a:pt x="1174" y="261"/>
                  <a:pt x="1176" y="260"/>
                  <a:pt x="1177" y="259"/>
                </a:cubicBezTo>
                <a:cubicBezTo>
                  <a:pt x="1178" y="258"/>
                  <a:pt x="1179" y="257"/>
                  <a:pt x="1180" y="256"/>
                </a:cubicBezTo>
                <a:cubicBezTo>
                  <a:pt x="1179" y="255"/>
                  <a:pt x="1179" y="255"/>
                  <a:pt x="1179" y="255"/>
                </a:cubicBezTo>
                <a:cubicBezTo>
                  <a:pt x="1178" y="256"/>
                  <a:pt x="1177" y="256"/>
                  <a:pt x="1176" y="256"/>
                </a:cubicBezTo>
                <a:cubicBezTo>
                  <a:pt x="1175" y="256"/>
                  <a:pt x="1175" y="256"/>
                  <a:pt x="1175" y="255"/>
                </a:cubicBezTo>
                <a:cubicBezTo>
                  <a:pt x="1175" y="254"/>
                  <a:pt x="1175" y="254"/>
                  <a:pt x="1175" y="254"/>
                </a:cubicBezTo>
                <a:close/>
                <a:moveTo>
                  <a:pt x="1172" y="225"/>
                </a:moveTo>
                <a:cubicBezTo>
                  <a:pt x="1169" y="250"/>
                  <a:pt x="1169" y="250"/>
                  <a:pt x="1169" y="250"/>
                </a:cubicBezTo>
                <a:cubicBezTo>
                  <a:pt x="1168" y="252"/>
                  <a:pt x="1166" y="253"/>
                  <a:pt x="1164" y="254"/>
                </a:cubicBezTo>
                <a:cubicBezTo>
                  <a:pt x="1163" y="256"/>
                  <a:pt x="1161" y="256"/>
                  <a:pt x="1159" y="256"/>
                </a:cubicBezTo>
                <a:cubicBezTo>
                  <a:pt x="1157" y="256"/>
                  <a:pt x="1155" y="255"/>
                  <a:pt x="1154" y="253"/>
                </a:cubicBezTo>
                <a:cubicBezTo>
                  <a:pt x="1153" y="252"/>
                  <a:pt x="1153" y="249"/>
                  <a:pt x="1153" y="246"/>
                </a:cubicBezTo>
                <a:cubicBezTo>
                  <a:pt x="1153" y="242"/>
                  <a:pt x="1153" y="239"/>
                  <a:pt x="1154" y="236"/>
                </a:cubicBezTo>
                <a:cubicBezTo>
                  <a:pt x="1155" y="232"/>
                  <a:pt x="1157" y="230"/>
                  <a:pt x="1159" y="227"/>
                </a:cubicBezTo>
                <a:cubicBezTo>
                  <a:pt x="1161" y="225"/>
                  <a:pt x="1164" y="224"/>
                  <a:pt x="1167" y="224"/>
                </a:cubicBezTo>
                <a:cubicBezTo>
                  <a:pt x="1169" y="224"/>
                  <a:pt x="1171" y="224"/>
                  <a:pt x="1172" y="225"/>
                </a:cubicBezTo>
                <a:close/>
                <a:moveTo>
                  <a:pt x="1198" y="254"/>
                </a:moveTo>
                <a:cubicBezTo>
                  <a:pt x="1202" y="221"/>
                  <a:pt x="1202" y="221"/>
                  <a:pt x="1202" y="221"/>
                </a:cubicBezTo>
                <a:cubicBezTo>
                  <a:pt x="1201" y="220"/>
                  <a:pt x="1201" y="220"/>
                  <a:pt x="1201" y="220"/>
                </a:cubicBezTo>
                <a:cubicBezTo>
                  <a:pt x="1191" y="222"/>
                  <a:pt x="1191" y="222"/>
                  <a:pt x="1191" y="222"/>
                </a:cubicBezTo>
                <a:cubicBezTo>
                  <a:pt x="1190" y="224"/>
                  <a:pt x="1190" y="224"/>
                  <a:pt x="1190" y="224"/>
                </a:cubicBezTo>
                <a:cubicBezTo>
                  <a:pt x="1195" y="226"/>
                  <a:pt x="1195" y="226"/>
                  <a:pt x="1195" y="226"/>
                </a:cubicBezTo>
                <a:cubicBezTo>
                  <a:pt x="1194" y="233"/>
                  <a:pt x="1193" y="239"/>
                  <a:pt x="1192" y="243"/>
                </a:cubicBezTo>
                <a:cubicBezTo>
                  <a:pt x="1191" y="251"/>
                  <a:pt x="1191" y="255"/>
                  <a:pt x="1191" y="256"/>
                </a:cubicBezTo>
                <a:cubicBezTo>
                  <a:pt x="1190" y="258"/>
                  <a:pt x="1191" y="259"/>
                  <a:pt x="1192" y="260"/>
                </a:cubicBezTo>
                <a:cubicBezTo>
                  <a:pt x="1192" y="260"/>
                  <a:pt x="1194" y="261"/>
                  <a:pt x="1195" y="261"/>
                </a:cubicBezTo>
                <a:cubicBezTo>
                  <a:pt x="1197" y="261"/>
                  <a:pt x="1199" y="260"/>
                  <a:pt x="1200" y="259"/>
                </a:cubicBezTo>
                <a:cubicBezTo>
                  <a:pt x="1202" y="258"/>
                  <a:pt x="1203" y="257"/>
                  <a:pt x="1203" y="256"/>
                </a:cubicBezTo>
                <a:cubicBezTo>
                  <a:pt x="1202" y="254"/>
                  <a:pt x="1202" y="254"/>
                  <a:pt x="1202" y="254"/>
                </a:cubicBezTo>
                <a:cubicBezTo>
                  <a:pt x="1202" y="255"/>
                  <a:pt x="1201" y="256"/>
                  <a:pt x="1200" y="256"/>
                </a:cubicBezTo>
                <a:cubicBezTo>
                  <a:pt x="1200" y="256"/>
                  <a:pt x="1199" y="256"/>
                  <a:pt x="1199" y="256"/>
                </a:cubicBezTo>
                <a:cubicBezTo>
                  <a:pt x="1198" y="256"/>
                  <a:pt x="1198" y="256"/>
                  <a:pt x="1198" y="256"/>
                </a:cubicBezTo>
                <a:cubicBezTo>
                  <a:pt x="1198" y="256"/>
                  <a:pt x="1198" y="255"/>
                  <a:pt x="1198" y="255"/>
                </a:cubicBezTo>
                <a:lnTo>
                  <a:pt x="1198" y="254"/>
                </a:lnTo>
                <a:close/>
                <a:moveTo>
                  <a:pt x="1200" y="213"/>
                </a:moveTo>
                <a:cubicBezTo>
                  <a:pt x="1201" y="213"/>
                  <a:pt x="1202" y="212"/>
                  <a:pt x="1203" y="211"/>
                </a:cubicBezTo>
                <a:cubicBezTo>
                  <a:pt x="1204" y="210"/>
                  <a:pt x="1205" y="209"/>
                  <a:pt x="1205" y="207"/>
                </a:cubicBezTo>
                <a:cubicBezTo>
                  <a:pt x="1205" y="206"/>
                  <a:pt x="1204" y="206"/>
                  <a:pt x="1204" y="205"/>
                </a:cubicBezTo>
                <a:cubicBezTo>
                  <a:pt x="1203" y="204"/>
                  <a:pt x="1202" y="204"/>
                  <a:pt x="1201" y="204"/>
                </a:cubicBezTo>
                <a:cubicBezTo>
                  <a:pt x="1200" y="204"/>
                  <a:pt x="1198" y="204"/>
                  <a:pt x="1198" y="205"/>
                </a:cubicBezTo>
                <a:cubicBezTo>
                  <a:pt x="1197" y="206"/>
                  <a:pt x="1196" y="207"/>
                  <a:pt x="1196" y="209"/>
                </a:cubicBezTo>
                <a:cubicBezTo>
                  <a:pt x="1196" y="210"/>
                  <a:pt x="1197" y="211"/>
                  <a:pt x="1197" y="212"/>
                </a:cubicBezTo>
                <a:cubicBezTo>
                  <a:pt x="1198" y="212"/>
                  <a:pt x="1199" y="213"/>
                  <a:pt x="1200" y="213"/>
                </a:cubicBezTo>
                <a:close/>
                <a:moveTo>
                  <a:pt x="1237" y="228"/>
                </a:moveTo>
                <a:cubicBezTo>
                  <a:pt x="1238" y="229"/>
                  <a:pt x="1238" y="229"/>
                  <a:pt x="1238" y="229"/>
                </a:cubicBezTo>
                <a:cubicBezTo>
                  <a:pt x="1240" y="222"/>
                  <a:pt x="1240" y="222"/>
                  <a:pt x="1240" y="222"/>
                </a:cubicBezTo>
                <a:cubicBezTo>
                  <a:pt x="1239" y="221"/>
                  <a:pt x="1238" y="221"/>
                  <a:pt x="1237" y="221"/>
                </a:cubicBezTo>
                <a:cubicBezTo>
                  <a:pt x="1235" y="220"/>
                  <a:pt x="1234" y="220"/>
                  <a:pt x="1232" y="220"/>
                </a:cubicBezTo>
                <a:cubicBezTo>
                  <a:pt x="1228" y="220"/>
                  <a:pt x="1224" y="221"/>
                  <a:pt x="1221" y="224"/>
                </a:cubicBezTo>
                <a:cubicBezTo>
                  <a:pt x="1218" y="227"/>
                  <a:pt x="1216" y="230"/>
                  <a:pt x="1214" y="234"/>
                </a:cubicBezTo>
                <a:cubicBezTo>
                  <a:pt x="1213" y="237"/>
                  <a:pt x="1212" y="241"/>
                  <a:pt x="1212" y="245"/>
                </a:cubicBezTo>
                <a:cubicBezTo>
                  <a:pt x="1212" y="250"/>
                  <a:pt x="1213" y="254"/>
                  <a:pt x="1215" y="257"/>
                </a:cubicBezTo>
                <a:cubicBezTo>
                  <a:pt x="1217" y="259"/>
                  <a:pt x="1220" y="261"/>
                  <a:pt x="1224" y="261"/>
                </a:cubicBezTo>
                <a:cubicBezTo>
                  <a:pt x="1227" y="261"/>
                  <a:pt x="1230" y="260"/>
                  <a:pt x="1232" y="259"/>
                </a:cubicBezTo>
                <a:cubicBezTo>
                  <a:pt x="1235" y="257"/>
                  <a:pt x="1236" y="256"/>
                  <a:pt x="1238" y="254"/>
                </a:cubicBezTo>
                <a:cubicBezTo>
                  <a:pt x="1236" y="252"/>
                  <a:pt x="1236" y="252"/>
                  <a:pt x="1236" y="252"/>
                </a:cubicBezTo>
                <a:cubicBezTo>
                  <a:pt x="1235" y="253"/>
                  <a:pt x="1233" y="254"/>
                  <a:pt x="1232" y="255"/>
                </a:cubicBezTo>
                <a:cubicBezTo>
                  <a:pt x="1230" y="256"/>
                  <a:pt x="1229" y="256"/>
                  <a:pt x="1227" y="256"/>
                </a:cubicBezTo>
                <a:cubicBezTo>
                  <a:pt x="1224" y="256"/>
                  <a:pt x="1222" y="255"/>
                  <a:pt x="1221" y="253"/>
                </a:cubicBezTo>
                <a:cubicBezTo>
                  <a:pt x="1220" y="251"/>
                  <a:pt x="1219" y="248"/>
                  <a:pt x="1219" y="244"/>
                </a:cubicBezTo>
                <a:cubicBezTo>
                  <a:pt x="1219" y="240"/>
                  <a:pt x="1219" y="237"/>
                  <a:pt x="1221" y="234"/>
                </a:cubicBezTo>
                <a:cubicBezTo>
                  <a:pt x="1222" y="231"/>
                  <a:pt x="1223" y="229"/>
                  <a:pt x="1225" y="227"/>
                </a:cubicBezTo>
                <a:cubicBezTo>
                  <a:pt x="1227" y="225"/>
                  <a:pt x="1229" y="225"/>
                  <a:pt x="1231" y="225"/>
                </a:cubicBezTo>
                <a:cubicBezTo>
                  <a:pt x="1232" y="225"/>
                  <a:pt x="1235" y="226"/>
                  <a:pt x="1237" y="228"/>
                </a:cubicBezTo>
                <a:close/>
                <a:moveTo>
                  <a:pt x="1255" y="254"/>
                </a:moveTo>
                <a:cubicBezTo>
                  <a:pt x="1260" y="221"/>
                  <a:pt x="1260" y="221"/>
                  <a:pt x="1260" y="221"/>
                </a:cubicBezTo>
                <a:cubicBezTo>
                  <a:pt x="1259" y="220"/>
                  <a:pt x="1259" y="220"/>
                  <a:pt x="1259" y="220"/>
                </a:cubicBezTo>
                <a:cubicBezTo>
                  <a:pt x="1249" y="222"/>
                  <a:pt x="1249" y="222"/>
                  <a:pt x="1249" y="222"/>
                </a:cubicBezTo>
                <a:cubicBezTo>
                  <a:pt x="1248" y="224"/>
                  <a:pt x="1248" y="224"/>
                  <a:pt x="1248" y="224"/>
                </a:cubicBezTo>
                <a:cubicBezTo>
                  <a:pt x="1253" y="226"/>
                  <a:pt x="1253" y="226"/>
                  <a:pt x="1253" y="226"/>
                </a:cubicBezTo>
                <a:cubicBezTo>
                  <a:pt x="1252" y="233"/>
                  <a:pt x="1251" y="239"/>
                  <a:pt x="1250" y="243"/>
                </a:cubicBezTo>
                <a:cubicBezTo>
                  <a:pt x="1249" y="251"/>
                  <a:pt x="1248" y="255"/>
                  <a:pt x="1248" y="256"/>
                </a:cubicBezTo>
                <a:cubicBezTo>
                  <a:pt x="1248" y="258"/>
                  <a:pt x="1249" y="259"/>
                  <a:pt x="1249" y="260"/>
                </a:cubicBezTo>
                <a:cubicBezTo>
                  <a:pt x="1250" y="260"/>
                  <a:pt x="1251" y="261"/>
                  <a:pt x="1253" y="261"/>
                </a:cubicBezTo>
                <a:cubicBezTo>
                  <a:pt x="1255" y="261"/>
                  <a:pt x="1256" y="260"/>
                  <a:pt x="1258" y="259"/>
                </a:cubicBezTo>
                <a:cubicBezTo>
                  <a:pt x="1259" y="258"/>
                  <a:pt x="1260" y="257"/>
                  <a:pt x="1261" y="256"/>
                </a:cubicBezTo>
                <a:cubicBezTo>
                  <a:pt x="1260" y="254"/>
                  <a:pt x="1260" y="254"/>
                  <a:pt x="1260" y="254"/>
                </a:cubicBezTo>
                <a:cubicBezTo>
                  <a:pt x="1259" y="255"/>
                  <a:pt x="1259" y="256"/>
                  <a:pt x="1258" y="256"/>
                </a:cubicBezTo>
                <a:cubicBezTo>
                  <a:pt x="1258" y="256"/>
                  <a:pt x="1257" y="256"/>
                  <a:pt x="1256" y="256"/>
                </a:cubicBezTo>
                <a:cubicBezTo>
                  <a:pt x="1256" y="256"/>
                  <a:pt x="1256" y="256"/>
                  <a:pt x="1256" y="256"/>
                </a:cubicBezTo>
                <a:cubicBezTo>
                  <a:pt x="1255" y="256"/>
                  <a:pt x="1255" y="255"/>
                  <a:pt x="1255" y="255"/>
                </a:cubicBezTo>
                <a:lnTo>
                  <a:pt x="1255" y="254"/>
                </a:lnTo>
                <a:close/>
                <a:moveTo>
                  <a:pt x="1258" y="213"/>
                </a:moveTo>
                <a:cubicBezTo>
                  <a:pt x="1259" y="213"/>
                  <a:pt x="1260" y="212"/>
                  <a:pt x="1261" y="211"/>
                </a:cubicBezTo>
                <a:cubicBezTo>
                  <a:pt x="1262" y="210"/>
                  <a:pt x="1262" y="209"/>
                  <a:pt x="1262" y="207"/>
                </a:cubicBezTo>
                <a:cubicBezTo>
                  <a:pt x="1262" y="206"/>
                  <a:pt x="1262" y="206"/>
                  <a:pt x="1261" y="205"/>
                </a:cubicBezTo>
                <a:cubicBezTo>
                  <a:pt x="1261" y="204"/>
                  <a:pt x="1260" y="204"/>
                  <a:pt x="1259" y="204"/>
                </a:cubicBezTo>
                <a:cubicBezTo>
                  <a:pt x="1257" y="204"/>
                  <a:pt x="1256" y="204"/>
                  <a:pt x="1255" y="205"/>
                </a:cubicBezTo>
                <a:cubicBezTo>
                  <a:pt x="1254" y="206"/>
                  <a:pt x="1254" y="207"/>
                  <a:pt x="1254" y="209"/>
                </a:cubicBezTo>
                <a:cubicBezTo>
                  <a:pt x="1254" y="210"/>
                  <a:pt x="1254" y="211"/>
                  <a:pt x="1255" y="212"/>
                </a:cubicBezTo>
                <a:cubicBezTo>
                  <a:pt x="1256" y="212"/>
                  <a:pt x="1257" y="213"/>
                  <a:pt x="1258" y="213"/>
                </a:cubicBezTo>
                <a:close/>
                <a:moveTo>
                  <a:pt x="1282" y="229"/>
                </a:moveTo>
                <a:cubicBezTo>
                  <a:pt x="1283" y="221"/>
                  <a:pt x="1283" y="221"/>
                  <a:pt x="1283" y="221"/>
                </a:cubicBezTo>
                <a:cubicBezTo>
                  <a:pt x="1281" y="220"/>
                  <a:pt x="1281" y="220"/>
                  <a:pt x="1281" y="220"/>
                </a:cubicBezTo>
                <a:cubicBezTo>
                  <a:pt x="1273" y="222"/>
                  <a:pt x="1273" y="222"/>
                  <a:pt x="1273" y="222"/>
                </a:cubicBezTo>
                <a:cubicBezTo>
                  <a:pt x="1272" y="224"/>
                  <a:pt x="1272" y="224"/>
                  <a:pt x="1272" y="224"/>
                </a:cubicBezTo>
                <a:cubicBezTo>
                  <a:pt x="1275" y="226"/>
                  <a:pt x="1275" y="226"/>
                  <a:pt x="1275" y="226"/>
                </a:cubicBezTo>
                <a:cubicBezTo>
                  <a:pt x="1271" y="260"/>
                  <a:pt x="1271" y="260"/>
                  <a:pt x="1271" y="260"/>
                </a:cubicBezTo>
                <a:cubicBezTo>
                  <a:pt x="1278" y="260"/>
                  <a:pt x="1278" y="260"/>
                  <a:pt x="1278" y="260"/>
                </a:cubicBezTo>
                <a:cubicBezTo>
                  <a:pt x="1281" y="235"/>
                  <a:pt x="1281" y="235"/>
                  <a:pt x="1281" y="235"/>
                </a:cubicBezTo>
                <a:cubicBezTo>
                  <a:pt x="1283" y="232"/>
                  <a:pt x="1285" y="230"/>
                  <a:pt x="1287" y="228"/>
                </a:cubicBezTo>
                <a:cubicBezTo>
                  <a:pt x="1289" y="226"/>
                  <a:pt x="1291" y="225"/>
                  <a:pt x="1293" y="225"/>
                </a:cubicBezTo>
                <a:cubicBezTo>
                  <a:pt x="1295" y="225"/>
                  <a:pt x="1296" y="226"/>
                  <a:pt x="1297" y="226"/>
                </a:cubicBezTo>
                <a:cubicBezTo>
                  <a:pt x="1297" y="227"/>
                  <a:pt x="1298" y="229"/>
                  <a:pt x="1298" y="231"/>
                </a:cubicBezTo>
                <a:cubicBezTo>
                  <a:pt x="1298" y="233"/>
                  <a:pt x="1297" y="234"/>
                  <a:pt x="1297" y="236"/>
                </a:cubicBezTo>
                <a:cubicBezTo>
                  <a:pt x="1297" y="238"/>
                  <a:pt x="1297" y="240"/>
                  <a:pt x="1296" y="243"/>
                </a:cubicBezTo>
                <a:cubicBezTo>
                  <a:pt x="1296" y="245"/>
                  <a:pt x="1296" y="245"/>
                  <a:pt x="1296" y="245"/>
                </a:cubicBezTo>
                <a:cubicBezTo>
                  <a:pt x="1295" y="248"/>
                  <a:pt x="1295" y="248"/>
                  <a:pt x="1295" y="248"/>
                </a:cubicBezTo>
                <a:cubicBezTo>
                  <a:pt x="1294" y="252"/>
                  <a:pt x="1294" y="255"/>
                  <a:pt x="1294" y="256"/>
                </a:cubicBezTo>
                <a:cubicBezTo>
                  <a:pt x="1294" y="259"/>
                  <a:pt x="1295" y="261"/>
                  <a:pt x="1298" y="261"/>
                </a:cubicBezTo>
                <a:cubicBezTo>
                  <a:pt x="1300" y="261"/>
                  <a:pt x="1301" y="260"/>
                  <a:pt x="1302" y="260"/>
                </a:cubicBezTo>
                <a:cubicBezTo>
                  <a:pt x="1303" y="259"/>
                  <a:pt x="1304" y="259"/>
                  <a:pt x="1305" y="258"/>
                </a:cubicBezTo>
                <a:cubicBezTo>
                  <a:pt x="1305" y="258"/>
                  <a:pt x="1306" y="257"/>
                  <a:pt x="1306" y="257"/>
                </a:cubicBezTo>
                <a:cubicBezTo>
                  <a:pt x="1305" y="255"/>
                  <a:pt x="1305" y="255"/>
                  <a:pt x="1305" y="255"/>
                </a:cubicBezTo>
                <a:cubicBezTo>
                  <a:pt x="1304" y="256"/>
                  <a:pt x="1303" y="256"/>
                  <a:pt x="1302" y="256"/>
                </a:cubicBezTo>
                <a:cubicBezTo>
                  <a:pt x="1301" y="256"/>
                  <a:pt x="1301" y="256"/>
                  <a:pt x="1301" y="255"/>
                </a:cubicBezTo>
                <a:cubicBezTo>
                  <a:pt x="1301" y="253"/>
                  <a:pt x="1301" y="250"/>
                  <a:pt x="1302" y="246"/>
                </a:cubicBezTo>
                <a:cubicBezTo>
                  <a:pt x="1303" y="243"/>
                  <a:pt x="1303" y="243"/>
                  <a:pt x="1303" y="243"/>
                </a:cubicBezTo>
                <a:cubicBezTo>
                  <a:pt x="1303" y="241"/>
                  <a:pt x="1303" y="241"/>
                  <a:pt x="1303" y="241"/>
                </a:cubicBezTo>
                <a:cubicBezTo>
                  <a:pt x="1304" y="236"/>
                  <a:pt x="1305" y="232"/>
                  <a:pt x="1305" y="230"/>
                </a:cubicBezTo>
                <a:cubicBezTo>
                  <a:pt x="1305" y="227"/>
                  <a:pt x="1304" y="224"/>
                  <a:pt x="1302" y="223"/>
                </a:cubicBezTo>
                <a:cubicBezTo>
                  <a:pt x="1301" y="221"/>
                  <a:pt x="1299" y="220"/>
                  <a:pt x="1296" y="220"/>
                </a:cubicBezTo>
                <a:cubicBezTo>
                  <a:pt x="1294" y="220"/>
                  <a:pt x="1291" y="221"/>
                  <a:pt x="1289" y="223"/>
                </a:cubicBezTo>
                <a:cubicBezTo>
                  <a:pt x="1286" y="224"/>
                  <a:pt x="1284" y="227"/>
                  <a:pt x="1282" y="229"/>
                </a:cubicBezTo>
                <a:close/>
                <a:moveTo>
                  <a:pt x="1342" y="253"/>
                </a:moveTo>
                <a:cubicBezTo>
                  <a:pt x="1340" y="251"/>
                  <a:pt x="1340" y="251"/>
                  <a:pt x="1340" y="251"/>
                </a:cubicBezTo>
                <a:cubicBezTo>
                  <a:pt x="1339" y="253"/>
                  <a:pt x="1337" y="254"/>
                  <a:pt x="1335" y="255"/>
                </a:cubicBezTo>
                <a:cubicBezTo>
                  <a:pt x="1333" y="256"/>
                  <a:pt x="1331" y="256"/>
                  <a:pt x="1329" y="256"/>
                </a:cubicBezTo>
                <a:cubicBezTo>
                  <a:pt x="1326" y="256"/>
                  <a:pt x="1323" y="255"/>
                  <a:pt x="1322" y="253"/>
                </a:cubicBezTo>
                <a:cubicBezTo>
                  <a:pt x="1321" y="250"/>
                  <a:pt x="1320" y="247"/>
                  <a:pt x="1320" y="244"/>
                </a:cubicBezTo>
                <a:cubicBezTo>
                  <a:pt x="1323" y="244"/>
                  <a:pt x="1327" y="244"/>
                  <a:pt x="1330" y="242"/>
                </a:cubicBezTo>
                <a:cubicBezTo>
                  <a:pt x="1334" y="241"/>
                  <a:pt x="1337" y="240"/>
                  <a:pt x="1340" y="237"/>
                </a:cubicBezTo>
                <a:cubicBezTo>
                  <a:pt x="1342" y="235"/>
                  <a:pt x="1344" y="232"/>
                  <a:pt x="1344" y="229"/>
                </a:cubicBezTo>
                <a:cubicBezTo>
                  <a:pt x="1344" y="226"/>
                  <a:pt x="1343" y="224"/>
                  <a:pt x="1341" y="223"/>
                </a:cubicBezTo>
                <a:cubicBezTo>
                  <a:pt x="1340" y="221"/>
                  <a:pt x="1337" y="220"/>
                  <a:pt x="1334" y="220"/>
                </a:cubicBezTo>
                <a:cubicBezTo>
                  <a:pt x="1330" y="220"/>
                  <a:pt x="1326" y="221"/>
                  <a:pt x="1323" y="224"/>
                </a:cubicBezTo>
                <a:cubicBezTo>
                  <a:pt x="1320" y="226"/>
                  <a:pt x="1318" y="229"/>
                  <a:pt x="1316" y="233"/>
                </a:cubicBezTo>
                <a:cubicBezTo>
                  <a:pt x="1314" y="237"/>
                  <a:pt x="1313" y="241"/>
                  <a:pt x="1313" y="246"/>
                </a:cubicBezTo>
                <a:cubicBezTo>
                  <a:pt x="1313" y="248"/>
                  <a:pt x="1314" y="251"/>
                  <a:pt x="1315" y="253"/>
                </a:cubicBezTo>
                <a:cubicBezTo>
                  <a:pt x="1316" y="255"/>
                  <a:pt x="1317" y="257"/>
                  <a:pt x="1319" y="259"/>
                </a:cubicBezTo>
                <a:cubicBezTo>
                  <a:pt x="1321" y="260"/>
                  <a:pt x="1324" y="261"/>
                  <a:pt x="1327" y="261"/>
                </a:cubicBezTo>
                <a:cubicBezTo>
                  <a:pt x="1330" y="261"/>
                  <a:pt x="1333" y="260"/>
                  <a:pt x="1336" y="258"/>
                </a:cubicBezTo>
                <a:cubicBezTo>
                  <a:pt x="1339" y="257"/>
                  <a:pt x="1341" y="255"/>
                  <a:pt x="1342" y="253"/>
                </a:cubicBezTo>
                <a:close/>
                <a:moveTo>
                  <a:pt x="1332" y="224"/>
                </a:moveTo>
                <a:cubicBezTo>
                  <a:pt x="1334" y="224"/>
                  <a:pt x="1335" y="224"/>
                  <a:pt x="1336" y="225"/>
                </a:cubicBezTo>
                <a:cubicBezTo>
                  <a:pt x="1337" y="226"/>
                  <a:pt x="1337" y="228"/>
                  <a:pt x="1337" y="229"/>
                </a:cubicBezTo>
                <a:cubicBezTo>
                  <a:pt x="1337" y="232"/>
                  <a:pt x="1336" y="234"/>
                  <a:pt x="1334" y="235"/>
                </a:cubicBezTo>
                <a:cubicBezTo>
                  <a:pt x="1333" y="237"/>
                  <a:pt x="1331" y="238"/>
                  <a:pt x="1328" y="239"/>
                </a:cubicBezTo>
                <a:cubicBezTo>
                  <a:pt x="1325" y="240"/>
                  <a:pt x="1323" y="241"/>
                  <a:pt x="1321" y="241"/>
                </a:cubicBezTo>
                <a:cubicBezTo>
                  <a:pt x="1321" y="238"/>
                  <a:pt x="1321" y="236"/>
                  <a:pt x="1322" y="233"/>
                </a:cubicBezTo>
                <a:cubicBezTo>
                  <a:pt x="1323" y="230"/>
                  <a:pt x="1325" y="228"/>
                  <a:pt x="1326" y="226"/>
                </a:cubicBezTo>
                <a:cubicBezTo>
                  <a:pt x="1328" y="225"/>
                  <a:pt x="1330" y="224"/>
                  <a:pt x="1332" y="22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180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CA018DF-7EFB-4D08-89D5-E61FB47F425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996940" y="4886690"/>
            <a:ext cx="2416810" cy="196208"/>
          </a:xfrm>
        </p:spPr>
        <p:txBody>
          <a:bodyPr wrap="square">
            <a:spAutoFit/>
          </a:bodyPr>
          <a:lstStyle>
            <a:lvl1pPr marL="0" indent="0">
              <a:buNone/>
              <a:defRPr sz="750" cap="all" spc="110" baseline="0">
                <a:solidFill>
                  <a:schemeClr val="tx2"/>
                </a:solidFill>
              </a:defRPr>
            </a:lvl1pPr>
          </a:lstStyle>
          <a:p>
            <a:pPr lvl="0">
              <a:buNone/>
            </a:pPr>
            <a:r>
              <a:t>CLICK TO EDIT MASTER TEXT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8E0D0-6A2D-453D-AA2A-B46BF2A30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59" y="2481436"/>
            <a:ext cx="7429500" cy="1101600"/>
          </a:xfrm>
        </p:spPr>
        <p:txBody>
          <a:bodyPr anchor="b">
            <a:normAutofit/>
          </a:bodyPr>
          <a:lstStyle>
            <a:lvl1pPr algn="l">
              <a:buNone/>
              <a:defRPr sz="2400" b="0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E80D42-516E-4F4F-87CB-8DB92036F7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6058" y="3583036"/>
            <a:ext cx="7429501" cy="6453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13782-4931-4608-BDD2-6DB718410A7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D4CAFF1-8A2C-5847-86B0-C050E38CCD2D}" type="datetimeFigureOut">
              <a:t>9/7/26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F1291-18CC-45A3-931C-B518CF2E48A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80087-74BA-4228-8277-E86C41A4AF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63BE1A9-5521-9044-86FB-FEC7D708C12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+ any content">
  <p:cSld name="Header + any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>
            <a:extLst>
              <a:ext uri="{FF2B5EF4-FFF2-40B4-BE49-F238E27FC236}">
                <a16:creationId xmlns:a16="http://schemas.microsoft.com/office/drawing/2014/main" id="{CA1FC097-72D3-441D-9515-94B18A644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73550"/>
            <a:ext cx="852060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2500"/>
              <a:buFont typeface="Montserrat"/>
              <a:buNone/>
              <a:defRPr sz="2500" b="1" i="1" u="none" cap="none">
                <a:solidFill>
                  <a:srgbClr val="012169"/>
                </a:solidFill>
                <a:latin typeface="Montserrat"/>
                <a:ea typeface="Montserrat"/>
                <a:cs typeface="Montserrat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+ bullet points + image">
  <p:cSld name="Header + bullet points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Google Shape;27;p8"/>
          <p:cNvCxnSpPr/>
          <p:nvPr/>
        </p:nvCxnSpPr>
        <p:spPr>
          <a:xfrm>
            <a:off x="238050" y="666750"/>
            <a:ext cx="8667900" cy="9600"/>
          </a:xfrm>
          <a:prstGeom prst="straightConnector1">
            <a:avLst/>
          </a:prstGeom>
          <a:ln w="19050" cap="flat">
            <a:solidFill>
              <a:srgbClr val="00796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28;p8">
            <a:extLst>
              <a:ext uri="{FF2B5EF4-FFF2-40B4-BE49-F238E27FC236}">
                <a16:creationId xmlns:a16="http://schemas.microsoft.com/office/drawing/2014/main" id="{76732542-2045-41A7-9E99-02B288C045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676350"/>
            <a:ext cx="4270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>
            <a:lvl1pPr marL="457189" marR="0" indent="-3428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Char char="●"/>
              <a:defRPr sz="1800" b="0" i="0" u="none" cap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14378" marR="0" indent="-3174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Char char="○"/>
              <a:defRPr sz="1400" b="0" i="0" u="none" cap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marL="1371566" marR="0" indent="-3174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Char char="■"/>
              <a:defRPr sz="1400" b="0" i="0" u="none" cap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  <a:lvl4pPr marL="1828754" marR="0" indent="-3174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Char char="●"/>
              <a:defRPr sz="1400" b="0" i="0" u="none" cap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4pPr>
            <a:lvl5pPr marL="2285943" marR="0" indent="-3174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Char char="○"/>
              <a:defRPr sz="1400" b="0" i="0" u="none" cap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5pPr>
            <a:lvl6pPr marL="2743132" marR="0" indent="-3174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Char char="■"/>
              <a:defRPr sz="1400" b="0" i="0" u="none" cap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6pPr>
            <a:lvl7pPr marL="3200320" marR="0" indent="-3174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Char char="●"/>
              <a:defRPr sz="1400" b="0" i="0" u="none" cap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7pPr>
            <a:lvl8pPr marL="3657509" marR="0" indent="-3174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Char char="○"/>
              <a:defRPr sz="1400" b="0" i="0" u="none" cap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8pPr>
            <a:lvl9pPr marL="4114697" marR="0" indent="-3174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Char char="■"/>
              <a:defRPr sz="1400" b="0" i="0" u="none" cap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9pPr>
          </a:lstStyle>
          <a:p>
            <a:endParaRPr/>
          </a:p>
        </p:txBody>
      </p:sp>
      <p:sp>
        <p:nvSpPr>
          <p:cNvPr id="29" name="Google Shape;29;p8">
            <a:extLst>
              <a:ext uri="{FF2B5EF4-FFF2-40B4-BE49-F238E27FC236}">
                <a16:creationId xmlns:a16="http://schemas.microsoft.com/office/drawing/2014/main" id="{5E8771CB-A5E1-4D28-8481-A6A197700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50" y="173550"/>
            <a:ext cx="852060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2500"/>
              <a:buFont typeface="Montserrat"/>
              <a:buNone/>
              <a:defRPr sz="2500" b="1" i="1" u="none" cap="none">
                <a:solidFill>
                  <a:srgbClr val="012169"/>
                </a:solidFill>
                <a:latin typeface="Montserrat"/>
                <a:ea typeface="Montserrat"/>
                <a:cs typeface="Montserrat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0" name="Google Shape;30;p8">
            <a:extLst>
              <a:ext uri="{FF2B5EF4-FFF2-40B4-BE49-F238E27FC236}">
                <a16:creationId xmlns:a16="http://schemas.microsoft.com/office/drawing/2014/main" id="{0727507C-AC54-40F7-BE28-E541D7B6D096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4897050" y="756625"/>
            <a:ext cx="4008900" cy="3392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>
            <a:extLst>
              <a:ext uri="{FF2B5EF4-FFF2-40B4-BE49-F238E27FC236}">
                <a16:creationId xmlns:a16="http://schemas.microsoft.com/office/drawing/2014/main" id="{6E1607C0-CC4F-420D-8EA9-CFD65C7129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>
            <a:extLst>
              <a:ext uri="{FF2B5EF4-FFF2-40B4-BE49-F238E27FC236}">
                <a16:creationId xmlns:a16="http://schemas.microsoft.com/office/drawing/2014/main" id="{7D68CF08-97EC-499E-86DB-9E0809456C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>
            <a:extLst>
              <a:ext uri="{FF2B5EF4-FFF2-40B4-BE49-F238E27FC236}">
                <a16:creationId xmlns:a16="http://schemas.microsoft.com/office/drawing/2014/main" id="{ED6496BC-616B-41AC-A4A2-F8255B1821A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>
            <a:extLst>
              <a:ext uri="{FF2B5EF4-FFF2-40B4-BE49-F238E27FC236}">
                <a16:creationId xmlns:a16="http://schemas.microsoft.com/office/drawing/2014/main" id="{F495C7C5-1B19-40BF-B4F3-A980BB412B7D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A1B011CB-D3F4-4483-A847-770D295C07E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DEA2E3D-7C5B-49A4-9E1C-302E975A2C21}"/>
              </a:ext>
            </a:extLst>
          </p:cNvPr>
          <p:cNvSpPr>
            <a:spLocks noGrp="1"/>
          </p:cNvSpPr>
          <p:nvPr/>
        </p:nvSpPr>
        <p:spPr>
          <a:xfrm>
            <a:off x="1" y="4750738"/>
            <a:ext cx="9144000" cy="498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E8DC5E-5F1A-4A89-8C9D-BCBA2555BC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buNone/>
              <a:defRPr sz="5400" spc="-34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5A91AF-0DE2-456E-994E-6498A9A950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5038" y="3341716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620" cap="all" spc="135" baseline="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  <a:lvl2pPr marL="308610" indent="0" algn="ctr">
              <a:buNone/>
              <a:defRPr sz="1620"/>
            </a:lvl2pPr>
            <a:lvl3pPr marL="617220" indent="0" algn="ctr">
              <a:buNone/>
              <a:defRPr sz="1620"/>
            </a:lvl3pPr>
            <a:lvl4pPr marL="925830" indent="0" algn="ctr">
              <a:buNone/>
              <a:defRPr sz="1350"/>
            </a:lvl4pPr>
            <a:lvl5pPr marL="1234440" indent="0" algn="ctr">
              <a:buNone/>
              <a:defRPr sz="1350"/>
            </a:lvl5pPr>
            <a:lvl6pPr marL="1543050" indent="0" algn="ctr">
              <a:buNone/>
              <a:defRPr sz="1350"/>
            </a:lvl6pPr>
            <a:lvl7pPr marL="1851660" indent="0" algn="ctr">
              <a:buNone/>
              <a:defRPr sz="1350"/>
            </a:lvl7pPr>
            <a:lvl8pPr marL="2160270" indent="0" algn="ctr">
              <a:buNone/>
              <a:defRPr sz="1350"/>
            </a:lvl8pPr>
            <a:lvl9pPr marL="2468880" indent="0" algn="ctr">
              <a:buNone/>
              <a:defRPr sz="1350"/>
            </a:lvl9pPr>
          </a:lstStyle>
          <a:p>
            <a:r>
              <a:t>Click to edit Master subtitle style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82B23845-6277-49DF-B97E-6E74C5A43897}"/>
              </a:ext>
            </a:extLst>
          </p:cNvPr>
          <p:cNvSpPr>
            <a:spLocks noGrp="1"/>
          </p:cNvSpPr>
          <p:nvPr/>
        </p:nv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15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74" y="4868549"/>
            <a:ext cx="1725549" cy="23168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2854D-B413-4F74-B22C-FD1D82476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C26EE-4527-4829-94E3-DC3B1A7C4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CBC55-FF6A-4E58-9F74-564072ACA97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t>Tian Zheng, 	July 13, 2017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AFFEB-51FF-4787-9E5D-0DEB6D45F19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cap="none">
                <a:latin typeface="Palatino"/>
                <a:ea typeface="Palatino"/>
                <a:cs typeface="Palatino"/>
              </a:rPr>
              <a:t>Workshop  on Perspectives &amp; Analysis Methods for Personalized Medicine</a:t>
            </a:r>
          </a:p>
          <a:p>
            <a:r>
              <a:rPr cap="none">
                <a:latin typeface="Palatino"/>
                <a:ea typeface="Palatino"/>
                <a:cs typeface="Palatino"/>
              </a:rPr>
              <a:t>Institute for Mathematical Sciences, National University of Singapore</a:t>
            </a: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573C2-326A-42FC-82B0-79B575C97C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D290E3F-05E6-BB47-BF17-0335D0460E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47DAC0A-2B03-4367-BF13-638E0BFA372B}"/>
              </a:ext>
            </a:extLst>
          </p:cNvPr>
          <p:cNvSpPr>
            <a:spLocks noGrp="1"/>
          </p:cNvSpPr>
          <p:nvPr/>
        </p:nvSpPr>
        <p:spPr>
          <a:xfrm>
            <a:off x="2383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8FB2E7-CEFF-4C0B-872C-677F9A4CA14F}"/>
              </a:ext>
            </a:extLst>
          </p:cNvPr>
          <p:cNvSpPr>
            <a:spLocks noGrp="1"/>
          </p:cNvSpPr>
          <p:nvPr/>
        </p:nvSpPr>
        <p:spPr>
          <a:xfrm>
            <a:off x="13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0E84AC-E5AE-4F5B-8A96-DDDBAEBF4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buNone/>
              <a:defRPr sz="5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CB052-47C5-452D-B6AD-4DFCAC898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>
            <a:normAutofit/>
          </a:bodyPr>
          <a:lstStyle>
            <a:lvl1pPr marL="0" indent="0">
              <a:buNone/>
              <a:defRPr sz="1620" cap="all" spc="135" baseline="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6AE1B-4BE5-4BBF-8F82-D1BC7722F46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t>June 30, 2016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62E94-39B8-4F9A-84AE-C6A07CF8EF3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Workshop on “Big Data Learning for Prediction”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5F030-513D-44B3-80B2-DB3D8DD297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D290E3F-05E6-BB47-BF17-0335D0460E34}" type="slidenum">
              <a:t>‹#›</a:t>
            </a:fld>
            <a:endParaRPr/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F39DA40C-0066-4FFF-81E4-BF079FD546A5}"/>
              </a:ext>
            </a:extLst>
          </p:cNvPr>
          <p:cNvSpPr>
            <a:spLocks noGrp="1"/>
          </p:cNvSpPr>
          <p:nvPr/>
        </p:nv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052C33B-E992-4A72-9157-0B5A0B386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4952"/>
            <a:ext cx="7543800" cy="1088068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D36BD-C6A1-4C2C-8C2C-9ACB0C912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384301"/>
            <a:ext cx="3703320" cy="3017519"/>
          </a:xfrm>
        </p:spPr>
        <p:txBody>
          <a:bodyPr/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364232-C408-4E27-B5DA-D4E53760D13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63440" y="1384302"/>
            <a:ext cx="3703320" cy="3017520"/>
          </a:xfrm>
        </p:spPr>
        <p:txBody>
          <a:bodyPr/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EC57BE-9C32-4148-8392-D89E5720C3B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t>June 30, 2016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D62552-2BA0-4372-83CA-144A041F7D4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Workshop on “Big Data Learning for Prediction”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226A50-FC9C-4A1A-B3C0-9EF0BAD252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D290E3F-05E6-BB47-BF17-0335D0460E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B8CF712-7055-4306-8FD6-E93C392DF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4952"/>
            <a:ext cx="7543800" cy="1088068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A2E048-FD14-4AA4-9716-574FA622FC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1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350" b="0" cap="all" baseline="0">
                <a:solidFill>
                  <a:schemeClr val="tx2"/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>
              <a:buNone/>
            </a:pPr>
            <a:r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71249F-3EE3-41C1-8AD2-ACBC5A5D1536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22960" y="1936752"/>
            <a:ext cx="3703320" cy="2465070"/>
          </a:xfrm>
        </p:spPr>
        <p:txBody>
          <a:bodyPr/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A9AB6F-424E-42A4-9A42-58C9C6068E4D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63440" y="1384539"/>
            <a:ext cx="3703320" cy="552211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350" b="0" cap="all" baseline="0">
                <a:solidFill>
                  <a:schemeClr val="tx2"/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>
              <a:buNone/>
            </a:pPr>
            <a:r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3032AB-790C-477B-A040-2677F53114E7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63440" y="1936751"/>
            <a:ext cx="3703320" cy="2465070"/>
          </a:xfrm>
        </p:spPr>
        <p:txBody>
          <a:bodyPr/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AD6C1C-90BC-4659-9113-8B7EC959F3C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t>June 30, 2016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B572C4-1833-40FB-9F31-52374233D2E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Workshop on “Big Data Learning for Prediction”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31B864-5C6B-4774-A50E-9F771C8E15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D290E3F-05E6-BB47-BF17-0335D0460E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91CA9-C643-46B8-B245-4AAE632F8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8EF3F2-7D2F-4D3C-AA7A-27EF3EEFFD8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t>July 13, 2017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0EE379-A23E-422E-A7BB-F101ED764B0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cap="none">
                <a:latin typeface="Palatino"/>
                <a:ea typeface="Palatino"/>
                <a:cs typeface="Palatino"/>
              </a:rPr>
              <a:t>Workshop  on Perspectives &amp; Analysis Methods for Personalized Medicine</a:t>
            </a:r>
          </a:p>
          <a:p>
            <a:r>
              <a:rPr cap="none">
                <a:latin typeface="Palatino"/>
                <a:ea typeface="Palatino"/>
                <a:cs typeface="Palatino"/>
              </a:rPr>
              <a:t>Institute for Mathematical Sciences, National University of Singapore</a:t>
            </a:r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2C92FF-A942-46EF-AC93-E3FC00BA37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D290E3F-05E6-BB47-BF17-0335D0460E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EB5F3FF-4611-4860-806D-441FD5B04A0E}"/>
              </a:ext>
            </a:extLst>
          </p:cNvPr>
          <p:cNvSpPr>
            <a:spLocks noGrp="1"/>
          </p:cNvSpPr>
          <p:nvPr/>
        </p:nvSpPr>
        <p:spPr>
          <a:xfrm>
            <a:off x="2383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A7004F-5F4E-4311-830A-E3BE0FCD67D3}"/>
              </a:ext>
            </a:extLst>
          </p:cNvPr>
          <p:cNvSpPr>
            <a:spLocks noGrp="1"/>
          </p:cNvSpPr>
          <p:nvPr/>
        </p:nvSpPr>
        <p:spPr>
          <a:xfrm>
            <a:off x="13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6880DD-EECE-4EC6-9139-F10779729D5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t>June 30, 2016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97DBE3-E47C-41BB-B659-BB5801DCE6E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>
                <a:solidFill>
                  <a:srgbClr val="FFFFFF"/>
                </a:solidFill>
              </a:defRPr>
            </a:lvl1pPr>
          </a:lstStyle>
          <a:p>
            <a:r>
              <a:t>Workshop on “Big Data Learning for Prediction”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DEC6BE-097C-440F-83B2-5FF4783194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D290E3F-05E6-BB47-BF17-0335D0460E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5C2FC2-001F-499C-8D7D-C793226A29FA}"/>
              </a:ext>
            </a:extLst>
          </p:cNvPr>
          <p:cNvSpPr>
            <a:spLocks noGrp="1"/>
          </p:cNvSpPr>
          <p:nvPr/>
        </p:nvSpPr>
        <p:spPr>
          <a:xfrm>
            <a:off x="14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DD4216-B9AD-45A1-B225-0A625C41A117}"/>
              </a:ext>
            </a:extLst>
          </p:cNvPr>
          <p:cNvSpPr>
            <a:spLocks noGrp="1"/>
          </p:cNvSpPr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16F755-C2CB-46EE-BE07-E8C175B98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buNone/>
              <a:defRPr sz="2430" b="0">
                <a:solidFill>
                  <a:srgbClr val="FFFFFF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B7E24-7F8A-456B-A845-E5240A9A1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AC5F54-05A3-416F-9702-C0448A432D5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42900" y="2194561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013">
                <a:solidFill>
                  <a:srgbClr val="FFFFFF"/>
                </a:solidFill>
              </a:defRPr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>
              <a:buNone/>
            </a:pPr>
            <a:r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7CCE24-AEBA-42F8-A2CE-CE37A9DC7EFB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349135" y="4844840"/>
            <a:ext cx="1963883" cy="273844"/>
          </a:xfrm>
        </p:spPr>
        <p:txBody>
          <a:bodyPr/>
          <a:lstStyle>
            <a:lvl1pPr algn="l">
              <a:buNone/>
              <a:defRPr/>
            </a:lvl1pPr>
          </a:lstStyle>
          <a:p>
            <a:r>
              <a:t>June 30, 2016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E0B062-3DA1-48E1-8132-C228F7C5E1DC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600450" y="4844840"/>
            <a:ext cx="3486150" cy="273844"/>
          </a:xfrm>
        </p:spPr>
        <p:txBody>
          <a:bodyPr/>
          <a:lstStyle>
            <a:lvl1pPr algn="l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t>Workshop on “Big Data Learning for Prediction”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F0A2D4-8932-4C6F-B302-C6396CF9CE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</a:lstStyle>
          <a:p>
            <a:fld id="{2D290E3F-05E6-BB47-BF17-0335D0460E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5F2308D-D3EB-408C-AC57-B5B4B130FE04}"/>
              </a:ext>
            </a:extLst>
          </p:cNvPr>
          <p:cNvSpPr>
            <a:spLocks noGrp="1"/>
          </p:cNvSpPr>
          <p:nvPr/>
        </p:nvSpPr>
        <p:spPr>
          <a:xfrm>
            <a:off x="1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5DCA8E-D98D-4AEE-9FE1-EB76D61BA2E4}"/>
              </a:ext>
            </a:extLst>
          </p:cNvPr>
          <p:cNvSpPr>
            <a:spLocks noGrp="1"/>
          </p:cNvSpPr>
          <p:nvPr/>
        </p:nvSpPr>
        <p:spPr>
          <a:xfrm>
            <a:off x="13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66E799-A6F3-4068-9B82-CFA929BD9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5234" cy="617220"/>
          </a:xfrm>
        </p:spPr>
        <p:txBody>
          <a:bodyPr tIns="0" bIns="0" anchor="b">
            <a:noAutofit/>
          </a:bodyPr>
          <a:lstStyle>
            <a:lvl1pPr>
              <a:buNone/>
              <a:defRPr sz="2430" b="0">
                <a:solidFill>
                  <a:srgbClr val="FFFFFF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86E7DB-9C94-4B1F-A194-01225C3D95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3" y="1"/>
            <a:ext cx="9143989" cy="368630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2160"/>
            </a:lvl1pPr>
            <a:lvl2pPr marL="308610" indent="0">
              <a:buNone/>
              <a:defRPr sz="1890"/>
            </a:lvl2pPr>
            <a:lvl3pPr marL="617220" indent="0">
              <a:buNone/>
              <a:defRPr sz="1620"/>
            </a:lvl3pPr>
            <a:lvl4pPr marL="925830" indent="0">
              <a:buNone/>
              <a:defRPr sz="1350"/>
            </a:lvl4pPr>
            <a:lvl5pPr marL="1234440" indent="0">
              <a:buNone/>
              <a:defRPr sz="1350"/>
            </a:lvl5pPr>
            <a:lvl6pPr marL="1543050" indent="0">
              <a:buNone/>
              <a:defRPr sz="1350"/>
            </a:lvl6pPr>
            <a:lvl7pPr marL="1851660" indent="0">
              <a:buNone/>
              <a:defRPr sz="1350"/>
            </a:lvl7pPr>
            <a:lvl8pPr marL="2160270" indent="0">
              <a:buNone/>
              <a:defRPr sz="1350"/>
            </a:lvl8pPr>
            <a:lvl9pPr marL="2468880" indent="0">
              <a:buNone/>
              <a:defRPr sz="1350"/>
            </a:lvl9pPr>
          </a:lstStyle>
          <a:p>
            <a:r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645378-1DE5-4655-90D5-CE483F0038D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22960" y="4430268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05"/>
              </a:spcAft>
              <a:buNone/>
              <a:defRPr sz="1013">
                <a:solidFill>
                  <a:srgbClr val="FFFFFF"/>
                </a:solidFill>
              </a:defRPr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>
              <a:buNone/>
            </a:pPr>
            <a:r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5DB4C5-F52E-41AA-8699-314DE3FB0EE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t>June 30, 2016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7E49B9-B73B-4712-8CF4-E04DED5AB73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Workshop on “Big Data Learning for Prediction”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9D1B77-EB7E-42E4-8C63-74C3C1D515F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D290E3F-05E6-BB47-BF17-0335D0460E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C7330-BC95-4CE1-AF33-358CA12D4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EDD914-ED0E-4B9E-87C0-5BE54456A7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 lIns="45720" tIns="0" rIns="45720" bIns="0"/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532A90-2D5B-416C-9CD9-FD019D2C240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t>June 30, 2016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057EF-2F39-4292-97B4-07C1BEEBB08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Workshop on “Big Data Learning for Prediction”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C40C2-721F-4EF0-9218-1C8F4B664A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D290E3F-05E6-BB47-BF17-0335D0460E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36FE30B-7C70-4DF9-9522-91AE92FC6462}"/>
              </a:ext>
            </a:extLst>
          </p:cNvPr>
          <p:cNvSpPr>
            <a:spLocks noGrp="1"/>
          </p:cNvSpPr>
          <p:nvPr/>
        </p:nvSpPr>
        <p:spPr>
          <a:xfrm>
            <a:off x="2383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342529-5E37-4418-97CA-C21EED741C08}"/>
              </a:ext>
            </a:extLst>
          </p:cNvPr>
          <p:cNvSpPr>
            <a:spLocks noGrp="1"/>
          </p:cNvSpPr>
          <p:nvPr/>
        </p:nvSpPr>
        <p:spPr>
          <a:xfrm>
            <a:off x="13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65BC13-82B0-45DD-B4B7-461D5EE11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3676" y="309227"/>
            <a:ext cx="1971675" cy="4319924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1760B1-AACC-4DBB-8A56-7B7EFD55E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1" y="309227"/>
            <a:ext cx="5800725" cy="4319924"/>
          </a:xfrm>
        </p:spPr>
        <p:txBody>
          <a:bodyPr vert="eaVert" lIns="45720" tIns="0" rIns="45720" bIns="0"/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EFC72-4313-4A3D-BFBF-C3FF27B4809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t>June 30, 2016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E3206-F818-4F64-9E73-EC72076E3D0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Workshop on “Big Data Learning for Prediction”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56B3F-EFA5-4CB7-9E0D-0691DA51CD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D290E3F-05E6-BB47-BF17-0335D0460E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97865B6-6EE7-4E97-AE2C-3DA3A1D596C7}"/>
              </a:ext>
            </a:extLst>
          </p:cNvPr>
          <p:cNvSpPr>
            <a:spLocks noGrp="1"/>
          </p:cNvSpPr>
          <p:nvPr/>
        </p:nvSpPr>
        <p:spPr>
          <a:xfrm>
            <a:off x="1" y="4750738"/>
            <a:ext cx="9144000" cy="498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813B15-E1C3-47AD-9CF5-4533B9FD8A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buNone/>
              <a:defRPr sz="5400" spc="-34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78481F-48DC-4BFB-985B-71A88520A6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5038" y="3341716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620" cap="all" spc="135" baseline="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  <a:lvl2pPr marL="308610" indent="0" algn="ctr">
              <a:buNone/>
              <a:defRPr sz="1620"/>
            </a:lvl2pPr>
            <a:lvl3pPr marL="617220" indent="0" algn="ctr">
              <a:buNone/>
              <a:defRPr sz="1620"/>
            </a:lvl3pPr>
            <a:lvl4pPr marL="925830" indent="0" algn="ctr">
              <a:buNone/>
              <a:defRPr sz="1350"/>
            </a:lvl4pPr>
            <a:lvl5pPr marL="1234440" indent="0" algn="ctr">
              <a:buNone/>
              <a:defRPr sz="1350"/>
            </a:lvl5pPr>
            <a:lvl6pPr marL="1543050" indent="0" algn="ctr">
              <a:buNone/>
              <a:defRPr sz="1350"/>
            </a:lvl6pPr>
            <a:lvl7pPr marL="1851660" indent="0" algn="ctr">
              <a:buNone/>
              <a:defRPr sz="1350"/>
            </a:lvl7pPr>
            <a:lvl8pPr marL="2160270" indent="0" algn="ctr">
              <a:buNone/>
              <a:defRPr sz="1350"/>
            </a:lvl8pPr>
            <a:lvl9pPr marL="2468880" indent="0" algn="ctr">
              <a:buNone/>
              <a:defRPr sz="1350"/>
            </a:lvl9pPr>
          </a:lstStyle>
          <a:p>
            <a:r>
              <a:t>Click to edit Master subtitle style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F7D6DBF1-4D68-49CA-BD16-C445F20C5EB9}"/>
              </a:ext>
            </a:extLst>
          </p:cNvPr>
          <p:cNvSpPr>
            <a:spLocks noGrp="1"/>
          </p:cNvSpPr>
          <p:nvPr/>
        </p:nv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15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74" y="4868549"/>
            <a:ext cx="1725549" cy="23168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0F8F2-00C6-446D-B022-B012063AD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DA6BE-6270-48C0-A093-72038DE7B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640ECF-B61B-405A-BA7B-8FA14B8EAC7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cap="none">
                <a:latin typeface="Palatino"/>
                <a:ea typeface="Palatino"/>
                <a:cs typeface="Palatino"/>
              </a:rPr>
              <a:t>Workshop  on Perspectives &amp; Analysis Methods for Personalized Medicine</a:t>
            </a:r>
          </a:p>
          <a:p>
            <a:r>
              <a:rPr cap="none">
                <a:latin typeface="Palatino"/>
                <a:ea typeface="Palatino"/>
                <a:cs typeface="Palatino"/>
              </a:rPr>
              <a:t>Institute for Mathematical Sciences, National University of Singapore</a:t>
            </a: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86FD3-EC25-472A-B337-DFC057F1926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D290E3F-05E6-BB47-BF17-0335D0460E34}" type="slidenum">
              <a:t>‹#›</a:t>
            </a:fld>
            <a:endParaRPr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CB5F500F-F5BD-41A4-B100-3D58110657CA}"/>
              </a:ext>
            </a:extLst>
          </p:cNvPr>
          <p:cNvSpPr>
            <a:spLocks noGrp="1"/>
          </p:cNvSpPr>
          <p:nvPr/>
        </p:nvSpPr>
        <p:spPr>
          <a:xfrm>
            <a:off x="2039644" y="4835061"/>
            <a:ext cx="2011797" cy="298661"/>
          </a:xfrm>
          <a:prstGeom prst="rect">
            <a:avLst/>
          </a:prstGeom>
        </p:spPr>
        <p:txBody>
          <a:bodyPr vert="horz" lIns="82296" tIns="41148" rIns="82296" bIns="41148" anchor="ctr"/>
          <a:lstStyle>
            <a:lvl1pPr marL="0" algn="l" defTabSz="914400">
              <a:buNone/>
              <a:defRPr sz="1000" b="0" kern="1200">
                <a:solidFill>
                  <a:srgbClr val="0047B0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900"/>
              <a:t>Tian Zheng	 July 13th, 2017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8FBF0E5-CF4A-4C6F-A57F-3D4937DD17D9}"/>
              </a:ext>
            </a:extLst>
          </p:cNvPr>
          <p:cNvSpPr>
            <a:spLocks noGrp="1"/>
          </p:cNvSpPr>
          <p:nvPr/>
        </p:nvSpPr>
        <p:spPr>
          <a:xfrm>
            <a:off x="2383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A23E71-CBA8-4412-B6DD-0D66FD86FAE6}"/>
              </a:ext>
            </a:extLst>
          </p:cNvPr>
          <p:cNvSpPr>
            <a:spLocks noGrp="1"/>
          </p:cNvSpPr>
          <p:nvPr/>
        </p:nvSpPr>
        <p:spPr>
          <a:xfrm>
            <a:off x="13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80EAE7-090A-41C6-9466-0A559FEC0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buNone/>
              <a:defRPr sz="5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BF59DE-638A-4739-9640-3AF7820FC4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>
            <a:normAutofit/>
          </a:bodyPr>
          <a:lstStyle>
            <a:lvl1pPr marL="0" indent="0">
              <a:buNone/>
              <a:defRPr sz="1620" cap="all" spc="135" baseline="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D4F84-BE37-4241-9D70-3F38D9EDD58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t>June 30, 2016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E9901-BB29-4441-90D8-BE65FA95673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Workshop on “Big Data Learning for Prediction”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E858A-B0AB-4158-8BA6-02BA231711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D290E3F-05E6-BB47-BF17-0335D0460E34}" type="slidenum">
              <a:t>‹#›</a:t>
            </a:fld>
            <a:endParaRPr/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CD1EFFEA-F07B-4BD7-927E-6E3BD3666ECE}"/>
              </a:ext>
            </a:extLst>
          </p:cNvPr>
          <p:cNvSpPr>
            <a:spLocks noGrp="1"/>
          </p:cNvSpPr>
          <p:nvPr/>
        </p:nv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E2BE45D-7A78-4952-A549-2D1CB0922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4952"/>
            <a:ext cx="7543800" cy="1088068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28567-B82E-4F93-9939-47988363A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384301"/>
            <a:ext cx="3703320" cy="3017519"/>
          </a:xfrm>
        </p:spPr>
        <p:txBody>
          <a:bodyPr/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F217E-B64C-4121-B689-111C793CD555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63440" y="1384302"/>
            <a:ext cx="3703320" cy="3017520"/>
          </a:xfrm>
        </p:spPr>
        <p:txBody>
          <a:bodyPr/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59A572-CDC9-41AA-A3C1-5CA5CE6AB13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Workshop on “Big Data Learning for Prediction”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19A23A-D4D0-4A2B-A92E-0A878FEEEB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D290E3F-05E6-BB47-BF17-0335D0460E34}" type="slidenum">
              <a:t>‹#›</a:t>
            </a:fld>
            <a:endParaRPr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7E01E914-80AC-451B-AB50-BD88BFA7D732}"/>
              </a:ext>
            </a:extLst>
          </p:cNvPr>
          <p:cNvSpPr>
            <a:spLocks noGrp="1"/>
          </p:cNvSpPr>
          <p:nvPr>
            <p:ph type="dt" idx="13"/>
          </p:nvPr>
        </p:nvSpPr>
        <p:spPr>
          <a:xfrm>
            <a:off x="2039644" y="4835061"/>
            <a:ext cx="2011797" cy="298661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00" b="0">
                <a:solidFill>
                  <a:srgbClr val="0047B0"/>
                </a:solidFill>
              </a:defRPr>
            </a:lvl1pPr>
          </a:lstStyle>
          <a:p>
            <a:r>
              <a:t>Tian Zheng	 July 13th, 2017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3C7E3C9C-9A35-44D6-8BF8-512340409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4952"/>
            <a:ext cx="7543800" cy="1088068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1A66C2-B92D-4CBC-9F1D-774CEB27D5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1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350" b="0" cap="all" baseline="0">
                <a:solidFill>
                  <a:schemeClr val="tx2"/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>
              <a:buNone/>
            </a:pPr>
            <a:r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313A74-7EDD-4EFA-9F55-DE0D6C9FD03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22960" y="1936752"/>
            <a:ext cx="3703320" cy="2465070"/>
          </a:xfrm>
        </p:spPr>
        <p:txBody>
          <a:bodyPr/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DE5856-9687-49A8-BBF3-9E03A6ED5CF7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63440" y="1384539"/>
            <a:ext cx="3703320" cy="552211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350" b="0" cap="all" baseline="0">
                <a:solidFill>
                  <a:schemeClr val="tx2"/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>
              <a:buNone/>
            </a:pPr>
            <a:r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102C5B-0C9B-460B-B558-004AE25D7BA0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63440" y="1936751"/>
            <a:ext cx="3703320" cy="2465070"/>
          </a:xfrm>
        </p:spPr>
        <p:txBody>
          <a:bodyPr/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BA81F-7304-4D9A-8DBA-1EBFDA72C94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t>June 30, 2016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BE12A3-1184-45BD-8D33-5D5B7E0D6FA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Workshop on “Big Data Learning for Prediction”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C4E55F-08C3-48B3-9865-4546B945E3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D290E3F-05E6-BB47-BF17-0335D0460E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C38C4-AACB-478E-A437-B47D2247A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B4AFD6-DA9E-4674-A75C-4B9C2458DE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cap="none">
                <a:latin typeface="Palatino"/>
                <a:ea typeface="Palatino"/>
                <a:cs typeface="Palatino"/>
              </a:rPr>
              <a:t>Workshop  on Perspectives &amp; Analysis Methods for Personalized Medicine</a:t>
            </a:r>
          </a:p>
          <a:p>
            <a:r>
              <a:rPr cap="none">
                <a:latin typeface="Palatino"/>
                <a:ea typeface="Palatino"/>
                <a:cs typeface="Palatino"/>
              </a:rPr>
              <a:t>Institute for Mathematical Sciences, National University of Singapore</a:t>
            </a:r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E1BC57-22E1-4836-AF41-49E5A64268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D290E3F-05E6-BB47-BF17-0335D0460E34}" type="slidenum">
              <a:t>‹#›</a:t>
            </a:fld>
            <a:endParaRPr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2C19F932-6DB0-4208-8FCA-01C0B90DA398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2039644" y="4835061"/>
            <a:ext cx="2011797" cy="298661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00" b="0">
                <a:solidFill>
                  <a:srgbClr val="0047B0"/>
                </a:solidFill>
              </a:defRPr>
            </a:lvl1pPr>
          </a:lstStyle>
          <a:p>
            <a:r>
              <a:t>Tian Zheng	 July 13th, 2017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827C8BD-3BE3-4EDA-93F2-85FEBABBCDB5}"/>
              </a:ext>
            </a:extLst>
          </p:cNvPr>
          <p:cNvSpPr>
            <a:spLocks noGrp="1"/>
          </p:cNvSpPr>
          <p:nvPr/>
        </p:nvSpPr>
        <p:spPr>
          <a:xfrm>
            <a:off x="2383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D61841-F999-4E4A-AE0C-7965715F29E1}"/>
              </a:ext>
            </a:extLst>
          </p:cNvPr>
          <p:cNvSpPr>
            <a:spLocks noGrp="1"/>
          </p:cNvSpPr>
          <p:nvPr/>
        </p:nvSpPr>
        <p:spPr>
          <a:xfrm>
            <a:off x="13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F07D44-300E-433F-8CE5-D21970B820A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t>June 30, 2016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F7F25B-8E09-42B9-9CE8-89C378B9BB4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>
                <a:solidFill>
                  <a:srgbClr val="FFFFFF"/>
                </a:solidFill>
              </a:defRPr>
            </a:lvl1pPr>
          </a:lstStyle>
          <a:p>
            <a:r>
              <a:t>Workshop on “Big Data Learning for Prediction”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7F1120-ED7E-4F59-868F-138C85ABF9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D290E3F-05E6-BB47-BF17-0335D0460E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28B4E11-DEB3-4682-9EC3-F5162170EE99}"/>
              </a:ext>
            </a:extLst>
          </p:cNvPr>
          <p:cNvSpPr>
            <a:spLocks noGrp="1"/>
          </p:cNvSpPr>
          <p:nvPr/>
        </p:nvSpPr>
        <p:spPr>
          <a:xfrm>
            <a:off x="14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ABDA54-8B44-4954-9F98-F9DFBCBACA4E}"/>
              </a:ext>
            </a:extLst>
          </p:cNvPr>
          <p:cNvSpPr>
            <a:spLocks noGrp="1"/>
          </p:cNvSpPr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074A4B-4508-4E37-A907-133A3F511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buNone/>
              <a:defRPr sz="2430" b="0">
                <a:solidFill>
                  <a:srgbClr val="FFFFFF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14C93-A47B-45AF-8A63-9B679D84A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6C5392-063B-4C8C-BF24-313CCCC36AC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42900" y="2194561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013">
                <a:solidFill>
                  <a:srgbClr val="FFFFFF"/>
                </a:solidFill>
              </a:defRPr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>
              <a:buNone/>
            </a:pPr>
            <a:r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D2498A-A0AB-478C-A32D-A00BE3065668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349135" y="4844840"/>
            <a:ext cx="1963883" cy="273844"/>
          </a:xfrm>
        </p:spPr>
        <p:txBody>
          <a:bodyPr/>
          <a:lstStyle>
            <a:lvl1pPr algn="l">
              <a:buNone/>
              <a:defRPr/>
            </a:lvl1pPr>
          </a:lstStyle>
          <a:p>
            <a:r>
              <a:t>June 30, 2016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3B5D95-7CC9-47DD-9235-20E6B8B889E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600450" y="4844840"/>
            <a:ext cx="3486150" cy="273844"/>
          </a:xfrm>
        </p:spPr>
        <p:txBody>
          <a:bodyPr/>
          <a:lstStyle>
            <a:lvl1pPr algn="l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t>Workshop on “Big Data Learning for Prediction”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D01682-F412-47C6-8DC0-39CD621331D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</a:lstStyle>
          <a:p>
            <a:fld id="{2D290E3F-05E6-BB47-BF17-0335D0460E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F3D50F-62CB-4623-8764-9CF5DCE824CD}"/>
              </a:ext>
            </a:extLst>
          </p:cNvPr>
          <p:cNvSpPr>
            <a:spLocks noGrp="1"/>
          </p:cNvSpPr>
          <p:nvPr/>
        </p:nvSpPr>
        <p:spPr>
          <a:xfrm>
            <a:off x="1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1E3627-D863-4E70-8BE4-04B9DD249079}"/>
              </a:ext>
            </a:extLst>
          </p:cNvPr>
          <p:cNvSpPr>
            <a:spLocks noGrp="1"/>
          </p:cNvSpPr>
          <p:nvPr/>
        </p:nvSpPr>
        <p:spPr>
          <a:xfrm>
            <a:off x="13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187708-7836-458F-A364-56450BF78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5234" cy="617220"/>
          </a:xfrm>
        </p:spPr>
        <p:txBody>
          <a:bodyPr tIns="0" bIns="0" anchor="b">
            <a:noAutofit/>
          </a:bodyPr>
          <a:lstStyle>
            <a:lvl1pPr>
              <a:buNone/>
              <a:defRPr sz="2430" b="0">
                <a:solidFill>
                  <a:srgbClr val="FFFFFF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EBA03F-7FBD-4F21-86C6-BF1C46A5B0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3" y="1"/>
            <a:ext cx="9143989" cy="368630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2160"/>
            </a:lvl1pPr>
            <a:lvl2pPr marL="308610" indent="0">
              <a:buNone/>
              <a:defRPr sz="1890"/>
            </a:lvl2pPr>
            <a:lvl3pPr marL="617220" indent="0">
              <a:buNone/>
              <a:defRPr sz="1620"/>
            </a:lvl3pPr>
            <a:lvl4pPr marL="925830" indent="0">
              <a:buNone/>
              <a:defRPr sz="1350"/>
            </a:lvl4pPr>
            <a:lvl5pPr marL="1234440" indent="0">
              <a:buNone/>
              <a:defRPr sz="1350"/>
            </a:lvl5pPr>
            <a:lvl6pPr marL="1543050" indent="0">
              <a:buNone/>
              <a:defRPr sz="1350"/>
            </a:lvl6pPr>
            <a:lvl7pPr marL="1851660" indent="0">
              <a:buNone/>
              <a:defRPr sz="1350"/>
            </a:lvl7pPr>
            <a:lvl8pPr marL="2160270" indent="0">
              <a:buNone/>
              <a:defRPr sz="1350"/>
            </a:lvl8pPr>
            <a:lvl9pPr marL="2468880" indent="0">
              <a:buNone/>
              <a:defRPr sz="1350"/>
            </a:lvl9pPr>
          </a:lstStyle>
          <a:p>
            <a:r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4C59F4-4554-4D4D-BB25-23403AF5252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22960" y="4430268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05"/>
              </a:spcAft>
              <a:buNone/>
              <a:defRPr sz="1013">
                <a:solidFill>
                  <a:srgbClr val="FFFFFF"/>
                </a:solidFill>
              </a:defRPr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>
              <a:buNone/>
            </a:pPr>
            <a:r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94B84-A752-4E86-A51E-8DBA9B51730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t>June 30, 2016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D43603-285A-4A03-8CFF-B40998A27D6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Workshop on “Big Data Learning for Prediction”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366453-6D85-4E09-A9FC-1ABF9895B8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D290E3F-05E6-BB47-BF17-0335D0460E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DC998-F885-4B09-BB65-F10A0613B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09448A-5DD0-45BE-BD44-B9E9414312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 lIns="45720" tIns="0" rIns="45720" bIns="0"/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DF426-FF92-40D0-AB30-C6FF3D1FB6A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Workshop on “Big Data Learning for Prediction”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5F913-67F8-4BCB-9F63-7B3D57895DD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D290E3F-05E6-BB47-BF17-0335D0460E34}" type="slidenum">
              <a:t>‹#›</a:t>
            </a:fld>
            <a:endParaRPr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D812F198-8521-4895-A9CC-B0847C8D630A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2039644" y="4835061"/>
            <a:ext cx="2011797" cy="298661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00" b="0">
                <a:solidFill>
                  <a:srgbClr val="0047B0"/>
                </a:solidFill>
              </a:defRPr>
            </a:lvl1pPr>
          </a:lstStyle>
          <a:p>
            <a:r>
              <a:t>Tian Zheng	 July 13th, 2017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C200B66-EA5F-467F-A57D-2CBD2ABA0FD5}"/>
              </a:ext>
            </a:extLst>
          </p:cNvPr>
          <p:cNvSpPr>
            <a:spLocks noGrp="1"/>
          </p:cNvSpPr>
          <p:nvPr/>
        </p:nvSpPr>
        <p:spPr>
          <a:xfrm>
            <a:off x="2383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473E2B-5FC6-4DCF-BF92-E501DD5F3FB5}"/>
              </a:ext>
            </a:extLst>
          </p:cNvPr>
          <p:cNvSpPr>
            <a:spLocks noGrp="1"/>
          </p:cNvSpPr>
          <p:nvPr/>
        </p:nvSpPr>
        <p:spPr>
          <a:xfrm>
            <a:off x="13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1FBB03-C54E-453C-8C8E-0C3A631C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3676" y="309227"/>
            <a:ext cx="1971675" cy="4319924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A7ABC4-CEB7-45C7-AB15-2819E8567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1" y="309227"/>
            <a:ext cx="5800725" cy="4319924"/>
          </a:xfrm>
        </p:spPr>
        <p:txBody>
          <a:bodyPr vert="eaVert" lIns="45720" tIns="0" rIns="45720" bIns="0"/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5E544F-6EF8-4826-844A-381ECFD3B93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t>June 30, 2016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9B324-0F0E-4595-A55E-E34E97D1E9F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Workshop on “Big Data Learning for Prediction”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84577-2680-4231-80C8-EDA9810896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D290E3F-05E6-BB47-BF17-0335D0460E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eep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2927F7C-53AC-400F-8DAD-235A2AF61FB8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0" y="1"/>
            <a:ext cx="9144000" cy="471011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2D74F39-96DB-4808-8693-9F55A9D7DB98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0" y="1172309"/>
            <a:ext cx="5802922" cy="3971191"/>
          </a:xfrm>
          <a:prstGeom prst="rect">
            <a:avLst/>
          </a:prstGeom>
          <a:solidFill>
            <a:schemeClr val="tx2"/>
          </a:solidFill>
        </p:spPr>
        <p:txBody>
          <a:bodyPr lIns="502920" tIns="274320" rIns="457200" bIns="457200"/>
          <a:lstStyle>
            <a:lvl1pPr marL="0" indent="0">
              <a:lnSpc>
                <a:spcPct val="100000"/>
              </a:lnSpc>
              <a:buNone/>
              <a:defRPr sz="30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0" indent="0">
              <a:spcBef>
                <a:spcPts val="900"/>
              </a:spcBef>
              <a:buNone/>
              <a:defRPr sz="1500">
                <a:solidFill>
                  <a:srgbClr val="7899F2"/>
                </a:solidFill>
                <a:latin typeface="+mj-lt"/>
                <a:ea typeface="+mj-lt"/>
                <a:cs typeface="+mj-lt"/>
              </a:defRPr>
            </a:lvl2pPr>
            <a:lvl3pPr marL="457189" indent="0">
              <a:buNone/>
              <a:defRPr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3pPr>
            <a:lvl4pPr marL="692133" indent="0">
              <a:buNone/>
              <a:defRPr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4pPr>
            <a:lvl5pPr marL="914378" indent="0">
              <a:buNone/>
              <a:defRPr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9C4DB6-1919-46A2-89AF-2224B27288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5780" y="3566160"/>
            <a:ext cx="4846320" cy="156646"/>
          </a:xfrm>
        </p:spPr>
        <p:txBody>
          <a:bodyPr anchor="b">
            <a:spAutoFit/>
          </a:bodyPr>
          <a:lstStyle>
            <a:lvl1pPr marL="0" indent="0" algn="l">
              <a:buNone/>
              <a:defRPr sz="1000" i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t>Click to edit Master subtitle style</a:t>
            </a:r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6EF64205-A64B-4137-BA41-5E5CFE0F359E}"/>
              </a:ext>
            </a:extLst>
          </p:cNvPr>
          <p:cNvSpPr>
            <a:spLocks noGrp="1"/>
          </p:cNvSpPr>
          <p:nvPr/>
        </p:nvSpPr>
        <p:spPr>
          <a:xfrm>
            <a:off x="482707" y="433839"/>
            <a:ext cx="2192207" cy="410518"/>
          </a:xfrm>
          <a:custGeom>
            <a:avLst/>
            <a:gdLst>
              <a:gd name="T0" fmla="*/ 225 w 1440"/>
              <a:gd name="T1" fmla="*/ 110 h 267"/>
              <a:gd name="T2" fmla="*/ 317 w 1440"/>
              <a:gd name="T3" fmla="*/ 7 h 267"/>
              <a:gd name="T4" fmla="*/ 475 w 1440"/>
              <a:gd name="T5" fmla="*/ 19 h 267"/>
              <a:gd name="T6" fmla="*/ 830 w 1440"/>
              <a:gd name="T7" fmla="*/ 7 h 267"/>
              <a:gd name="T8" fmla="*/ 130 w 1440"/>
              <a:gd name="T9" fmla="*/ 210 h 267"/>
              <a:gd name="T10" fmla="*/ 437 w 1440"/>
              <a:gd name="T11" fmla="*/ 209 h 267"/>
              <a:gd name="T12" fmla="*/ 493 w 1440"/>
              <a:gd name="T13" fmla="*/ 198 h 267"/>
              <a:gd name="T14" fmla="*/ 866 w 1440"/>
              <a:gd name="T15" fmla="*/ 171 h 267"/>
              <a:gd name="T16" fmla="*/ 737 w 1440"/>
              <a:gd name="T17" fmla="*/ 261 h 267"/>
              <a:gd name="T18" fmla="*/ 958 w 1440"/>
              <a:gd name="T19" fmla="*/ 172 h 267"/>
              <a:gd name="T20" fmla="*/ 906 w 1440"/>
              <a:gd name="T21" fmla="*/ 254 h 267"/>
              <a:gd name="T22" fmla="*/ 309 w 1440"/>
              <a:gd name="T23" fmla="*/ 260 h 267"/>
              <a:gd name="T24" fmla="*/ 1053 w 1440"/>
              <a:gd name="T25" fmla="*/ 31 h 267"/>
              <a:gd name="T26" fmla="*/ 1075 w 1440"/>
              <a:gd name="T27" fmla="*/ 44 h 267"/>
              <a:gd name="T28" fmla="*/ 1091 w 1440"/>
              <a:gd name="T29" fmla="*/ 22 h 267"/>
              <a:gd name="T30" fmla="*/ 1107 w 1440"/>
              <a:gd name="T31" fmla="*/ 27 h 267"/>
              <a:gd name="T32" fmla="*/ 1125 w 1440"/>
              <a:gd name="T33" fmla="*/ 55 h 267"/>
              <a:gd name="T34" fmla="*/ 1159 w 1440"/>
              <a:gd name="T35" fmla="*/ 53 h 267"/>
              <a:gd name="T36" fmla="*/ 1160 w 1440"/>
              <a:gd name="T37" fmla="*/ 57 h 267"/>
              <a:gd name="T38" fmla="*/ 1177 w 1440"/>
              <a:gd name="T39" fmla="*/ 23 h 267"/>
              <a:gd name="T40" fmla="*/ 1207 w 1440"/>
              <a:gd name="T41" fmla="*/ 58 h 267"/>
              <a:gd name="T42" fmla="*/ 1245 w 1440"/>
              <a:gd name="T43" fmla="*/ 27 h 267"/>
              <a:gd name="T44" fmla="*/ 1225 w 1440"/>
              <a:gd name="T45" fmla="*/ 43 h 267"/>
              <a:gd name="T46" fmla="*/ 1271 w 1440"/>
              <a:gd name="T47" fmla="*/ 19 h 267"/>
              <a:gd name="T48" fmla="*/ 1259 w 1440"/>
              <a:gd name="T49" fmla="*/ 32 h 267"/>
              <a:gd name="T50" fmla="*/ 1290 w 1440"/>
              <a:gd name="T51" fmla="*/ 54 h 267"/>
              <a:gd name="T52" fmla="*/ 1310 w 1440"/>
              <a:gd name="T53" fmla="*/ 25 h 267"/>
              <a:gd name="T54" fmla="*/ 1059 w 1440"/>
              <a:gd name="T55" fmla="*/ 110 h 267"/>
              <a:gd name="T56" fmla="*/ 1099 w 1440"/>
              <a:gd name="T57" fmla="*/ 134 h 267"/>
              <a:gd name="T58" fmla="*/ 1120 w 1440"/>
              <a:gd name="T59" fmla="*/ 156 h 267"/>
              <a:gd name="T60" fmla="*/ 1141 w 1440"/>
              <a:gd name="T61" fmla="*/ 123 h 267"/>
              <a:gd name="T62" fmla="*/ 1148 w 1440"/>
              <a:gd name="T63" fmla="*/ 175 h 267"/>
              <a:gd name="T64" fmla="*/ 1184 w 1440"/>
              <a:gd name="T65" fmla="*/ 119 h 267"/>
              <a:gd name="T66" fmla="*/ 1181 w 1440"/>
              <a:gd name="T67" fmla="*/ 153 h 267"/>
              <a:gd name="T68" fmla="*/ 1201 w 1440"/>
              <a:gd name="T69" fmla="*/ 125 h 267"/>
              <a:gd name="T70" fmla="*/ 1230 w 1440"/>
              <a:gd name="T71" fmla="*/ 157 h 267"/>
              <a:gd name="T72" fmla="*/ 1260 w 1440"/>
              <a:gd name="T73" fmla="*/ 154 h 267"/>
              <a:gd name="T74" fmla="*/ 1261 w 1440"/>
              <a:gd name="T75" fmla="*/ 158 h 267"/>
              <a:gd name="T76" fmla="*/ 1284 w 1440"/>
              <a:gd name="T77" fmla="*/ 152 h 267"/>
              <a:gd name="T78" fmla="*/ 1294 w 1440"/>
              <a:gd name="T79" fmla="*/ 123 h 267"/>
              <a:gd name="T80" fmla="*/ 1317 w 1440"/>
              <a:gd name="T81" fmla="*/ 125 h 267"/>
              <a:gd name="T82" fmla="*/ 1342 w 1440"/>
              <a:gd name="T83" fmla="*/ 121 h 267"/>
              <a:gd name="T84" fmla="*/ 1351 w 1440"/>
              <a:gd name="T85" fmla="*/ 112 h 267"/>
              <a:gd name="T86" fmla="*/ 1364 w 1440"/>
              <a:gd name="T87" fmla="*/ 159 h 267"/>
              <a:gd name="T88" fmla="*/ 1399 w 1440"/>
              <a:gd name="T89" fmla="*/ 156 h 267"/>
              <a:gd name="T90" fmla="*/ 1432 w 1440"/>
              <a:gd name="T91" fmla="*/ 120 h 267"/>
              <a:gd name="T92" fmla="*/ 1410 w 1440"/>
              <a:gd name="T93" fmla="*/ 176 h 267"/>
              <a:gd name="T94" fmla="*/ 1076 w 1440"/>
              <a:gd name="T95" fmla="*/ 242 h 267"/>
              <a:gd name="T96" fmla="*/ 1062 w 1440"/>
              <a:gd name="T97" fmla="*/ 225 h 267"/>
              <a:gd name="T98" fmla="*/ 1091 w 1440"/>
              <a:gd name="T99" fmla="*/ 208 h 267"/>
              <a:gd name="T100" fmla="*/ 1112 w 1440"/>
              <a:gd name="T101" fmla="*/ 233 h 267"/>
              <a:gd name="T102" fmla="*/ 1128 w 1440"/>
              <a:gd name="T103" fmla="*/ 224 h 267"/>
              <a:gd name="T104" fmla="*/ 1168 w 1440"/>
              <a:gd name="T105" fmla="*/ 255 h 267"/>
              <a:gd name="T106" fmla="*/ 1154 w 1440"/>
              <a:gd name="T107" fmla="*/ 236 h 267"/>
              <a:gd name="T108" fmla="*/ 1203 w 1440"/>
              <a:gd name="T109" fmla="*/ 256 h 267"/>
              <a:gd name="T110" fmla="*/ 1200 w 1440"/>
              <a:gd name="T111" fmla="*/ 213 h 267"/>
              <a:gd name="T112" fmla="*/ 1227 w 1440"/>
              <a:gd name="T113" fmla="*/ 256 h 267"/>
              <a:gd name="T114" fmla="*/ 1249 w 1440"/>
              <a:gd name="T115" fmla="*/ 260 h 267"/>
              <a:gd name="T116" fmla="*/ 1255 w 1440"/>
              <a:gd name="T117" fmla="*/ 205 h 267"/>
              <a:gd name="T118" fmla="*/ 1297 w 1440"/>
              <a:gd name="T119" fmla="*/ 226 h 267"/>
              <a:gd name="T120" fmla="*/ 1303 w 1440"/>
              <a:gd name="T121" fmla="*/ 243 h 267"/>
              <a:gd name="T122" fmla="*/ 1344 w 1440"/>
              <a:gd name="T123" fmla="*/ 229 h 267"/>
              <a:gd name="T124" fmla="*/ 1328 w 1440"/>
              <a:gd name="T125" fmla="*/ 239 h 267"/>
            </a:gdLst>
            <a:ahLst/>
            <a:cxnLst/>
            <a:rect l="0" t="0" r="r" b="b"/>
            <a:pathLst>
              <a:path w="1440" h="267">
                <a:moveTo>
                  <a:pt x="17" y="110"/>
                </a:moveTo>
                <a:cubicBezTo>
                  <a:pt x="3" y="110"/>
                  <a:pt x="3" y="110"/>
                  <a:pt x="3" y="110"/>
                </a:cubicBezTo>
                <a:cubicBezTo>
                  <a:pt x="3" y="1"/>
                  <a:pt x="3" y="1"/>
                  <a:pt x="3" y="1"/>
                </a:cubicBezTo>
                <a:cubicBezTo>
                  <a:pt x="81" y="83"/>
                  <a:pt x="81" y="83"/>
                  <a:pt x="81" y="83"/>
                </a:cubicBezTo>
                <a:cubicBezTo>
                  <a:pt x="81" y="7"/>
                  <a:pt x="81" y="7"/>
                  <a:pt x="81" y="7"/>
                </a:cubicBezTo>
                <a:cubicBezTo>
                  <a:pt x="95" y="7"/>
                  <a:pt x="95" y="7"/>
                  <a:pt x="95" y="7"/>
                </a:cubicBezTo>
                <a:cubicBezTo>
                  <a:pt x="95" y="117"/>
                  <a:pt x="95" y="117"/>
                  <a:pt x="95" y="117"/>
                </a:cubicBezTo>
                <a:cubicBezTo>
                  <a:pt x="17" y="35"/>
                  <a:pt x="17" y="35"/>
                  <a:pt x="17" y="35"/>
                </a:cubicBezTo>
                <a:lnTo>
                  <a:pt x="17" y="110"/>
                </a:lnTo>
                <a:close/>
                <a:moveTo>
                  <a:pt x="130" y="110"/>
                </a:moveTo>
                <a:cubicBezTo>
                  <a:pt x="145" y="110"/>
                  <a:pt x="145" y="110"/>
                  <a:pt x="145" y="110"/>
                </a:cubicBezTo>
                <a:cubicBezTo>
                  <a:pt x="178" y="33"/>
                  <a:pt x="178" y="33"/>
                  <a:pt x="178" y="33"/>
                </a:cubicBezTo>
                <a:cubicBezTo>
                  <a:pt x="210" y="109"/>
                  <a:pt x="210" y="109"/>
                  <a:pt x="210" y="109"/>
                </a:cubicBezTo>
                <a:cubicBezTo>
                  <a:pt x="210" y="110"/>
                  <a:pt x="210" y="110"/>
                  <a:pt x="210" y="110"/>
                </a:cubicBezTo>
                <a:cubicBezTo>
                  <a:pt x="225" y="110"/>
                  <a:pt x="225" y="110"/>
                  <a:pt x="225" y="110"/>
                </a:cubicBezTo>
                <a:cubicBezTo>
                  <a:pt x="178" y="0"/>
                  <a:pt x="178" y="0"/>
                  <a:pt x="178" y="0"/>
                </a:cubicBezTo>
                <a:lnTo>
                  <a:pt x="130" y="110"/>
                </a:lnTo>
                <a:close/>
                <a:moveTo>
                  <a:pt x="700" y="110"/>
                </a:moveTo>
                <a:cubicBezTo>
                  <a:pt x="715" y="110"/>
                  <a:pt x="715" y="110"/>
                  <a:pt x="715" y="110"/>
                </a:cubicBezTo>
                <a:cubicBezTo>
                  <a:pt x="748" y="33"/>
                  <a:pt x="748" y="33"/>
                  <a:pt x="748" y="33"/>
                </a:cubicBezTo>
                <a:cubicBezTo>
                  <a:pt x="780" y="109"/>
                  <a:pt x="780" y="109"/>
                  <a:pt x="780" y="109"/>
                </a:cubicBezTo>
                <a:cubicBezTo>
                  <a:pt x="780" y="110"/>
                  <a:pt x="780" y="110"/>
                  <a:pt x="780" y="110"/>
                </a:cubicBezTo>
                <a:cubicBezTo>
                  <a:pt x="795" y="110"/>
                  <a:pt x="795" y="110"/>
                  <a:pt x="795" y="110"/>
                </a:cubicBezTo>
                <a:cubicBezTo>
                  <a:pt x="748" y="0"/>
                  <a:pt x="748" y="0"/>
                  <a:pt x="748" y="0"/>
                </a:cubicBezTo>
                <a:lnTo>
                  <a:pt x="700" y="110"/>
                </a:lnTo>
                <a:close/>
                <a:moveTo>
                  <a:pt x="273" y="110"/>
                </a:moveTo>
                <a:cubicBezTo>
                  <a:pt x="286" y="110"/>
                  <a:pt x="286" y="110"/>
                  <a:pt x="286" y="110"/>
                </a:cubicBezTo>
                <a:cubicBezTo>
                  <a:pt x="286" y="20"/>
                  <a:pt x="286" y="20"/>
                  <a:pt x="286" y="20"/>
                </a:cubicBezTo>
                <a:cubicBezTo>
                  <a:pt x="317" y="20"/>
                  <a:pt x="317" y="20"/>
                  <a:pt x="317" y="20"/>
                </a:cubicBezTo>
                <a:cubicBezTo>
                  <a:pt x="317" y="7"/>
                  <a:pt x="317" y="7"/>
                  <a:pt x="317" y="7"/>
                </a:cubicBezTo>
                <a:cubicBezTo>
                  <a:pt x="242" y="7"/>
                  <a:pt x="242" y="7"/>
                  <a:pt x="242" y="7"/>
                </a:cubicBezTo>
                <a:cubicBezTo>
                  <a:pt x="242" y="20"/>
                  <a:pt x="242" y="20"/>
                  <a:pt x="242" y="20"/>
                </a:cubicBezTo>
                <a:cubicBezTo>
                  <a:pt x="273" y="20"/>
                  <a:pt x="273" y="20"/>
                  <a:pt x="273" y="20"/>
                </a:cubicBezTo>
                <a:lnTo>
                  <a:pt x="273" y="110"/>
                </a:lnTo>
                <a:close/>
                <a:moveTo>
                  <a:pt x="374" y="7"/>
                </a:moveTo>
                <a:cubicBezTo>
                  <a:pt x="360" y="7"/>
                  <a:pt x="360" y="7"/>
                  <a:pt x="360" y="7"/>
                </a:cubicBezTo>
                <a:cubicBezTo>
                  <a:pt x="360" y="110"/>
                  <a:pt x="360" y="110"/>
                  <a:pt x="360" y="110"/>
                </a:cubicBezTo>
                <a:cubicBezTo>
                  <a:pt x="374" y="110"/>
                  <a:pt x="374" y="110"/>
                  <a:pt x="374" y="110"/>
                </a:cubicBezTo>
                <a:lnTo>
                  <a:pt x="374" y="7"/>
                </a:lnTo>
                <a:close/>
                <a:moveTo>
                  <a:pt x="475" y="112"/>
                </a:moveTo>
                <a:cubicBezTo>
                  <a:pt x="445" y="112"/>
                  <a:pt x="421" y="88"/>
                  <a:pt x="421" y="59"/>
                </a:cubicBezTo>
                <a:cubicBezTo>
                  <a:pt x="421" y="29"/>
                  <a:pt x="445" y="5"/>
                  <a:pt x="475" y="5"/>
                </a:cubicBezTo>
                <a:cubicBezTo>
                  <a:pt x="505" y="5"/>
                  <a:pt x="528" y="29"/>
                  <a:pt x="528" y="59"/>
                </a:cubicBezTo>
                <a:cubicBezTo>
                  <a:pt x="528" y="88"/>
                  <a:pt x="505" y="112"/>
                  <a:pt x="475" y="112"/>
                </a:cubicBezTo>
                <a:close/>
                <a:moveTo>
                  <a:pt x="475" y="19"/>
                </a:moveTo>
                <a:cubicBezTo>
                  <a:pt x="453" y="19"/>
                  <a:pt x="435" y="37"/>
                  <a:pt x="435" y="59"/>
                </a:cubicBezTo>
                <a:cubicBezTo>
                  <a:pt x="435" y="81"/>
                  <a:pt x="453" y="99"/>
                  <a:pt x="475" y="99"/>
                </a:cubicBezTo>
                <a:cubicBezTo>
                  <a:pt x="497" y="99"/>
                  <a:pt x="514" y="81"/>
                  <a:pt x="514" y="59"/>
                </a:cubicBezTo>
                <a:cubicBezTo>
                  <a:pt x="514" y="37"/>
                  <a:pt x="497" y="19"/>
                  <a:pt x="475" y="19"/>
                </a:cubicBezTo>
                <a:close/>
                <a:moveTo>
                  <a:pt x="586" y="35"/>
                </a:moveTo>
                <a:cubicBezTo>
                  <a:pt x="664" y="117"/>
                  <a:pt x="664" y="117"/>
                  <a:pt x="664" y="117"/>
                </a:cubicBezTo>
                <a:cubicBezTo>
                  <a:pt x="664" y="7"/>
                  <a:pt x="664" y="7"/>
                  <a:pt x="664" y="7"/>
                </a:cubicBezTo>
                <a:cubicBezTo>
                  <a:pt x="650" y="7"/>
                  <a:pt x="650" y="7"/>
                  <a:pt x="650" y="7"/>
                </a:cubicBezTo>
                <a:cubicBezTo>
                  <a:pt x="650" y="83"/>
                  <a:pt x="650" y="83"/>
                  <a:pt x="650" y="83"/>
                </a:cubicBezTo>
                <a:cubicBezTo>
                  <a:pt x="572" y="1"/>
                  <a:pt x="572" y="1"/>
                  <a:pt x="572" y="1"/>
                </a:cubicBezTo>
                <a:cubicBezTo>
                  <a:pt x="572" y="110"/>
                  <a:pt x="572" y="110"/>
                  <a:pt x="572" y="110"/>
                </a:cubicBezTo>
                <a:cubicBezTo>
                  <a:pt x="586" y="110"/>
                  <a:pt x="586" y="110"/>
                  <a:pt x="586" y="110"/>
                </a:cubicBezTo>
                <a:lnTo>
                  <a:pt x="586" y="35"/>
                </a:lnTo>
                <a:close/>
                <a:moveTo>
                  <a:pt x="843" y="7"/>
                </a:moveTo>
                <a:cubicBezTo>
                  <a:pt x="830" y="7"/>
                  <a:pt x="830" y="7"/>
                  <a:pt x="830" y="7"/>
                </a:cubicBezTo>
                <a:cubicBezTo>
                  <a:pt x="830" y="110"/>
                  <a:pt x="830" y="110"/>
                  <a:pt x="830" y="110"/>
                </a:cubicBezTo>
                <a:cubicBezTo>
                  <a:pt x="885" y="110"/>
                  <a:pt x="885" y="110"/>
                  <a:pt x="885" y="110"/>
                </a:cubicBezTo>
                <a:cubicBezTo>
                  <a:pt x="885" y="97"/>
                  <a:pt x="885" y="97"/>
                  <a:pt x="885" y="97"/>
                </a:cubicBezTo>
                <a:cubicBezTo>
                  <a:pt x="843" y="97"/>
                  <a:pt x="843" y="97"/>
                  <a:pt x="843" y="97"/>
                </a:cubicBezTo>
                <a:lnTo>
                  <a:pt x="843" y="7"/>
                </a:lnTo>
                <a:close/>
                <a:moveTo>
                  <a:pt x="169" y="156"/>
                </a:moveTo>
                <a:cubicBezTo>
                  <a:pt x="139" y="156"/>
                  <a:pt x="116" y="179"/>
                  <a:pt x="116" y="209"/>
                </a:cubicBezTo>
                <a:cubicBezTo>
                  <a:pt x="116" y="240"/>
                  <a:pt x="139" y="262"/>
                  <a:pt x="169" y="262"/>
                </a:cubicBezTo>
                <a:cubicBezTo>
                  <a:pt x="175" y="262"/>
                  <a:pt x="188" y="261"/>
                  <a:pt x="200" y="252"/>
                </a:cubicBezTo>
                <a:cubicBezTo>
                  <a:pt x="200" y="252"/>
                  <a:pt x="200" y="252"/>
                  <a:pt x="200" y="252"/>
                </a:cubicBezTo>
                <a:cubicBezTo>
                  <a:pt x="200" y="234"/>
                  <a:pt x="200" y="234"/>
                  <a:pt x="200" y="234"/>
                </a:cubicBezTo>
                <a:cubicBezTo>
                  <a:pt x="198" y="236"/>
                  <a:pt x="198" y="236"/>
                  <a:pt x="198" y="236"/>
                </a:cubicBezTo>
                <a:cubicBezTo>
                  <a:pt x="196" y="239"/>
                  <a:pt x="192" y="242"/>
                  <a:pt x="187" y="245"/>
                </a:cubicBezTo>
                <a:cubicBezTo>
                  <a:pt x="181" y="247"/>
                  <a:pt x="175" y="249"/>
                  <a:pt x="169" y="249"/>
                </a:cubicBezTo>
                <a:cubicBezTo>
                  <a:pt x="142" y="249"/>
                  <a:pt x="130" y="226"/>
                  <a:pt x="130" y="210"/>
                </a:cubicBezTo>
                <a:cubicBezTo>
                  <a:pt x="130" y="187"/>
                  <a:pt x="147" y="169"/>
                  <a:pt x="169" y="169"/>
                </a:cubicBezTo>
                <a:cubicBezTo>
                  <a:pt x="174" y="169"/>
                  <a:pt x="180" y="170"/>
                  <a:pt x="185" y="173"/>
                </a:cubicBezTo>
                <a:cubicBezTo>
                  <a:pt x="190" y="175"/>
                  <a:pt x="194" y="178"/>
                  <a:pt x="198" y="182"/>
                </a:cubicBezTo>
                <a:cubicBezTo>
                  <a:pt x="200" y="184"/>
                  <a:pt x="200" y="184"/>
                  <a:pt x="200" y="184"/>
                </a:cubicBezTo>
                <a:cubicBezTo>
                  <a:pt x="200" y="166"/>
                  <a:pt x="200" y="166"/>
                  <a:pt x="200" y="166"/>
                </a:cubicBezTo>
                <a:cubicBezTo>
                  <a:pt x="200" y="166"/>
                  <a:pt x="200" y="166"/>
                  <a:pt x="200" y="166"/>
                </a:cubicBezTo>
                <a:cubicBezTo>
                  <a:pt x="191" y="159"/>
                  <a:pt x="181" y="156"/>
                  <a:pt x="169" y="156"/>
                </a:cubicBezTo>
                <a:close/>
                <a:moveTo>
                  <a:pt x="437" y="209"/>
                </a:moveTo>
                <a:cubicBezTo>
                  <a:pt x="437" y="225"/>
                  <a:pt x="431" y="238"/>
                  <a:pt x="419" y="249"/>
                </a:cubicBezTo>
                <a:cubicBezTo>
                  <a:pt x="409" y="257"/>
                  <a:pt x="399" y="261"/>
                  <a:pt x="382" y="261"/>
                </a:cubicBezTo>
                <a:cubicBezTo>
                  <a:pt x="360" y="261"/>
                  <a:pt x="360" y="261"/>
                  <a:pt x="360" y="261"/>
                </a:cubicBezTo>
                <a:cubicBezTo>
                  <a:pt x="360" y="157"/>
                  <a:pt x="360" y="157"/>
                  <a:pt x="360" y="157"/>
                </a:cubicBezTo>
                <a:cubicBezTo>
                  <a:pt x="382" y="157"/>
                  <a:pt x="382" y="157"/>
                  <a:pt x="382" y="157"/>
                </a:cubicBezTo>
                <a:cubicBezTo>
                  <a:pt x="393" y="157"/>
                  <a:pt x="407" y="159"/>
                  <a:pt x="420" y="170"/>
                </a:cubicBezTo>
                <a:cubicBezTo>
                  <a:pt x="426" y="175"/>
                  <a:pt x="437" y="187"/>
                  <a:pt x="437" y="209"/>
                </a:cubicBezTo>
                <a:close/>
                <a:moveTo>
                  <a:pt x="423" y="209"/>
                </a:moveTo>
                <a:cubicBezTo>
                  <a:pt x="423" y="186"/>
                  <a:pt x="407" y="171"/>
                  <a:pt x="382" y="171"/>
                </a:cubicBezTo>
                <a:cubicBezTo>
                  <a:pt x="374" y="171"/>
                  <a:pt x="374" y="171"/>
                  <a:pt x="374" y="171"/>
                </a:cubicBezTo>
                <a:cubicBezTo>
                  <a:pt x="374" y="247"/>
                  <a:pt x="374" y="247"/>
                  <a:pt x="374" y="247"/>
                </a:cubicBezTo>
                <a:cubicBezTo>
                  <a:pt x="382" y="247"/>
                  <a:pt x="382" y="247"/>
                  <a:pt x="382" y="247"/>
                </a:cubicBezTo>
                <a:cubicBezTo>
                  <a:pt x="390" y="247"/>
                  <a:pt x="401" y="246"/>
                  <a:pt x="410" y="239"/>
                </a:cubicBezTo>
                <a:cubicBezTo>
                  <a:pt x="416" y="234"/>
                  <a:pt x="423" y="224"/>
                  <a:pt x="423" y="209"/>
                </a:cubicBezTo>
                <a:close/>
                <a:moveTo>
                  <a:pt x="479" y="261"/>
                </a:moveTo>
                <a:cubicBezTo>
                  <a:pt x="541" y="261"/>
                  <a:pt x="541" y="261"/>
                  <a:pt x="541" y="261"/>
                </a:cubicBezTo>
                <a:cubicBezTo>
                  <a:pt x="541" y="247"/>
                  <a:pt x="541" y="247"/>
                  <a:pt x="541" y="247"/>
                </a:cubicBezTo>
                <a:cubicBezTo>
                  <a:pt x="493" y="247"/>
                  <a:pt x="493" y="247"/>
                  <a:pt x="493" y="247"/>
                </a:cubicBezTo>
                <a:cubicBezTo>
                  <a:pt x="493" y="211"/>
                  <a:pt x="493" y="211"/>
                  <a:pt x="493" y="211"/>
                </a:cubicBezTo>
                <a:cubicBezTo>
                  <a:pt x="535" y="211"/>
                  <a:pt x="535" y="211"/>
                  <a:pt x="535" y="211"/>
                </a:cubicBezTo>
                <a:cubicBezTo>
                  <a:pt x="535" y="198"/>
                  <a:pt x="535" y="198"/>
                  <a:pt x="535" y="198"/>
                </a:cubicBezTo>
                <a:cubicBezTo>
                  <a:pt x="493" y="198"/>
                  <a:pt x="493" y="198"/>
                  <a:pt x="493" y="198"/>
                </a:cubicBezTo>
                <a:cubicBezTo>
                  <a:pt x="493" y="171"/>
                  <a:pt x="493" y="171"/>
                  <a:pt x="493" y="171"/>
                </a:cubicBezTo>
                <a:cubicBezTo>
                  <a:pt x="541" y="171"/>
                  <a:pt x="541" y="171"/>
                  <a:pt x="541" y="171"/>
                </a:cubicBezTo>
                <a:cubicBezTo>
                  <a:pt x="541" y="157"/>
                  <a:pt x="541" y="157"/>
                  <a:pt x="541" y="157"/>
                </a:cubicBezTo>
                <a:cubicBezTo>
                  <a:pt x="479" y="157"/>
                  <a:pt x="479" y="157"/>
                  <a:pt x="479" y="157"/>
                </a:cubicBezTo>
                <a:lnTo>
                  <a:pt x="479" y="261"/>
                </a:lnTo>
                <a:close/>
                <a:moveTo>
                  <a:pt x="805" y="261"/>
                </a:moveTo>
                <a:cubicBezTo>
                  <a:pt x="866" y="261"/>
                  <a:pt x="866" y="261"/>
                  <a:pt x="866" y="261"/>
                </a:cubicBezTo>
                <a:cubicBezTo>
                  <a:pt x="866" y="247"/>
                  <a:pt x="866" y="247"/>
                  <a:pt x="866" y="247"/>
                </a:cubicBezTo>
                <a:cubicBezTo>
                  <a:pt x="819" y="247"/>
                  <a:pt x="819" y="247"/>
                  <a:pt x="819" y="247"/>
                </a:cubicBezTo>
                <a:cubicBezTo>
                  <a:pt x="819" y="211"/>
                  <a:pt x="819" y="211"/>
                  <a:pt x="819" y="211"/>
                </a:cubicBezTo>
                <a:cubicBezTo>
                  <a:pt x="860" y="211"/>
                  <a:pt x="860" y="211"/>
                  <a:pt x="860" y="211"/>
                </a:cubicBezTo>
                <a:cubicBezTo>
                  <a:pt x="860" y="198"/>
                  <a:pt x="860" y="198"/>
                  <a:pt x="860" y="198"/>
                </a:cubicBezTo>
                <a:cubicBezTo>
                  <a:pt x="819" y="198"/>
                  <a:pt x="819" y="198"/>
                  <a:pt x="819" y="198"/>
                </a:cubicBezTo>
                <a:cubicBezTo>
                  <a:pt x="819" y="171"/>
                  <a:pt x="819" y="171"/>
                  <a:pt x="819" y="171"/>
                </a:cubicBezTo>
                <a:cubicBezTo>
                  <a:pt x="866" y="171"/>
                  <a:pt x="866" y="171"/>
                  <a:pt x="866" y="171"/>
                </a:cubicBezTo>
                <a:cubicBezTo>
                  <a:pt x="866" y="157"/>
                  <a:pt x="866" y="157"/>
                  <a:pt x="866" y="157"/>
                </a:cubicBezTo>
                <a:cubicBezTo>
                  <a:pt x="805" y="157"/>
                  <a:pt x="805" y="157"/>
                  <a:pt x="805" y="157"/>
                </a:cubicBezTo>
                <a:lnTo>
                  <a:pt x="805" y="261"/>
                </a:lnTo>
                <a:close/>
                <a:moveTo>
                  <a:pt x="634" y="235"/>
                </a:moveTo>
                <a:cubicBezTo>
                  <a:pt x="595" y="149"/>
                  <a:pt x="595" y="149"/>
                  <a:pt x="595" y="149"/>
                </a:cubicBezTo>
                <a:cubicBezTo>
                  <a:pt x="578" y="261"/>
                  <a:pt x="578" y="261"/>
                  <a:pt x="578" y="261"/>
                </a:cubicBezTo>
                <a:cubicBezTo>
                  <a:pt x="592" y="261"/>
                  <a:pt x="592" y="261"/>
                  <a:pt x="592" y="261"/>
                </a:cubicBezTo>
                <a:cubicBezTo>
                  <a:pt x="601" y="194"/>
                  <a:pt x="601" y="194"/>
                  <a:pt x="601" y="194"/>
                </a:cubicBezTo>
                <a:cubicBezTo>
                  <a:pt x="634" y="267"/>
                  <a:pt x="634" y="267"/>
                  <a:pt x="634" y="267"/>
                </a:cubicBezTo>
                <a:cubicBezTo>
                  <a:pt x="668" y="194"/>
                  <a:pt x="668" y="194"/>
                  <a:pt x="668" y="194"/>
                </a:cubicBezTo>
                <a:cubicBezTo>
                  <a:pt x="677" y="261"/>
                  <a:pt x="677" y="261"/>
                  <a:pt x="677" y="261"/>
                </a:cubicBezTo>
                <a:cubicBezTo>
                  <a:pt x="691" y="261"/>
                  <a:pt x="691" y="261"/>
                  <a:pt x="691" y="261"/>
                </a:cubicBezTo>
                <a:cubicBezTo>
                  <a:pt x="674" y="148"/>
                  <a:pt x="674" y="148"/>
                  <a:pt x="674" y="148"/>
                </a:cubicBezTo>
                <a:lnTo>
                  <a:pt x="634" y="235"/>
                </a:lnTo>
                <a:close/>
                <a:moveTo>
                  <a:pt x="737" y="261"/>
                </a:moveTo>
                <a:cubicBezTo>
                  <a:pt x="751" y="261"/>
                  <a:pt x="751" y="261"/>
                  <a:pt x="751" y="261"/>
                </a:cubicBezTo>
                <a:cubicBezTo>
                  <a:pt x="751" y="157"/>
                  <a:pt x="751" y="157"/>
                  <a:pt x="751" y="157"/>
                </a:cubicBezTo>
                <a:cubicBezTo>
                  <a:pt x="737" y="157"/>
                  <a:pt x="737" y="157"/>
                  <a:pt x="737" y="157"/>
                </a:cubicBezTo>
                <a:lnTo>
                  <a:pt x="737" y="261"/>
                </a:lnTo>
                <a:close/>
                <a:moveTo>
                  <a:pt x="955" y="211"/>
                </a:moveTo>
                <a:cubicBezTo>
                  <a:pt x="950" y="207"/>
                  <a:pt x="945" y="204"/>
                  <a:pt x="939" y="201"/>
                </a:cubicBezTo>
                <a:cubicBezTo>
                  <a:pt x="929" y="197"/>
                  <a:pt x="929" y="197"/>
                  <a:pt x="929" y="197"/>
                </a:cubicBezTo>
                <a:cubicBezTo>
                  <a:pt x="925" y="195"/>
                  <a:pt x="922" y="194"/>
                  <a:pt x="919" y="191"/>
                </a:cubicBezTo>
                <a:cubicBezTo>
                  <a:pt x="916" y="189"/>
                  <a:pt x="916" y="187"/>
                  <a:pt x="916" y="183"/>
                </a:cubicBezTo>
                <a:cubicBezTo>
                  <a:pt x="916" y="175"/>
                  <a:pt x="922" y="169"/>
                  <a:pt x="931" y="169"/>
                </a:cubicBezTo>
                <a:cubicBezTo>
                  <a:pt x="936" y="169"/>
                  <a:pt x="940" y="171"/>
                  <a:pt x="942" y="172"/>
                </a:cubicBezTo>
                <a:cubicBezTo>
                  <a:pt x="944" y="174"/>
                  <a:pt x="946" y="177"/>
                  <a:pt x="947" y="179"/>
                </a:cubicBezTo>
                <a:cubicBezTo>
                  <a:pt x="948" y="181"/>
                  <a:pt x="948" y="181"/>
                  <a:pt x="948" y="181"/>
                </a:cubicBezTo>
                <a:cubicBezTo>
                  <a:pt x="959" y="173"/>
                  <a:pt x="959" y="173"/>
                  <a:pt x="959" y="173"/>
                </a:cubicBezTo>
                <a:cubicBezTo>
                  <a:pt x="958" y="172"/>
                  <a:pt x="958" y="172"/>
                  <a:pt x="958" y="172"/>
                </a:cubicBezTo>
                <a:cubicBezTo>
                  <a:pt x="956" y="167"/>
                  <a:pt x="952" y="163"/>
                  <a:pt x="948" y="161"/>
                </a:cubicBezTo>
                <a:cubicBezTo>
                  <a:pt x="943" y="157"/>
                  <a:pt x="938" y="156"/>
                  <a:pt x="931" y="156"/>
                </a:cubicBezTo>
                <a:cubicBezTo>
                  <a:pt x="914" y="156"/>
                  <a:pt x="902" y="167"/>
                  <a:pt x="902" y="183"/>
                </a:cubicBezTo>
                <a:cubicBezTo>
                  <a:pt x="902" y="190"/>
                  <a:pt x="904" y="195"/>
                  <a:pt x="909" y="200"/>
                </a:cubicBezTo>
                <a:cubicBezTo>
                  <a:pt x="913" y="205"/>
                  <a:pt x="918" y="207"/>
                  <a:pt x="922" y="209"/>
                </a:cubicBezTo>
                <a:cubicBezTo>
                  <a:pt x="932" y="213"/>
                  <a:pt x="932" y="213"/>
                  <a:pt x="932" y="213"/>
                </a:cubicBezTo>
                <a:cubicBezTo>
                  <a:pt x="937" y="215"/>
                  <a:pt x="941" y="217"/>
                  <a:pt x="944" y="220"/>
                </a:cubicBezTo>
                <a:cubicBezTo>
                  <a:pt x="947" y="223"/>
                  <a:pt x="948" y="226"/>
                  <a:pt x="948" y="231"/>
                </a:cubicBezTo>
                <a:cubicBezTo>
                  <a:pt x="948" y="240"/>
                  <a:pt x="942" y="249"/>
                  <a:pt x="929" y="249"/>
                </a:cubicBezTo>
                <a:cubicBezTo>
                  <a:pt x="924" y="249"/>
                  <a:pt x="919" y="247"/>
                  <a:pt x="916" y="244"/>
                </a:cubicBezTo>
                <a:cubicBezTo>
                  <a:pt x="913" y="241"/>
                  <a:pt x="911" y="236"/>
                  <a:pt x="910" y="232"/>
                </a:cubicBezTo>
                <a:cubicBezTo>
                  <a:pt x="910" y="230"/>
                  <a:pt x="910" y="230"/>
                  <a:pt x="910" y="230"/>
                </a:cubicBezTo>
                <a:cubicBezTo>
                  <a:pt x="896" y="234"/>
                  <a:pt x="896" y="234"/>
                  <a:pt x="896" y="234"/>
                </a:cubicBezTo>
                <a:cubicBezTo>
                  <a:pt x="897" y="235"/>
                  <a:pt x="897" y="235"/>
                  <a:pt x="897" y="235"/>
                </a:cubicBezTo>
                <a:cubicBezTo>
                  <a:pt x="898" y="243"/>
                  <a:pt x="902" y="249"/>
                  <a:pt x="906" y="254"/>
                </a:cubicBezTo>
                <a:cubicBezTo>
                  <a:pt x="912" y="260"/>
                  <a:pt x="920" y="262"/>
                  <a:pt x="929" y="262"/>
                </a:cubicBezTo>
                <a:cubicBezTo>
                  <a:pt x="948" y="262"/>
                  <a:pt x="962" y="249"/>
                  <a:pt x="962" y="230"/>
                </a:cubicBezTo>
                <a:cubicBezTo>
                  <a:pt x="962" y="222"/>
                  <a:pt x="960" y="216"/>
                  <a:pt x="955" y="211"/>
                </a:cubicBezTo>
                <a:close/>
                <a:moveTo>
                  <a:pt x="0" y="261"/>
                </a:moveTo>
                <a:cubicBezTo>
                  <a:pt x="15" y="261"/>
                  <a:pt x="15" y="261"/>
                  <a:pt x="15" y="261"/>
                </a:cubicBezTo>
                <a:cubicBezTo>
                  <a:pt x="48" y="184"/>
                  <a:pt x="48" y="184"/>
                  <a:pt x="48" y="184"/>
                </a:cubicBezTo>
                <a:cubicBezTo>
                  <a:pt x="79" y="260"/>
                  <a:pt x="79" y="260"/>
                  <a:pt x="79" y="260"/>
                </a:cubicBezTo>
                <a:cubicBezTo>
                  <a:pt x="80" y="261"/>
                  <a:pt x="80" y="261"/>
                  <a:pt x="80" y="261"/>
                </a:cubicBezTo>
                <a:cubicBezTo>
                  <a:pt x="95" y="261"/>
                  <a:pt x="95" y="261"/>
                  <a:pt x="95" y="261"/>
                </a:cubicBezTo>
                <a:cubicBezTo>
                  <a:pt x="48" y="151"/>
                  <a:pt x="48" y="151"/>
                  <a:pt x="48" y="151"/>
                </a:cubicBezTo>
                <a:lnTo>
                  <a:pt x="0" y="261"/>
                </a:lnTo>
                <a:close/>
                <a:moveTo>
                  <a:pt x="229" y="261"/>
                </a:moveTo>
                <a:cubicBezTo>
                  <a:pt x="244" y="261"/>
                  <a:pt x="244" y="261"/>
                  <a:pt x="244" y="261"/>
                </a:cubicBezTo>
                <a:cubicBezTo>
                  <a:pt x="277" y="184"/>
                  <a:pt x="277" y="184"/>
                  <a:pt x="277" y="184"/>
                </a:cubicBezTo>
                <a:cubicBezTo>
                  <a:pt x="309" y="260"/>
                  <a:pt x="309" y="260"/>
                  <a:pt x="309" y="260"/>
                </a:cubicBezTo>
                <a:cubicBezTo>
                  <a:pt x="309" y="261"/>
                  <a:pt x="309" y="261"/>
                  <a:pt x="309" y="261"/>
                </a:cubicBezTo>
                <a:cubicBezTo>
                  <a:pt x="324" y="261"/>
                  <a:pt x="324" y="261"/>
                  <a:pt x="324" y="261"/>
                </a:cubicBezTo>
                <a:cubicBezTo>
                  <a:pt x="277" y="151"/>
                  <a:pt x="277" y="151"/>
                  <a:pt x="277" y="151"/>
                </a:cubicBezTo>
                <a:lnTo>
                  <a:pt x="229" y="261"/>
                </a:lnTo>
                <a:close/>
                <a:moveTo>
                  <a:pt x="1071" y="11"/>
                </a:moveTo>
                <a:cubicBezTo>
                  <a:pt x="1071" y="18"/>
                  <a:pt x="1071" y="18"/>
                  <a:pt x="1071" y="18"/>
                </a:cubicBezTo>
                <a:cubicBezTo>
                  <a:pt x="1075" y="18"/>
                  <a:pt x="1075" y="18"/>
                  <a:pt x="1075" y="18"/>
                </a:cubicBezTo>
                <a:cubicBezTo>
                  <a:pt x="1077" y="9"/>
                  <a:pt x="1077" y="9"/>
                  <a:pt x="1077" y="9"/>
                </a:cubicBezTo>
                <a:cubicBezTo>
                  <a:pt x="1076" y="8"/>
                  <a:pt x="1074" y="7"/>
                  <a:pt x="1072" y="6"/>
                </a:cubicBezTo>
                <a:cubicBezTo>
                  <a:pt x="1070" y="6"/>
                  <a:pt x="1067" y="6"/>
                  <a:pt x="1064" y="6"/>
                </a:cubicBezTo>
                <a:cubicBezTo>
                  <a:pt x="1061" y="6"/>
                  <a:pt x="1058" y="6"/>
                  <a:pt x="1056" y="7"/>
                </a:cubicBezTo>
                <a:cubicBezTo>
                  <a:pt x="1053" y="9"/>
                  <a:pt x="1051" y="10"/>
                  <a:pt x="1049" y="12"/>
                </a:cubicBezTo>
                <a:cubicBezTo>
                  <a:pt x="1048" y="14"/>
                  <a:pt x="1047" y="17"/>
                  <a:pt x="1047" y="20"/>
                </a:cubicBezTo>
                <a:cubicBezTo>
                  <a:pt x="1047" y="22"/>
                  <a:pt x="1048" y="24"/>
                  <a:pt x="1049" y="26"/>
                </a:cubicBezTo>
                <a:cubicBezTo>
                  <a:pt x="1050" y="28"/>
                  <a:pt x="1051" y="30"/>
                  <a:pt x="1053" y="31"/>
                </a:cubicBezTo>
                <a:cubicBezTo>
                  <a:pt x="1055" y="32"/>
                  <a:pt x="1057" y="34"/>
                  <a:pt x="1059" y="35"/>
                </a:cubicBezTo>
                <a:cubicBezTo>
                  <a:pt x="1062" y="37"/>
                  <a:pt x="1064" y="39"/>
                  <a:pt x="1066" y="40"/>
                </a:cubicBezTo>
                <a:cubicBezTo>
                  <a:pt x="1067" y="42"/>
                  <a:pt x="1068" y="44"/>
                  <a:pt x="1068" y="47"/>
                </a:cubicBezTo>
                <a:cubicBezTo>
                  <a:pt x="1068" y="49"/>
                  <a:pt x="1067" y="52"/>
                  <a:pt x="1065" y="53"/>
                </a:cubicBezTo>
                <a:cubicBezTo>
                  <a:pt x="1062" y="55"/>
                  <a:pt x="1060" y="56"/>
                  <a:pt x="1057" y="56"/>
                </a:cubicBezTo>
                <a:cubicBezTo>
                  <a:pt x="1055" y="56"/>
                  <a:pt x="1053" y="56"/>
                  <a:pt x="1052" y="55"/>
                </a:cubicBezTo>
                <a:cubicBezTo>
                  <a:pt x="1050" y="55"/>
                  <a:pt x="1049" y="54"/>
                  <a:pt x="1048" y="54"/>
                </a:cubicBezTo>
                <a:cubicBezTo>
                  <a:pt x="1048" y="46"/>
                  <a:pt x="1048" y="46"/>
                  <a:pt x="1048" y="46"/>
                </a:cubicBezTo>
                <a:cubicBezTo>
                  <a:pt x="1044" y="46"/>
                  <a:pt x="1044" y="46"/>
                  <a:pt x="1044" y="46"/>
                </a:cubicBezTo>
                <a:cubicBezTo>
                  <a:pt x="1042" y="56"/>
                  <a:pt x="1042" y="56"/>
                  <a:pt x="1042" y="56"/>
                </a:cubicBezTo>
                <a:cubicBezTo>
                  <a:pt x="1043" y="57"/>
                  <a:pt x="1045" y="58"/>
                  <a:pt x="1048" y="58"/>
                </a:cubicBezTo>
                <a:cubicBezTo>
                  <a:pt x="1051" y="59"/>
                  <a:pt x="1054" y="59"/>
                  <a:pt x="1057" y="59"/>
                </a:cubicBezTo>
                <a:cubicBezTo>
                  <a:pt x="1060" y="59"/>
                  <a:pt x="1063" y="59"/>
                  <a:pt x="1066" y="57"/>
                </a:cubicBezTo>
                <a:cubicBezTo>
                  <a:pt x="1069" y="56"/>
                  <a:pt x="1071" y="54"/>
                  <a:pt x="1073" y="52"/>
                </a:cubicBezTo>
                <a:cubicBezTo>
                  <a:pt x="1074" y="50"/>
                  <a:pt x="1075" y="47"/>
                  <a:pt x="1075" y="44"/>
                </a:cubicBezTo>
                <a:cubicBezTo>
                  <a:pt x="1075" y="42"/>
                  <a:pt x="1074" y="40"/>
                  <a:pt x="1073" y="38"/>
                </a:cubicBezTo>
                <a:cubicBezTo>
                  <a:pt x="1072" y="36"/>
                  <a:pt x="1071" y="35"/>
                  <a:pt x="1069" y="34"/>
                </a:cubicBezTo>
                <a:cubicBezTo>
                  <a:pt x="1068" y="32"/>
                  <a:pt x="1066" y="31"/>
                  <a:pt x="1064" y="29"/>
                </a:cubicBezTo>
                <a:cubicBezTo>
                  <a:pt x="1060" y="27"/>
                  <a:pt x="1058" y="25"/>
                  <a:pt x="1056" y="24"/>
                </a:cubicBezTo>
                <a:cubicBezTo>
                  <a:pt x="1055" y="22"/>
                  <a:pt x="1054" y="20"/>
                  <a:pt x="1054" y="17"/>
                </a:cubicBezTo>
                <a:cubicBezTo>
                  <a:pt x="1054" y="15"/>
                  <a:pt x="1055" y="13"/>
                  <a:pt x="1057" y="11"/>
                </a:cubicBezTo>
                <a:cubicBezTo>
                  <a:pt x="1059" y="10"/>
                  <a:pt x="1061" y="9"/>
                  <a:pt x="1064" y="9"/>
                </a:cubicBezTo>
                <a:cubicBezTo>
                  <a:pt x="1065" y="9"/>
                  <a:pt x="1067" y="9"/>
                  <a:pt x="1068" y="10"/>
                </a:cubicBezTo>
                <a:cubicBezTo>
                  <a:pt x="1069" y="10"/>
                  <a:pt x="1070" y="10"/>
                  <a:pt x="1071" y="11"/>
                </a:cubicBezTo>
                <a:close/>
                <a:moveTo>
                  <a:pt x="1107" y="27"/>
                </a:moveTo>
                <a:cubicBezTo>
                  <a:pt x="1108" y="27"/>
                  <a:pt x="1108" y="27"/>
                  <a:pt x="1108" y="27"/>
                </a:cubicBezTo>
                <a:cubicBezTo>
                  <a:pt x="1110" y="20"/>
                  <a:pt x="1110" y="20"/>
                  <a:pt x="1110" y="20"/>
                </a:cubicBezTo>
                <a:cubicBezTo>
                  <a:pt x="1109" y="20"/>
                  <a:pt x="1108" y="19"/>
                  <a:pt x="1107" y="19"/>
                </a:cubicBezTo>
                <a:cubicBezTo>
                  <a:pt x="1105" y="19"/>
                  <a:pt x="1104" y="19"/>
                  <a:pt x="1102" y="19"/>
                </a:cubicBezTo>
                <a:cubicBezTo>
                  <a:pt x="1098" y="19"/>
                  <a:pt x="1094" y="20"/>
                  <a:pt x="1091" y="22"/>
                </a:cubicBezTo>
                <a:cubicBezTo>
                  <a:pt x="1088" y="25"/>
                  <a:pt x="1086" y="28"/>
                  <a:pt x="1084" y="32"/>
                </a:cubicBezTo>
                <a:cubicBezTo>
                  <a:pt x="1083" y="36"/>
                  <a:pt x="1082" y="40"/>
                  <a:pt x="1082" y="43"/>
                </a:cubicBezTo>
                <a:cubicBezTo>
                  <a:pt x="1082" y="48"/>
                  <a:pt x="1083" y="52"/>
                  <a:pt x="1085" y="55"/>
                </a:cubicBezTo>
                <a:cubicBezTo>
                  <a:pt x="1087" y="58"/>
                  <a:pt x="1091" y="59"/>
                  <a:pt x="1094" y="59"/>
                </a:cubicBezTo>
                <a:cubicBezTo>
                  <a:pt x="1098" y="59"/>
                  <a:pt x="1100" y="59"/>
                  <a:pt x="1102" y="57"/>
                </a:cubicBezTo>
                <a:cubicBezTo>
                  <a:pt x="1105" y="56"/>
                  <a:pt x="1106" y="54"/>
                  <a:pt x="1108" y="53"/>
                </a:cubicBezTo>
                <a:cubicBezTo>
                  <a:pt x="1106" y="50"/>
                  <a:pt x="1106" y="50"/>
                  <a:pt x="1106" y="50"/>
                </a:cubicBezTo>
                <a:cubicBezTo>
                  <a:pt x="1105" y="52"/>
                  <a:pt x="1103" y="53"/>
                  <a:pt x="1102" y="54"/>
                </a:cubicBezTo>
                <a:cubicBezTo>
                  <a:pt x="1100" y="54"/>
                  <a:pt x="1099" y="55"/>
                  <a:pt x="1097" y="55"/>
                </a:cubicBezTo>
                <a:cubicBezTo>
                  <a:pt x="1094" y="55"/>
                  <a:pt x="1092" y="54"/>
                  <a:pt x="1091" y="52"/>
                </a:cubicBezTo>
                <a:cubicBezTo>
                  <a:pt x="1090" y="50"/>
                  <a:pt x="1089" y="47"/>
                  <a:pt x="1089" y="43"/>
                </a:cubicBezTo>
                <a:cubicBezTo>
                  <a:pt x="1089" y="39"/>
                  <a:pt x="1090" y="35"/>
                  <a:pt x="1091" y="32"/>
                </a:cubicBezTo>
                <a:cubicBezTo>
                  <a:pt x="1092" y="30"/>
                  <a:pt x="1093" y="27"/>
                  <a:pt x="1095" y="26"/>
                </a:cubicBezTo>
                <a:cubicBezTo>
                  <a:pt x="1097" y="24"/>
                  <a:pt x="1099" y="23"/>
                  <a:pt x="1101" y="23"/>
                </a:cubicBezTo>
                <a:cubicBezTo>
                  <a:pt x="1102" y="23"/>
                  <a:pt x="1105" y="24"/>
                  <a:pt x="1107" y="27"/>
                </a:cubicBezTo>
                <a:close/>
                <a:moveTo>
                  <a:pt x="1124" y="52"/>
                </a:moveTo>
                <a:cubicBezTo>
                  <a:pt x="1129" y="19"/>
                  <a:pt x="1129" y="19"/>
                  <a:pt x="1129" y="19"/>
                </a:cubicBezTo>
                <a:cubicBezTo>
                  <a:pt x="1128" y="19"/>
                  <a:pt x="1128" y="19"/>
                  <a:pt x="1128" y="19"/>
                </a:cubicBezTo>
                <a:cubicBezTo>
                  <a:pt x="1118" y="20"/>
                  <a:pt x="1118" y="20"/>
                  <a:pt x="1118" y="20"/>
                </a:cubicBezTo>
                <a:cubicBezTo>
                  <a:pt x="1117" y="23"/>
                  <a:pt x="1117" y="23"/>
                  <a:pt x="1117" y="23"/>
                </a:cubicBezTo>
                <a:cubicBezTo>
                  <a:pt x="1122" y="24"/>
                  <a:pt x="1122" y="24"/>
                  <a:pt x="1122" y="24"/>
                </a:cubicBezTo>
                <a:cubicBezTo>
                  <a:pt x="1121" y="31"/>
                  <a:pt x="1120" y="37"/>
                  <a:pt x="1119" y="41"/>
                </a:cubicBezTo>
                <a:cubicBezTo>
                  <a:pt x="1118" y="49"/>
                  <a:pt x="1117" y="54"/>
                  <a:pt x="1117" y="55"/>
                </a:cubicBezTo>
                <a:cubicBezTo>
                  <a:pt x="1117" y="56"/>
                  <a:pt x="1118" y="57"/>
                  <a:pt x="1118" y="58"/>
                </a:cubicBezTo>
                <a:cubicBezTo>
                  <a:pt x="1119" y="59"/>
                  <a:pt x="1120" y="59"/>
                  <a:pt x="1122" y="59"/>
                </a:cubicBezTo>
                <a:cubicBezTo>
                  <a:pt x="1124" y="59"/>
                  <a:pt x="1125" y="59"/>
                  <a:pt x="1127" y="58"/>
                </a:cubicBezTo>
                <a:cubicBezTo>
                  <a:pt x="1128" y="57"/>
                  <a:pt x="1129" y="55"/>
                  <a:pt x="1130" y="54"/>
                </a:cubicBezTo>
                <a:cubicBezTo>
                  <a:pt x="1129" y="53"/>
                  <a:pt x="1129" y="53"/>
                  <a:pt x="1129" y="53"/>
                </a:cubicBezTo>
                <a:cubicBezTo>
                  <a:pt x="1128" y="54"/>
                  <a:pt x="1128" y="54"/>
                  <a:pt x="1127" y="54"/>
                </a:cubicBezTo>
                <a:cubicBezTo>
                  <a:pt x="1126" y="55"/>
                  <a:pt x="1126" y="55"/>
                  <a:pt x="1125" y="55"/>
                </a:cubicBezTo>
                <a:cubicBezTo>
                  <a:pt x="1125" y="55"/>
                  <a:pt x="1125" y="55"/>
                  <a:pt x="1125" y="54"/>
                </a:cubicBezTo>
                <a:cubicBezTo>
                  <a:pt x="1124" y="54"/>
                  <a:pt x="1124" y="54"/>
                  <a:pt x="1124" y="53"/>
                </a:cubicBezTo>
                <a:lnTo>
                  <a:pt x="1124" y="52"/>
                </a:lnTo>
                <a:close/>
                <a:moveTo>
                  <a:pt x="1127" y="11"/>
                </a:moveTo>
                <a:cubicBezTo>
                  <a:pt x="1128" y="11"/>
                  <a:pt x="1129" y="11"/>
                  <a:pt x="1130" y="10"/>
                </a:cubicBezTo>
                <a:cubicBezTo>
                  <a:pt x="1131" y="9"/>
                  <a:pt x="1131" y="7"/>
                  <a:pt x="1131" y="6"/>
                </a:cubicBezTo>
                <a:cubicBezTo>
                  <a:pt x="1131" y="5"/>
                  <a:pt x="1131" y="4"/>
                  <a:pt x="1130" y="3"/>
                </a:cubicBezTo>
                <a:cubicBezTo>
                  <a:pt x="1130" y="3"/>
                  <a:pt x="1129" y="2"/>
                  <a:pt x="1128" y="2"/>
                </a:cubicBezTo>
                <a:cubicBezTo>
                  <a:pt x="1126" y="2"/>
                  <a:pt x="1125" y="3"/>
                  <a:pt x="1124" y="4"/>
                </a:cubicBezTo>
                <a:cubicBezTo>
                  <a:pt x="1123" y="5"/>
                  <a:pt x="1123" y="6"/>
                  <a:pt x="1123" y="7"/>
                </a:cubicBezTo>
                <a:cubicBezTo>
                  <a:pt x="1123" y="8"/>
                  <a:pt x="1123" y="9"/>
                  <a:pt x="1124" y="10"/>
                </a:cubicBezTo>
                <a:cubicBezTo>
                  <a:pt x="1125" y="11"/>
                  <a:pt x="1126" y="11"/>
                  <a:pt x="1127" y="11"/>
                </a:cubicBezTo>
                <a:close/>
                <a:moveTo>
                  <a:pt x="1166" y="52"/>
                </a:moveTo>
                <a:cubicBezTo>
                  <a:pt x="1165" y="49"/>
                  <a:pt x="1165" y="49"/>
                  <a:pt x="1165" y="49"/>
                </a:cubicBezTo>
                <a:cubicBezTo>
                  <a:pt x="1163" y="51"/>
                  <a:pt x="1161" y="52"/>
                  <a:pt x="1159" y="53"/>
                </a:cubicBezTo>
                <a:cubicBezTo>
                  <a:pt x="1157" y="54"/>
                  <a:pt x="1155" y="55"/>
                  <a:pt x="1153" y="55"/>
                </a:cubicBezTo>
                <a:cubicBezTo>
                  <a:pt x="1150" y="55"/>
                  <a:pt x="1148" y="54"/>
                  <a:pt x="1147" y="51"/>
                </a:cubicBezTo>
                <a:cubicBezTo>
                  <a:pt x="1145" y="49"/>
                  <a:pt x="1145" y="46"/>
                  <a:pt x="1145" y="43"/>
                </a:cubicBezTo>
                <a:cubicBezTo>
                  <a:pt x="1148" y="43"/>
                  <a:pt x="1151" y="42"/>
                  <a:pt x="1155" y="41"/>
                </a:cubicBezTo>
                <a:cubicBezTo>
                  <a:pt x="1158" y="40"/>
                  <a:pt x="1162" y="38"/>
                  <a:pt x="1164" y="36"/>
                </a:cubicBezTo>
                <a:cubicBezTo>
                  <a:pt x="1167" y="33"/>
                  <a:pt x="1168" y="31"/>
                  <a:pt x="1168" y="27"/>
                </a:cubicBezTo>
                <a:cubicBezTo>
                  <a:pt x="1168" y="25"/>
                  <a:pt x="1167" y="23"/>
                  <a:pt x="1166" y="21"/>
                </a:cubicBezTo>
                <a:cubicBezTo>
                  <a:pt x="1164" y="19"/>
                  <a:pt x="1162" y="19"/>
                  <a:pt x="1158" y="19"/>
                </a:cubicBezTo>
                <a:cubicBezTo>
                  <a:pt x="1154" y="19"/>
                  <a:pt x="1151" y="20"/>
                  <a:pt x="1148" y="22"/>
                </a:cubicBezTo>
                <a:cubicBezTo>
                  <a:pt x="1145" y="24"/>
                  <a:pt x="1142" y="28"/>
                  <a:pt x="1140" y="31"/>
                </a:cubicBezTo>
                <a:cubicBezTo>
                  <a:pt x="1138" y="35"/>
                  <a:pt x="1138" y="40"/>
                  <a:pt x="1138" y="44"/>
                </a:cubicBezTo>
                <a:cubicBezTo>
                  <a:pt x="1138" y="47"/>
                  <a:pt x="1138" y="49"/>
                  <a:pt x="1139" y="52"/>
                </a:cubicBezTo>
                <a:cubicBezTo>
                  <a:pt x="1140" y="54"/>
                  <a:pt x="1142" y="56"/>
                  <a:pt x="1144" y="57"/>
                </a:cubicBezTo>
                <a:cubicBezTo>
                  <a:pt x="1146" y="59"/>
                  <a:pt x="1148" y="59"/>
                  <a:pt x="1151" y="59"/>
                </a:cubicBezTo>
                <a:cubicBezTo>
                  <a:pt x="1155" y="59"/>
                  <a:pt x="1158" y="58"/>
                  <a:pt x="1160" y="57"/>
                </a:cubicBezTo>
                <a:cubicBezTo>
                  <a:pt x="1163" y="55"/>
                  <a:pt x="1165" y="54"/>
                  <a:pt x="1166" y="52"/>
                </a:cubicBezTo>
                <a:close/>
                <a:moveTo>
                  <a:pt x="1157" y="22"/>
                </a:moveTo>
                <a:cubicBezTo>
                  <a:pt x="1158" y="22"/>
                  <a:pt x="1159" y="23"/>
                  <a:pt x="1160" y="24"/>
                </a:cubicBezTo>
                <a:cubicBezTo>
                  <a:pt x="1161" y="25"/>
                  <a:pt x="1161" y="26"/>
                  <a:pt x="1161" y="28"/>
                </a:cubicBezTo>
                <a:cubicBezTo>
                  <a:pt x="1161" y="30"/>
                  <a:pt x="1161" y="32"/>
                  <a:pt x="1159" y="34"/>
                </a:cubicBezTo>
                <a:cubicBezTo>
                  <a:pt x="1157" y="35"/>
                  <a:pt x="1155" y="37"/>
                  <a:pt x="1152" y="38"/>
                </a:cubicBezTo>
                <a:cubicBezTo>
                  <a:pt x="1150" y="39"/>
                  <a:pt x="1147" y="39"/>
                  <a:pt x="1145" y="39"/>
                </a:cubicBezTo>
                <a:cubicBezTo>
                  <a:pt x="1145" y="37"/>
                  <a:pt x="1146" y="34"/>
                  <a:pt x="1147" y="32"/>
                </a:cubicBezTo>
                <a:cubicBezTo>
                  <a:pt x="1148" y="29"/>
                  <a:pt x="1149" y="27"/>
                  <a:pt x="1151" y="25"/>
                </a:cubicBezTo>
                <a:cubicBezTo>
                  <a:pt x="1152" y="23"/>
                  <a:pt x="1154" y="22"/>
                  <a:pt x="1157" y="22"/>
                </a:cubicBezTo>
                <a:close/>
                <a:moveTo>
                  <a:pt x="1187" y="28"/>
                </a:moveTo>
                <a:cubicBezTo>
                  <a:pt x="1188" y="19"/>
                  <a:pt x="1188" y="19"/>
                  <a:pt x="1188" y="19"/>
                </a:cubicBezTo>
                <a:cubicBezTo>
                  <a:pt x="1186" y="19"/>
                  <a:pt x="1186" y="19"/>
                  <a:pt x="1186" y="19"/>
                </a:cubicBezTo>
                <a:cubicBezTo>
                  <a:pt x="1178" y="20"/>
                  <a:pt x="1178" y="20"/>
                  <a:pt x="1178" y="20"/>
                </a:cubicBezTo>
                <a:cubicBezTo>
                  <a:pt x="1177" y="23"/>
                  <a:pt x="1177" y="23"/>
                  <a:pt x="1177" y="23"/>
                </a:cubicBezTo>
                <a:cubicBezTo>
                  <a:pt x="1180" y="25"/>
                  <a:pt x="1180" y="25"/>
                  <a:pt x="1180" y="25"/>
                </a:cubicBezTo>
                <a:cubicBezTo>
                  <a:pt x="1176" y="58"/>
                  <a:pt x="1176" y="58"/>
                  <a:pt x="1176" y="58"/>
                </a:cubicBezTo>
                <a:cubicBezTo>
                  <a:pt x="1183" y="58"/>
                  <a:pt x="1183" y="58"/>
                  <a:pt x="1183" y="58"/>
                </a:cubicBezTo>
                <a:cubicBezTo>
                  <a:pt x="1186" y="33"/>
                  <a:pt x="1186" y="33"/>
                  <a:pt x="1186" y="33"/>
                </a:cubicBezTo>
                <a:cubicBezTo>
                  <a:pt x="1188" y="31"/>
                  <a:pt x="1190" y="28"/>
                  <a:pt x="1192" y="26"/>
                </a:cubicBezTo>
                <a:cubicBezTo>
                  <a:pt x="1194" y="25"/>
                  <a:pt x="1196" y="24"/>
                  <a:pt x="1198" y="24"/>
                </a:cubicBezTo>
                <a:cubicBezTo>
                  <a:pt x="1200" y="24"/>
                  <a:pt x="1201" y="24"/>
                  <a:pt x="1202" y="25"/>
                </a:cubicBezTo>
                <a:cubicBezTo>
                  <a:pt x="1202" y="26"/>
                  <a:pt x="1203" y="27"/>
                  <a:pt x="1203" y="29"/>
                </a:cubicBezTo>
                <a:cubicBezTo>
                  <a:pt x="1203" y="31"/>
                  <a:pt x="1202" y="33"/>
                  <a:pt x="1202" y="35"/>
                </a:cubicBezTo>
                <a:cubicBezTo>
                  <a:pt x="1202" y="37"/>
                  <a:pt x="1201" y="39"/>
                  <a:pt x="1201" y="41"/>
                </a:cubicBezTo>
                <a:cubicBezTo>
                  <a:pt x="1201" y="43"/>
                  <a:pt x="1201" y="43"/>
                  <a:pt x="1201" y="43"/>
                </a:cubicBezTo>
                <a:cubicBezTo>
                  <a:pt x="1200" y="46"/>
                  <a:pt x="1200" y="46"/>
                  <a:pt x="1200" y="46"/>
                </a:cubicBezTo>
                <a:cubicBezTo>
                  <a:pt x="1199" y="51"/>
                  <a:pt x="1199" y="54"/>
                  <a:pt x="1199" y="55"/>
                </a:cubicBezTo>
                <a:cubicBezTo>
                  <a:pt x="1199" y="58"/>
                  <a:pt x="1200" y="59"/>
                  <a:pt x="1203" y="59"/>
                </a:cubicBezTo>
                <a:cubicBezTo>
                  <a:pt x="1205" y="59"/>
                  <a:pt x="1206" y="59"/>
                  <a:pt x="1207" y="58"/>
                </a:cubicBezTo>
                <a:cubicBezTo>
                  <a:pt x="1208" y="58"/>
                  <a:pt x="1209" y="57"/>
                  <a:pt x="1210" y="57"/>
                </a:cubicBezTo>
                <a:cubicBezTo>
                  <a:pt x="1210" y="56"/>
                  <a:pt x="1211" y="55"/>
                  <a:pt x="1211" y="55"/>
                </a:cubicBezTo>
                <a:cubicBezTo>
                  <a:pt x="1210" y="53"/>
                  <a:pt x="1210" y="53"/>
                  <a:pt x="1210" y="53"/>
                </a:cubicBezTo>
                <a:cubicBezTo>
                  <a:pt x="1209" y="54"/>
                  <a:pt x="1208" y="55"/>
                  <a:pt x="1207" y="55"/>
                </a:cubicBezTo>
                <a:cubicBezTo>
                  <a:pt x="1206" y="55"/>
                  <a:pt x="1206" y="54"/>
                  <a:pt x="1206" y="53"/>
                </a:cubicBezTo>
                <a:cubicBezTo>
                  <a:pt x="1206" y="51"/>
                  <a:pt x="1206" y="48"/>
                  <a:pt x="1207" y="45"/>
                </a:cubicBezTo>
                <a:cubicBezTo>
                  <a:pt x="1208" y="41"/>
                  <a:pt x="1208" y="41"/>
                  <a:pt x="1208" y="41"/>
                </a:cubicBezTo>
                <a:cubicBezTo>
                  <a:pt x="1208" y="40"/>
                  <a:pt x="1208" y="40"/>
                  <a:pt x="1208" y="40"/>
                </a:cubicBezTo>
                <a:cubicBezTo>
                  <a:pt x="1209" y="34"/>
                  <a:pt x="1210" y="31"/>
                  <a:pt x="1210" y="29"/>
                </a:cubicBezTo>
                <a:cubicBezTo>
                  <a:pt x="1210" y="25"/>
                  <a:pt x="1209" y="23"/>
                  <a:pt x="1207" y="21"/>
                </a:cubicBezTo>
                <a:cubicBezTo>
                  <a:pt x="1206" y="19"/>
                  <a:pt x="1204" y="19"/>
                  <a:pt x="1201" y="19"/>
                </a:cubicBezTo>
                <a:cubicBezTo>
                  <a:pt x="1199" y="19"/>
                  <a:pt x="1196" y="19"/>
                  <a:pt x="1193" y="21"/>
                </a:cubicBezTo>
                <a:cubicBezTo>
                  <a:pt x="1191" y="23"/>
                  <a:pt x="1189" y="25"/>
                  <a:pt x="1187" y="28"/>
                </a:cubicBezTo>
                <a:close/>
                <a:moveTo>
                  <a:pt x="1243" y="27"/>
                </a:moveTo>
                <a:cubicBezTo>
                  <a:pt x="1245" y="27"/>
                  <a:pt x="1245" y="27"/>
                  <a:pt x="1245" y="27"/>
                </a:cubicBezTo>
                <a:cubicBezTo>
                  <a:pt x="1247" y="20"/>
                  <a:pt x="1247" y="20"/>
                  <a:pt x="1247" y="20"/>
                </a:cubicBezTo>
                <a:cubicBezTo>
                  <a:pt x="1246" y="20"/>
                  <a:pt x="1244" y="19"/>
                  <a:pt x="1243" y="19"/>
                </a:cubicBezTo>
                <a:cubicBezTo>
                  <a:pt x="1241" y="19"/>
                  <a:pt x="1240" y="19"/>
                  <a:pt x="1239" y="19"/>
                </a:cubicBezTo>
                <a:cubicBezTo>
                  <a:pt x="1234" y="19"/>
                  <a:pt x="1231" y="20"/>
                  <a:pt x="1228" y="22"/>
                </a:cubicBezTo>
                <a:cubicBezTo>
                  <a:pt x="1224" y="25"/>
                  <a:pt x="1222" y="28"/>
                  <a:pt x="1220" y="32"/>
                </a:cubicBezTo>
                <a:cubicBezTo>
                  <a:pt x="1219" y="36"/>
                  <a:pt x="1218" y="40"/>
                  <a:pt x="1218" y="43"/>
                </a:cubicBezTo>
                <a:cubicBezTo>
                  <a:pt x="1218" y="48"/>
                  <a:pt x="1219" y="52"/>
                  <a:pt x="1221" y="55"/>
                </a:cubicBezTo>
                <a:cubicBezTo>
                  <a:pt x="1224" y="58"/>
                  <a:pt x="1227" y="59"/>
                  <a:pt x="1231" y="59"/>
                </a:cubicBezTo>
                <a:cubicBezTo>
                  <a:pt x="1234" y="59"/>
                  <a:pt x="1236" y="59"/>
                  <a:pt x="1239" y="57"/>
                </a:cubicBezTo>
                <a:cubicBezTo>
                  <a:pt x="1241" y="56"/>
                  <a:pt x="1243" y="54"/>
                  <a:pt x="1244" y="53"/>
                </a:cubicBezTo>
                <a:cubicBezTo>
                  <a:pt x="1242" y="50"/>
                  <a:pt x="1242" y="50"/>
                  <a:pt x="1242" y="50"/>
                </a:cubicBezTo>
                <a:cubicBezTo>
                  <a:pt x="1241" y="52"/>
                  <a:pt x="1239" y="53"/>
                  <a:pt x="1238" y="54"/>
                </a:cubicBezTo>
                <a:cubicBezTo>
                  <a:pt x="1236" y="54"/>
                  <a:pt x="1235" y="55"/>
                  <a:pt x="1233" y="55"/>
                </a:cubicBezTo>
                <a:cubicBezTo>
                  <a:pt x="1230" y="55"/>
                  <a:pt x="1228" y="54"/>
                  <a:pt x="1227" y="52"/>
                </a:cubicBezTo>
                <a:cubicBezTo>
                  <a:pt x="1226" y="50"/>
                  <a:pt x="1225" y="47"/>
                  <a:pt x="1225" y="43"/>
                </a:cubicBezTo>
                <a:cubicBezTo>
                  <a:pt x="1225" y="39"/>
                  <a:pt x="1226" y="35"/>
                  <a:pt x="1227" y="32"/>
                </a:cubicBezTo>
                <a:cubicBezTo>
                  <a:pt x="1228" y="30"/>
                  <a:pt x="1229" y="27"/>
                  <a:pt x="1231" y="26"/>
                </a:cubicBezTo>
                <a:cubicBezTo>
                  <a:pt x="1233" y="24"/>
                  <a:pt x="1235" y="23"/>
                  <a:pt x="1237" y="23"/>
                </a:cubicBezTo>
                <a:cubicBezTo>
                  <a:pt x="1239" y="23"/>
                  <a:pt x="1241" y="24"/>
                  <a:pt x="1243" y="27"/>
                </a:cubicBezTo>
                <a:close/>
                <a:moveTo>
                  <a:pt x="1279" y="52"/>
                </a:moveTo>
                <a:cubicBezTo>
                  <a:pt x="1277" y="49"/>
                  <a:pt x="1277" y="49"/>
                  <a:pt x="1277" y="49"/>
                </a:cubicBezTo>
                <a:cubicBezTo>
                  <a:pt x="1276" y="51"/>
                  <a:pt x="1274" y="52"/>
                  <a:pt x="1272" y="53"/>
                </a:cubicBezTo>
                <a:cubicBezTo>
                  <a:pt x="1270" y="54"/>
                  <a:pt x="1268" y="55"/>
                  <a:pt x="1266" y="55"/>
                </a:cubicBezTo>
                <a:cubicBezTo>
                  <a:pt x="1263" y="55"/>
                  <a:pt x="1261" y="54"/>
                  <a:pt x="1259" y="51"/>
                </a:cubicBezTo>
                <a:cubicBezTo>
                  <a:pt x="1258" y="49"/>
                  <a:pt x="1257" y="46"/>
                  <a:pt x="1258" y="43"/>
                </a:cubicBezTo>
                <a:cubicBezTo>
                  <a:pt x="1260" y="43"/>
                  <a:pt x="1264" y="42"/>
                  <a:pt x="1267" y="41"/>
                </a:cubicBezTo>
                <a:cubicBezTo>
                  <a:pt x="1271" y="40"/>
                  <a:pt x="1274" y="38"/>
                  <a:pt x="1277" y="36"/>
                </a:cubicBezTo>
                <a:cubicBezTo>
                  <a:pt x="1280" y="33"/>
                  <a:pt x="1281" y="31"/>
                  <a:pt x="1281" y="27"/>
                </a:cubicBezTo>
                <a:cubicBezTo>
                  <a:pt x="1281" y="25"/>
                  <a:pt x="1280" y="23"/>
                  <a:pt x="1278" y="21"/>
                </a:cubicBezTo>
                <a:cubicBezTo>
                  <a:pt x="1277" y="19"/>
                  <a:pt x="1274" y="19"/>
                  <a:pt x="1271" y="19"/>
                </a:cubicBezTo>
                <a:cubicBezTo>
                  <a:pt x="1267" y="19"/>
                  <a:pt x="1264" y="20"/>
                  <a:pt x="1260" y="22"/>
                </a:cubicBezTo>
                <a:cubicBezTo>
                  <a:pt x="1257" y="24"/>
                  <a:pt x="1255" y="28"/>
                  <a:pt x="1253" y="31"/>
                </a:cubicBezTo>
                <a:cubicBezTo>
                  <a:pt x="1251" y="35"/>
                  <a:pt x="1250" y="40"/>
                  <a:pt x="1250" y="44"/>
                </a:cubicBezTo>
                <a:cubicBezTo>
                  <a:pt x="1250" y="47"/>
                  <a:pt x="1251" y="49"/>
                  <a:pt x="1252" y="52"/>
                </a:cubicBezTo>
                <a:cubicBezTo>
                  <a:pt x="1253" y="54"/>
                  <a:pt x="1254" y="56"/>
                  <a:pt x="1256" y="57"/>
                </a:cubicBezTo>
                <a:cubicBezTo>
                  <a:pt x="1258" y="59"/>
                  <a:pt x="1261" y="59"/>
                  <a:pt x="1264" y="59"/>
                </a:cubicBezTo>
                <a:cubicBezTo>
                  <a:pt x="1267" y="59"/>
                  <a:pt x="1270" y="58"/>
                  <a:pt x="1273" y="57"/>
                </a:cubicBezTo>
                <a:cubicBezTo>
                  <a:pt x="1276" y="55"/>
                  <a:pt x="1278" y="54"/>
                  <a:pt x="1279" y="52"/>
                </a:cubicBezTo>
                <a:close/>
                <a:moveTo>
                  <a:pt x="1269" y="22"/>
                </a:moveTo>
                <a:cubicBezTo>
                  <a:pt x="1271" y="22"/>
                  <a:pt x="1272" y="23"/>
                  <a:pt x="1273" y="24"/>
                </a:cubicBezTo>
                <a:cubicBezTo>
                  <a:pt x="1274" y="25"/>
                  <a:pt x="1274" y="26"/>
                  <a:pt x="1274" y="28"/>
                </a:cubicBezTo>
                <a:cubicBezTo>
                  <a:pt x="1274" y="30"/>
                  <a:pt x="1273" y="32"/>
                  <a:pt x="1272" y="34"/>
                </a:cubicBezTo>
                <a:cubicBezTo>
                  <a:pt x="1270" y="35"/>
                  <a:pt x="1268" y="37"/>
                  <a:pt x="1265" y="38"/>
                </a:cubicBezTo>
                <a:cubicBezTo>
                  <a:pt x="1263" y="39"/>
                  <a:pt x="1260" y="39"/>
                  <a:pt x="1258" y="39"/>
                </a:cubicBezTo>
                <a:cubicBezTo>
                  <a:pt x="1258" y="37"/>
                  <a:pt x="1259" y="34"/>
                  <a:pt x="1259" y="32"/>
                </a:cubicBezTo>
                <a:cubicBezTo>
                  <a:pt x="1260" y="29"/>
                  <a:pt x="1262" y="27"/>
                  <a:pt x="1263" y="25"/>
                </a:cubicBezTo>
                <a:cubicBezTo>
                  <a:pt x="1265" y="23"/>
                  <a:pt x="1267" y="22"/>
                  <a:pt x="1269" y="22"/>
                </a:cubicBezTo>
                <a:close/>
                <a:moveTo>
                  <a:pt x="1310" y="25"/>
                </a:moveTo>
                <a:cubicBezTo>
                  <a:pt x="1311" y="20"/>
                  <a:pt x="1311" y="20"/>
                  <a:pt x="1311" y="20"/>
                </a:cubicBezTo>
                <a:cubicBezTo>
                  <a:pt x="1311" y="20"/>
                  <a:pt x="1309" y="19"/>
                  <a:pt x="1308" y="19"/>
                </a:cubicBezTo>
                <a:cubicBezTo>
                  <a:pt x="1306" y="19"/>
                  <a:pt x="1304" y="19"/>
                  <a:pt x="1303" y="19"/>
                </a:cubicBezTo>
                <a:cubicBezTo>
                  <a:pt x="1300" y="19"/>
                  <a:pt x="1298" y="19"/>
                  <a:pt x="1296" y="20"/>
                </a:cubicBezTo>
                <a:cubicBezTo>
                  <a:pt x="1293" y="21"/>
                  <a:pt x="1292" y="22"/>
                  <a:pt x="1291" y="24"/>
                </a:cubicBezTo>
                <a:cubicBezTo>
                  <a:pt x="1289" y="26"/>
                  <a:pt x="1289" y="27"/>
                  <a:pt x="1289" y="30"/>
                </a:cubicBezTo>
                <a:cubicBezTo>
                  <a:pt x="1289" y="34"/>
                  <a:pt x="1291" y="38"/>
                  <a:pt x="1296" y="41"/>
                </a:cubicBezTo>
                <a:cubicBezTo>
                  <a:pt x="1298" y="43"/>
                  <a:pt x="1300" y="44"/>
                  <a:pt x="1301" y="45"/>
                </a:cubicBezTo>
                <a:cubicBezTo>
                  <a:pt x="1302" y="46"/>
                  <a:pt x="1303" y="48"/>
                  <a:pt x="1303" y="50"/>
                </a:cubicBezTo>
                <a:cubicBezTo>
                  <a:pt x="1303" y="51"/>
                  <a:pt x="1302" y="53"/>
                  <a:pt x="1301" y="54"/>
                </a:cubicBezTo>
                <a:cubicBezTo>
                  <a:pt x="1299" y="55"/>
                  <a:pt x="1297" y="55"/>
                  <a:pt x="1295" y="55"/>
                </a:cubicBezTo>
                <a:cubicBezTo>
                  <a:pt x="1293" y="55"/>
                  <a:pt x="1292" y="55"/>
                  <a:pt x="1290" y="54"/>
                </a:cubicBezTo>
                <a:cubicBezTo>
                  <a:pt x="1288" y="53"/>
                  <a:pt x="1287" y="53"/>
                  <a:pt x="1286" y="52"/>
                </a:cubicBezTo>
                <a:cubicBezTo>
                  <a:pt x="1285" y="57"/>
                  <a:pt x="1285" y="57"/>
                  <a:pt x="1285" y="57"/>
                </a:cubicBezTo>
                <a:cubicBezTo>
                  <a:pt x="1285" y="58"/>
                  <a:pt x="1287" y="58"/>
                  <a:pt x="1289" y="58"/>
                </a:cubicBezTo>
                <a:cubicBezTo>
                  <a:pt x="1291" y="59"/>
                  <a:pt x="1293" y="59"/>
                  <a:pt x="1295" y="59"/>
                </a:cubicBezTo>
                <a:cubicBezTo>
                  <a:pt x="1299" y="59"/>
                  <a:pt x="1303" y="58"/>
                  <a:pt x="1305" y="56"/>
                </a:cubicBezTo>
                <a:cubicBezTo>
                  <a:pt x="1308" y="54"/>
                  <a:pt x="1309" y="52"/>
                  <a:pt x="1309" y="48"/>
                </a:cubicBezTo>
                <a:cubicBezTo>
                  <a:pt x="1309" y="46"/>
                  <a:pt x="1309" y="45"/>
                  <a:pt x="1308" y="43"/>
                </a:cubicBezTo>
                <a:cubicBezTo>
                  <a:pt x="1307" y="42"/>
                  <a:pt x="1306" y="41"/>
                  <a:pt x="1305" y="40"/>
                </a:cubicBezTo>
                <a:cubicBezTo>
                  <a:pt x="1304" y="39"/>
                  <a:pt x="1303" y="38"/>
                  <a:pt x="1301" y="36"/>
                </a:cubicBezTo>
                <a:cubicBezTo>
                  <a:pt x="1299" y="35"/>
                  <a:pt x="1298" y="34"/>
                  <a:pt x="1297" y="32"/>
                </a:cubicBezTo>
                <a:cubicBezTo>
                  <a:pt x="1296" y="31"/>
                  <a:pt x="1295" y="30"/>
                  <a:pt x="1295" y="28"/>
                </a:cubicBezTo>
                <a:cubicBezTo>
                  <a:pt x="1295" y="26"/>
                  <a:pt x="1296" y="25"/>
                  <a:pt x="1297" y="24"/>
                </a:cubicBezTo>
                <a:cubicBezTo>
                  <a:pt x="1299" y="23"/>
                  <a:pt x="1300" y="23"/>
                  <a:pt x="1303" y="23"/>
                </a:cubicBezTo>
                <a:cubicBezTo>
                  <a:pt x="1304" y="23"/>
                  <a:pt x="1306" y="23"/>
                  <a:pt x="1307" y="24"/>
                </a:cubicBezTo>
                <a:cubicBezTo>
                  <a:pt x="1309" y="24"/>
                  <a:pt x="1310" y="25"/>
                  <a:pt x="1310" y="25"/>
                </a:cubicBezTo>
                <a:close/>
                <a:moveTo>
                  <a:pt x="1047" y="110"/>
                </a:moveTo>
                <a:cubicBezTo>
                  <a:pt x="1052" y="111"/>
                  <a:pt x="1052" y="111"/>
                  <a:pt x="1052" y="111"/>
                </a:cubicBezTo>
                <a:cubicBezTo>
                  <a:pt x="1046" y="156"/>
                  <a:pt x="1046" y="156"/>
                  <a:pt x="1046" y="156"/>
                </a:cubicBezTo>
                <a:cubicBezTo>
                  <a:pt x="1041" y="157"/>
                  <a:pt x="1041" y="157"/>
                  <a:pt x="1041" y="157"/>
                </a:cubicBezTo>
                <a:cubicBezTo>
                  <a:pt x="1041" y="159"/>
                  <a:pt x="1041" y="159"/>
                  <a:pt x="1041" y="159"/>
                </a:cubicBezTo>
                <a:cubicBezTo>
                  <a:pt x="1078" y="159"/>
                  <a:pt x="1078" y="159"/>
                  <a:pt x="1078" y="159"/>
                </a:cubicBezTo>
                <a:cubicBezTo>
                  <a:pt x="1081" y="147"/>
                  <a:pt x="1081" y="147"/>
                  <a:pt x="1081" y="147"/>
                </a:cubicBezTo>
                <a:cubicBezTo>
                  <a:pt x="1077" y="146"/>
                  <a:pt x="1077" y="146"/>
                  <a:pt x="1077" y="146"/>
                </a:cubicBezTo>
                <a:cubicBezTo>
                  <a:pt x="1073" y="155"/>
                  <a:pt x="1073" y="155"/>
                  <a:pt x="1073" y="155"/>
                </a:cubicBezTo>
                <a:cubicBezTo>
                  <a:pt x="1053" y="156"/>
                  <a:pt x="1053" y="156"/>
                  <a:pt x="1053" y="156"/>
                </a:cubicBezTo>
                <a:cubicBezTo>
                  <a:pt x="1056" y="134"/>
                  <a:pt x="1056" y="134"/>
                  <a:pt x="1056" y="134"/>
                </a:cubicBezTo>
                <a:cubicBezTo>
                  <a:pt x="1072" y="135"/>
                  <a:pt x="1072" y="135"/>
                  <a:pt x="1072" y="135"/>
                </a:cubicBezTo>
                <a:cubicBezTo>
                  <a:pt x="1073" y="130"/>
                  <a:pt x="1073" y="130"/>
                  <a:pt x="1073" y="130"/>
                </a:cubicBezTo>
                <a:cubicBezTo>
                  <a:pt x="1057" y="130"/>
                  <a:pt x="1057" y="130"/>
                  <a:pt x="1057" y="130"/>
                </a:cubicBezTo>
                <a:cubicBezTo>
                  <a:pt x="1059" y="110"/>
                  <a:pt x="1059" y="110"/>
                  <a:pt x="1059" y="110"/>
                </a:cubicBezTo>
                <a:cubicBezTo>
                  <a:pt x="1075" y="111"/>
                  <a:pt x="1075" y="111"/>
                  <a:pt x="1075" y="111"/>
                </a:cubicBezTo>
                <a:cubicBezTo>
                  <a:pt x="1076" y="118"/>
                  <a:pt x="1076" y="118"/>
                  <a:pt x="1076" y="118"/>
                </a:cubicBezTo>
                <a:cubicBezTo>
                  <a:pt x="1080" y="118"/>
                  <a:pt x="1080" y="118"/>
                  <a:pt x="1080" y="118"/>
                </a:cubicBezTo>
                <a:cubicBezTo>
                  <a:pt x="1081" y="107"/>
                  <a:pt x="1081" y="107"/>
                  <a:pt x="1081" y="107"/>
                </a:cubicBezTo>
                <a:cubicBezTo>
                  <a:pt x="1048" y="107"/>
                  <a:pt x="1048" y="107"/>
                  <a:pt x="1048" y="107"/>
                </a:cubicBezTo>
                <a:lnTo>
                  <a:pt x="1047" y="110"/>
                </a:lnTo>
                <a:close/>
                <a:moveTo>
                  <a:pt x="1100" y="129"/>
                </a:moveTo>
                <a:cubicBezTo>
                  <a:pt x="1100" y="120"/>
                  <a:pt x="1100" y="120"/>
                  <a:pt x="1100" y="120"/>
                </a:cubicBezTo>
                <a:cubicBezTo>
                  <a:pt x="1099" y="119"/>
                  <a:pt x="1099" y="119"/>
                  <a:pt x="1099" y="119"/>
                </a:cubicBezTo>
                <a:cubicBezTo>
                  <a:pt x="1090" y="121"/>
                  <a:pt x="1090" y="121"/>
                  <a:pt x="1090" y="121"/>
                </a:cubicBezTo>
                <a:cubicBezTo>
                  <a:pt x="1090" y="124"/>
                  <a:pt x="1090" y="124"/>
                  <a:pt x="1090" y="124"/>
                </a:cubicBezTo>
                <a:cubicBezTo>
                  <a:pt x="1093" y="125"/>
                  <a:pt x="1093" y="125"/>
                  <a:pt x="1093" y="125"/>
                </a:cubicBezTo>
                <a:cubicBezTo>
                  <a:pt x="1089" y="159"/>
                  <a:pt x="1089" y="159"/>
                  <a:pt x="1089" y="159"/>
                </a:cubicBezTo>
                <a:cubicBezTo>
                  <a:pt x="1095" y="159"/>
                  <a:pt x="1095" y="159"/>
                  <a:pt x="1095" y="159"/>
                </a:cubicBezTo>
                <a:cubicBezTo>
                  <a:pt x="1099" y="134"/>
                  <a:pt x="1099" y="134"/>
                  <a:pt x="1099" y="134"/>
                </a:cubicBezTo>
                <a:cubicBezTo>
                  <a:pt x="1101" y="131"/>
                  <a:pt x="1103" y="129"/>
                  <a:pt x="1105" y="127"/>
                </a:cubicBezTo>
                <a:cubicBezTo>
                  <a:pt x="1107" y="125"/>
                  <a:pt x="1109" y="124"/>
                  <a:pt x="1111" y="124"/>
                </a:cubicBezTo>
                <a:cubicBezTo>
                  <a:pt x="1113" y="124"/>
                  <a:pt x="1114" y="125"/>
                  <a:pt x="1114" y="126"/>
                </a:cubicBezTo>
                <a:cubicBezTo>
                  <a:pt x="1115" y="127"/>
                  <a:pt x="1115" y="128"/>
                  <a:pt x="1115" y="130"/>
                </a:cubicBezTo>
                <a:cubicBezTo>
                  <a:pt x="1115" y="132"/>
                  <a:pt x="1115" y="134"/>
                  <a:pt x="1115" y="135"/>
                </a:cubicBezTo>
                <a:cubicBezTo>
                  <a:pt x="1115" y="137"/>
                  <a:pt x="1114" y="140"/>
                  <a:pt x="1114" y="142"/>
                </a:cubicBezTo>
                <a:cubicBezTo>
                  <a:pt x="1114" y="144"/>
                  <a:pt x="1114" y="144"/>
                  <a:pt x="1114" y="144"/>
                </a:cubicBezTo>
                <a:cubicBezTo>
                  <a:pt x="1113" y="147"/>
                  <a:pt x="1113" y="147"/>
                  <a:pt x="1113" y="147"/>
                </a:cubicBezTo>
                <a:cubicBezTo>
                  <a:pt x="1112" y="151"/>
                  <a:pt x="1112" y="154"/>
                  <a:pt x="1112" y="156"/>
                </a:cubicBezTo>
                <a:cubicBezTo>
                  <a:pt x="1112" y="159"/>
                  <a:pt x="1113" y="160"/>
                  <a:pt x="1116" y="160"/>
                </a:cubicBezTo>
                <a:cubicBezTo>
                  <a:pt x="1117" y="160"/>
                  <a:pt x="1119" y="160"/>
                  <a:pt x="1120" y="159"/>
                </a:cubicBezTo>
                <a:cubicBezTo>
                  <a:pt x="1121" y="159"/>
                  <a:pt x="1122" y="158"/>
                  <a:pt x="1123" y="157"/>
                </a:cubicBezTo>
                <a:cubicBezTo>
                  <a:pt x="1123" y="157"/>
                  <a:pt x="1124" y="156"/>
                  <a:pt x="1124" y="156"/>
                </a:cubicBezTo>
                <a:cubicBezTo>
                  <a:pt x="1123" y="154"/>
                  <a:pt x="1123" y="154"/>
                  <a:pt x="1123" y="154"/>
                </a:cubicBezTo>
                <a:cubicBezTo>
                  <a:pt x="1122" y="155"/>
                  <a:pt x="1121" y="156"/>
                  <a:pt x="1120" y="156"/>
                </a:cubicBezTo>
                <a:cubicBezTo>
                  <a:pt x="1119" y="156"/>
                  <a:pt x="1119" y="155"/>
                  <a:pt x="1119" y="154"/>
                </a:cubicBezTo>
                <a:cubicBezTo>
                  <a:pt x="1119" y="152"/>
                  <a:pt x="1119" y="149"/>
                  <a:pt x="1120" y="145"/>
                </a:cubicBezTo>
                <a:cubicBezTo>
                  <a:pt x="1121" y="142"/>
                  <a:pt x="1121" y="142"/>
                  <a:pt x="1121" y="142"/>
                </a:cubicBezTo>
                <a:cubicBezTo>
                  <a:pt x="1121" y="140"/>
                  <a:pt x="1121" y="140"/>
                  <a:pt x="1121" y="140"/>
                </a:cubicBezTo>
                <a:cubicBezTo>
                  <a:pt x="1122" y="135"/>
                  <a:pt x="1122" y="132"/>
                  <a:pt x="1122" y="130"/>
                </a:cubicBezTo>
                <a:cubicBezTo>
                  <a:pt x="1122" y="126"/>
                  <a:pt x="1122" y="123"/>
                  <a:pt x="1120" y="122"/>
                </a:cubicBezTo>
                <a:cubicBezTo>
                  <a:pt x="1119" y="120"/>
                  <a:pt x="1117" y="119"/>
                  <a:pt x="1114" y="119"/>
                </a:cubicBezTo>
                <a:cubicBezTo>
                  <a:pt x="1112" y="119"/>
                  <a:pt x="1109" y="120"/>
                  <a:pt x="1106" y="122"/>
                </a:cubicBezTo>
                <a:cubicBezTo>
                  <a:pt x="1104" y="124"/>
                  <a:pt x="1102" y="126"/>
                  <a:pt x="1100" y="129"/>
                </a:cubicBezTo>
                <a:close/>
                <a:moveTo>
                  <a:pt x="1159" y="162"/>
                </a:moveTo>
                <a:cubicBezTo>
                  <a:pt x="1165" y="119"/>
                  <a:pt x="1165" y="119"/>
                  <a:pt x="1165" y="119"/>
                </a:cubicBezTo>
                <a:cubicBezTo>
                  <a:pt x="1160" y="121"/>
                  <a:pt x="1160" y="121"/>
                  <a:pt x="1160" y="121"/>
                </a:cubicBezTo>
                <a:cubicBezTo>
                  <a:pt x="1159" y="121"/>
                  <a:pt x="1158" y="120"/>
                  <a:pt x="1157" y="120"/>
                </a:cubicBezTo>
                <a:cubicBezTo>
                  <a:pt x="1155" y="120"/>
                  <a:pt x="1154" y="119"/>
                  <a:pt x="1153" y="119"/>
                </a:cubicBezTo>
                <a:cubicBezTo>
                  <a:pt x="1148" y="119"/>
                  <a:pt x="1144" y="121"/>
                  <a:pt x="1141" y="123"/>
                </a:cubicBezTo>
                <a:cubicBezTo>
                  <a:pt x="1137" y="126"/>
                  <a:pt x="1135" y="129"/>
                  <a:pt x="1133" y="133"/>
                </a:cubicBezTo>
                <a:cubicBezTo>
                  <a:pt x="1131" y="137"/>
                  <a:pt x="1130" y="141"/>
                  <a:pt x="1130" y="145"/>
                </a:cubicBezTo>
                <a:cubicBezTo>
                  <a:pt x="1130" y="150"/>
                  <a:pt x="1131" y="153"/>
                  <a:pt x="1133" y="156"/>
                </a:cubicBezTo>
                <a:cubicBezTo>
                  <a:pt x="1135" y="159"/>
                  <a:pt x="1138" y="160"/>
                  <a:pt x="1142" y="160"/>
                </a:cubicBezTo>
                <a:cubicBezTo>
                  <a:pt x="1144" y="160"/>
                  <a:pt x="1146" y="159"/>
                  <a:pt x="1148" y="158"/>
                </a:cubicBezTo>
                <a:cubicBezTo>
                  <a:pt x="1150" y="157"/>
                  <a:pt x="1152" y="156"/>
                  <a:pt x="1153" y="155"/>
                </a:cubicBezTo>
                <a:cubicBezTo>
                  <a:pt x="1151" y="164"/>
                  <a:pt x="1151" y="164"/>
                  <a:pt x="1151" y="164"/>
                </a:cubicBezTo>
                <a:cubicBezTo>
                  <a:pt x="1151" y="167"/>
                  <a:pt x="1150" y="169"/>
                  <a:pt x="1149" y="170"/>
                </a:cubicBezTo>
                <a:cubicBezTo>
                  <a:pt x="1147" y="172"/>
                  <a:pt x="1145" y="172"/>
                  <a:pt x="1142" y="172"/>
                </a:cubicBezTo>
                <a:cubicBezTo>
                  <a:pt x="1140" y="172"/>
                  <a:pt x="1139" y="172"/>
                  <a:pt x="1137" y="171"/>
                </a:cubicBezTo>
                <a:cubicBezTo>
                  <a:pt x="1136" y="171"/>
                  <a:pt x="1134" y="170"/>
                  <a:pt x="1133" y="170"/>
                </a:cubicBezTo>
                <a:cubicBezTo>
                  <a:pt x="1132" y="175"/>
                  <a:pt x="1132" y="175"/>
                  <a:pt x="1132" y="175"/>
                </a:cubicBezTo>
                <a:cubicBezTo>
                  <a:pt x="1132" y="176"/>
                  <a:pt x="1134" y="176"/>
                  <a:pt x="1135" y="176"/>
                </a:cubicBezTo>
                <a:cubicBezTo>
                  <a:pt x="1137" y="177"/>
                  <a:pt x="1138" y="177"/>
                  <a:pt x="1140" y="177"/>
                </a:cubicBezTo>
                <a:cubicBezTo>
                  <a:pt x="1142" y="177"/>
                  <a:pt x="1145" y="176"/>
                  <a:pt x="1148" y="175"/>
                </a:cubicBezTo>
                <a:cubicBezTo>
                  <a:pt x="1150" y="174"/>
                  <a:pt x="1153" y="173"/>
                  <a:pt x="1155" y="170"/>
                </a:cubicBezTo>
                <a:cubicBezTo>
                  <a:pt x="1157" y="168"/>
                  <a:pt x="1158" y="165"/>
                  <a:pt x="1159" y="162"/>
                </a:cubicBezTo>
                <a:close/>
                <a:moveTo>
                  <a:pt x="1157" y="125"/>
                </a:moveTo>
                <a:cubicBezTo>
                  <a:pt x="1154" y="150"/>
                  <a:pt x="1154" y="150"/>
                  <a:pt x="1154" y="150"/>
                </a:cubicBezTo>
                <a:cubicBezTo>
                  <a:pt x="1152" y="151"/>
                  <a:pt x="1151" y="153"/>
                  <a:pt x="1149" y="154"/>
                </a:cubicBezTo>
                <a:cubicBezTo>
                  <a:pt x="1148" y="155"/>
                  <a:pt x="1146" y="155"/>
                  <a:pt x="1144" y="155"/>
                </a:cubicBezTo>
                <a:cubicBezTo>
                  <a:pt x="1142" y="155"/>
                  <a:pt x="1140" y="155"/>
                  <a:pt x="1139" y="153"/>
                </a:cubicBezTo>
                <a:cubicBezTo>
                  <a:pt x="1138" y="151"/>
                  <a:pt x="1138" y="148"/>
                  <a:pt x="1138" y="145"/>
                </a:cubicBezTo>
                <a:cubicBezTo>
                  <a:pt x="1138" y="142"/>
                  <a:pt x="1138" y="138"/>
                  <a:pt x="1139" y="135"/>
                </a:cubicBezTo>
                <a:cubicBezTo>
                  <a:pt x="1140" y="132"/>
                  <a:pt x="1142" y="129"/>
                  <a:pt x="1144" y="127"/>
                </a:cubicBezTo>
                <a:cubicBezTo>
                  <a:pt x="1146" y="124"/>
                  <a:pt x="1149" y="123"/>
                  <a:pt x="1152" y="123"/>
                </a:cubicBezTo>
                <a:cubicBezTo>
                  <a:pt x="1154" y="123"/>
                  <a:pt x="1156" y="124"/>
                  <a:pt x="1157" y="125"/>
                </a:cubicBezTo>
                <a:close/>
                <a:moveTo>
                  <a:pt x="1181" y="153"/>
                </a:moveTo>
                <a:cubicBezTo>
                  <a:pt x="1185" y="120"/>
                  <a:pt x="1185" y="120"/>
                  <a:pt x="1185" y="120"/>
                </a:cubicBezTo>
                <a:cubicBezTo>
                  <a:pt x="1184" y="119"/>
                  <a:pt x="1184" y="119"/>
                  <a:pt x="1184" y="119"/>
                </a:cubicBezTo>
                <a:cubicBezTo>
                  <a:pt x="1174" y="121"/>
                  <a:pt x="1174" y="121"/>
                  <a:pt x="1174" y="121"/>
                </a:cubicBezTo>
                <a:cubicBezTo>
                  <a:pt x="1173" y="123"/>
                  <a:pt x="1173" y="123"/>
                  <a:pt x="1173" y="123"/>
                </a:cubicBezTo>
                <a:cubicBezTo>
                  <a:pt x="1178" y="125"/>
                  <a:pt x="1178" y="125"/>
                  <a:pt x="1178" y="125"/>
                </a:cubicBezTo>
                <a:cubicBezTo>
                  <a:pt x="1177" y="132"/>
                  <a:pt x="1176" y="138"/>
                  <a:pt x="1175" y="142"/>
                </a:cubicBezTo>
                <a:cubicBezTo>
                  <a:pt x="1174" y="150"/>
                  <a:pt x="1174" y="154"/>
                  <a:pt x="1173" y="156"/>
                </a:cubicBezTo>
                <a:cubicBezTo>
                  <a:pt x="1173" y="157"/>
                  <a:pt x="1174" y="158"/>
                  <a:pt x="1174" y="159"/>
                </a:cubicBezTo>
                <a:cubicBezTo>
                  <a:pt x="1175" y="160"/>
                  <a:pt x="1176" y="160"/>
                  <a:pt x="1178" y="160"/>
                </a:cubicBezTo>
                <a:cubicBezTo>
                  <a:pt x="1180" y="160"/>
                  <a:pt x="1182" y="159"/>
                  <a:pt x="1183" y="158"/>
                </a:cubicBezTo>
                <a:cubicBezTo>
                  <a:pt x="1184" y="157"/>
                  <a:pt x="1185" y="156"/>
                  <a:pt x="1186" y="155"/>
                </a:cubicBezTo>
                <a:cubicBezTo>
                  <a:pt x="1185" y="154"/>
                  <a:pt x="1185" y="154"/>
                  <a:pt x="1185" y="154"/>
                </a:cubicBezTo>
                <a:cubicBezTo>
                  <a:pt x="1184" y="154"/>
                  <a:pt x="1184" y="155"/>
                  <a:pt x="1183" y="155"/>
                </a:cubicBezTo>
                <a:cubicBezTo>
                  <a:pt x="1183" y="156"/>
                  <a:pt x="1182" y="156"/>
                  <a:pt x="1182" y="156"/>
                </a:cubicBezTo>
                <a:cubicBezTo>
                  <a:pt x="1181" y="156"/>
                  <a:pt x="1181" y="156"/>
                  <a:pt x="1181" y="155"/>
                </a:cubicBezTo>
                <a:cubicBezTo>
                  <a:pt x="1181" y="155"/>
                  <a:pt x="1180" y="155"/>
                  <a:pt x="1180" y="154"/>
                </a:cubicBezTo>
                <a:lnTo>
                  <a:pt x="1181" y="153"/>
                </a:lnTo>
                <a:close/>
                <a:moveTo>
                  <a:pt x="1183" y="112"/>
                </a:moveTo>
                <a:cubicBezTo>
                  <a:pt x="1184" y="112"/>
                  <a:pt x="1185" y="111"/>
                  <a:pt x="1186" y="110"/>
                </a:cubicBezTo>
                <a:cubicBezTo>
                  <a:pt x="1187" y="109"/>
                  <a:pt x="1188" y="108"/>
                  <a:pt x="1188" y="107"/>
                </a:cubicBezTo>
                <a:cubicBezTo>
                  <a:pt x="1188" y="106"/>
                  <a:pt x="1187" y="105"/>
                  <a:pt x="1187" y="104"/>
                </a:cubicBezTo>
                <a:cubicBezTo>
                  <a:pt x="1186" y="103"/>
                  <a:pt x="1185" y="103"/>
                  <a:pt x="1184" y="103"/>
                </a:cubicBezTo>
                <a:cubicBezTo>
                  <a:pt x="1182" y="103"/>
                  <a:pt x="1181" y="103"/>
                  <a:pt x="1180" y="104"/>
                </a:cubicBezTo>
                <a:cubicBezTo>
                  <a:pt x="1180" y="105"/>
                  <a:pt x="1179" y="107"/>
                  <a:pt x="1179" y="108"/>
                </a:cubicBezTo>
                <a:cubicBezTo>
                  <a:pt x="1179" y="109"/>
                  <a:pt x="1179" y="110"/>
                  <a:pt x="1180" y="111"/>
                </a:cubicBezTo>
                <a:cubicBezTo>
                  <a:pt x="1181" y="111"/>
                  <a:pt x="1182" y="112"/>
                  <a:pt x="1183" y="112"/>
                </a:cubicBezTo>
                <a:close/>
                <a:moveTo>
                  <a:pt x="1207" y="129"/>
                </a:moveTo>
                <a:cubicBezTo>
                  <a:pt x="1208" y="120"/>
                  <a:pt x="1208" y="120"/>
                  <a:pt x="1208" y="120"/>
                </a:cubicBezTo>
                <a:cubicBezTo>
                  <a:pt x="1207" y="119"/>
                  <a:pt x="1207" y="119"/>
                  <a:pt x="1207" y="119"/>
                </a:cubicBezTo>
                <a:cubicBezTo>
                  <a:pt x="1198" y="121"/>
                  <a:pt x="1198" y="121"/>
                  <a:pt x="1198" y="121"/>
                </a:cubicBezTo>
                <a:cubicBezTo>
                  <a:pt x="1198" y="124"/>
                  <a:pt x="1198" y="124"/>
                  <a:pt x="1198" y="124"/>
                </a:cubicBezTo>
                <a:cubicBezTo>
                  <a:pt x="1201" y="125"/>
                  <a:pt x="1201" y="125"/>
                  <a:pt x="1201" y="125"/>
                </a:cubicBezTo>
                <a:cubicBezTo>
                  <a:pt x="1196" y="159"/>
                  <a:pt x="1196" y="159"/>
                  <a:pt x="1196" y="159"/>
                </a:cubicBezTo>
                <a:cubicBezTo>
                  <a:pt x="1203" y="159"/>
                  <a:pt x="1203" y="159"/>
                  <a:pt x="1203" y="159"/>
                </a:cubicBezTo>
                <a:cubicBezTo>
                  <a:pt x="1207" y="134"/>
                  <a:pt x="1207" y="134"/>
                  <a:pt x="1207" y="134"/>
                </a:cubicBezTo>
                <a:cubicBezTo>
                  <a:pt x="1208" y="131"/>
                  <a:pt x="1210" y="129"/>
                  <a:pt x="1213" y="127"/>
                </a:cubicBezTo>
                <a:cubicBezTo>
                  <a:pt x="1215" y="125"/>
                  <a:pt x="1217" y="124"/>
                  <a:pt x="1219" y="124"/>
                </a:cubicBezTo>
                <a:cubicBezTo>
                  <a:pt x="1220" y="124"/>
                  <a:pt x="1221" y="125"/>
                  <a:pt x="1222" y="126"/>
                </a:cubicBezTo>
                <a:cubicBezTo>
                  <a:pt x="1223" y="127"/>
                  <a:pt x="1223" y="128"/>
                  <a:pt x="1223" y="130"/>
                </a:cubicBezTo>
                <a:cubicBezTo>
                  <a:pt x="1223" y="132"/>
                  <a:pt x="1223" y="134"/>
                  <a:pt x="1223" y="135"/>
                </a:cubicBezTo>
                <a:cubicBezTo>
                  <a:pt x="1222" y="137"/>
                  <a:pt x="1222" y="140"/>
                  <a:pt x="1222" y="142"/>
                </a:cubicBezTo>
                <a:cubicBezTo>
                  <a:pt x="1221" y="144"/>
                  <a:pt x="1221" y="144"/>
                  <a:pt x="1221" y="144"/>
                </a:cubicBezTo>
                <a:cubicBezTo>
                  <a:pt x="1221" y="147"/>
                  <a:pt x="1221" y="147"/>
                  <a:pt x="1221" y="147"/>
                </a:cubicBezTo>
                <a:cubicBezTo>
                  <a:pt x="1220" y="151"/>
                  <a:pt x="1219" y="154"/>
                  <a:pt x="1219" y="156"/>
                </a:cubicBezTo>
                <a:cubicBezTo>
                  <a:pt x="1219" y="159"/>
                  <a:pt x="1221" y="160"/>
                  <a:pt x="1224" y="160"/>
                </a:cubicBezTo>
                <a:cubicBezTo>
                  <a:pt x="1225" y="160"/>
                  <a:pt x="1226" y="160"/>
                  <a:pt x="1227" y="159"/>
                </a:cubicBezTo>
                <a:cubicBezTo>
                  <a:pt x="1228" y="159"/>
                  <a:pt x="1229" y="158"/>
                  <a:pt x="1230" y="157"/>
                </a:cubicBezTo>
                <a:cubicBezTo>
                  <a:pt x="1231" y="157"/>
                  <a:pt x="1231" y="156"/>
                  <a:pt x="1232" y="156"/>
                </a:cubicBezTo>
                <a:cubicBezTo>
                  <a:pt x="1231" y="154"/>
                  <a:pt x="1231" y="154"/>
                  <a:pt x="1231" y="154"/>
                </a:cubicBezTo>
                <a:cubicBezTo>
                  <a:pt x="1229" y="155"/>
                  <a:pt x="1228" y="156"/>
                  <a:pt x="1227" y="156"/>
                </a:cubicBezTo>
                <a:cubicBezTo>
                  <a:pt x="1227" y="156"/>
                  <a:pt x="1227" y="155"/>
                  <a:pt x="1227" y="154"/>
                </a:cubicBezTo>
                <a:cubicBezTo>
                  <a:pt x="1227" y="152"/>
                  <a:pt x="1227" y="149"/>
                  <a:pt x="1228" y="145"/>
                </a:cubicBezTo>
                <a:cubicBezTo>
                  <a:pt x="1228" y="142"/>
                  <a:pt x="1228" y="142"/>
                  <a:pt x="1228" y="142"/>
                </a:cubicBezTo>
                <a:cubicBezTo>
                  <a:pt x="1229" y="140"/>
                  <a:pt x="1229" y="140"/>
                  <a:pt x="1229" y="140"/>
                </a:cubicBezTo>
                <a:cubicBezTo>
                  <a:pt x="1230" y="135"/>
                  <a:pt x="1230" y="132"/>
                  <a:pt x="1230" y="130"/>
                </a:cubicBezTo>
                <a:cubicBezTo>
                  <a:pt x="1230" y="126"/>
                  <a:pt x="1229" y="123"/>
                  <a:pt x="1228" y="122"/>
                </a:cubicBezTo>
                <a:cubicBezTo>
                  <a:pt x="1227" y="120"/>
                  <a:pt x="1225" y="119"/>
                  <a:pt x="1222" y="119"/>
                </a:cubicBezTo>
                <a:cubicBezTo>
                  <a:pt x="1219" y="119"/>
                  <a:pt x="1217" y="120"/>
                  <a:pt x="1214" y="122"/>
                </a:cubicBezTo>
                <a:cubicBezTo>
                  <a:pt x="1211" y="124"/>
                  <a:pt x="1209" y="126"/>
                  <a:pt x="1207" y="129"/>
                </a:cubicBezTo>
                <a:close/>
                <a:moveTo>
                  <a:pt x="1267" y="153"/>
                </a:moveTo>
                <a:cubicBezTo>
                  <a:pt x="1266" y="150"/>
                  <a:pt x="1266" y="150"/>
                  <a:pt x="1266" y="150"/>
                </a:cubicBezTo>
                <a:cubicBezTo>
                  <a:pt x="1264" y="152"/>
                  <a:pt x="1262" y="153"/>
                  <a:pt x="1260" y="154"/>
                </a:cubicBezTo>
                <a:cubicBezTo>
                  <a:pt x="1258" y="155"/>
                  <a:pt x="1256" y="156"/>
                  <a:pt x="1254" y="156"/>
                </a:cubicBezTo>
                <a:cubicBezTo>
                  <a:pt x="1251" y="156"/>
                  <a:pt x="1249" y="154"/>
                  <a:pt x="1248" y="152"/>
                </a:cubicBezTo>
                <a:cubicBezTo>
                  <a:pt x="1246" y="150"/>
                  <a:pt x="1246" y="147"/>
                  <a:pt x="1246" y="143"/>
                </a:cubicBezTo>
                <a:cubicBezTo>
                  <a:pt x="1249" y="143"/>
                  <a:pt x="1252" y="143"/>
                  <a:pt x="1256" y="142"/>
                </a:cubicBezTo>
                <a:cubicBezTo>
                  <a:pt x="1259" y="140"/>
                  <a:pt x="1263" y="139"/>
                  <a:pt x="1265" y="136"/>
                </a:cubicBezTo>
                <a:cubicBezTo>
                  <a:pt x="1268" y="134"/>
                  <a:pt x="1269" y="131"/>
                  <a:pt x="1269" y="128"/>
                </a:cubicBezTo>
                <a:cubicBezTo>
                  <a:pt x="1269" y="125"/>
                  <a:pt x="1268" y="123"/>
                  <a:pt x="1267" y="122"/>
                </a:cubicBezTo>
                <a:cubicBezTo>
                  <a:pt x="1265" y="120"/>
                  <a:pt x="1263" y="119"/>
                  <a:pt x="1259" y="119"/>
                </a:cubicBezTo>
                <a:cubicBezTo>
                  <a:pt x="1255" y="119"/>
                  <a:pt x="1252" y="121"/>
                  <a:pt x="1249" y="123"/>
                </a:cubicBezTo>
                <a:cubicBezTo>
                  <a:pt x="1246" y="125"/>
                  <a:pt x="1243" y="128"/>
                  <a:pt x="1241" y="132"/>
                </a:cubicBezTo>
                <a:cubicBezTo>
                  <a:pt x="1240" y="136"/>
                  <a:pt x="1239" y="140"/>
                  <a:pt x="1239" y="145"/>
                </a:cubicBezTo>
                <a:cubicBezTo>
                  <a:pt x="1239" y="147"/>
                  <a:pt x="1239" y="150"/>
                  <a:pt x="1240" y="152"/>
                </a:cubicBezTo>
                <a:cubicBezTo>
                  <a:pt x="1241" y="155"/>
                  <a:pt x="1243" y="156"/>
                  <a:pt x="1245" y="158"/>
                </a:cubicBezTo>
                <a:cubicBezTo>
                  <a:pt x="1247" y="159"/>
                  <a:pt x="1249" y="160"/>
                  <a:pt x="1253" y="160"/>
                </a:cubicBezTo>
                <a:cubicBezTo>
                  <a:pt x="1256" y="160"/>
                  <a:pt x="1259" y="159"/>
                  <a:pt x="1261" y="158"/>
                </a:cubicBezTo>
                <a:cubicBezTo>
                  <a:pt x="1264" y="156"/>
                  <a:pt x="1266" y="154"/>
                  <a:pt x="1267" y="153"/>
                </a:cubicBezTo>
                <a:close/>
                <a:moveTo>
                  <a:pt x="1258" y="123"/>
                </a:moveTo>
                <a:cubicBezTo>
                  <a:pt x="1259" y="123"/>
                  <a:pt x="1260" y="124"/>
                  <a:pt x="1261" y="125"/>
                </a:cubicBezTo>
                <a:cubicBezTo>
                  <a:pt x="1262" y="125"/>
                  <a:pt x="1263" y="127"/>
                  <a:pt x="1263" y="129"/>
                </a:cubicBezTo>
                <a:cubicBezTo>
                  <a:pt x="1263" y="131"/>
                  <a:pt x="1262" y="133"/>
                  <a:pt x="1260" y="135"/>
                </a:cubicBezTo>
                <a:cubicBezTo>
                  <a:pt x="1258" y="136"/>
                  <a:pt x="1256" y="138"/>
                  <a:pt x="1253" y="139"/>
                </a:cubicBezTo>
                <a:cubicBezTo>
                  <a:pt x="1251" y="139"/>
                  <a:pt x="1248" y="140"/>
                  <a:pt x="1246" y="140"/>
                </a:cubicBezTo>
                <a:cubicBezTo>
                  <a:pt x="1246" y="138"/>
                  <a:pt x="1247" y="135"/>
                  <a:pt x="1248" y="132"/>
                </a:cubicBezTo>
                <a:cubicBezTo>
                  <a:pt x="1249" y="130"/>
                  <a:pt x="1250" y="127"/>
                  <a:pt x="1252" y="126"/>
                </a:cubicBezTo>
                <a:cubicBezTo>
                  <a:pt x="1254" y="124"/>
                  <a:pt x="1255" y="123"/>
                  <a:pt x="1258" y="123"/>
                </a:cubicBezTo>
                <a:close/>
                <a:moveTo>
                  <a:pt x="1303" y="153"/>
                </a:moveTo>
                <a:cubicBezTo>
                  <a:pt x="1302" y="150"/>
                  <a:pt x="1302" y="150"/>
                  <a:pt x="1302" y="150"/>
                </a:cubicBezTo>
                <a:cubicBezTo>
                  <a:pt x="1300" y="152"/>
                  <a:pt x="1298" y="153"/>
                  <a:pt x="1296" y="154"/>
                </a:cubicBezTo>
                <a:cubicBezTo>
                  <a:pt x="1294" y="155"/>
                  <a:pt x="1292" y="156"/>
                  <a:pt x="1290" y="156"/>
                </a:cubicBezTo>
                <a:cubicBezTo>
                  <a:pt x="1287" y="156"/>
                  <a:pt x="1285" y="154"/>
                  <a:pt x="1284" y="152"/>
                </a:cubicBezTo>
                <a:cubicBezTo>
                  <a:pt x="1282" y="150"/>
                  <a:pt x="1282" y="147"/>
                  <a:pt x="1282" y="143"/>
                </a:cubicBezTo>
                <a:cubicBezTo>
                  <a:pt x="1285" y="143"/>
                  <a:pt x="1288" y="143"/>
                  <a:pt x="1292" y="142"/>
                </a:cubicBezTo>
                <a:cubicBezTo>
                  <a:pt x="1295" y="140"/>
                  <a:pt x="1299" y="139"/>
                  <a:pt x="1301" y="136"/>
                </a:cubicBezTo>
                <a:cubicBezTo>
                  <a:pt x="1304" y="134"/>
                  <a:pt x="1305" y="131"/>
                  <a:pt x="1305" y="128"/>
                </a:cubicBezTo>
                <a:cubicBezTo>
                  <a:pt x="1305" y="125"/>
                  <a:pt x="1304" y="123"/>
                  <a:pt x="1303" y="122"/>
                </a:cubicBezTo>
                <a:cubicBezTo>
                  <a:pt x="1301" y="120"/>
                  <a:pt x="1299" y="119"/>
                  <a:pt x="1295" y="119"/>
                </a:cubicBezTo>
                <a:cubicBezTo>
                  <a:pt x="1291" y="119"/>
                  <a:pt x="1288" y="121"/>
                  <a:pt x="1285" y="123"/>
                </a:cubicBezTo>
                <a:cubicBezTo>
                  <a:pt x="1282" y="125"/>
                  <a:pt x="1279" y="128"/>
                  <a:pt x="1277" y="132"/>
                </a:cubicBezTo>
                <a:cubicBezTo>
                  <a:pt x="1275" y="136"/>
                  <a:pt x="1275" y="140"/>
                  <a:pt x="1275" y="145"/>
                </a:cubicBezTo>
                <a:cubicBezTo>
                  <a:pt x="1275" y="147"/>
                  <a:pt x="1275" y="150"/>
                  <a:pt x="1276" y="152"/>
                </a:cubicBezTo>
                <a:cubicBezTo>
                  <a:pt x="1277" y="155"/>
                  <a:pt x="1279" y="156"/>
                  <a:pt x="1281" y="158"/>
                </a:cubicBezTo>
                <a:cubicBezTo>
                  <a:pt x="1283" y="159"/>
                  <a:pt x="1285" y="160"/>
                  <a:pt x="1288" y="160"/>
                </a:cubicBezTo>
                <a:cubicBezTo>
                  <a:pt x="1292" y="160"/>
                  <a:pt x="1295" y="159"/>
                  <a:pt x="1297" y="158"/>
                </a:cubicBezTo>
                <a:cubicBezTo>
                  <a:pt x="1300" y="156"/>
                  <a:pt x="1302" y="154"/>
                  <a:pt x="1303" y="153"/>
                </a:cubicBezTo>
                <a:close/>
                <a:moveTo>
                  <a:pt x="1294" y="123"/>
                </a:moveTo>
                <a:cubicBezTo>
                  <a:pt x="1295" y="123"/>
                  <a:pt x="1296" y="124"/>
                  <a:pt x="1297" y="125"/>
                </a:cubicBezTo>
                <a:cubicBezTo>
                  <a:pt x="1298" y="125"/>
                  <a:pt x="1298" y="127"/>
                  <a:pt x="1298" y="129"/>
                </a:cubicBezTo>
                <a:cubicBezTo>
                  <a:pt x="1298" y="131"/>
                  <a:pt x="1298" y="133"/>
                  <a:pt x="1296" y="135"/>
                </a:cubicBezTo>
                <a:cubicBezTo>
                  <a:pt x="1294" y="136"/>
                  <a:pt x="1292" y="138"/>
                  <a:pt x="1289" y="139"/>
                </a:cubicBezTo>
                <a:cubicBezTo>
                  <a:pt x="1287" y="139"/>
                  <a:pt x="1284" y="140"/>
                  <a:pt x="1282" y="140"/>
                </a:cubicBezTo>
                <a:cubicBezTo>
                  <a:pt x="1282" y="138"/>
                  <a:pt x="1283" y="135"/>
                  <a:pt x="1284" y="132"/>
                </a:cubicBezTo>
                <a:cubicBezTo>
                  <a:pt x="1285" y="130"/>
                  <a:pt x="1286" y="127"/>
                  <a:pt x="1288" y="126"/>
                </a:cubicBezTo>
                <a:cubicBezTo>
                  <a:pt x="1289" y="124"/>
                  <a:pt x="1291" y="123"/>
                  <a:pt x="1294" y="123"/>
                </a:cubicBezTo>
                <a:close/>
                <a:moveTo>
                  <a:pt x="1322" y="129"/>
                </a:moveTo>
                <a:cubicBezTo>
                  <a:pt x="1323" y="127"/>
                  <a:pt x="1323" y="127"/>
                  <a:pt x="1323" y="127"/>
                </a:cubicBezTo>
                <a:cubicBezTo>
                  <a:pt x="1323" y="120"/>
                  <a:pt x="1323" y="120"/>
                  <a:pt x="1323" y="120"/>
                </a:cubicBezTo>
                <a:cubicBezTo>
                  <a:pt x="1322" y="119"/>
                  <a:pt x="1322" y="119"/>
                  <a:pt x="1322" y="119"/>
                </a:cubicBezTo>
                <a:cubicBezTo>
                  <a:pt x="1314" y="121"/>
                  <a:pt x="1314" y="121"/>
                  <a:pt x="1314" y="121"/>
                </a:cubicBezTo>
                <a:cubicBezTo>
                  <a:pt x="1313" y="124"/>
                  <a:pt x="1313" y="124"/>
                  <a:pt x="1313" y="124"/>
                </a:cubicBezTo>
                <a:cubicBezTo>
                  <a:pt x="1317" y="125"/>
                  <a:pt x="1317" y="125"/>
                  <a:pt x="1317" y="125"/>
                </a:cubicBezTo>
                <a:cubicBezTo>
                  <a:pt x="1312" y="159"/>
                  <a:pt x="1312" y="159"/>
                  <a:pt x="1312" y="159"/>
                </a:cubicBezTo>
                <a:cubicBezTo>
                  <a:pt x="1319" y="159"/>
                  <a:pt x="1319" y="159"/>
                  <a:pt x="1319" y="159"/>
                </a:cubicBezTo>
                <a:cubicBezTo>
                  <a:pt x="1322" y="134"/>
                  <a:pt x="1322" y="134"/>
                  <a:pt x="1322" y="134"/>
                </a:cubicBezTo>
                <a:cubicBezTo>
                  <a:pt x="1323" y="132"/>
                  <a:pt x="1325" y="130"/>
                  <a:pt x="1327" y="129"/>
                </a:cubicBezTo>
                <a:cubicBezTo>
                  <a:pt x="1329" y="127"/>
                  <a:pt x="1331" y="127"/>
                  <a:pt x="1333" y="127"/>
                </a:cubicBezTo>
                <a:cubicBezTo>
                  <a:pt x="1334" y="127"/>
                  <a:pt x="1335" y="127"/>
                  <a:pt x="1336" y="127"/>
                </a:cubicBezTo>
                <a:cubicBezTo>
                  <a:pt x="1338" y="120"/>
                  <a:pt x="1338" y="120"/>
                  <a:pt x="1338" y="120"/>
                </a:cubicBezTo>
                <a:cubicBezTo>
                  <a:pt x="1337" y="120"/>
                  <a:pt x="1336" y="119"/>
                  <a:pt x="1335" y="119"/>
                </a:cubicBezTo>
                <a:cubicBezTo>
                  <a:pt x="1333" y="119"/>
                  <a:pt x="1331" y="120"/>
                  <a:pt x="1330" y="121"/>
                </a:cubicBezTo>
                <a:cubicBezTo>
                  <a:pt x="1328" y="122"/>
                  <a:pt x="1326" y="123"/>
                  <a:pt x="1325" y="125"/>
                </a:cubicBezTo>
                <a:cubicBezTo>
                  <a:pt x="1324" y="126"/>
                  <a:pt x="1323" y="128"/>
                  <a:pt x="1322" y="129"/>
                </a:cubicBezTo>
                <a:close/>
                <a:moveTo>
                  <a:pt x="1349" y="153"/>
                </a:moveTo>
                <a:cubicBezTo>
                  <a:pt x="1354" y="120"/>
                  <a:pt x="1354" y="120"/>
                  <a:pt x="1354" y="120"/>
                </a:cubicBezTo>
                <a:cubicBezTo>
                  <a:pt x="1352" y="119"/>
                  <a:pt x="1352" y="119"/>
                  <a:pt x="1352" y="119"/>
                </a:cubicBezTo>
                <a:cubicBezTo>
                  <a:pt x="1342" y="121"/>
                  <a:pt x="1342" y="121"/>
                  <a:pt x="1342" y="121"/>
                </a:cubicBezTo>
                <a:cubicBezTo>
                  <a:pt x="1342" y="123"/>
                  <a:pt x="1342" y="123"/>
                  <a:pt x="1342" y="123"/>
                </a:cubicBezTo>
                <a:cubicBezTo>
                  <a:pt x="1346" y="125"/>
                  <a:pt x="1346" y="125"/>
                  <a:pt x="1346" y="125"/>
                </a:cubicBezTo>
                <a:cubicBezTo>
                  <a:pt x="1345" y="132"/>
                  <a:pt x="1345" y="138"/>
                  <a:pt x="1344" y="142"/>
                </a:cubicBezTo>
                <a:cubicBezTo>
                  <a:pt x="1343" y="150"/>
                  <a:pt x="1342" y="154"/>
                  <a:pt x="1342" y="156"/>
                </a:cubicBezTo>
                <a:cubicBezTo>
                  <a:pt x="1342" y="157"/>
                  <a:pt x="1342" y="158"/>
                  <a:pt x="1343" y="159"/>
                </a:cubicBezTo>
                <a:cubicBezTo>
                  <a:pt x="1344" y="160"/>
                  <a:pt x="1345" y="160"/>
                  <a:pt x="1347" y="160"/>
                </a:cubicBezTo>
                <a:cubicBezTo>
                  <a:pt x="1349" y="160"/>
                  <a:pt x="1350" y="159"/>
                  <a:pt x="1352" y="158"/>
                </a:cubicBezTo>
                <a:cubicBezTo>
                  <a:pt x="1353" y="157"/>
                  <a:pt x="1354" y="156"/>
                  <a:pt x="1355" y="155"/>
                </a:cubicBezTo>
                <a:cubicBezTo>
                  <a:pt x="1354" y="154"/>
                  <a:pt x="1354" y="154"/>
                  <a:pt x="1354" y="154"/>
                </a:cubicBezTo>
                <a:cubicBezTo>
                  <a:pt x="1353" y="154"/>
                  <a:pt x="1352" y="155"/>
                  <a:pt x="1352" y="155"/>
                </a:cubicBezTo>
                <a:cubicBezTo>
                  <a:pt x="1351" y="156"/>
                  <a:pt x="1351" y="156"/>
                  <a:pt x="1350" y="156"/>
                </a:cubicBezTo>
                <a:cubicBezTo>
                  <a:pt x="1350" y="156"/>
                  <a:pt x="1350" y="156"/>
                  <a:pt x="1349" y="155"/>
                </a:cubicBezTo>
                <a:cubicBezTo>
                  <a:pt x="1349" y="155"/>
                  <a:pt x="1349" y="155"/>
                  <a:pt x="1349" y="154"/>
                </a:cubicBezTo>
                <a:lnTo>
                  <a:pt x="1349" y="153"/>
                </a:lnTo>
                <a:close/>
                <a:moveTo>
                  <a:pt x="1351" y="112"/>
                </a:moveTo>
                <a:cubicBezTo>
                  <a:pt x="1353" y="112"/>
                  <a:pt x="1354" y="111"/>
                  <a:pt x="1355" y="110"/>
                </a:cubicBezTo>
                <a:cubicBezTo>
                  <a:pt x="1356" y="109"/>
                  <a:pt x="1356" y="108"/>
                  <a:pt x="1356" y="107"/>
                </a:cubicBezTo>
                <a:cubicBezTo>
                  <a:pt x="1356" y="106"/>
                  <a:pt x="1356" y="105"/>
                  <a:pt x="1355" y="104"/>
                </a:cubicBezTo>
                <a:cubicBezTo>
                  <a:pt x="1354" y="103"/>
                  <a:pt x="1353" y="103"/>
                  <a:pt x="1352" y="103"/>
                </a:cubicBezTo>
                <a:cubicBezTo>
                  <a:pt x="1351" y="103"/>
                  <a:pt x="1350" y="103"/>
                  <a:pt x="1349" y="104"/>
                </a:cubicBezTo>
                <a:cubicBezTo>
                  <a:pt x="1348" y="105"/>
                  <a:pt x="1348" y="107"/>
                  <a:pt x="1348" y="108"/>
                </a:cubicBezTo>
                <a:cubicBezTo>
                  <a:pt x="1348" y="109"/>
                  <a:pt x="1348" y="110"/>
                  <a:pt x="1349" y="111"/>
                </a:cubicBezTo>
                <a:cubicBezTo>
                  <a:pt x="1350" y="111"/>
                  <a:pt x="1350" y="112"/>
                  <a:pt x="1351" y="112"/>
                </a:cubicBezTo>
                <a:close/>
                <a:moveTo>
                  <a:pt x="1374" y="129"/>
                </a:moveTo>
                <a:cubicBezTo>
                  <a:pt x="1375" y="120"/>
                  <a:pt x="1375" y="120"/>
                  <a:pt x="1375" y="120"/>
                </a:cubicBezTo>
                <a:cubicBezTo>
                  <a:pt x="1374" y="119"/>
                  <a:pt x="1374" y="119"/>
                  <a:pt x="1374" y="119"/>
                </a:cubicBezTo>
                <a:cubicBezTo>
                  <a:pt x="1365" y="121"/>
                  <a:pt x="1365" y="121"/>
                  <a:pt x="1365" y="121"/>
                </a:cubicBezTo>
                <a:cubicBezTo>
                  <a:pt x="1365" y="124"/>
                  <a:pt x="1365" y="124"/>
                  <a:pt x="1365" y="124"/>
                </a:cubicBezTo>
                <a:cubicBezTo>
                  <a:pt x="1368" y="125"/>
                  <a:pt x="1368" y="125"/>
                  <a:pt x="1368" y="125"/>
                </a:cubicBezTo>
                <a:cubicBezTo>
                  <a:pt x="1364" y="159"/>
                  <a:pt x="1364" y="159"/>
                  <a:pt x="1364" y="159"/>
                </a:cubicBezTo>
                <a:cubicBezTo>
                  <a:pt x="1370" y="159"/>
                  <a:pt x="1370" y="159"/>
                  <a:pt x="1370" y="159"/>
                </a:cubicBezTo>
                <a:cubicBezTo>
                  <a:pt x="1374" y="134"/>
                  <a:pt x="1374" y="134"/>
                  <a:pt x="1374" y="134"/>
                </a:cubicBezTo>
                <a:cubicBezTo>
                  <a:pt x="1375" y="131"/>
                  <a:pt x="1377" y="129"/>
                  <a:pt x="1380" y="127"/>
                </a:cubicBezTo>
                <a:cubicBezTo>
                  <a:pt x="1382" y="125"/>
                  <a:pt x="1384" y="124"/>
                  <a:pt x="1386" y="124"/>
                </a:cubicBezTo>
                <a:cubicBezTo>
                  <a:pt x="1388" y="124"/>
                  <a:pt x="1389" y="125"/>
                  <a:pt x="1389" y="126"/>
                </a:cubicBezTo>
                <a:cubicBezTo>
                  <a:pt x="1390" y="127"/>
                  <a:pt x="1390" y="128"/>
                  <a:pt x="1390" y="130"/>
                </a:cubicBezTo>
                <a:cubicBezTo>
                  <a:pt x="1390" y="132"/>
                  <a:pt x="1390" y="134"/>
                  <a:pt x="1390" y="135"/>
                </a:cubicBezTo>
                <a:cubicBezTo>
                  <a:pt x="1390" y="137"/>
                  <a:pt x="1389" y="140"/>
                  <a:pt x="1389" y="142"/>
                </a:cubicBezTo>
                <a:cubicBezTo>
                  <a:pt x="1388" y="144"/>
                  <a:pt x="1388" y="144"/>
                  <a:pt x="1388" y="144"/>
                </a:cubicBezTo>
                <a:cubicBezTo>
                  <a:pt x="1388" y="147"/>
                  <a:pt x="1388" y="147"/>
                  <a:pt x="1388" y="147"/>
                </a:cubicBezTo>
                <a:cubicBezTo>
                  <a:pt x="1387" y="151"/>
                  <a:pt x="1387" y="154"/>
                  <a:pt x="1387" y="156"/>
                </a:cubicBezTo>
                <a:cubicBezTo>
                  <a:pt x="1387" y="159"/>
                  <a:pt x="1388" y="160"/>
                  <a:pt x="1391" y="160"/>
                </a:cubicBezTo>
                <a:cubicBezTo>
                  <a:pt x="1392" y="160"/>
                  <a:pt x="1394" y="160"/>
                  <a:pt x="1395" y="159"/>
                </a:cubicBezTo>
                <a:cubicBezTo>
                  <a:pt x="1396" y="159"/>
                  <a:pt x="1397" y="158"/>
                  <a:pt x="1397" y="157"/>
                </a:cubicBezTo>
                <a:cubicBezTo>
                  <a:pt x="1398" y="157"/>
                  <a:pt x="1399" y="156"/>
                  <a:pt x="1399" y="156"/>
                </a:cubicBezTo>
                <a:cubicBezTo>
                  <a:pt x="1398" y="154"/>
                  <a:pt x="1398" y="154"/>
                  <a:pt x="1398" y="154"/>
                </a:cubicBezTo>
                <a:cubicBezTo>
                  <a:pt x="1397" y="155"/>
                  <a:pt x="1396" y="156"/>
                  <a:pt x="1395" y="156"/>
                </a:cubicBezTo>
                <a:cubicBezTo>
                  <a:pt x="1394" y="156"/>
                  <a:pt x="1394" y="155"/>
                  <a:pt x="1394" y="154"/>
                </a:cubicBezTo>
                <a:cubicBezTo>
                  <a:pt x="1394" y="152"/>
                  <a:pt x="1394" y="149"/>
                  <a:pt x="1395" y="145"/>
                </a:cubicBezTo>
                <a:cubicBezTo>
                  <a:pt x="1395" y="142"/>
                  <a:pt x="1395" y="142"/>
                  <a:pt x="1395" y="142"/>
                </a:cubicBezTo>
                <a:cubicBezTo>
                  <a:pt x="1396" y="140"/>
                  <a:pt x="1396" y="140"/>
                  <a:pt x="1396" y="140"/>
                </a:cubicBezTo>
                <a:cubicBezTo>
                  <a:pt x="1397" y="135"/>
                  <a:pt x="1397" y="132"/>
                  <a:pt x="1397" y="130"/>
                </a:cubicBezTo>
                <a:cubicBezTo>
                  <a:pt x="1397" y="126"/>
                  <a:pt x="1397" y="123"/>
                  <a:pt x="1395" y="122"/>
                </a:cubicBezTo>
                <a:cubicBezTo>
                  <a:pt x="1394" y="120"/>
                  <a:pt x="1392" y="119"/>
                  <a:pt x="1389" y="119"/>
                </a:cubicBezTo>
                <a:cubicBezTo>
                  <a:pt x="1386" y="119"/>
                  <a:pt x="1384" y="120"/>
                  <a:pt x="1381" y="122"/>
                </a:cubicBezTo>
                <a:cubicBezTo>
                  <a:pt x="1379" y="124"/>
                  <a:pt x="1376" y="126"/>
                  <a:pt x="1374" y="129"/>
                </a:cubicBezTo>
                <a:close/>
                <a:moveTo>
                  <a:pt x="1433" y="162"/>
                </a:moveTo>
                <a:cubicBezTo>
                  <a:pt x="1440" y="119"/>
                  <a:pt x="1440" y="119"/>
                  <a:pt x="1440" y="119"/>
                </a:cubicBezTo>
                <a:cubicBezTo>
                  <a:pt x="1435" y="121"/>
                  <a:pt x="1435" y="121"/>
                  <a:pt x="1435" y="121"/>
                </a:cubicBezTo>
                <a:cubicBezTo>
                  <a:pt x="1434" y="121"/>
                  <a:pt x="1433" y="120"/>
                  <a:pt x="1432" y="120"/>
                </a:cubicBezTo>
                <a:cubicBezTo>
                  <a:pt x="1430" y="120"/>
                  <a:pt x="1429" y="119"/>
                  <a:pt x="1428" y="119"/>
                </a:cubicBezTo>
                <a:cubicBezTo>
                  <a:pt x="1423" y="119"/>
                  <a:pt x="1419" y="121"/>
                  <a:pt x="1416" y="123"/>
                </a:cubicBezTo>
                <a:cubicBezTo>
                  <a:pt x="1412" y="126"/>
                  <a:pt x="1410" y="129"/>
                  <a:pt x="1408" y="133"/>
                </a:cubicBezTo>
                <a:cubicBezTo>
                  <a:pt x="1406" y="137"/>
                  <a:pt x="1405" y="141"/>
                  <a:pt x="1405" y="145"/>
                </a:cubicBezTo>
                <a:cubicBezTo>
                  <a:pt x="1405" y="150"/>
                  <a:pt x="1406" y="153"/>
                  <a:pt x="1408" y="156"/>
                </a:cubicBezTo>
                <a:cubicBezTo>
                  <a:pt x="1410" y="159"/>
                  <a:pt x="1413" y="160"/>
                  <a:pt x="1417" y="160"/>
                </a:cubicBezTo>
                <a:cubicBezTo>
                  <a:pt x="1419" y="160"/>
                  <a:pt x="1421" y="159"/>
                  <a:pt x="1423" y="158"/>
                </a:cubicBezTo>
                <a:cubicBezTo>
                  <a:pt x="1425" y="157"/>
                  <a:pt x="1426" y="156"/>
                  <a:pt x="1428" y="155"/>
                </a:cubicBezTo>
                <a:cubicBezTo>
                  <a:pt x="1426" y="164"/>
                  <a:pt x="1426" y="164"/>
                  <a:pt x="1426" y="164"/>
                </a:cubicBezTo>
                <a:cubicBezTo>
                  <a:pt x="1426" y="167"/>
                  <a:pt x="1425" y="169"/>
                  <a:pt x="1424" y="170"/>
                </a:cubicBezTo>
                <a:cubicBezTo>
                  <a:pt x="1422" y="172"/>
                  <a:pt x="1420" y="172"/>
                  <a:pt x="1417" y="172"/>
                </a:cubicBezTo>
                <a:cubicBezTo>
                  <a:pt x="1415" y="172"/>
                  <a:pt x="1414" y="172"/>
                  <a:pt x="1412" y="171"/>
                </a:cubicBezTo>
                <a:cubicBezTo>
                  <a:pt x="1410" y="171"/>
                  <a:pt x="1409" y="170"/>
                  <a:pt x="1408" y="170"/>
                </a:cubicBezTo>
                <a:cubicBezTo>
                  <a:pt x="1406" y="175"/>
                  <a:pt x="1406" y="175"/>
                  <a:pt x="1406" y="175"/>
                </a:cubicBezTo>
                <a:cubicBezTo>
                  <a:pt x="1407" y="176"/>
                  <a:pt x="1408" y="176"/>
                  <a:pt x="1410" y="176"/>
                </a:cubicBezTo>
                <a:cubicBezTo>
                  <a:pt x="1411" y="177"/>
                  <a:pt x="1413" y="177"/>
                  <a:pt x="1414" y="177"/>
                </a:cubicBezTo>
                <a:cubicBezTo>
                  <a:pt x="1417" y="177"/>
                  <a:pt x="1420" y="176"/>
                  <a:pt x="1423" y="175"/>
                </a:cubicBezTo>
                <a:cubicBezTo>
                  <a:pt x="1425" y="174"/>
                  <a:pt x="1428" y="173"/>
                  <a:pt x="1430" y="170"/>
                </a:cubicBezTo>
                <a:cubicBezTo>
                  <a:pt x="1432" y="168"/>
                  <a:pt x="1433" y="165"/>
                  <a:pt x="1433" y="162"/>
                </a:cubicBezTo>
                <a:close/>
                <a:moveTo>
                  <a:pt x="1432" y="125"/>
                </a:moveTo>
                <a:cubicBezTo>
                  <a:pt x="1428" y="150"/>
                  <a:pt x="1428" y="150"/>
                  <a:pt x="1428" y="150"/>
                </a:cubicBezTo>
                <a:cubicBezTo>
                  <a:pt x="1427" y="151"/>
                  <a:pt x="1426" y="153"/>
                  <a:pt x="1424" y="154"/>
                </a:cubicBezTo>
                <a:cubicBezTo>
                  <a:pt x="1423" y="155"/>
                  <a:pt x="1421" y="155"/>
                  <a:pt x="1419" y="155"/>
                </a:cubicBezTo>
                <a:cubicBezTo>
                  <a:pt x="1417" y="155"/>
                  <a:pt x="1415" y="155"/>
                  <a:pt x="1414" y="153"/>
                </a:cubicBezTo>
                <a:cubicBezTo>
                  <a:pt x="1413" y="151"/>
                  <a:pt x="1412" y="148"/>
                  <a:pt x="1412" y="145"/>
                </a:cubicBezTo>
                <a:cubicBezTo>
                  <a:pt x="1412" y="142"/>
                  <a:pt x="1413" y="138"/>
                  <a:pt x="1414" y="135"/>
                </a:cubicBezTo>
                <a:cubicBezTo>
                  <a:pt x="1415" y="132"/>
                  <a:pt x="1417" y="129"/>
                  <a:pt x="1419" y="127"/>
                </a:cubicBezTo>
                <a:cubicBezTo>
                  <a:pt x="1421" y="124"/>
                  <a:pt x="1424" y="123"/>
                  <a:pt x="1427" y="123"/>
                </a:cubicBezTo>
                <a:cubicBezTo>
                  <a:pt x="1429" y="123"/>
                  <a:pt x="1431" y="124"/>
                  <a:pt x="1432" y="125"/>
                </a:cubicBezTo>
                <a:close/>
                <a:moveTo>
                  <a:pt x="1076" y="242"/>
                </a:moveTo>
                <a:cubicBezTo>
                  <a:pt x="1072" y="249"/>
                  <a:pt x="1072" y="249"/>
                  <a:pt x="1072" y="249"/>
                </a:cubicBezTo>
                <a:cubicBezTo>
                  <a:pt x="1072" y="242"/>
                  <a:pt x="1072" y="242"/>
                  <a:pt x="1072" y="242"/>
                </a:cubicBezTo>
                <a:cubicBezTo>
                  <a:pt x="1066" y="208"/>
                  <a:pt x="1066" y="208"/>
                  <a:pt x="1066" y="208"/>
                </a:cubicBezTo>
                <a:cubicBezTo>
                  <a:pt x="1050" y="208"/>
                  <a:pt x="1050" y="208"/>
                  <a:pt x="1050" y="208"/>
                </a:cubicBezTo>
                <a:cubicBezTo>
                  <a:pt x="1049" y="211"/>
                  <a:pt x="1049" y="211"/>
                  <a:pt x="1049" y="211"/>
                </a:cubicBezTo>
                <a:cubicBezTo>
                  <a:pt x="1056" y="212"/>
                  <a:pt x="1056" y="212"/>
                  <a:pt x="1056" y="212"/>
                </a:cubicBezTo>
                <a:cubicBezTo>
                  <a:pt x="1045" y="256"/>
                  <a:pt x="1045" y="256"/>
                  <a:pt x="1045" y="256"/>
                </a:cubicBezTo>
                <a:cubicBezTo>
                  <a:pt x="1039" y="257"/>
                  <a:pt x="1039" y="257"/>
                  <a:pt x="1039" y="257"/>
                </a:cubicBezTo>
                <a:cubicBezTo>
                  <a:pt x="1039" y="260"/>
                  <a:pt x="1039" y="260"/>
                  <a:pt x="1039" y="260"/>
                </a:cubicBezTo>
                <a:cubicBezTo>
                  <a:pt x="1057" y="260"/>
                  <a:pt x="1057" y="260"/>
                  <a:pt x="1057" y="260"/>
                </a:cubicBezTo>
                <a:cubicBezTo>
                  <a:pt x="1057" y="257"/>
                  <a:pt x="1057" y="257"/>
                  <a:pt x="1057" y="257"/>
                </a:cubicBezTo>
                <a:cubicBezTo>
                  <a:pt x="1050" y="256"/>
                  <a:pt x="1050" y="256"/>
                  <a:pt x="1050" y="256"/>
                </a:cubicBezTo>
                <a:cubicBezTo>
                  <a:pt x="1057" y="225"/>
                  <a:pt x="1057" y="225"/>
                  <a:pt x="1057" y="225"/>
                </a:cubicBezTo>
                <a:cubicBezTo>
                  <a:pt x="1060" y="211"/>
                  <a:pt x="1060" y="211"/>
                  <a:pt x="1060" y="211"/>
                </a:cubicBezTo>
                <a:cubicBezTo>
                  <a:pt x="1062" y="225"/>
                  <a:pt x="1062" y="225"/>
                  <a:pt x="1062" y="225"/>
                </a:cubicBezTo>
                <a:cubicBezTo>
                  <a:pt x="1068" y="261"/>
                  <a:pt x="1068" y="261"/>
                  <a:pt x="1068" y="261"/>
                </a:cubicBezTo>
                <a:cubicBezTo>
                  <a:pt x="1072" y="260"/>
                  <a:pt x="1072" y="260"/>
                  <a:pt x="1072" y="260"/>
                </a:cubicBezTo>
                <a:cubicBezTo>
                  <a:pt x="1088" y="224"/>
                  <a:pt x="1088" y="224"/>
                  <a:pt x="1088" y="224"/>
                </a:cubicBezTo>
                <a:cubicBezTo>
                  <a:pt x="1094" y="211"/>
                  <a:pt x="1094" y="211"/>
                  <a:pt x="1094" y="211"/>
                </a:cubicBezTo>
                <a:cubicBezTo>
                  <a:pt x="1093" y="225"/>
                  <a:pt x="1093" y="225"/>
                  <a:pt x="1093" y="225"/>
                </a:cubicBezTo>
                <a:cubicBezTo>
                  <a:pt x="1091" y="256"/>
                  <a:pt x="1091" y="256"/>
                  <a:pt x="1091" y="256"/>
                </a:cubicBezTo>
                <a:cubicBezTo>
                  <a:pt x="1085" y="257"/>
                  <a:pt x="1085" y="257"/>
                  <a:pt x="1085" y="257"/>
                </a:cubicBezTo>
                <a:cubicBezTo>
                  <a:pt x="1084" y="260"/>
                  <a:pt x="1084" y="260"/>
                  <a:pt x="1084" y="260"/>
                </a:cubicBezTo>
                <a:cubicBezTo>
                  <a:pt x="1104" y="260"/>
                  <a:pt x="1104" y="260"/>
                  <a:pt x="1104" y="260"/>
                </a:cubicBezTo>
                <a:cubicBezTo>
                  <a:pt x="1104" y="257"/>
                  <a:pt x="1104" y="257"/>
                  <a:pt x="1104" y="257"/>
                </a:cubicBezTo>
                <a:cubicBezTo>
                  <a:pt x="1098" y="256"/>
                  <a:pt x="1098" y="256"/>
                  <a:pt x="1098" y="256"/>
                </a:cubicBezTo>
                <a:cubicBezTo>
                  <a:pt x="1099" y="212"/>
                  <a:pt x="1099" y="212"/>
                  <a:pt x="1099" y="212"/>
                </a:cubicBezTo>
                <a:cubicBezTo>
                  <a:pt x="1106" y="211"/>
                  <a:pt x="1106" y="211"/>
                  <a:pt x="1106" y="211"/>
                </a:cubicBezTo>
                <a:cubicBezTo>
                  <a:pt x="1106" y="208"/>
                  <a:pt x="1106" y="208"/>
                  <a:pt x="1106" y="208"/>
                </a:cubicBezTo>
                <a:cubicBezTo>
                  <a:pt x="1091" y="208"/>
                  <a:pt x="1091" y="208"/>
                  <a:pt x="1091" y="208"/>
                </a:cubicBezTo>
                <a:cubicBezTo>
                  <a:pt x="1090" y="211"/>
                  <a:pt x="1087" y="217"/>
                  <a:pt x="1083" y="225"/>
                </a:cubicBezTo>
                <a:cubicBezTo>
                  <a:pt x="1079" y="233"/>
                  <a:pt x="1077" y="239"/>
                  <a:pt x="1076" y="242"/>
                </a:cubicBezTo>
                <a:close/>
                <a:moveTo>
                  <a:pt x="1138" y="253"/>
                </a:moveTo>
                <a:cubicBezTo>
                  <a:pt x="1136" y="251"/>
                  <a:pt x="1136" y="251"/>
                  <a:pt x="1136" y="251"/>
                </a:cubicBezTo>
                <a:cubicBezTo>
                  <a:pt x="1134" y="253"/>
                  <a:pt x="1133" y="254"/>
                  <a:pt x="1131" y="255"/>
                </a:cubicBezTo>
                <a:cubicBezTo>
                  <a:pt x="1129" y="256"/>
                  <a:pt x="1126" y="256"/>
                  <a:pt x="1124" y="256"/>
                </a:cubicBezTo>
                <a:cubicBezTo>
                  <a:pt x="1121" y="256"/>
                  <a:pt x="1119" y="255"/>
                  <a:pt x="1118" y="253"/>
                </a:cubicBezTo>
                <a:cubicBezTo>
                  <a:pt x="1117" y="250"/>
                  <a:pt x="1116" y="247"/>
                  <a:pt x="1116" y="244"/>
                </a:cubicBezTo>
                <a:cubicBezTo>
                  <a:pt x="1119" y="244"/>
                  <a:pt x="1123" y="244"/>
                  <a:pt x="1126" y="242"/>
                </a:cubicBezTo>
                <a:cubicBezTo>
                  <a:pt x="1130" y="241"/>
                  <a:pt x="1133" y="240"/>
                  <a:pt x="1136" y="237"/>
                </a:cubicBezTo>
                <a:cubicBezTo>
                  <a:pt x="1138" y="235"/>
                  <a:pt x="1140" y="232"/>
                  <a:pt x="1140" y="229"/>
                </a:cubicBezTo>
                <a:cubicBezTo>
                  <a:pt x="1140" y="226"/>
                  <a:pt x="1139" y="224"/>
                  <a:pt x="1137" y="223"/>
                </a:cubicBezTo>
                <a:cubicBezTo>
                  <a:pt x="1135" y="221"/>
                  <a:pt x="1133" y="220"/>
                  <a:pt x="1130" y="220"/>
                </a:cubicBezTo>
                <a:cubicBezTo>
                  <a:pt x="1126" y="220"/>
                  <a:pt x="1122" y="221"/>
                  <a:pt x="1119" y="224"/>
                </a:cubicBezTo>
                <a:cubicBezTo>
                  <a:pt x="1116" y="226"/>
                  <a:pt x="1114" y="229"/>
                  <a:pt x="1112" y="233"/>
                </a:cubicBezTo>
                <a:cubicBezTo>
                  <a:pt x="1110" y="237"/>
                  <a:pt x="1109" y="241"/>
                  <a:pt x="1109" y="246"/>
                </a:cubicBezTo>
                <a:cubicBezTo>
                  <a:pt x="1109" y="248"/>
                  <a:pt x="1110" y="251"/>
                  <a:pt x="1111" y="253"/>
                </a:cubicBezTo>
                <a:cubicBezTo>
                  <a:pt x="1111" y="255"/>
                  <a:pt x="1113" y="257"/>
                  <a:pt x="1115" y="259"/>
                </a:cubicBezTo>
                <a:cubicBezTo>
                  <a:pt x="1117" y="260"/>
                  <a:pt x="1120" y="261"/>
                  <a:pt x="1123" y="261"/>
                </a:cubicBezTo>
                <a:cubicBezTo>
                  <a:pt x="1126" y="261"/>
                  <a:pt x="1129" y="260"/>
                  <a:pt x="1132" y="258"/>
                </a:cubicBezTo>
                <a:cubicBezTo>
                  <a:pt x="1135" y="257"/>
                  <a:pt x="1136" y="255"/>
                  <a:pt x="1138" y="253"/>
                </a:cubicBezTo>
                <a:close/>
                <a:moveTo>
                  <a:pt x="1128" y="224"/>
                </a:moveTo>
                <a:cubicBezTo>
                  <a:pt x="1130" y="224"/>
                  <a:pt x="1131" y="224"/>
                  <a:pt x="1132" y="225"/>
                </a:cubicBezTo>
                <a:cubicBezTo>
                  <a:pt x="1132" y="226"/>
                  <a:pt x="1133" y="228"/>
                  <a:pt x="1133" y="229"/>
                </a:cubicBezTo>
                <a:cubicBezTo>
                  <a:pt x="1133" y="232"/>
                  <a:pt x="1132" y="234"/>
                  <a:pt x="1130" y="235"/>
                </a:cubicBezTo>
                <a:cubicBezTo>
                  <a:pt x="1129" y="237"/>
                  <a:pt x="1126" y="238"/>
                  <a:pt x="1124" y="239"/>
                </a:cubicBezTo>
                <a:cubicBezTo>
                  <a:pt x="1121" y="240"/>
                  <a:pt x="1119" y="241"/>
                  <a:pt x="1116" y="241"/>
                </a:cubicBezTo>
                <a:cubicBezTo>
                  <a:pt x="1117" y="238"/>
                  <a:pt x="1117" y="236"/>
                  <a:pt x="1118" y="233"/>
                </a:cubicBezTo>
                <a:cubicBezTo>
                  <a:pt x="1119" y="230"/>
                  <a:pt x="1121" y="228"/>
                  <a:pt x="1122" y="226"/>
                </a:cubicBezTo>
                <a:cubicBezTo>
                  <a:pt x="1124" y="225"/>
                  <a:pt x="1126" y="224"/>
                  <a:pt x="1128" y="224"/>
                </a:cubicBezTo>
                <a:close/>
                <a:moveTo>
                  <a:pt x="1175" y="254"/>
                </a:moveTo>
                <a:cubicBezTo>
                  <a:pt x="1182" y="204"/>
                  <a:pt x="1182" y="204"/>
                  <a:pt x="1182" y="204"/>
                </a:cubicBezTo>
                <a:cubicBezTo>
                  <a:pt x="1181" y="204"/>
                  <a:pt x="1181" y="204"/>
                  <a:pt x="1181" y="204"/>
                </a:cubicBezTo>
                <a:cubicBezTo>
                  <a:pt x="1171" y="205"/>
                  <a:pt x="1171" y="205"/>
                  <a:pt x="1171" y="205"/>
                </a:cubicBezTo>
                <a:cubicBezTo>
                  <a:pt x="1170" y="207"/>
                  <a:pt x="1170" y="207"/>
                  <a:pt x="1170" y="207"/>
                </a:cubicBezTo>
                <a:cubicBezTo>
                  <a:pt x="1175" y="208"/>
                  <a:pt x="1175" y="208"/>
                  <a:pt x="1175" y="208"/>
                </a:cubicBezTo>
                <a:cubicBezTo>
                  <a:pt x="1173" y="221"/>
                  <a:pt x="1173" y="221"/>
                  <a:pt x="1173" y="221"/>
                </a:cubicBezTo>
                <a:cubicBezTo>
                  <a:pt x="1171" y="220"/>
                  <a:pt x="1169" y="220"/>
                  <a:pt x="1168" y="220"/>
                </a:cubicBezTo>
                <a:cubicBezTo>
                  <a:pt x="1163" y="220"/>
                  <a:pt x="1159" y="222"/>
                  <a:pt x="1156" y="224"/>
                </a:cubicBezTo>
                <a:cubicBezTo>
                  <a:pt x="1152" y="227"/>
                  <a:pt x="1150" y="230"/>
                  <a:pt x="1148" y="234"/>
                </a:cubicBezTo>
                <a:cubicBezTo>
                  <a:pt x="1146" y="238"/>
                  <a:pt x="1145" y="242"/>
                  <a:pt x="1145" y="246"/>
                </a:cubicBezTo>
                <a:cubicBezTo>
                  <a:pt x="1145" y="250"/>
                  <a:pt x="1146" y="254"/>
                  <a:pt x="1148" y="257"/>
                </a:cubicBezTo>
                <a:cubicBezTo>
                  <a:pt x="1150" y="259"/>
                  <a:pt x="1153" y="261"/>
                  <a:pt x="1157" y="261"/>
                </a:cubicBezTo>
                <a:cubicBezTo>
                  <a:pt x="1159" y="261"/>
                  <a:pt x="1162" y="260"/>
                  <a:pt x="1163" y="259"/>
                </a:cubicBezTo>
                <a:cubicBezTo>
                  <a:pt x="1165" y="258"/>
                  <a:pt x="1167" y="256"/>
                  <a:pt x="1168" y="255"/>
                </a:cubicBezTo>
                <a:cubicBezTo>
                  <a:pt x="1168" y="256"/>
                  <a:pt x="1168" y="256"/>
                  <a:pt x="1168" y="256"/>
                </a:cubicBezTo>
                <a:cubicBezTo>
                  <a:pt x="1168" y="259"/>
                  <a:pt x="1170" y="261"/>
                  <a:pt x="1173" y="261"/>
                </a:cubicBezTo>
                <a:cubicBezTo>
                  <a:pt x="1174" y="261"/>
                  <a:pt x="1176" y="260"/>
                  <a:pt x="1177" y="259"/>
                </a:cubicBezTo>
                <a:cubicBezTo>
                  <a:pt x="1178" y="258"/>
                  <a:pt x="1179" y="257"/>
                  <a:pt x="1180" y="256"/>
                </a:cubicBezTo>
                <a:cubicBezTo>
                  <a:pt x="1179" y="255"/>
                  <a:pt x="1179" y="255"/>
                  <a:pt x="1179" y="255"/>
                </a:cubicBezTo>
                <a:cubicBezTo>
                  <a:pt x="1178" y="256"/>
                  <a:pt x="1177" y="256"/>
                  <a:pt x="1176" y="256"/>
                </a:cubicBezTo>
                <a:cubicBezTo>
                  <a:pt x="1175" y="256"/>
                  <a:pt x="1175" y="256"/>
                  <a:pt x="1175" y="255"/>
                </a:cubicBezTo>
                <a:cubicBezTo>
                  <a:pt x="1175" y="254"/>
                  <a:pt x="1175" y="254"/>
                  <a:pt x="1175" y="254"/>
                </a:cubicBezTo>
                <a:close/>
                <a:moveTo>
                  <a:pt x="1172" y="225"/>
                </a:moveTo>
                <a:cubicBezTo>
                  <a:pt x="1169" y="250"/>
                  <a:pt x="1169" y="250"/>
                  <a:pt x="1169" y="250"/>
                </a:cubicBezTo>
                <a:cubicBezTo>
                  <a:pt x="1168" y="252"/>
                  <a:pt x="1166" y="253"/>
                  <a:pt x="1164" y="254"/>
                </a:cubicBezTo>
                <a:cubicBezTo>
                  <a:pt x="1163" y="256"/>
                  <a:pt x="1161" y="256"/>
                  <a:pt x="1159" y="256"/>
                </a:cubicBezTo>
                <a:cubicBezTo>
                  <a:pt x="1157" y="256"/>
                  <a:pt x="1155" y="255"/>
                  <a:pt x="1154" y="253"/>
                </a:cubicBezTo>
                <a:cubicBezTo>
                  <a:pt x="1153" y="252"/>
                  <a:pt x="1153" y="249"/>
                  <a:pt x="1153" y="246"/>
                </a:cubicBezTo>
                <a:cubicBezTo>
                  <a:pt x="1153" y="242"/>
                  <a:pt x="1153" y="239"/>
                  <a:pt x="1154" y="236"/>
                </a:cubicBezTo>
                <a:cubicBezTo>
                  <a:pt x="1155" y="232"/>
                  <a:pt x="1157" y="230"/>
                  <a:pt x="1159" y="227"/>
                </a:cubicBezTo>
                <a:cubicBezTo>
                  <a:pt x="1161" y="225"/>
                  <a:pt x="1164" y="224"/>
                  <a:pt x="1167" y="224"/>
                </a:cubicBezTo>
                <a:cubicBezTo>
                  <a:pt x="1169" y="224"/>
                  <a:pt x="1171" y="224"/>
                  <a:pt x="1172" y="225"/>
                </a:cubicBezTo>
                <a:close/>
                <a:moveTo>
                  <a:pt x="1198" y="254"/>
                </a:moveTo>
                <a:cubicBezTo>
                  <a:pt x="1202" y="221"/>
                  <a:pt x="1202" y="221"/>
                  <a:pt x="1202" y="221"/>
                </a:cubicBezTo>
                <a:cubicBezTo>
                  <a:pt x="1201" y="220"/>
                  <a:pt x="1201" y="220"/>
                  <a:pt x="1201" y="220"/>
                </a:cubicBezTo>
                <a:cubicBezTo>
                  <a:pt x="1191" y="222"/>
                  <a:pt x="1191" y="222"/>
                  <a:pt x="1191" y="222"/>
                </a:cubicBezTo>
                <a:cubicBezTo>
                  <a:pt x="1190" y="224"/>
                  <a:pt x="1190" y="224"/>
                  <a:pt x="1190" y="224"/>
                </a:cubicBezTo>
                <a:cubicBezTo>
                  <a:pt x="1195" y="226"/>
                  <a:pt x="1195" y="226"/>
                  <a:pt x="1195" y="226"/>
                </a:cubicBezTo>
                <a:cubicBezTo>
                  <a:pt x="1194" y="233"/>
                  <a:pt x="1193" y="239"/>
                  <a:pt x="1192" y="243"/>
                </a:cubicBezTo>
                <a:cubicBezTo>
                  <a:pt x="1191" y="251"/>
                  <a:pt x="1191" y="255"/>
                  <a:pt x="1191" y="256"/>
                </a:cubicBezTo>
                <a:cubicBezTo>
                  <a:pt x="1190" y="258"/>
                  <a:pt x="1191" y="259"/>
                  <a:pt x="1192" y="260"/>
                </a:cubicBezTo>
                <a:cubicBezTo>
                  <a:pt x="1192" y="260"/>
                  <a:pt x="1194" y="261"/>
                  <a:pt x="1195" y="261"/>
                </a:cubicBezTo>
                <a:cubicBezTo>
                  <a:pt x="1197" y="261"/>
                  <a:pt x="1199" y="260"/>
                  <a:pt x="1200" y="259"/>
                </a:cubicBezTo>
                <a:cubicBezTo>
                  <a:pt x="1202" y="258"/>
                  <a:pt x="1203" y="257"/>
                  <a:pt x="1203" y="256"/>
                </a:cubicBezTo>
                <a:cubicBezTo>
                  <a:pt x="1202" y="254"/>
                  <a:pt x="1202" y="254"/>
                  <a:pt x="1202" y="254"/>
                </a:cubicBezTo>
                <a:cubicBezTo>
                  <a:pt x="1202" y="255"/>
                  <a:pt x="1201" y="256"/>
                  <a:pt x="1200" y="256"/>
                </a:cubicBezTo>
                <a:cubicBezTo>
                  <a:pt x="1200" y="256"/>
                  <a:pt x="1199" y="256"/>
                  <a:pt x="1199" y="256"/>
                </a:cubicBezTo>
                <a:cubicBezTo>
                  <a:pt x="1198" y="256"/>
                  <a:pt x="1198" y="256"/>
                  <a:pt x="1198" y="256"/>
                </a:cubicBezTo>
                <a:cubicBezTo>
                  <a:pt x="1198" y="256"/>
                  <a:pt x="1198" y="255"/>
                  <a:pt x="1198" y="255"/>
                </a:cubicBezTo>
                <a:lnTo>
                  <a:pt x="1198" y="254"/>
                </a:lnTo>
                <a:close/>
                <a:moveTo>
                  <a:pt x="1200" y="213"/>
                </a:moveTo>
                <a:cubicBezTo>
                  <a:pt x="1201" y="213"/>
                  <a:pt x="1202" y="212"/>
                  <a:pt x="1203" y="211"/>
                </a:cubicBezTo>
                <a:cubicBezTo>
                  <a:pt x="1204" y="210"/>
                  <a:pt x="1205" y="209"/>
                  <a:pt x="1205" y="207"/>
                </a:cubicBezTo>
                <a:cubicBezTo>
                  <a:pt x="1205" y="206"/>
                  <a:pt x="1204" y="206"/>
                  <a:pt x="1204" y="205"/>
                </a:cubicBezTo>
                <a:cubicBezTo>
                  <a:pt x="1203" y="204"/>
                  <a:pt x="1202" y="204"/>
                  <a:pt x="1201" y="204"/>
                </a:cubicBezTo>
                <a:cubicBezTo>
                  <a:pt x="1200" y="204"/>
                  <a:pt x="1198" y="204"/>
                  <a:pt x="1198" y="205"/>
                </a:cubicBezTo>
                <a:cubicBezTo>
                  <a:pt x="1197" y="206"/>
                  <a:pt x="1196" y="207"/>
                  <a:pt x="1196" y="209"/>
                </a:cubicBezTo>
                <a:cubicBezTo>
                  <a:pt x="1196" y="210"/>
                  <a:pt x="1197" y="211"/>
                  <a:pt x="1197" y="212"/>
                </a:cubicBezTo>
                <a:cubicBezTo>
                  <a:pt x="1198" y="212"/>
                  <a:pt x="1199" y="213"/>
                  <a:pt x="1200" y="213"/>
                </a:cubicBezTo>
                <a:close/>
                <a:moveTo>
                  <a:pt x="1237" y="228"/>
                </a:moveTo>
                <a:cubicBezTo>
                  <a:pt x="1238" y="229"/>
                  <a:pt x="1238" y="229"/>
                  <a:pt x="1238" y="229"/>
                </a:cubicBezTo>
                <a:cubicBezTo>
                  <a:pt x="1240" y="222"/>
                  <a:pt x="1240" y="222"/>
                  <a:pt x="1240" y="222"/>
                </a:cubicBezTo>
                <a:cubicBezTo>
                  <a:pt x="1239" y="221"/>
                  <a:pt x="1238" y="221"/>
                  <a:pt x="1237" y="221"/>
                </a:cubicBezTo>
                <a:cubicBezTo>
                  <a:pt x="1235" y="220"/>
                  <a:pt x="1234" y="220"/>
                  <a:pt x="1232" y="220"/>
                </a:cubicBezTo>
                <a:cubicBezTo>
                  <a:pt x="1228" y="220"/>
                  <a:pt x="1224" y="221"/>
                  <a:pt x="1221" y="224"/>
                </a:cubicBezTo>
                <a:cubicBezTo>
                  <a:pt x="1218" y="227"/>
                  <a:pt x="1216" y="230"/>
                  <a:pt x="1214" y="234"/>
                </a:cubicBezTo>
                <a:cubicBezTo>
                  <a:pt x="1213" y="237"/>
                  <a:pt x="1212" y="241"/>
                  <a:pt x="1212" y="245"/>
                </a:cubicBezTo>
                <a:cubicBezTo>
                  <a:pt x="1212" y="250"/>
                  <a:pt x="1213" y="254"/>
                  <a:pt x="1215" y="257"/>
                </a:cubicBezTo>
                <a:cubicBezTo>
                  <a:pt x="1217" y="259"/>
                  <a:pt x="1220" y="261"/>
                  <a:pt x="1224" y="261"/>
                </a:cubicBezTo>
                <a:cubicBezTo>
                  <a:pt x="1227" y="261"/>
                  <a:pt x="1230" y="260"/>
                  <a:pt x="1232" y="259"/>
                </a:cubicBezTo>
                <a:cubicBezTo>
                  <a:pt x="1235" y="257"/>
                  <a:pt x="1236" y="256"/>
                  <a:pt x="1238" y="254"/>
                </a:cubicBezTo>
                <a:cubicBezTo>
                  <a:pt x="1236" y="252"/>
                  <a:pt x="1236" y="252"/>
                  <a:pt x="1236" y="252"/>
                </a:cubicBezTo>
                <a:cubicBezTo>
                  <a:pt x="1235" y="253"/>
                  <a:pt x="1233" y="254"/>
                  <a:pt x="1232" y="255"/>
                </a:cubicBezTo>
                <a:cubicBezTo>
                  <a:pt x="1230" y="256"/>
                  <a:pt x="1229" y="256"/>
                  <a:pt x="1227" y="256"/>
                </a:cubicBezTo>
                <a:cubicBezTo>
                  <a:pt x="1224" y="256"/>
                  <a:pt x="1222" y="255"/>
                  <a:pt x="1221" y="253"/>
                </a:cubicBezTo>
                <a:cubicBezTo>
                  <a:pt x="1220" y="251"/>
                  <a:pt x="1219" y="248"/>
                  <a:pt x="1219" y="244"/>
                </a:cubicBezTo>
                <a:cubicBezTo>
                  <a:pt x="1219" y="240"/>
                  <a:pt x="1219" y="237"/>
                  <a:pt x="1221" y="234"/>
                </a:cubicBezTo>
                <a:cubicBezTo>
                  <a:pt x="1222" y="231"/>
                  <a:pt x="1223" y="229"/>
                  <a:pt x="1225" y="227"/>
                </a:cubicBezTo>
                <a:cubicBezTo>
                  <a:pt x="1227" y="225"/>
                  <a:pt x="1229" y="225"/>
                  <a:pt x="1231" y="225"/>
                </a:cubicBezTo>
                <a:cubicBezTo>
                  <a:pt x="1232" y="225"/>
                  <a:pt x="1235" y="226"/>
                  <a:pt x="1237" y="228"/>
                </a:cubicBezTo>
                <a:close/>
                <a:moveTo>
                  <a:pt x="1255" y="254"/>
                </a:moveTo>
                <a:cubicBezTo>
                  <a:pt x="1260" y="221"/>
                  <a:pt x="1260" y="221"/>
                  <a:pt x="1260" y="221"/>
                </a:cubicBezTo>
                <a:cubicBezTo>
                  <a:pt x="1259" y="220"/>
                  <a:pt x="1259" y="220"/>
                  <a:pt x="1259" y="220"/>
                </a:cubicBezTo>
                <a:cubicBezTo>
                  <a:pt x="1249" y="222"/>
                  <a:pt x="1249" y="222"/>
                  <a:pt x="1249" y="222"/>
                </a:cubicBezTo>
                <a:cubicBezTo>
                  <a:pt x="1248" y="224"/>
                  <a:pt x="1248" y="224"/>
                  <a:pt x="1248" y="224"/>
                </a:cubicBezTo>
                <a:cubicBezTo>
                  <a:pt x="1253" y="226"/>
                  <a:pt x="1253" y="226"/>
                  <a:pt x="1253" y="226"/>
                </a:cubicBezTo>
                <a:cubicBezTo>
                  <a:pt x="1252" y="233"/>
                  <a:pt x="1251" y="239"/>
                  <a:pt x="1250" y="243"/>
                </a:cubicBezTo>
                <a:cubicBezTo>
                  <a:pt x="1249" y="251"/>
                  <a:pt x="1248" y="255"/>
                  <a:pt x="1248" y="256"/>
                </a:cubicBezTo>
                <a:cubicBezTo>
                  <a:pt x="1248" y="258"/>
                  <a:pt x="1249" y="259"/>
                  <a:pt x="1249" y="260"/>
                </a:cubicBezTo>
                <a:cubicBezTo>
                  <a:pt x="1250" y="260"/>
                  <a:pt x="1251" y="261"/>
                  <a:pt x="1253" y="261"/>
                </a:cubicBezTo>
                <a:cubicBezTo>
                  <a:pt x="1255" y="261"/>
                  <a:pt x="1256" y="260"/>
                  <a:pt x="1258" y="259"/>
                </a:cubicBezTo>
                <a:cubicBezTo>
                  <a:pt x="1259" y="258"/>
                  <a:pt x="1260" y="257"/>
                  <a:pt x="1261" y="256"/>
                </a:cubicBezTo>
                <a:cubicBezTo>
                  <a:pt x="1260" y="254"/>
                  <a:pt x="1260" y="254"/>
                  <a:pt x="1260" y="254"/>
                </a:cubicBezTo>
                <a:cubicBezTo>
                  <a:pt x="1259" y="255"/>
                  <a:pt x="1259" y="256"/>
                  <a:pt x="1258" y="256"/>
                </a:cubicBezTo>
                <a:cubicBezTo>
                  <a:pt x="1258" y="256"/>
                  <a:pt x="1257" y="256"/>
                  <a:pt x="1256" y="256"/>
                </a:cubicBezTo>
                <a:cubicBezTo>
                  <a:pt x="1256" y="256"/>
                  <a:pt x="1256" y="256"/>
                  <a:pt x="1256" y="256"/>
                </a:cubicBezTo>
                <a:cubicBezTo>
                  <a:pt x="1255" y="256"/>
                  <a:pt x="1255" y="255"/>
                  <a:pt x="1255" y="255"/>
                </a:cubicBezTo>
                <a:lnTo>
                  <a:pt x="1255" y="254"/>
                </a:lnTo>
                <a:close/>
                <a:moveTo>
                  <a:pt x="1258" y="213"/>
                </a:moveTo>
                <a:cubicBezTo>
                  <a:pt x="1259" y="213"/>
                  <a:pt x="1260" y="212"/>
                  <a:pt x="1261" y="211"/>
                </a:cubicBezTo>
                <a:cubicBezTo>
                  <a:pt x="1262" y="210"/>
                  <a:pt x="1262" y="209"/>
                  <a:pt x="1262" y="207"/>
                </a:cubicBezTo>
                <a:cubicBezTo>
                  <a:pt x="1262" y="206"/>
                  <a:pt x="1262" y="206"/>
                  <a:pt x="1261" y="205"/>
                </a:cubicBezTo>
                <a:cubicBezTo>
                  <a:pt x="1261" y="204"/>
                  <a:pt x="1260" y="204"/>
                  <a:pt x="1259" y="204"/>
                </a:cubicBezTo>
                <a:cubicBezTo>
                  <a:pt x="1257" y="204"/>
                  <a:pt x="1256" y="204"/>
                  <a:pt x="1255" y="205"/>
                </a:cubicBezTo>
                <a:cubicBezTo>
                  <a:pt x="1254" y="206"/>
                  <a:pt x="1254" y="207"/>
                  <a:pt x="1254" y="209"/>
                </a:cubicBezTo>
                <a:cubicBezTo>
                  <a:pt x="1254" y="210"/>
                  <a:pt x="1254" y="211"/>
                  <a:pt x="1255" y="212"/>
                </a:cubicBezTo>
                <a:cubicBezTo>
                  <a:pt x="1256" y="212"/>
                  <a:pt x="1257" y="213"/>
                  <a:pt x="1258" y="213"/>
                </a:cubicBezTo>
                <a:close/>
                <a:moveTo>
                  <a:pt x="1282" y="229"/>
                </a:moveTo>
                <a:cubicBezTo>
                  <a:pt x="1283" y="221"/>
                  <a:pt x="1283" y="221"/>
                  <a:pt x="1283" y="221"/>
                </a:cubicBezTo>
                <a:cubicBezTo>
                  <a:pt x="1281" y="220"/>
                  <a:pt x="1281" y="220"/>
                  <a:pt x="1281" y="220"/>
                </a:cubicBezTo>
                <a:cubicBezTo>
                  <a:pt x="1273" y="222"/>
                  <a:pt x="1273" y="222"/>
                  <a:pt x="1273" y="222"/>
                </a:cubicBezTo>
                <a:cubicBezTo>
                  <a:pt x="1272" y="224"/>
                  <a:pt x="1272" y="224"/>
                  <a:pt x="1272" y="224"/>
                </a:cubicBezTo>
                <a:cubicBezTo>
                  <a:pt x="1275" y="226"/>
                  <a:pt x="1275" y="226"/>
                  <a:pt x="1275" y="226"/>
                </a:cubicBezTo>
                <a:cubicBezTo>
                  <a:pt x="1271" y="260"/>
                  <a:pt x="1271" y="260"/>
                  <a:pt x="1271" y="260"/>
                </a:cubicBezTo>
                <a:cubicBezTo>
                  <a:pt x="1278" y="260"/>
                  <a:pt x="1278" y="260"/>
                  <a:pt x="1278" y="260"/>
                </a:cubicBezTo>
                <a:cubicBezTo>
                  <a:pt x="1281" y="235"/>
                  <a:pt x="1281" y="235"/>
                  <a:pt x="1281" y="235"/>
                </a:cubicBezTo>
                <a:cubicBezTo>
                  <a:pt x="1283" y="232"/>
                  <a:pt x="1285" y="230"/>
                  <a:pt x="1287" y="228"/>
                </a:cubicBezTo>
                <a:cubicBezTo>
                  <a:pt x="1289" y="226"/>
                  <a:pt x="1291" y="225"/>
                  <a:pt x="1293" y="225"/>
                </a:cubicBezTo>
                <a:cubicBezTo>
                  <a:pt x="1295" y="225"/>
                  <a:pt x="1296" y="226"/>
                  <a:pt x="1297" y="226"/>
                </a:cubicBezTo>
                <a:cubicBezTo>
                  <a:pt x="1297" y="227"/>
                  <a:pt x="1298" y="229"/>
                  <a:pt x="1298" y="231"/>
                </a:cubicBezTo>
                <a:cubicBezTo>
                  <a:pt x="1298" y="233"/>
                  <a:pt x="1297" y="234"/>
                  <a:pt x="1297" y="236"/>
                </a:cubicBezTo>
                <a:cubicBezTo>
                  <a:pt x="1297" y="238"/>
                  <a:pt x="1297" y="240"/>
                  <a:pt x="1296" y="243"/>
                </a:cubicBezTo>
                <a:cubicBezTo>
                  <a:pt x="1296" y="245"/>
                  <a:pt x="1296" y="245"/>
                  <a:pt x="1296" y="245"/>
                </a:cubicBezTo>
                <a:cubicBezTo>
                  <a:pt x="1295" y="248"/>
                  <a:pt x="1295" y="248"/>
                  <a:pt x="1295" y="248"/>
                </a:cubicBezTo>
                <a:cubicBezTo>
                  <a:pt x="1294" y="252"/>
                  <a:pt x="1294" y="255"/>
                  <a:pt x="1294" y="256"/>
                </a:cubicBezTo>
                <a:cubicBezTo>
                  <a:pt x="1294" y="259"/>
                  <a:pt x="1295" y="261"/>
                  <a:pt x="1298" y="261"/>
                </a:cubicBezTo>
                <a:cubicBezTo>
                  <a:pt x="1300" y="261"/>
                  <a:pt x="1301" y="260"/>
                  <a:pt x="1302" y="260"/>
                </a:cubicBezTo>
                <a:cubicBezTo>
                  <a:pt x="1303" y="259"/>
                  <a:pt x="1304" y="259"/>
                  <a:pt x="1305" y="258"/>
                </a:cubicBezTo>
                <a:cubicBezTo>
                  <a:pt x="1305" y="258"/>
                  <a:pt x="1306" y="257"/>
                  <a:pt x="1306" y="257"/>
                </a:cubicBezTo>
                <a:cubicBezTo>
                  <a:pt x="1305" y="255"/>
                  <a:pt x="1305" y="255"/>
                  <a:pt x="1305" y="255"/>
                </a:cubicBezTo>
                <a:cubicBezTo>
                  <a:pt x="1304" y="256"/>
                  <a:pt x="1303" y="256"/>
                  <a:pt x="1302" y="256"/>
                </a:cubicBezTo>
                <a:cubicBezTo>
                  <a:pt x="1301" y="256"/>
                  <a:pt x="1301" y="256"/>
                  <a:pt x="1301" y="255"/>
                </a:cubicBezTo>
                <a:cubicBezTo>
                  <a:pt x="1301" y="253"/>
                  <a:pt x="1301" y="250"/>
                  <a:pt x="1302" y="246"/>
                </a:cubicBezTo>
                <a:cubicBezTo>
                  <a:pt x="1303" y="243"/>
                  <a:pt x="1303" y="243"/>
                  <a:pt x="1303" y="243"/>
                </a:cubicBezTo>
                <a:cubicBezTo>
                  <a:pt x="1303" y="241"/>
                  <a:pt x="1303" y="241"/>
                  <a:pt x="1303" y="241"/>
                </a:cubicBezTo>
                <a:cubicBezTo>
                  <a:pt x="1304" y="236"/>
                  <a:pt x="1305" y="232"/>
                  <a:pt x="1305" y="230"/>
                </a:cubicBezTo>
                <a:cubicBezTo>
                  <a:pt x="1305" y="227"/>
                  <a:pt x="1304" y="224"/>
                  <a:pt x="1302" y="223"/>
                </a:cubicBezTo>
                <a:cubicBezTo>
                  <a:pt x="1301" y="221"/>
                  <a:pt x="1299" y="220"/>
                  <a:pt x="1296" y="220"/>
                </a:cubicBezTo>
                <a:cubicBezTo>
                  <a:pt x="1294" y="220"/>
                  <a:pt x="1291" y="221"/>
                  <a:pt x="1289" y="223"/>
                </a:cubicBezTo>
                <a:cubicBezTo>
                  <a:pt x="1286" y="224"/>
                  <a:pt x="1284" y="227"/>
                  <a:pt x="1282" y="229"/>
                </a:cubicBezTo>
                <a:close/>
                <a:moveTo>
                  <a:pt x="1342" y="253"/>
                </a:moveTo>
                <a:cubicBezTo>
                  <a:pt x="1340" y="251"/>
                  <a:pt x="1340" y="251"/>
                  <a:pt x="1340" y="251"/>
                </a:cubicBezTo>
                <a:cubicBezTo>
                  <a:pt x="1339" y="253"/>
                  <a:pt x="1337" y="254"/>
                  <a:pt x="1335" y="255"/>
                </a:cubicBezTo>
                <a:cubicBezTo>
                  <a:pt x="1333" y="256"/>
                  <a:pt x="1331" y="256"/>
                  <a:pt x="1329" y="256"/>
                </a:cubicBezTo>
                <a:cubicBezTo>
                  <a:pt x="1326" y="256"/>
                  <a:pt x="1323" y="255"/>
                  <a:pt x="1322" y="253"/>
                </a:cubicBezTo>
                <a:cubicBezTo>
                  <a:pt x="1321" y="250"/>
                  <a:pt x="1320" y="247"/>
                  <a:pt x="1320" y="244"/>
                </a:cubicBezTo>
                <a:cubicBezTo>
                  <a:pt x="1323" y="244"/>
                  <a:pt x="1327" y="244"/>
                  <a:pt x="1330" y="242"/>
                </a:cubicBezTo>
                <a:cubicBezTo>
                  <a:pt x="1334" y="241"/>
                  <a:pt x="1337" y="240"/>
                  <a:pt x="1340" y="237"/>
                </a:cubicBezTo>
                <a:cubicBezTo>
                  <a:pt x="1342" y="235"/>
                  <a:pt x="1344" y="232"/>
                  <a:pt x="1344" y="229"/>
                </a:cubicBezTo>
                <a:cubicBezTo>
                  <a:pt x="1344" y="226"/>
                  <a:pt x="1343" y="224"/>
                  <a:pt x="1341" y="223"/>
                </a:cubicBezTo>
                <a:cubicBezTo>
                  <a:pt x="1340" y="221"/>
                  <a:pt x="1337" y="220"/>
                  <a:pt x="1334" y="220"/>
                </a:cubicBezTo>
                <a:cubicBezTo>
                  <a:pt x="1330" y="220"/>
                  <a:pt x="1326" y="221"/>
                  <a:pt x="1323" y="224"/>
                </a:cubicBezTo>
                <a:cubicBezTo>
                  <a:pt x="1320" y="226"/>
                  <a:pt x="1318" y="229"/>
                  <a:pt x="1316" y="233"/>
                </a:cubicBezTo>
                <a:cubicBezTo>
                  <a:pt x="1314" y="237"/>
                  <a:pt x="1313" y="241"/>
                  <a:pt x="1313" y="246"/>
                </a:cubicBezTo>
                <a:cubicBezTo>
                  <a:pt x="1313" y="248"/>
                  <a:pt x="1314" y="251"/>
                  <a:pt x="1315" y="253"/>
                </a:cubicBezTo>
                <a:cubicBezTo>
                  <a:pt x="1316" y="255"/>
                  <a:pt x="1317" y="257"/>
                  <a:pt x="1319" y="259"/>
                </a:cubicBezTo>
                <a:cubicBezTo>
                  <a:pt x="1321" y="260"/>
                  <a:pt x="1324" y="261"/>
                  <a:pt x="1327" y="261"/>
                </a:cubicBezTo>
                <a:cubicBezTo>
                  <a:pt x="1330" y="261"/>
                  <a:pt x="1333" y="260"/>
                  <a:pt x="1336" y="258"/>
                </a:cubicBezTo>
                <a:cubicBezTo>
                  <a:pt x="1339" y="257"/>
                  <a:pt x="1341" y="255"/>
                  <a:pt x="1342" y="253"/>
                </a:cubicBezTo>
                <a:close/>
                <a:moveTo>
                  <a:pt x="1332" y="224"/>
                </a:moveTo>
                <a:cubicBezTo>
                  <a:pt x="1334" y="224"/>
                  <a:pt x="1335" y="224"/>
                  <a:pt x="1336" y="225"/>
                </a:cubicBezTo>
                <a:cubicBezTo>
                  <a:pt x="1337" y="226"/>
                  <a:pt x="1337" y="228"/>
                  <a:pt x="1337" y="229"/>
                </a:cubicBezTo>
                <a:cubicBezTo>
                  <a:pt x="1337" y="232"/>
                  <a:pt x="1336" y="234"/>
                  <a:pt x="1334" y="235"/>
                </a:cubicBezTo>
                <a:cubicBezTo>
                  <a:pt x="1333" y="237"/>
                  <a:pt x="1331" y="238"/>
                  <a:pt x="1328" y="239"/>
                </a:cubicBezTo>
                <a:cubicBezTo>
                  <a:pt x="1325" y="240"/>
                  <a:pt x="1323" y="241"/>
                  <a:pt x="1321" y="241"/>
                </a:cubicBezTo>
                <a:cubicBezTo>
                  <a:pt x="1321" y="238"/>
                  <a:pt x="1321" y="236"/>
                  <a:pt x="1322" y="233"/>
                </a:cubicBezTo>
                <a:cubicBezTo>
                  <a:pt x="1323" y="230"/>
                  <a:pt x="1325" y="228"/>
                  <a:pt x="1326" y="226"/>
                </a:cubicBezTo>
                <a:cubicBezTo>
                  <a:pt x="1328" y="225"/>
                  <a:pt x="1330" y="224"/>
                  <a:pt x="1332" y="22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180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CA018DF-7EFB-4D08-89D5-E61FB47F425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996940" y="4886690"/>
            <a:ext cx="2416810" cy="117148"/>
          </a:xfrm>
        </p:spPr>
        <p:txBody>
          <a:bodyPr wrap="square">
            <a:spAutoFit/>
          </a:bodyPr>
          <a:lstStyle>
            <a:lvl1pPr marL="0" indent="0">
              <a:buNone/>
              <a:defRPr sz="750" cap="all" spc="110" baseline="0">
                <a:solidFill>
                  <a:schemeClr val="tx2"/>
                </a:solidFill>
              </a:defRPr>
            </a:lvl1pPr>
          </a:lstStyle>
          <a:p>
            <a:pPr lvl="0">
              <a:buNone/>
            </a:pPr>
            <a:r>
              <a:t>CLICK TO EDIT MASTER TEXT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Light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2927F7C-53AC-400F-8DAD-235A2AF61FB8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0" y="1"/>
            <a:ext cx="9144000" cy="471011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2D74F39-96DB-4808-8693-9F55A9D7DB98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2" y="1172309"/>
            <a:ext cx="5802922" cy="3971191"/>
          </a:xfrm>
          <a:prstGeom prst="rect">
            <a:avLst/>
          </a:prstGeom>
          <a:solidFill>
            <a:schemeClr val="bg2"/>
          </a:solidFill>
        </p:spPr>
        <p:txBody>
          <a:bodyPr lIns="502920" tIns="274320" rIns="457200" bIns="457200"/>
          <a:lstStyle>
            <a:lvl1pPr marL="0" indent="0">
              <a:lnSpc>
                <a:spcPct val="100000"/>
              </a:lnSpc>
              <a:buNone/>
              <a:defRPr sz="30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  <a:lvl2pPr marL="0" indent="0">
              <a:spcBef>
                <a:spcPts val="900"/>
              </a:spcBef>
              <a:buNone/>
              <a:defRPr sz="15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2pPr>
            <a:lvl3pPr marL="457189" indent="0">
              <a:buNone/>
              <a:defRPr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3pPr>
            <a:lvl4pPr marL="692133" indent="0">
              <a:buNone/>
              <a:defRPr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4pPr>
            <a:lvl5pPr marL="914378" indent="0">
              <a:buNone/>
              <a:defRPr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255D91-DCA2-49D6-8FA4-A90E643253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5780" y="3566160"/>
            <a:ext cx="4846320" cy="156646"/>
          </a:xfrm>
        </p:spPr>
        <p:txBody>
          <a:bodyPr anchor="b">
            <a:spAutoFit/>
          </a:bodyPr>
          <a:lstStyle>
            <a:lvl1pPr marL="0" indent="0" algn="l">
              <a:buNone/>
              <a:defRPr sz="1000" i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t>Click to edit Master subtitle style</a:t>
            </a:r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6EF64205-A64B-4137-BA41-5E5CFE0F359E}"/>
              </a:ext>
            </a:extLst>
          </p:cNvPr>
          <p:cNvSpPr>
            <a:spLocks noGrp="1"/>
          </p:cNvSpPr>
          <p:nvPr/>
        </p:nvSpPr>
        <p:spPr>
          <a:xfrm>
            <a:off x="482707" y="433839"/>
            <a:ext cx="2192207" cy="410518"/>
          </a:xfrm>
          <a:custGeom>
            <a:avLst/>
            <a:gdLst>
              <a:gd name="T0" fmla="*/ 225 w 1440"/>
              <a:gd name="T1" fmla="*/ 110 h 267"/>
              <a:gd name="T2" fmla="*/ 317 w 1440"/>
              <a:gd name="T3" fmla="*/ 7 h 267"/>
              <a:gd name="T4" fmla="*/ 475 w 1440"/>
              <a:gd name="T5" fmla="*/ 19 h 267"/>
              <a:gd name="T6" fmla="*/ 830 w 1440"/>
              <a:gd name="T7" fmla="*/ 7 h 267"/>
              <a:gd name="T8" fmla="*/ 130 w 1440"/>
              <a:gd name="T9" fmla="*/ 210 h 267"/>
              <a:gd name="T10" fmla="*/ 437 w 1440"/>
              <a:gd name="T11" fmla="*/ 209 h 267"/>
              <a:gd name="T12" fmla="*/ 493 w 1440"/>
              <a:gd name="T13" fmla="*/ 198 h 267"/>
              <a:gd name="T14" fmla="*/ 866 w 1440"/>
              <a:gd name="T15" fmla="*/ 171 h 267"/>
              <a:gd name="T16" fmla="*/ 737 w 1440"/>
              <a:gd name="T17" fmla="*/ 261 h 267"/>
              <a:gd name="T18" fmla="*/ 958 w 1440"/>
              <a:gd name="T19" fmla="*/ 172 h 267"/>
              <a:gd name="T20" fmla="*/ 906 w 1440"/>
              <a:gd name="T21" fmla="*/ 254 h 267"/>
              <a:gd name="T22" fmla="*/ 309 w 1440"/>
              <a:gd name="T23" fmla="*/ 260 h 267"/>
              <a:gd name="T24" fmla="*/ 1053 w 1440"/>
              <a:gd name="T25" fmla="*/ 31 h 267"/>
              <a:gd name="T26" fmla="*/ 1075 w 1440"/>
              <a:gd name="T27" fmla="*/ 44 h 267"/>
              <a:gd name="T28" fmla="*/ 1091 w 1440"/>
              <a:gd name="T29" fmla="*/ 22 h 267"/>
              <a:gd name="T30" fmla="*/ 1107 w 1440"/>
              <a:gd name="T31" fmla="*/ 27 h 267"/>
              <a:gd name="T32" fmla="*/ 1125 w 1440"/>
              <a:gd name="T33" fmla="*/ 55 h 267"/>
              <a:gd name="T34" fmla="*/ 1159 w 1440"/>
              <a:gd name="T35" fmla="*/ 53 h 267"/>
              <a:gd name="T36" fmla="*/ 1160 w 1440"/>
              <a:gd name="T37" fmla="*/ 57 h 267"/>
              <a:gd name="T38" fmla="*/ 1177 w 1440"/>
              <a:gd name="T39" fmla="*/ 23 h 267"/>
              <a:gd name="T40" fmla="*/ 1207 w 1440"/>
              <a:gd name="T41" fmla="*/ 58 h 267"/>
              <a:gd name="T42" fmla="*/ 1245 w 1440"/>
              <a:gd name="T43" fmla="*/ 27 h 267"/>
              <a:gd name="T44" fmla="*/ 1225 w 1440"/>
              <a:gd name="T45" fmla="*/ 43 h 267"/>
              <a:gd name="T46" fmla="*/ 1271 w 1440"/>
              <a:gd name="T47" fmla="*/ 19 h 267"/>
              <a:gd name="T48" fmla="*/ 1259 w 1440"/>
              <a:gd name="T49" fmla="*/ 32 h 267"/>
              <a:gd name="T50" fmla="*/ 1290 w 1440"/>
              <a:gd name="T51" fmla="*/ 54 h 267"/>
              <a:gd name="T52" fmla="*/ 1310 w 1440"/>
              <a:gd name="T53" fmla="*/ 25 h 267"/>
              <a:gd name="T54" fmla="*/ 1059 w 1440"/>
              <a:gd name="T55" fmla="*/ 110 h 267"/>
              <a:gd name="T56" fmla="*/ 1099 w 1440"/>
              <a:gd name="T57" fmla="*/ 134 h 267"/>
              <a:gd name="T58" fmla="*/ 1120 w 1440"/>
              <a:gd name="T59" fmla="*/ 156 h 267"/>
              <a:gd name="T60" fmla="*/ 1141 w 1440"/>
              <a:gd name="T61" fmla="*/ 123 h 267"/>
              <a:gd name="T62" fmla="*/ 1148 w 1440"/>
              <a:gd name="T63" fmla="*/ 175 h 267"/>
              <a:gd name="T64" fmla="*/ 1184 w 1440"/>
              <a:gd name="T65" fmla="*/ 119 h 267"/>
              <a:gd name="T66" fmla="*/ 1181 w 1440"/>
              <a:gd name="T67" fmla="*/ 153 h 267"/>
              <a:gd name="T68" fmla="*/ 1201 w 1440"/>
              <a:gd name="T69" fmla="*/ 125 h 267"/>
              <a:gd name="T70" fmla="*/ 1230 w 1440"/>
              <a:gd name="T71" fmla="*/ 157 h 267"/>
              <a:gd name="T72" fmla="*/ 1260 w 1440"/>
              <a:gd name="T73" fmla="*/ 154 h 267"/>
              <a:gd name="T74" fmla="*/ 1261 w 1440"/>
              <a:gd name="T75" fmla="*/ 158 h 267"/>
              <a:gd name="T76" fmla="*/ 1284 w 1440"/>
              <a:gd name="T77" fmla="*/ 152 h 267"/>
              <a:gd name="T78" fmla="*/ 1294 w 1440"/>
              <a:gd name="T79" fmla="*/ 123 h 267"/>
              <a:gd name="T80" fmla="*/ 1317 w 1440"/>
              <a:gd name="T81" fmla="*/ 125 h 267"/>
              <a:gd name="T82" fmla="*/ 1342 w 1440"/>
              <a:gd name="T83" fmla="*/ 121 h 267"/>
              <a:gd name="T84" fmla="*/ 1351 w 1440"/>
              <a:gd name="T85" fmla="*/ 112 h 267"/>
              <a:gd name="T86" fmla="*/ 1364 w 1440"/>
              <a:gd name="T87" fmla="*/ 159 h 267"/>
              <a:gd name="T88" fmla="*/ 1399 w 1440"/>
              <a:gd name="T89" fmla="*/ 156 h 267"/>
              <a:gd name="T90" fmla="*/ 1432 w 1440"/>
              <a:gd name="T91" fmla="*/ 120 h 267"/>
              <a:gd name="T92" fmla="*/ 1410 w 1440"/>
              <a:gd name="T93" fmla="*/ 176 h 267"/>
              <a:gd name="T94" fmla="*/ 1076 w 1440"/>
              <a:gd name="T95" fmla="*/ 242 h 267"/>
              <a:gd name="T96" fmla="*/ 1062 w 1440"/>
              <a:gd name="T97" fmla="*/ 225 h 267"/>
              <a:gd name="T98" fmla="*/ 1091 w 1440"/>
              <a:gd name="T99" fmla="*/ 208 h 267"/>
              <a:gd name="T100" fmla="*/ 1112 w 1440"/>
              <a:gd name="T101" fmla="*/ 233 h 267"/>
              <a:gd name="T102" fmla="*/ 1128 w 1440"/>
              <a:gd name="T103" fmla="*/ 224 h 267"/>
              <a:gd name="T104" fmla="*/ 1168 w 1440"/>
              <a:gd name="T105" fmla="*/ 255 h 267"/>
              <a:gd name="T106" fmla="*/ 1154 w 1440"/>
              <a:gd name="T107" fmla="*/ 236 h 267"/>
              <a:gd name="T108" fmla="*/ 1203 w 1440"/>
              <a:gd name="T109" fmla="*/ 256 h 267"/>
              <a:gd name="T110" fmla="*/ 1200 w 1440"/>
              <a:gd name="T111" fmla="*/ 213 h 267"/>
              <a:gd name="T112" fmla="*/ 1227 w 1440"/>
              <a:gd name="T113" fmla="*/ 256 h 267"/>
              <a:gd name="T114" fmla="*/ 1249 w 1440"/>
              <a:gd name="T115" fmla="*/ 260 h 267"/>
              <a:gd name="T116" fmla="*/ 1255 w 1440"/>
              <a:gd name="T117" fmla="*/ 205 h 267"/>
              <a:gd name="T118" fmla="*/ 1297 w 1440"/>
              <a:gd name="T119" fmla="*/ 226 h 267"/>
              <a:gd name="T120" fmla="*/ 1303 w 1440"/>
              <a:gd name="T121" fmla="*/ 243 h 267"/>
              <a:gd name="T122" fmla="*/ 1344 w 1440"/>
              <a:gd name="T123" fmla="*/ 229 h 267"/>
              <a:gd name="T124" fmla="*/ 1328 w 1440"/>
              <a:gd name="T125" fmla="*/ 239 h 267"/>
            </a:gdLst>
            <a:ahLst/>
            <a:cxnLst/>
            <a:rect l="0" t="0" r="r" b="b"/>
            <a:pathLst>
              <a:path w="1440" h="267">
                <a:moveTo>
                  <a:pt x="17" y="110"/>
                </a:moveTo>
                <a:cubicBezTo>
                  <a:pt x="3" y="110"/>
                  <a:pt x="3" y="110"/>
                  <a:pt x="3" y="110"/>
                </a:cubicBezTo>
                <a:cubicBezTo>
                  <a:pt x="3" y="1"/>
                  <a:pt x="3" y="1"/>
                  <a:pt x="3" y="1"/>
                </a:cubicBezTo>
                <a:cubicBezTo>
                  <a:pt x="81" y="83"/>
                  <a:pt x="81" y="83"/>
                  <a:pt x="81" y="83"/>
                </a:cubicBezTo>
                <a:cubicBezTo>
                  <a:pt x="81" y="7"/>
                  <a:pt x="81" y="7"/>
                  <a:pt x="81" y="7"/>
                </a:cubicBezTo>
                <a:cubicBezTo>
                  <a:pt x="95" y="7"/>
                  <a:pt x="95" y="7"/>
                  <a:pt x="95" y="7"/>
                </a:cubicBezTo>
                <a:cubicBezTo>
                  <a:pt x="95" y="117"/>
                  <a:pt x="95" y="117"/>
                  <a:pt x="95" y="117"/>
                </a:cubicBezTo>
                <a:cubicBezTo>
                  <a:pt x="17" y="35"/>
                  <a:pt x="17" y="35"/>
                  <a:pt x="17" y="35"/>
                </a:cubicBezTo>
                <a:lnTo>
                  <a:pt x="17" y="110"/>
                </a:lnTo>
                <a:close/>
                <a:moveTo>
                  <a:pt x="130" y="110"/>
                </a:moveTo>
                <a:cubicBezTo>
                  <a:pt x="145" y="110"/>
                  <a:pt x="145" y="110"/>
                  <a:pt x="145" y="110"/>
                </a:cubicBezTo>
                <a:cubicBezTo>
                  <a:pt x="178" y="33"/>
                  <a:pt x="178" y="33"/>
                  <a:pt x="178" y="33"/>
                </a:cubicBezTo>
                <a:cubicBezTo>
                  <a:pt x="210" y="109"/>
                  <a:pt x="210" y="109"/>
                  <a:pt x="210" y="109"/>
                </a:cubicBezTo>
                <a:cubicBezTo>
                  <a:pt x="210" y="110"/>
                  <a:pt x="210" y="110"/>
                  <a:pt x="210" y="110"/>
                </a:cubicBezTo>
                <a:cubicBezTo>
                  <a:pt x="225" y="110"/>
                  <a:pt x="225" y="110"/>
                  <a:pt x="225" y="110"/>
                </a:cubicBezTo>
                <a:cubicBezTo>
                  <a:pt x="178" y="0"/>
                  <a:pt x="178" y="0"/>
                  <a:pt x="178" y="0"/>
                </a:cubicBezTo>
                <a:lnTo>
                  <a:pt x="130" y="110"/>
                </a:lnTo>
                <a:close/>
                <a:moveTo>
                  <a:pt x="700" y="110"/>
                </a:moveTo>
                <a:cubicBezTo>
                  <a:pt x="715" y="110"/>
                  <a:pt x="715" y="110"/>
                  <a:pt x="715" y="110"/>
                </a:cubicBezTo>
                <a:cubicBezTo>
                  <a:pt x="748" y="33"/>
                  <a:pt x="748" y="33"/>
                  <a:pt x="748" y="33"/>
                </a:cubicBezTo>
                <a:cubicBezTo>
                  <a:pt x="780" y="109"/>
                  <a:pt x="780" y="109"/>
                  <a:pt x="780" y="109"/>
                </a:cubicBezTo>
                <a:cubicBezTo>
                  <a:pt x="780" y="110"/>
                  <a:pt x="780" y="110"/>
                  <a:pt x="780" y="110"/>
                </a:cubicBezTo>
                <a:cubicBezTo>
                  <a:pt x="795" y="110"/>
                  <a:pt x="795" y="110"/>
                  <a:pt x="795" y="110"/>
                </a:cubicBezTo>
                <a:cubicBezTo>
                  <a:pt x="748" y="0"/>
                  <a:pt x="748" y="0"/>
                  <a:pt x="748" y="0"/>
                </a:cubicBezTo>
                <a:lnTo>
                  <a:pt x="700" y="110"/>
                </a:lnTo>
                <a:close/>
                <a:moveTo>
                  <a:pt x="273" y="110"/>
                </a:moveTo>
                <a:cubicBezTo>
                  <a:pt x="286" y="110"/>
                  <a:pt x="286" y="110"/>
                  <a:pt x="286" y="110"/>
                </a:cubicBezTo>
                <a:cubicBezTo>
                  <a:pt x="286" y="20"/>
                  <a:pt x="286" y="20"/>
                  <a:pt x="286" y="20"/>
                </a:cubicBezTo>
                <a:cubicBezTo>
                  <a:pt x="317" y="20"/>
                  <a:pt x="317" y="20"/>
                  <a:pt x="317" y="20"/>
                </a:cubicBezTo>
                <a:cubicBezTo>
                  <a:pt x="317" y="7"/>
                  <a:pt x="317" y="7"/>
                  <a:pt x="317" y="7"/>
                </a:cubicBezTo>
                <a:cubicBezTo>
                  <a:pt x="242" y="7"/>
                  <a:pt x="242" y="7"/>
                  <a:pt x="242" y="7"/>
                </a:cubicBezTo>
                <a:cubicBezTo>
                  <a:pt x="242" y="20"/>
                  <a:pt x="242" y="20"/>
                  <a:pt x="242" y="20"/>
                </a:cubicBezTo>
                <a:cubicBezTo>
                  <a:pt x="273" y="20"/>
                  <a:pt x="273" y="20"/>
                  <a:pt x="273" y="20"/>
                </a:cubicBezTo>
                <a:lnTo>
                  <a:pt x="273" y="110"/>
                </a:lnTo>
                <a:close/>
                <a:moveTo>
                  <a:pt x="374" y="7"/>
                </a:moveTo>
                <a:cubicBezTo>
                  <a:pt x="360" y="7"/>
                  <a:pt x="360" y="7"/>
                  <a:pt x="360" y="7"/>
                </a:cubicBezTo>
                <a:cubicBezTo>
                  <a:pt x="360" y="110"/>
                  <a:pt x="360" y="110"/>
                  <a:pt x="360" y="110"/>
                </a:cubicBezTo>
                <a:cubicBezTo>
                  <a:pt x="374" y="110"/>
                  <a:pt x="374" y="110"/>
                  <a:pt x="374" y="110"/>
                </a:cubicBezTo>
                <a:lnTo>
                  <a:pt x="374" y="7"/>
                </a:lnTo>
                <a:close/>
                <a:moveTo>
                  <a:pt x="475" y="112"/>
                </a:moveTo>
                <a:cubicBezTo>
                  <a:pt x="445" y="112"/>
                  <a:pt x="421" y="88"/>
                  <a:pt x="421" y="59"/>
                </a:cubicBezTo>
                <a:cubicBezTo>
                  <a:pt x="421" y="29"/>
                  <a:pt x="445" y="5"/>
                  <a:pt x="475" y="5"/>
                </a:cubicBezTo>
                <a:cubicBezTo>
                  <a:pt x="505" y="5"/>
                  <a:pt x="528" y="29"/>
                  <a:pt x="528" y="59"/>
                </a:cubicBezTo>
                <a:cubicBezTo>
                  <a:pt x="528" y="88"/>
                  <a:pt x="505" y="112"/>
                  <a:pt x="475" y="112"/>
                </a:cubicBezTo>
                <a:close/>
                <a:moveTo>
                  <a:pt x="475" y="19"/>
                </a:moveTo>
                <a:cubicBezTo>
                  <a:pt x="453" y="19"/>
                  <a:pt x="435" y="37"/>
                  <a:pt x="435" y="59"/>
                </a:cubicBezTo>
                <a:cubicBezTo>
                  <a:pt x="435" y="81"/>
                  <a:pt x="453" y="99"/>
                  <a:pt x="475" y="99"/>
                </a:cubicBezTo>
                <a:cubicBezTo>
                  <a:pt x="497" y="99"/>
                  <a:pt x="514" y="81"/>
                  <a:pt x="514" y="59"/>
                </a:cubicBezTo>
                <a:cubicBezTo>
                  <a:pt x="514" y="37"/>
                  <a:pt x="497" y="19"/>
                  <a:pt x="475" y="19"/>
                </a:cubicBezTo>
                <a:close/>
                <a:moveTo>
                  <a:pt x="586" y="35"/>
                </a:moveTo>
                <a:cubicBezTo>
                  <a:pt x="664" y="117"/>
                  <a:pt x="664" y="117"/>
                  <a:pt x="664" y="117"/>
                </a:cubicBezTo>
                <a:cubicBezTo>
                  <a:pt x="664" y="7"/>
                  <a:pt x="664" y="7"/>
                  <a:pt x="664" y="7"/>
                </a:cubicBezTo>
                <a:cubicBezTo>
                  <a:pt x="650" y="7"/>
                  <a:pt x="650" y="7"/>
                  <a:pt x="650" y="7"/>
                </a:cubicBezTo>
                <a:cubicBezTo>
                  <a:pt x="650" y="83"/>
                  <a:pt x="650" y="83"/>
                  <a:pt x="650" y="83"/>
                </a:cubicBezTo>
                <a:cubicBezTo>
                  <a:pt x="572" y="1"/>
                  <a:pt x="572" y="1"/>
                  <a:pt x="572" y="1"/>
                </a:cubicBezTo>
                <a:cubicBezTo>
                  <a:pt x="572" y="110"/>
                  <a:pt x="572" y="110"/>
                  <a:pt x="572" y="110"/>
                </a:cubicBezTo>
                <a:cubicBezTo>
                  <a:pt x="586" y="110"/>
                  <a:pt x="586" y="110"/>
                  <a:pt x="586" y="110"/>
                </a:cubicBezTo>
                <a:lnTo>
                  <a:pt x="586" y="35"/>
                </a:lnTo>
                <a:close/>
                <a:moveTo>
                  <a:pt x="843" y="7"/>
                </a:moveTo>
                <a:cubicBezTo>
                  <a:pt x="830" y="7"/>
                  <a:pt x="830" y="7"/>
                  <a:pt x="830" y="7"/>
                </a:cubicBezTo>
                <a:cubicBezTo>
                  <a:pt x="830" y="110"/>
                  <a:pt x="830" y="110"/>
                  <a:pt x="830" y="110"/>
                </a:cubicBezTo>
                <a:cubicBezTo>
                  <a:pt x="885" y="110"/>
                  <a:pt x="885" y="110"/>
                  <a:pt x="885" y="110"/>
                </a:cubicBezTo>
                <a:cubicBezTo>
                  <a:pt x="885" y="97"/>
                  <a:pt x="885" y="97"/>
                  <a:pt x="885" y="97"/>
                </a:cubicBezTo>
                <a:cubicBezTo>
                  <a:pt x="843" y="97"/>
                  <a:pt x="843" y="97"/>
                  <a:pt x="843" y="97"/>
                </a:cubicBezTo>
                <a:lnTo>
                  <a:pt x="843" y="7"/>
                </a:lnTo>
                <a:close/>
                <a:moveTo>
                  <a:pt x="169" y="156"/>
                </a:moveTo>
                <a:cubicBezTo>
                  <a:pt x="139" y="156"/>
                  <a:pt x="116" y="179"/>
                  <a:pt x="116" y="209"/>
                </a:cubicBezTo>
                <a:cubicBezTo>
                  <a:pt x="116" y="240"/>
                  <a:pt x="139" y="262"/>
                  <a:pt x="169" y="262"/>
                </a:cubicBezTo>
                <a:cubicBezTo>
                  <a:pt x="175" y="262"/>
                  <a:pt x="188" y="261"/>
                  <a:pt x="200" y="252"/>
                </a:cubicBezTo>
                <a:cubicBezTo>
                  <a:pt x="200" y="252"/>
                  <a:pt x="200" y="252"/>
                  <a:pt x="200" y="252"/>
                </a:cubicBezTo>
                <a:cubicBezTo>
                  <a:pt x="200" y="234"/>
                  <a:pt x="200" y="234"/>
                  <a:pt x="200" y="234"/>
                </a:cubicBezTo>
                <a:cubicBezTo>
                  <a:pt x="198" y="236"/>
                  <a:pt x="198" y="236"/>
                  <a:pt x="198" y="236"/>
                </a:cubicBezTo>
                <a:cubicBezTo>
                  <a:pt x="196" y="239"/>
                  <a:pt x="192" y="242"/>
                  <a:pt x="187" y="245"/>
                </a:cubicBezTo>
                <a:cubicBezTo>
                  <a:pt x="181" y="247"/>
                  <a:pt x="175" y="249"/>
                  <a:pt x="169" y="249"/>
                </a:cubicBezTo>
                <a:cubicBezTo>
                  <a:pt x="142" y="249"/>
                  <a:pt x="130" y="226"/>
                  <a:pt x="130" y="210"/>
                </a:cubicBezTo>
                <a:cubicBezTo>
                  <a:pt x="130" y="187"/>
                  <a:pt x="147" y="169"/>
                  <a:pt x="169" y="169"/>
                </a:cubicBezTo>
                <a:cubicBezTo>
                  <a:pt x="174" y="169"/>
                  <a:pt x="180" y="170"/>
                  <a:pt x="185" y="173"/>
                </a:cubicBezTo>
                <a:cubicBezTo>
                  <a:pt x="190" y="175"/>
                  <a:pt x="194" y="178"/>
                  <a:pt x="198" y="182"/>
                </a:cubicBezTo>
                <a:cubicBezTo>
                  <a:pt x="200" y="184"/>
                  <a:pt x="200" y="184"/>
                  <a:pt x="200" y="184"/>
                </a:cubicBezTo>
                <a:cubicBezTo>
                  <a:pt x="200" y="166"/>
                  <a:pt x="200" y="166"/>
                  <a:pt x="200" y="166"/>
                </a:cubicBezTo>
                <a:cubicBezTo>
                  <a:pt x="200" y="166"/>
                  <a:pt x="200" y="166"/>
                  <a:pt x="200" y="166"/>
                </a:cubicBezTo>
                <a:cubicBezTo>
                  <a:pt x="191" y="159"/>
                  <a:pt x="181" y="156"/>
                  <a:pt x="169" y="156"/>
                </a:cubicBezTo>
                <a:close/>
                <a:moveTo>
                  <a:pt x="437" y="209"/>
                </a:moveTo>
                <a:cubicBezTo>
                  <a:pt x="437" y="225"/>
                  <a:pt x="431" y="238"/>
                  <a:pt x="419" y="249"/>
                </a:cubicBezTo>
                <a:cubicBezTo>
                  <a:pt x="409" y="257"/>
                  <a:pt x="399" y="261"/>
                  <a:pt x="382" y="261"/>
                </a:cubicBezTo>
                <a:cubicBezTo>
                  <a:pt x="360" y="261"/>
                  <a:pt x="360" y="261"/>
                  <a:pt x="360" y="261"/>
                </a:cubicBezTo>
                <a:cubicBezTo>
                  <a:pt x="360" y="157"/>
                  <a:pt x="360" y="157"/>
                  <a:pt x="360" y="157"/>
                </a:cubicBezTo>
                <a:cubicBezTo>
                  <a:pt x="382" y="157"/>
                  <a:pt x="382" y="157"/>
                  <a:pt x="382" y="157"/>
                </a:cubicBezTo>
                <a:cubicBezTo>
                  <a:pt x="393" y="157"/>
                  <a:pt x="407" y="159"/>
                  <a:pt x="420" y="170"/>
                </a:cubicBezTo>
                <a:cubicBezTo>
                  <a:pt x="426" y="175"/>
                  <a:pt x="437" y="187"/>
                  <a:pt x="437" y="209"/>
                </a:cubicBezTo>
                <a:close/>
                <a:moveTo>
                  <a:pt x="423" y="209"/>
                </a:moveTo>
                <a:cubicBezTo>
                  <a:pt x="423" y="186"/>
                  <a:pt x="407" y="171"/>
                  <a:pt x="382" y="171"/>
                </a:cubicBezTo>
                <a:cubicBezTo>
                  <a:pt x="374" y="171"/>
                  <a:pt x="374" y="171"/>
                  <a:pt x="374" y="171"/>
                </a:cubicBezTo>
                <a:cubicBezTo>
                  <a:pt x="374" y="247"/>
                  <a:pt x="374" y="247"/>
                  <a:pt x="374" y="247"/>
                </a:cubicBezTo>
                <a:cubicBezTo>
                  <a:pt x="382" y="247"/>
                  <a:pt x="382" y="247"/>
                  <a:pt x="382" y="247"/>
                </a:cubicBezTo>
                <a:cubicBezTo>
                  <a:pt x="390" y="247"/>
                  <a:pt x="401" y="246"/>
                  <a:pt x="410" y="239"/>
                </a:cubicBezTo>
                <a:cubicBezTo>
                  <a:pt x="416" y="234"/>
                  <a:pt x="423" y="224"/>
                  <a:pt x="423" y="209"/>
                </a:cubicBezTo>
                <a:close/>
                <a:moveTo>
                  <a:pt x="479" y="261"/>
                </a:moveTo>
                <a:cubicBezTo>
                  <a:pt x="541" y="261"/>
                  <a:pt x="541" y="261"/>
                  <a:pt x="541" y="261"/>
                </a:cubicBezTo>
                <a:cubicBezTo>
                  <a:pt x="541" y="247"/>
                  <a:pt x="541" y="247"/>
                  <a:pt x="541" y="247"/>
                </a:cubicBezTo>
                <a:cubicBezTo>
                  <a:pt x="493" y="247"/>
                  <a:pt x="493" y="247"/>
                  <a:pt x="493" y="247"/>
                </a:cubicBezTo>
                <a:cubicBezTo>
                  <a:pt x="493" y="211"/>
                  <a:pt x="493" y="211"/>
                  <a:pt x="493" y="211"/>
                </a:cubicBezTo>
                <a:cubicBezTo>
                  <a:pt x="535" y="211"/>
                  <a:pt x="535" y="211"/>
                  <a:pt x="535" y="211"/>
                </a:cubicBezTo>
                <a:cubicBezTo>
                  <a:pt x="535" y="198"/>
                  <a:pt x="535" y="198"/>
                  <a:pt x="535" y="198"/>
                </a:cubicBezTo>
                <a:cubicBezTo>
                  <a:pt x="493" y="198"/>
                  <a:pt x="493" y="198"/>
                  <a:pt x="493" y="198"/>
                </a:cubicBezTo>
                <a:cubicBezTo>
                  <a:pt x="493" y="171"/>
                  <a:pt x="493" y="171"/>
                  <a:pt x="493" y="171"/>
                </a:cubicBezTo>
                <a:cubicBezTo>
                  <a:pt x="541" y="171"/>
                  <a:pt x="541" y="171"/>
                  <a:pt x="541" y="171"/>
                </a:cubicBezTo>
                <a:cubicBezTo>
                  <a:pt x="541" y="157"/>
                  <a:pt x="541" y="157"/>
                  <a:pt x="541" y="157"/>
                </a:cubicBezTo>
                <a:cubicBezTo>
                  <a:pt x="479" y="157"/>
                  <a:pt x="479" y="157"/>
                  <a:pt x="479" y="157"/>
                </a:cubicBezTo>
                <a:lnTo>
                  <a:pt x="479" y="261"/>
                </a:lnTo>
                <a:close/>
                <a:moveTo>
                  <a:pt x="805" y="261"/>
                </a:moveTo>
                <a:cubicBezTo>
                  <a:pt x="866" y="261"/>
                  <a:pt x="866" y="261"/>
                  <a:pt x="866" y="261"/>
                </a:cubicBezTo>
                <a:cubicBezTo>
                  <a:pt x="866" y="247"/>
                  <a:pt x="866" y="247"/>
                  <a:pt x="866" y="247"/>
                </a:cubicBezTo>
                <a:cubicBezTo>
                  <a:pt x="819" y="247"/>
                  <a:pt x="819" y="247"/>
                  <a:pt x="819" y="247"/>
                </a:cubicBezTo>
                <a:cubicBezTo>
                  <a:pt x="819" y="211"/>
                  <a:pt x="819" y="211"/>
                  <a:pt x="819" y="211"/>
                </a:cubicBezTo>
                <a:cubicBezTo>
                  <a:pt x="860" y="211"/>
                  <a:pt x="860" y="211"/>
                  <a:pt x="860" y="211"/>
                </a:cubicBezTo>
                <a:cubicBezTo>
                  <a:pt x="860" y="198"/>
                  <a:pt x="860" y="198"/>
                  <a:pt x="860" y="198"/>
                </a:cubicBezTo>
                <a:cubicBezTo>
                  <a:pt x="819" y="198"/>
                  <a:pt x="819" y="198"/>
                  <a:pt x="819" y="198"/>
                </a:cubicBezTo>
                <a:cubicBezTo>
                  <a:pt x="819" y="171"/>
                  <a:pt x="819" y="171"/>
                  <a:pt x="819" y="171"/>
                </a:cubicBezTo>
                <a:cubicBezTo>
                  <a:pt x="866" y="171"/>
                  <a:pt x="866" y="171"/>
                  <a:pt x="866" y="171"/>
                </a:cubicBezTo>
                <a:cubicBezTo>
                  <a:pt x="866" y="157"/>
                  <a:pt x="866" y="157"/>
                  <a:pt x="866" y="157"/>
                </a:cubicBezTo>
                <a:cubicBezTo>
                  <a:pt x="805" y="157"/>
                  <a:pt x="805" y="157"/>
                  <a:pt x="805" y="157"/>
                </a:cubicBezTo>
                <a:lnTo>
                  <a:pt x="805" y="261"/>
                </a:lnTo>
                <a:close/>
                <a:moveTo>
                  <a:pt x="634" y="235"/>
                </a:moveTo>
                <a:cubicBezTo>
                  <a:pt x="595" y="149"/>
                  <a:pt x="595" y="149"/>
                  <a:pt x="595" y="149"/>
                </a:cubicBezTo>
                <a:cubicBezTo>
                  <a:pt x="578" y="261"/>
                  <a:pt x="578" y="261"/>
                  <a:pt x="578" y="261"/>
                </a:cubicBezTo>
                <a:cubicBezTo>
                  <a:pt x="592" y="261"/>
                  <a:pt x="592" y="261"/>
                  <a:pt x="592" y="261"/>
                </a:cubicBezTo>
                <a:cubicBezTo>
                  <a:pt x="601" y="194"/>
                  <a:pt x="601" y="194"/>
                  <a:pt x="601" y="194"/>
                </a:cubicBezTo>
                <a:cubicBezTo>
                  <a:pt x="634" y="267"/>
                  <a:pt x="634" y="267"/>
                  <a:pt x="634" y="267"/>
                </a:cubicBezTo>
                <a:cubicBezTo>
                  <a:pt x="668" y="194"/>
                  <a:pt x="668" y="194"/>
                  <a:pt x="668" y="194"/>
                </a:cubicBezTo>
                <a:cubicBezTo>
                  <a:pt x="677" y="261"/>
                  <a:pt x="677" y="261"/>
                  <a:pt x="677" y="261"/>
                </a:cubicBezTo>
                <a:cubicBezTo>
                  <a:pt x="691" y="261"/>
                  <a:pt x="691" y="261"/>
                  <a:pt x="691" y="261"/>
                </a:cubicBezTo>
                <a:cubicBezTo>
                  <a:pt x="674" y="148"/>
                  <a:pt x="674" y="148"/>
                  <a:pt x="674" y="148"/>
                </a:cubicBezTo>
                <a:lnTo>
                  <a:pt x="634" y="235"/>
                </a:lnTo>
                <a:close/>
                <a:moveTo>
                  <a:pt x="737" y="261"/>
                </a:moveTo>
                <a:cubicBezTo>
                  <a:pt x="751" y="261"/>
                  <a:pt x="751" y="261"/>
                  <a:pt x="751" y="261"/>
                </a:cubicBezTo>
                <a:cubicBezTo>
                  <a:pt x="751" y="157"/>
                  <a:pt x="751" y="157"/>
                  <a:pt x="751" y="157"/>
                </a:cubicBezTo>
                <a:cubicBezTo>
                  <a:pt x="737" y="157"/>
                  <a:pt x="737" y="157"/>
                  <a:pt x="737" y="157"/>
                </a:cubicBezTo>
                <a:lnTo>
                  <a:pt x="737" y="261"/>
                </a:lnTo>
                <a:close/>
                <a:moveTo>
                  <a:pt x="955" y="211"/>
                </a:moveTo>
                <a:cubicBezTo>
                  <a:pt x="950" y="207"/>
                  <a:pt x="945" y="204"/>
                  <a:pt x="939" y="201"/>
                </a:cubicBezTo>
                <a:cubicBezTo>
                  <a:pt x="929" y="197"/>
                  <a:pt x="929" y="197"/>
                  <a:pt x="929" y="197"/>
                </a:cubicBezTo>
                <a:cubicBezTo>
                  <a:pt x="925" y="195"/>
                  <a:pt x="922" y="194"/>
                  <a:pt x="919" y="191"/>
                </a:cubicBezTo>
                <a:cubicBezTo>
                  <a:pt x="916" y="189"/>
                  <a:pt x="916" y="187"/>
                  <a:pt x="916" y="183"/>
                </a:cubicBezTo>
                <a:cubicBezTo>
                  <a:pt x="916" y="175"/>
                  <a:pt x="922" y="169"/>
                  <a:pt x="931" y="169"/>
                </a:cubicBezTo>
                <a:cubicBezTo>
                  <a:pt x="936" y="169"/>
                  <a:pt x="940" y="171"/>
                  <a:pt x="942" y="172"/>
                </a:cubicBezTo>
                <a:cubicBezTo>
                  <a:pt x="944" y="174"/>
                  <a:pt x="946" y="177"/>
                  <a:pt x="947" y="179"/>
                </a:cubicBezTo>
                <a:cubicBezTo>
                  <a:pt x="948" y="181"/>
                  <a:pt x="948" y="181"/>
                  <a:pt x="948" y="181"/>
                </a:cubicBezTo>
                <a:cubicBezTo>
                  <a:pt x="959" y="173"/>
                  <a:pt x="959" y="173"/>
                  <a:pt x="959" y="173"/>
                </a:cubicBezTo>
                <a:cubicBezTo>
                  <a:pt x="958" y="172"/>
                  <a:pt x="958" y="172"/>
                  <a:pt x="958" y="172"/>
                </a:cubicBezTo>
                <a:cubicBezTo>
                  <a:pt x="956" y="167"/>
                  <a:pt x="952" y="163"/>
                  <a:pt x="948" y="161"/>
                </a:cubicBezTo>
                <a:cubicBezTo>
                  <a:pt x="943" y="157"/>
                  <a:pt x="938" y="156"/>
                  <a:pt x="931" y="156"/>
                </a:cubicBezTo>
                <a:cubicBezTo>
                  <a:pt x="914" y="156"/>
                  <a:pt x="902" y="167"/>
                  <a:pt x="902" y="183"/>
                </a:cubicBezTo>
                <a:cubicBezTo>
                  <a:pt x="902" y="190"/>
                  <a:pt x="904" y="195"/>
                  <a:pt x="909" y="200"/>
                </a:cubicBezTo>
                <a:cubicBezTo>
                  <a:pt x="913" y="205"/>
                  <a:pt x="918" y="207"/>
                  <a:pt x="922" y="209"/>
                </a:cubicBezTo>
                <a:cubicBezTo>
                  <a:pt x="932" y="213"/>
                  <a:pt x="932" y="213"/>
                  <a:pt x="932" y="213"/>
                </a:cubicBezTo>
                <a:cubicBezTo>
                  <a:pt x="937" y="215"/>
                  <a:pt x="941" y="217"/>
                  <a:pt x="944" y="220"/>
                </a:cubicBezTo>
                <a:cubicBezTo>
                  <a:pt x="947" y="223"/>
                  <a:pt x="948" y="226"/>
                  <a:pt x="948" y="231"/>
                </a:cubicBezTo>
                <a:cubicBezTo>
                  <a:pt x="948" y="240"/>
                  <a:pt x="942" y="249"/>
                  <a:pt x="929" y="249"/>
                </a:cubicBezTo>
                <a:cubicBezTo>
                  <a:pt x="924" y="249"/>
                  <a:pt x="919" y="247"/>
                  <a:pt x="916" y="244"/>
                </a:cubicBezTo>
                <a:cubicBezTo>
                  <a:pt x="913" y="241"/>
                  <a:pt x="911" y="236"/>
                  <a:pt x="910" y="232"/>
                </a:cubicBezTo>
                <a:cubicBezTo>
                  <a:pt x="910" y="230"/>
                  <a:pt x="910" y="230"/>
                  <a:pt x="910" y="230"/>
                </a:cubicBezTo>
                <a:cubicBezTo>
                  <a:pt x="896" y="234"/>
                  <a:pt x="896" y="234"/>
                  <a:pt x="896" y="234"/>
                </a:cubicBezTo>
                <a:cubicBezTo>
                  <a:pt x="897" y="235"/>
                  <a:pt x="897" y="235"/>
                  <a:pt x="897" y="235"/>
                </a:cubicBezTo>
                <a:cubicBezTo>
                  <a:pt x="898" y="243"/>
                  <a:pt x="902" y="249"/>
                  <a:pt x="906" y="254"/>
                </a:cubicBezTo>
                <a:cubicBezTo>
                  <a:pt x="912" y="260"/>
                  <a:pt x="920" y="262"/>
                  <a:pt x="929" y="262"/>
                </a:cubicBezTo>
                <a:cubicBezTo>
                  <a:pt x="948" y="262"/>
                  <a:pt x="962" y="249"/>
                  <a:pt x="962" y="230"/>
                </a:cubicBezTo>
                <a:cubicBezTo>
                  <a:pt x="962" y="222"/>
                  <a:pt x="960" y="216"/>
                  <a:pt x="955" y="211"/>
                </a:cubicBezTo>
                <a:close/>
                <a:moveTo>
                  <a:pt x="0" y="261"/>
                </a:moveTo>
                <a:cubicBezTo>
                  <a:pt x="15" y="261"/>
                  <a:pt x="15" y="261"/>
                  <a:pt x="15" y="261"/>
                </a:cubicBezTo>
                <a:cubicBezTo>
                  <a:pt x="48" y="184"/>
                  <a:pt x="48" y="184"/>
                  <a:pt x="48" y="184"/>
                </a:cubicBezTo>
                <a:cubicBezTo>
                  <a:pt x="79" y="260"/>
                  <a:pt x="79" y="260"/>
                  <a:pt x="79" y="260"/>
                </a:cubicBezTo>
                <a:cubicBezTo>
                  <a:pt x="80" y="261"/>
                  <a:pt x="80" y="261"/>
                  <a:pt x="80" y="261"/>
                </a:cubicBezTo>
                <a:cubicBezTo>
                  <a:pt x="95" y="261"/>
                  <a:pt x="95" y="261"/>
                  <a:pt x="95" y="261"/>
                </a:cubicBezTo>
                <a:cubicBezTo>
                  <a:pt x="48" y="151"/>
                  <a:pt x="48" y="151"/>
                  <a:pt x="48" y="151"/>
                </a:cubicBezTo>
                <a:lnTo>
                  <a:pt x="0" y="261"/>
                </a:lnTo>
                <a:close/>
                <a:moveTo>
                  <a:pt x="229" y="261"/>
                </a:moveTo>
                <a:cubicBezTo>
                  <a:pt x="244" y="261"/>
                  <a:pt x="244" y="261"/>
                  <a:pt x="244" y="261"/>
                </a:cubicBezTo>
                <a:cubicBezTo>
                  <a:pt x="277" y="184"/>
                  <a:pt x="277" y="184"/>
                  <a:pt x="277" y="184"/>
                </a:cubicBezTo>
                <a:cubicBezTo>
                  <a:pt x="309" y="260"/>
                  <a:pt x="309" y="260"/>
                  <a:pt x="309" y="260"/>
                </a:cubicBezTo>
                <a:cubicBezTo>
                  <a:pt x="309" y="261"/>
                  <a:pt x="309" y="261"/>
                  <a:pt x="309" y="261"/>
                </a:cubicBezTo>
                <a:cubicBezTo>
                  <a:pt x="324" y="261"/>
                  <a:pt x="324" y="261"/>
                  <a:pt x="324" y="261"/>
                </a:cubicBezTo>
                <a:cubicBezTo>
                  <a:pt x="277" y="151"/>
                  <a:pt x="277" y="151"/>
                  <a:pt x="277" y="151"/>
                </a:cubicBezTo>
                <a:lnTo>
                  <a:pt x="229" y="261"/>
                </a:lnTo>
                <a:close/>
                <a:moveTo>
                  <a:pt x="1071" y="11"/>
                </a:moveTo>
                <a:cubicBezTo>
                  <a:pt x="1071" y="18"/>
                  <a:pt x="1071" y="18"/>
                  <a:pt x="1071" y="18"/>
                </a:cubicBezTo>
                <a:cubicBezTo>
                  <a:pt x="1075" y="18"/>
                  <a:pt x="1075" y="18"/>
                  <a:pt x="1075" y="18"/>
                </a:cubicBezTo>
                <a:cubicBezTo>
                  <a:pt x="1077" y="9"/>
                  <a:pt x="1077" y="9"/>
                  <a:pt x="1077" y="9"/>
                </a:cubicBezTo>
                <a:cubicBezTo>
                  <a:pt x="1076" y="8"/>
                  <a:pt x="1074" y="7"/>
                  <a:pt x="1072" y="6"/>
                </a:cubicBezTo>
                <a:cubicBezTo>
                  <a:pt x="1070" y="6"/>
                  <a:pt x="1067" y="6"/>
                  <a:pt x="1064" y="6"/>
                </a:cubicBezTo>
                <a:cubicBezTo>
                  <a:pt x="1061" y="6"/>
                  <a:pt x="1058" y="6"/>
                  <a:pt x="1056" y="7"/>
                </a:cubicBezTo>
                <a:cubicBezTo>
                  <a:pt x="1053" y="9"/>
                  <a:pt x="1051" y="10"/>
                  <a:pt x="1049" y="12"/>
                </a:cubicBezTo>
                <a:cubicBezTo>
                  <a:pt x="1048" y="14"/>
                  <a:pt x="1047" y="17"/>
                  <a:pt x="1047" y="20"/>
                </a:cubicBezTo>
                <a:cubicBezTo>
                  <a:pt x="1047" y="22"/>
                  <a:pt x="1048" y="24"/>
                  <a:pt x="1049" y="26"/>
                </a:cubicBezTo>
                <a:cubicBezTo>
                  <a:pt x="1050" y="28"/>
                  <a:pt x="1051" y="30"/>
                  <a:pt x="1053" y="31"/>
                </a:cubicBezTo>
                <a:cubicBezTo>
                  <a:pt x="1055" y="32"/>
                  <a:pt x="1057" y="34"/>
                  <a:pt x="1059" y="35"/>
                </a:cubicBezTo>
                <a:cubicBezTo>
                  <a:pt x="1062" y="37"/>
                  <a:pt x="1064" y="39"/>
                  <a:pt x="1066" y="40"/>
                </a:cubicBezTo>
                <a:cubicBezTo>
                  <a:pt x="1067" y="42"/>
                  <a:pt x="1068" y="44"/>
                  <a:pt x="1068" y="47"/>
                </a:cubicBezTo>
                <a:cubicBezTo>
                  <a:pt x="1068" y="49"/>
                  <a:pt x="1067" y="52"/>
                  <a:pt x="1065" y="53"/>
                </a:cubicBezTo>
                <a:cubicBezTo>
                  <a:pt x="1062" y="55"/>
                  <a:pt x="1060" y="56"/>
                  <a:pt x="1057" y="56"/>
                </a:cubicBezTo>
                <a:cubicBezTo>
                  <a:pt x="1055" y="56"/>
                  <a:pt x="1053" y="56"/>
                  <a:pt x="1052" y="55"/>
                </a:cubicBezTo>
                <a:cubicBezTo>
                  <a:pt x="1050" y="55"/>
                  <a:pt x="1049" y="54"/>
                  <a:pt x="1048" y="54"/>
                </a:cubicBezTo>
                <a:cubicBezTo>
                  <a:pt x="1048" y="46"/>
                  <a:pt x="1048" y="46"/>
                  <a:pt x="1048" y="46"/>
                </a:cubicBezTo>
                <a:cubicBezTo>
                  <a:pt x="1044" y="46"/>
                  <a:pt x="1044" y="46"/>
                  <a:pt x="1044" y="46"/>
                </a:cubicBezTo>
                <a:cubicBezTo>
                  <a:pt x="1042" y="56"/>
                  <a:pt x="1042" y="56"/>
                  <a:pt x="1042" y="56"/>
                </a:cubicBezTo>
                <a:cubicBezTo>
                  <a:pt x="1043" y="57"/>
                  <a:pt x="1045" y="58"/>
                  <a:pt x="1048" y="58"/>
                </a:cubicBezTo>
                <a:cubicBezTo>
                  <a:pt x="1051" y="59"/>
                  <a:pt x="1054" y="59"/>
                  <a:pt x="1057" y="59"/>
                </a:cubicBezTo>
                <a:cubicBezTo>
                  <a:pt x="1060" y="59"/>
                  <a:pt x="1063" y="59"/>
                  <a:pt x="1066" y="57"/>
                </a:cubicBezTo>
                <a:cubicBezTo>
                  <a:pt x="1069" y="56"/>
                  <a:pt x="1071" y="54"/>
                  <a:pt x="1073" y="52"/>
                </a:cubicBezTo>
                <a:cubicBezTo>
                  <a:pt x="1074" y="50"/>
                  <a:pt x="1075" y="47"/>
                  <a:pt x="1075" y="44"/>
                </a:cubicBezTo>
                <a:cubicBezTo>
                  <a:pt x="1075" y="42"/>
                  <a:pt x="1074" y="40"/>
                  <a:pt x="1073" y="38"/>
                </a:cubicBezTo>
                <a:cubicBezTo>
                  <a:pt x="1072" y="36"/>
                  <a:pt x="1071" y="35"/>
                  <a:pt x="1069" y="34"/>
                </a:cubicBezTo>
                <a:cubicBezTo>
                  <a:pt x="1068" y="32"/>
                  <a:pt x="1066" y="31"/>
                  <a:pt x="1064" y="29"/>
                </a:cubicBezTo>
                <a:cubicBezTo>
                  <a:pt x="1060" y="27"/>
                  <a:pt x="1058" y="25"/>
                  <a:pt x="1056" y="24"/>
                </a:cubicBezTo>
                <a:cubicBezTo>
                  <a:pt x="1055" y="22"/>
                  <a:pt x="1054" y="20"/>
                  <a:pt x="1054" y="17"/>
                </a:cubicBezTo>
                <a:cubicBezTo>
                  <a:pt x="1054" y="15"/>
                  <a:pt x="1055" y="13"/>
                  <a:pt x="1057" y="11"/>
                </a:cubicBezTo>
                <a:cubicBezTo>
                  <a:pt x="1059" y="10"/>
                  <a:pt x="1061" y="9"/>
                  <a:pt x="1064" y="9"/>
                </a:cubicBezTo>
                <a:cubicBezTo>
                  <a:pt x="1065" y="9"/>
                  <a:pt x="1067" y="9"/>
                  <a:pt x="1068" y="10"/>
                </a:cubicBezTo>
                <a:cubicBezTo>
                  <a:pt x="1069" y="10"/>
                  <a:pt x="1070" y="10"/>
                  <a:pt x="1071" y="11"/>
                </a:cubicBezTo>
                <a:close/>
                <a:moveTo>
                  <a:pt x="1107" y="27"/>
                </a:moveTo>
                <a:cubicBezTo>
                  <a:pt x="1108" y="27"/>
                  <a:pt x="1108" y="27"/>
                  <a:pt x="1108" y="27"/>
                </a:cubicBezTo>
                <a:cubicBezTo>
                  <a:pt x="1110" y="20"/>
                  <a:pt x="1110" y="20"/>
                  <a:pt x="1110" y="20"/>
                </a:cubicBezTo>
                <a:cubicBezTo>
                  <a:pt x="1109" y="20"/>
                  <a:pt x="1108" y="19"/>
                  <a:pt x="1107" y="19"/>
                </a:cubicBezTo>
                <a:cubicBezTo>
                  <a:pt x="1105" y="19"/>
                  <a:pt x="1104" y="19"/>
                  <a:pt x="1102" y="19"/>
                </a:cubicBezTo>
                <a:cubicBezTo>
                  <a:pt x="1098" y="19"/>
                  <a:pt x="1094" y="20"/>
                  <a:pt x="1091" y="22"/>
                </a:cubicBezTo>
                <a:cubicBezTo>
                  <a:pt x="1088" y="25"/>
                  <a:pt x="1086" y="28"/>
                  <a:pt x="1084" y="32"/>
                </a:cubicBezTo>
                <a:cubicBezTo>
                  <a:pt x="1083" y="36"/>
                  <a:pt x="1082" y="40"/>
                  <a:pt x="1082" y="43"/>
                </a:cubicBezTo>
                <a:cubicBezTo>
                  <a:pt x="1082" y="48"/>
                  <a:pt x="1083" y="52"/>
                  <a:pt x="1085" y="55"/>
                </a:cubicBezTo>
                <a:cubicBezTo>
                  <a:pt x="1087" y="58"/>
                  <a:pt x="1091" y="59"/>
                  <a:pt x="1094" y="59"/>
                </a:cubicBezTo>
                <a:cubicBezTo>
                  <a:pt x="1098" y="59"/>
                  <a:pt x="1100" y="59"/>
                  <a:pt x="1102" y="57"/>
                </a:cubicBezTo>
                <a:cubicBezTo>
                  <a:pt x="1105" y="56"/>
                  <a:pt x="1106" y="54"/>
                  <a:pt x="1108" y="53"/>
                </a:cubicBezTo>
                <a:cubicBezTo>
                  <a:pt x="1106" y="50"/>
                  <a:pt x="1106" y="50"/>
                  <a:pt x="1106" y="50"/>
                </a:cubicBezTo>
                <a:cubicBezTo>
                  <a:pt x="1105" y="52"/>
                  <a:pt x="1103" y="53"/>
                  <a:pt x="1102" y="54"/>
                </a:cubicBezTo>
                <a:cubicBezTo>
                  <a:pt x="1100" y="54"/>
                  <a:pt x="1099" y="55"/>
                  <a:pt x="1097" y="55"/>
                </a:cubicBezTo>
                <a:cubicBezTo>
                  <a:pt x="1094" y="55"/>
                  <a:pt x="1092" y="54"/>
                  <a:pt x="1091" y="52"/>
                </a:cubicBezTo>
                <a:cubicBezTo>
                  <a:pt x="1090" y="50"/>
                  <a:pt x="1089" y="47"/>
                  <a:pt x="1089" y="43"/>
                </a:cubicBezTo>
                <a:cubicBezTo>
                  <a:pt x="1089" y="39"/>
                  <a:pt x="1090" y="35"/>
                  <a:pt x="1091" y="32"/>
                </a:cubicBezTo>
                <a:cubicBezTo>
                  <a:pt x="1092" y="30"/>
                  <a:pt x="1093" y="27"/>
                  <a:pt x="1095" y="26"/>
                </a:cubicBezTo>
                <a:cubicBezTo>
                  <a:pt x="1097" y="24"/>
                  <a:pt x="1099" y="23"/>
                  <a:pt x="1101" y="23"/>
                </a:cubicBezTo>
                <a:cubicBezTo>
                  <a:pt x="1102" y="23"/>
                  <a:pt x="1105" y="24"/>
                  <a:pt x="1107" y="27"/>
                </a:cubicBezTo>
                <a:close/>
                <a:moveTo>
                  <a:pt x="1124" y="52"/>
                </a:moveTo>
                <a:cubicBezTo>
                  <a:pt x="1129" y="19"/>
                  <a:pt x="1129" y="19"/>
                  <a:pt x="1129" y="19"/>
                </a:cubicBezTo>
                <a:cubicBezTo>
                  <a:pt x="1128" y="19"/>
                  <a:pt x="1128" y="19"/>
                  <a:pt x="1128" y="19"/>
                </a:cubicBezTo>
                <a:cubicBezTo>
                  <a:pt x="1118" y="20"/>
                  <a:pt x="1118" y="20"/>
                  <a:pt x="1118" y="20"/>
                </a:cubicBezTo>
                <a:cubicBezTo>
                  <a:pt x="1117" y="23"/>
                  <a:pt x="1117" y="23"/>
                  <a:pt x="1117" y="23"/>
                </a:cubicBezTo>
                <a:cubicBezTo>
                  <a:pt x="1122" y="24"/>
                  <a:pt x="1122" y="24"/>
                  <a:pt x="1122" y="24"/>
                </a:cubicBezTo>
                <a:cubicBezTo>
                  <a:pt x="1121" y="31"/>
                  <a:pt x="1120" y="37"/>
                  <a:pt x="1119" y="41"/>
                </a:cubicBezTo>
                <a:cubicBezTo>
                  <a:pt x="1118" y="49"/>
                  <a:pt x="1117" y="54"/>
                  <a:pt x="1117" y="55"/>
                </a:cubicBezTo>
                <a:cubicBezTo>
                  <a:pt x="1117" y="56"/>
                  <a:pt x="1118" y="57"/>
                  <a:pt x="1118" y="58"/>
                </a:cubicBezTo>
                <a:cubicBezTo>
                  <a:pt x="1119" y="59"/>
                  <a:pt x="1120" y="59"/>
                  <a:pt x="1122" y="59"/>
                </a:cubicBezTo>
                <a:cubicBezTo>
                  <a:pt x="1124" y="59"/>
                  <a:pt x="1125" y="59"/>
                  <a:pt x="1127" y="58"/>
                </a:cubicBezTo>
                <a:cubicBezTo>
                  <a:pt x="1128" y="57"/>
                  <a:pt x="1129" y="55"/>
                  <a:pt x="1130" y="54"/>
                </a:cubicBezTo>
                <a:cubicBezTo>
                  <a:pt x="1129" y="53"/>
                  <a:pt x="1129" y="53"/>
                  <a:pt x="1129" y="53"/>
                </a:cubicBezTo>
                <a:cubicBezTo>
                  <a:pt x="1128" y="54"/>
                  <a:pt x="1128" y="54"/>
                  <a:pt x="1127" y="54"/>
                </a:cubicBezTo>
                <a:cubicBezTo>
                  <a:pt x="1126" y="55"/>
                  <a:pt x="1126" y="55"/>
                  <a:pt x="1125" y="55"/>
                </a:cubicBezTo>
                <a:cubicBezTo>
                  <a:pt x="1125" y="55"/>
                  <a:pt x="1125" y="55"/>
                  <a:pt x="1125" y="54"/>
                </a:cubicBezTo>
                <a:cubicBezTo>
                  <a:pt x="1124" y="54"/>
                  <a:pt x="1124" y="54"/>
                  <a:pt x="1124" y="53"/>
                </a:cubicBezTo>
                <a:lnTo>
                  <a:pt x="1124" y="52"/>
                </a:lnTo>
                <a:close/>
                <a:moveTo>
                  <a:pt x="1127" y="11"/>
                </a:moveTo>
                <a:cubicBezTo>
                  <a:pt x="1128" y="11"/>
                  <a:pt x="1129" y="11"/>
                  <a:pt x="1130" y="10"/>
                </a:cubicBezTo>
                <a:cubicBezTo>
                  <a:pt x="1131" y="9"/>
                  <a:pt x="1131" y="7"/>
                  <a:pt x="1131" y="6"/>
                </a:cubicBezTo>
                <a:cubicBezTo>
                  <a:pt x="1131" y="5"/>
                  <a:pt x="1131" y="4"/>
                  <a:pt x="1130" y="3"/>
                </a:cubicBezTo>
                <a:cubicBezTo>
                  <a:pt x="1130" y="3"/>
                  <a:pt x="1129" y="2"/>
                  <a:pt x="1128" y="2"/>
                </a:cubicBezTo>
                <a:cubicBezTo>
                  <a:pt x="1126" y="2"/>
                  <a:pt x="1125" y="3"/>
                  <a:pt x="1124" y="4"/>
                </a:cubicBezTo>
                <a:cubicBezTo>
                  <a:pt x="1123" y="5"/>
                  <a:pt x="1123" y="6"/>
                  <a:pt x="1123" y="7"/>
                </a:cubicBezTo>
                <a:cubicBezTo>
                  <a:pt x="1123" y="8"/>
                  <a:pt x="1123" y="9"/>
                  <a:pt x="1124" y="10"/>
                </a:cubicBezTo>
                <a:cubicBezTo>
                  <a:pt x="1125" y="11"/>
                  <a:pt x="1126" y="11"/>
                  <a:pt x="1127" y="11"/>
                </a:cubicBezTo>
                <a:close/>
                <a:moveTo>
                  <a:pt x="1166" y="52"/>
                </a:moveTo>
                <a:cubicBezTo>
                  <a:pt x="1165" y="49"/>
                  <a:pt x="1165" y="49"/>
                  <a:pt x="1165" y="49"/>
                </a:cubicBezTo>
                <a:cubicBezTo>
                  <a:pt x="1163" y="51"/>
                  <a:pt x="1161" y="52"/>
                  <a:pt x="1159" y="53"/>
                </a:cubicBezTo>
                <a:cubicBezTo>
                  <a:pt x="1157" y="54"/>
                  <a:pt x="1155" y="55"/>
                  <a:pt x="1153" y="55"/>
                </a:cubicBezTo>
                <a:cubicBezTo>
                  <a:pt x="1150" y="55"/>
                  <a:pt x="1148" y="54"/>
                  <a:pt x="1147" y="51"/>
                </a:cubicBezTo>
                <a:cubicBezTo>
                  <a:pt x="1145" y="49"/>
                  <a:pt x="1145" y="46"/>
                  <a:pt x="1145" y="43"/>
                </a:cubicBezTo>
                <a:cubicBezTo>
                  <a:pt x="1148" y="43"/>
                  <a:pt x="1151" y="42"/>
                  <a:pt x="1155" y="41"/>
                </a:cubicBezTo>
                <a:cubicBezTo>
                  <a:pt x="1158" y="40"/>
                  <a:pt x="1162" y="38"/>
                  <a:pt x="1164" y="36"/>
                </a:cubicBezTo>
                <a:cubicBezTo>
                  <a:pt x="1167" y="33"/>
                  <a:pt x="1168" y="31"/>
                  <a:pt x="1168" y="27"/>
                </a:cubicBezTo>
                <a:cubicBezTo>
                  <a:pt x="1168" y="25"/>
                  <a:pt x="1167" y="23"/>
                  <a:pt x="1166" y="21"/>
                </a:cubicBezTo>
                <a:cubicBezTo>
                  <a:pt x="1164" y="19"/>
                  <a:pt x="1162" y="19"/>
                  <a:pt x="1158" y="19"/>
                </a:cubicBezTo>
                <a:cubicBezTo>
                  <a:pt x="1154" y="19"/>
                  <a:pt x="1151" y="20"/>
                  <a:pt x="1148" y="22"/>
                </a:cubicBezTo>
                <a:cubicBezTo>
                  <a:pt x="1145" y="24"/>
                  <a:pt x="1142" y="28"/>
                  <a:pt x="1140" y="31"/>
                </a:cubicBezTo>
                <a:cubicBezTo>
                  <a:pt x="1138" y="35"/>
                  <a:pt x="1138" y="40"/>
                  <a:pt x="1138" y="44"/>
                </a:cubicBezTo>
                <a:cubicBezTo>
                  <a:pt x="1138" y="47"/>
                  <a:pt x="1138" y="49"/>
                  <a:pt x="1139" y="52"/>
                </a:cubicBezTo>
                <a:cubicBezTo>
                  <a:pt x="1140" y="54"/>
                  <a:pt x="1142" y="56"/>
                  <a:pt x="1144" y="57"/>
                </a:cubicBezTo>
                <a:cubicBezTo>
                  <a:pt x="1146" y="59"/>
                  <a:pt x="1148" y="59"/>
                  <a:pt x="1151" y="59"/>
                </a:cubicBezTo>
                <a:cubicBezTo>
                  <a:pt x="1155" y="59"/>
                  <a:pt x="1158" y="58"/>
                  <a:pt x="1160" y="57"/>
                </a:cubicBezTo>
                <a:cubicBezTo>
                  <a:pt x="1163" y="55"/>
                  <a:pt x="1165" y="54"/>
                  <a:pt x="1166" y="52"/>
                </a:cubicBezTo>
                <a:close/>
                <a:moveTo>
                  <a:pt x="1157" y="22"/>
                </a:moveTo>
                <a:cubicBezTo>
                  <a:pt x="1158" y="22"/>
                  <a:pt x="1159" y="23"/>
                  <a:pt x="1160" y="24"/>
                </a:cubicBezTo>
                <a:cubicBezTo>
                  <a:pt x="1161" y="25"/>
                  <a:pt x="1161" y="26"/>
                  <a:pt x="1161" y="28"/>
                </a:cubicBezTo>
                <a:cubicBezTo>
                  <a:pt x="1161" y="30"/>
                  <a:pt x="1161" y="32"/>
                  <a:pt x="1159" y="34"/>
                </a:cubicBezTo>
                <a:cubicBezTo>
                  <a:pt x="1157" y="35"/>
                  <a:pt x="1155" y="37"/>
                  <a:pt x="1152" y="38"/>
                </a:cubicBezTo>
                <a:cubicBezTo>
                  <a:pt x="1150" y="39"/>
                  <a:pt x="1147" y="39"/>
                  <a:pt x="1145" y="39"/>
                </a:cubicBezTo>
                <a:cubicBezTo>
                  <a:pt x="1145" y="37"/>
                  <a:pt x="1146" y="34"/>
                  <a:pt x="1147" y="32"/>
                </a:cubicBezTo>
                <a:cubicBezTo>
                  <a:pt x="1148" y="29"/>
                  <a:pt x="1149" y="27"/>
                  <a:pt x="1151" y="25"/>
                </a:cubicBezTo>
                <a:cubicBezTo>
                  <a:pt x="1152" y="23"/>
                  <a:pt x="1154" y="22"/>
                  <a:pt x="1157" y="22"/>
                </a:cubicBezTo>
                <a:close/>
                <a:moveTo>
                  <a:pt x="1187" y="28"/>
                </a:moveTo>
                <a:cubicBezTo>
                  <a:pt x="1188" y="19"/>
                  <a:pt x="1188" y="19"/>
                  <a:pt x="1188" y="19"/>
                </a:cubicBezTo>
                <a:cubicBezTo>
                  <a:pt x="1186" y="19"/>
                  <a:pt x="1186" y="19"/>
                  <a:pt x="1186" y="19"/>
                </a:cubicBezTo>
                <a:cubicBezTo>
                  <a:pt x="1178" y="20"/>
                  <a:pt x="1178" y="20"/>
                  <a:pt x="1178" y="20"/>
                </a:cubicBezTo>
                <a:cubicBezTo>
                  <a:pt x="1177" y="23"/>
                  <a:pt x="1177" y="23"/>
                  <a:pt x="1177" y="23"/>
                </a:cubicBezTo>
                <a:cubicBezTo>
                  <a:pt x="1180" y="25"/>
                  <a:pt x="1180" y="25"/>
                  <a:pt x="1180" y="25"/>
                </a:cubicBezTo>
                <a:cubicBezTo>
                  <a:pt x="1176" y="58"/>
                  <a:pt x="1176" y="58"/>
                  <a:pt x="1176" y="58"/>
                </a:cubicBezTo>
                <a:cubicBezTo>
                  <a:pt x="1183" y="58"/>
                  <a:pt x="1183" y="58"/>
                  <a:pt x="1183" y="58"/>
                </a:cubicBezTo>
                <a:cubicBezTo>
                  <a:pt x="1186" y="33"/>
                  <a:pt x="1186" y="33"/>
                  <a:pt x="1186" y="33"/>
                </a:cubicBezTo>
                <a:cubicBezTo>
                  <a:pt x="1188" y="31"/>
                  <a:pt x="1190" y="28"/>
                  <a:pt x="1192" y="26"/>
                </a:cubicBezTo>
                <a:cubicBezTo>
                  <a:pt x="1194" y="25"/>
                  <a:pt x="1196" y="24"/>
                  <a:pt x="1198" y="24"/>
                </a:cubicBezTo>
                <a:cubicBezTo>
                  <a:pt x="1200" y="24"/>
                  <a:pt x="1201" y="24"/>
                  <a:pt x="1202" y="25"/>
                </a:cubicBezTo>
                <a:cubicBezTo>
                  <a:pt x="1202" y="26"/>
                  <a:pt x="1203" y="27"/>
                  <a:pt x="1203" y="29"/>
                </a:cubicBezTo>
                <a:cubicBezTo>
                  <a:pt x="1203" y="31"/>
                  <a:pt x="1202" y="33"/>
                  <a:pt x="1202" y="35"/>
                </a:cubicBezTo>
                <a:cubicBezTo>
                  <a:pt x="1202" y="37"/>
                  <a:pt x="1201" y="39"/>
                  <a:pt x="1201" y="41"/>
                </a:cubicBezTo>
                <a:cubicBezTo>
                  <a:pt x="1201" y="43"/>
                  <a:pt x="1201" y="43"/>
                  <a:pt x="1201" y="43"/>
                </a:cubicBezTo>
                <a:cubicBezTo>
                  <a:pt x="1200" y="46"/>
                  <a:pt x="1200" y="46"/>
                  <a:pt x="1200" y="46"/>
                </a:cubicBezTo>
                <a:cubicBezTo>
                  <a:pt x="1199" y="51"/>
                  <a:pt x="1199" y="54"/>
                  <a:pt x="1199" y="55"/>
                </a:cubicBezTo>
                <a:cubicBezTo>
                  <a:pt x="1199" y="58"/>
                  <a:pt x="1200" y="59"/>
                  <a:pt x="1203" y="59"/>
                </a:cubicBezTo>
                <a:cubicBezTo>
                  <a:pt x="1205" y="59"/>
                  <a:pt x="1206" y="59"/>
                  <a:pt x="1207" y="58"/>
                </a:cubicBezTo>
                <a:cubicBezTo>
                  <a:pt x="1208" y="58"/>
                  <a:pt x="1209" y="57"/>
                  <a:pt x="1210" y="57"/>
                </a:cubicBezTo>
                <a:cubicBezTo>
                  <a:pt x="1210" y="56"/>
                  <a:pt x="1211" y="55"/>
                  <a:pt x="1211" y="55"/>
                </a:cubicBezTo>
                <a:cubicBezTo>
                  <a:pt x="1210" y="53"/>
                  <a:pt x="1210" y="53"/>
                  <a:pt x="1210" y="53"/>
                </a:cubicBezTo>
                <a:cubicBezTo>
                  <a:pt x="1209" y="54"/>
                  <a:pt x="1208" y="55"/>
                  <a:pt x="1207" y="55"/>
                </a:cubicBezTo>
                <a:cubicBezTo>
                  <a:pt x="1206" y="55"/>
                  <a:pt x="1206" y="54"/>
                  <a:pt x="1206" y="53"/>
                </a:cubicBezTo>
                <a:cubicBezTo>
                  <a:pt x="1206" y="51"/>
                  <a:pt x="1206" y="48"/>
                  <a:pt x="1207" y="45"/>
                </a:cubicBezTo>
                <a:cubicBezTo>
                  <a:pt x="1208" y="41"/>
                  <a:pt x="1208" y="41"/>
                  <a:pt x="1208" y="41"/>
                </a:cubicBezTo>
                <a:cubicBezTo>
                  <a:pt x="1208" y="40"/>
                  <a:pt x="1208" y="40"/>
                  <a:pt x="1208" y="40"/>
                </a:cubicBezTo>
                <a:cubicBezTo>
                  <a:pt x="1209" y="34"/>
                  <a:pt x="1210" y="31"/>
                  <a:pt x="1210" y="29"/>
                </a:cubicBezTo>
                <a:cubicBezTo>
                  <a:pt x="1210" y="25"/>
                  <a:pt x="1209" y="23"/>
                  <a:pt x="1207" y="21"/>
                </a:cubicBezTo>
                <a:cubicBezTo>
                  <a:pt x="1206" y="19"/>
                  <a:pt x="1204" y="19"/>
                  <a:pt x="1201" y="19"/>
                </a:cubicBezTo>
                <a:cubicBezTo>
                  <a:pt x="1199" y="19"/>
                  <a:pt x="1196" y="19"/>
                  <a:pt x="1193" y="21"/>
                </a:cubicBezTo>
                <a:cubicBezTo>
                  <a:pt x="1191" y="23"/>
                  <a:pt x="1189" y="25"/>
                  <a:pt x="1187" y="28"/>
                </a:cubicBezTo>
                <a:close/>
                <a:moveTo>
                  <a:pt x="1243" y="27"/>
                </a:moveTo>
                <a:cubicBezTo>
                  <a:pt x="1245" y="27"/>
                  <a:pt x="1245" y="27"/>
                  <a:pt x="1245" y="27"/>
                </a:cubicBezTo>
                <a:cubicBezTo>
                  <a:pt x="1247" y="20"/>
                  <a:pt x="1247" y="20"/>
                  <a:pt x="1247" y="20"/>
                </a:cubicBezTo>
                <a:cubicBezTo>
                  <a:pt x="1246" y="20"/>
                  <a:pt x="1244" y="19"/>
                  <a:pt x="1243" y="19"/>
                </a:cubicBezTo>
                <a:cubicBezTo>
                  <a:pt x="1241" y="19"/>
                  <a:pt x="1240" y="19"/>
                  <a:pt x="1239" y="19"/>
                </a:cubicBezTo>
                <a:cubicBezTo>
                  <a:pt x="1234" y="19"/>
                  <a:pt x="1231" y="20"/>
                  <a:pt x="1228" y="22"/>
                </a:cubicBezTo>
                <a:cubicBezTo>
                  <a:pt x="1224" y="25"/>
                  <a:pt x="1222" y="28"/>
                  <a:pt x="1220" y="32"/>
                </a:cubicBezTo>
                <a:cubicBezTo>
                  <a:pt x="1219" y="36"/>
                  <a:pt x="1218" y="40"/>
                  <a:pt x="1218" y="43"/>
                </a:cubicBezTo>
                <a:cubicBezTo>
                  <a:pt x="1218" y="48"/>
                  <a:pt x="1219" y="52"/>
                  <a:pt x="1221" y="55"/>
                </a:cubicBezTo>
                <a:cubicBezTo>
                  <a:pt x="1224" y="58"/>
                  <a:pt x="1227" y="59"/>
                  <a:pt x="1231" y="59"/>
                </a:cubicBezTo>
                <a:cubicBezTo>
                  <a:pt x="1234" y="59"/>
                  <a:pt x="1236" y="59"/>
                  <a:pt x="1239" y="57"/>
                </a:cubicBezTo>
                <a:cubicBezTo>
                  <a:pt x="1241" y="56"/>
                  <a:pt x="1243" y="54"/>
                  <a:pt x="1244" y="53"/>
                </a:cubicBezTo>
                <a:cubicBezTo>
                  <a:pt x="1242" y="50"/>
                  <a:pt x="1242" y="50"/>
                  <a:pt x="1242" y="50"/>
                </a:cubicBezTo>
                <a:cubicBezTo>
                  <a:pt x="1241" y="52"/>
                  <a:pt x="1239" y="53"/>
                  <a:pt x="1238" y="54"/>
                </a:cubicBezTo>
                <a:cubicBezTo>
                  <a:pt x="1236" y="54"/>
                  <a:pt x="1235" y="55"/>
                  <a:pt x="1233" y="55"/>
                </a:cubicBezTo>
                <a:cubicBezTo>
                  <a:pt x="1230" y="55"/>
                  <a:pt x="1228" y="54"/>
                  <a:pt x="1227" y="52"/>
                </a:cubicBezTo>
                <a:cubicBezTo>
                  <a:pt x="1226" y="50"/>
                  <a:pt x="1225" y="47"/>
                  <a:pt x="1225" y="43"/>
                </a:cubicBezTo>
                <a:cubicBezTo>
                  <a:pt x="1225" y="39"/>
                  <a:pt x="1226" y="35"/>
                  <a:pt x="1227" y="32"/>
                </a:cubicBezTo>
                <a:cubicBezTo>
                  <a:pt x="1228" y="30"/>
                  <a:pt x="1229" y="27"/>
                  <a:pt x="1231" y="26"/>
                </a:cubicBezTo>
                <a:cubicBezTo>
                  <a:pt x="1233" y="24"/>
                  <a:pt x="1235" y="23"/>
                  <a:pt x="1237" y="23"/>
                </a:cubicBezTo>
                <a:cubicBezTo>
                  <a:pt x="1239" y="23"/>
                  <a:pt x="1241" y="24"/>
                  <a:pt x="1243" y="27"/>
                </a:cubicBezTo>
                <a:close/>
                <a:moveTo>
                  <a:pt x="1279" y="52"/>
                </a:moveTo>
                <a:cubicBezTo>
                  <a:pt x="1277" y="49"/>
                  <a:pt x="1277" y="49"/>
                  <a:pt x="1277" y="49"/>
                </a:cubicBezTo>
                <a:cubicBezTo>
                  <a:pt x="1276" y="51"/>
                  <a:pt x="1274" y="52"/>
                  <a:pt x="1272" y="53"/>
                </a:cubicBezTo>
                <a:cubicBezTo>
                  <a:pt x="1270" y="54"/>
                  <a:pt x="1268" y="55"/>
                  <a:pt x="1266" y="55"/>
                </a:cubicBezTo>
                <a:cubicBezTo>
                  <a:pt x="1263" y="55"/>
                  <a:pt x="1261" y="54"/>
                  <a:pt x="1259" y="51"/>
                </a:cubicBezTo>
                <a:cubicBezTo>
                  <a:pt x="1258" y="49"/>
                  <a:pt x="1257" y="46"/>
                  <a:pt x="1258" y="43"/>
                </a:cubicBezTo>
                <a:cubicBezTo>
                  <a:pt x="1260" y="43"/>
                  <a:pt x="1264" y="42"/>
                  <a:pt x="1267" y="41"/>
                </a:cubicBezTo>
                <a:cubicBezTo>
                  <a:pt x="1271" y="40"/>
                  <a:pt x="1274" y="38"/>
                  <a:pt x="1277" y="36"/>
                </a:cubicBezTo>
                <a:cubicBezTo>
                  <a:pt x="1280" y="33"/>
                  <a:pt x="1281" y="31"/>
                  <a:pt x="1281" y="27"/>
                </a:cubicBezTo>
                <a:cubicBezTo>
                  <a:pt x="1281" y="25"/>
                  <a:pt x="1280" y="23"/>
                  <a:pt x="1278" y="21"/>
                </a:cubicBezTo>
                <a:cubicBezTo>
                  <a:pt x="1277" y="19"/>
                  <a:pt x="1274" y="19"/>
                  <a:pt x="1271" y="19"/>
                </a:cubicBezTo>
                <a:cubicBezTo>
                  <a:pt x="1267" y="19"/>
                  <a:pt x="1264" y="20"/>
                  <a:pt x="1260" y="22"/>
                </a:cubicBezTo>
                <a:cubicBezTo>
                  <a:pt x="1257" y="24"/>
                  <a:pt x="1255" y="28"/>
                  <a:pt x="1253" y="31"/>
                </a:cubicBezTo>
                <a:cubicBezTo>
                  <a:pt x="1251" y="35"/>
                  <a:pt x="1250" y="40"/>
                  <a:pt x="1250" y="44"/>
                </a:cubicBezTo>
                <a:cubicBezTo>
                  <a:pt x="1250" y="47"/>
                  <a:pt x="1251" y="49"/>
                  <a:pt x="1252" y="52"/>
                </a:cubicBezTo>
                <a:cubicBezTo>
                  <a:pt x="1253" y="54"/>
                  <a:pt x="1254" y="56"/>
                  <a:pt x="1256" y="57"/>
                </a:cubicBezTo>
                <a:cubicBezTo>
                  <a:pt x="1258" y="59"/>
                  <a:pt x="1261" y="59"/>
                  <a:pt x="1264" y="59"/>
                </a:cubicBezTo>
                <a:cubicBezTo>
                  <a:pt x="1267" y="59"/>
                  <a:pt x="1270" y="58"/>
                  <a:pt x="1273" y="57"/>
                </a:cubicBezTo>
                <a:cubicBezTo>
                  <a:pt x="1276" y="55"/>
                  <a:pt x="1278" y="54"/>
                  <a:pt x="1279" y="52"/>
                </a:cubicBezTo>
                <a:close/>
                <a:moveTo>
                  <a:pt x="1269" y="22"/>
                </a:moveTo>
                <a:cubicBezTo>
                  <a:pt x="1271" y="22"/>
                  <a:pt x="1272" y="23"/>
                  <a:pt x="1273" y="24"/>
                </a:cubicBezTo>
                <a:cubicBezTo>
                  <a:pt x="1274" y="25"/>
                  <a:pt x="1274" y="26"/>
                  <a:pt x="1274" y="28"/>
                </a:cubicBezTo>
                <a:cubicBezTo>
                  <a:pt x="1274" y="30"/>
                  <a:pt x="1273" y="32"/>
                  <a:pt x="1272" y="34"/>
                </a:cubicBezTo>
                <a:cubicBezTo>
                  <a:pt x="1270" y="35"/>
                  <a:pt x="1268" y="37"/>
                  <a:pt x="1265" y="38"/>
                </a:cubicBezTo>
                <a:cubicBezTo>
                  <a:pt x="1263" y="39"/>
                  <a:pt x="1260" y="39"/>
                  <a:pt x="1258" y="39"/>
                </a:cubicBezTo>
                <a:cubicBezTo>
                  <a:pt x="1258" y="37"/>
                  <a:pt x="1259" y="34"/>
                  <a:pt x="1259" y="32"/>
                </a:cubicBezTo>
                <a:cubicBezTo>
                  <a:pt x="1260" y="29"/>
                  <a:pt x="1262" y="27"/>
                  <a:pt x="1263" y="25"/>
                </a:cubicBezTo>
                <a:cubicBezTo>
                  <a:pt x="1265" y="23"/>
                  <a:pt x="1267" y="22"/>
                  <a:pt x="1269" y="22"/>
                </a:cubicBezTo>
                <a:close/>
                <a:moveTo>
                  <a:pt x="1310" y="25"/>
                </a:moveTo>
                <a:cubicBezTo>
                  <a:pt x="1311" y="20"/>
                  <a:pt x="1311" y="20"/>
                  <a:pt x="1311" y="20"/>
                </a:cubicBezTo>
                <a:cubicBezTo>
                  <a:pt x="1311" y="20"/>
                  <a:pt x="1309" y="19"/>
                  <a:pt x="1308" y="19"/>
                </a:cubicBezTo>
                <a:cubicBezTo>
                  <a:pt x="1306" y="19"/>
                  <a:pt x="1304" y="19"/>
                  <a:pt x="1303" y="19"/>
                </a:cubicBezTo>
                <a:cubicBezTo>
                  <a:pt x="1300" y="19"/>
                  <a:pt x="1298" y="19"/>
                  <a:pt x="1296" y="20"/>
                </a:cubicBezTo>
                <a:cubicBezTo>
                  <a:pt x="1293" y="21"/>
                  <a:pt x="1292" y="22"/>
                  <a:pt x="1291" y="24"/>
                </a:cubicBezTo>
                <a:cubicBezTo>
                  <a:pt x="1289" y="26"/>
                  <a:pt x="1289" y="27"/>
                  <a:pt x="1289" y="30"/>
                </a:cubicBezTo>
                <a:cubicBezTo>
                  <a:pt x="1289" y="34"/>
                  <a:pt x="1291" y="38"/>
                  <a:pt x="1296" y="41"/>
                </a:cubicBezTo>
                <a:cubicBezTo>
                  <a:pt x="1298" y="43"/>
                  <a:pt x="1300" y="44"/>
                  <a:pt x="1301" y="45"/>
                </a:cubicBezTo>
                <a:cubicBezTo>
                  <a:pt x="1302" y="46"/>
                  <a:pt x="1303" y="48"/>
                  <a:pt x="1303" y="50"/>
                </a:cubicBezTo>
                <a:cubicBezTo>
                  <a:pt x="1303" y="51"/>
                  <a:pt x="1302" y="53"/>
                  <a:pt x="1301" y="54"/>
                </a:cubicBezTo>
                <a:cubicBezTo>
                  <a:pt x="1299" y="55"/>
                  <a:pt x="1297" y="55"/>
                  <a:pt x="1295" y="55"/>
                </a:cubicBezTo>
                <a:cubicBezTo>
                  <a:pt x="1293" y="55"/>
                  <a:pt x="1292" y="55"/>
                  <a:pt x="1290" y="54"/>
                </a:cubicBezTo>
                <a:cubicBezTo>
                  <a:pt x="1288" y="53"/>
                  <a:pt x="1287" y="53"/>
                  <a:pt x="1286" y="52"/>
                </a:cubicBezTo>
                <a:cubicBezTo>
                  <a:pt x="1285" y="57"/>
                  <a:pt x="1285" y="57"/>
                  <a:pt x="1285" y="57"/>
                </a:cubicBezTo>
                <a:cubicBezTo>
                  <a:pt x="1285" y="58"/>
                  <a:pt x="1287" y="58"/>
                  <a:pt x="1289" y="58"/>
                </a:cubicBezTo>
                <a:cubicBezTo>
                  <a:pt x="1291" y="59"/>
                  <a:pt x="1293" y="59"/>
                  <a:pt x="1295" y="59"/>
                </a:cubicBezTo>
                <a:cubicBezTo>
                  <a:pt x="1299" y="59"/>
                  <a:pt x="1303" y="58"/>
                  <a:pt x="1305" y="56"/>
                </a:cubicBezTo>
                <a:cubicBezTo>
                  <a:pt x="1308" y="54"/>
                  <a:pt x="1309" y="52"/>
                  <a:pt x="1309" y="48"/>
                </a:cubicBezTo>
                <a:cubicBezTo>
                  <a:pt x="1309" y="46"/>
                  <a:pt x="1309" y="45"/>
                  <a:pt x="1308" y="43"/>
                </a:cubicBezTo>
                <a:cubicBezTo>
                  <a:pt x="1307" y="42"/>
                  <a:pt x="1306" y="41"/>
                  <a:pt x="1305" y="40"/>
                </a:cubicBezTo>
                <a:cubicBezTo>
                  <a:pt x="1304" y="39"/>
                  <a:pt x="1303" y="38"/>
                  <a:pt x="1301" y="36"/>
                </a:cubicBezTo>
                <a:cubicBezTo>
                  <a:pt x="1299" y="35"/>
                  <a:pt x="1298" y="34"/>
                  <a:pt x="1297" y="32"/>
                </a:cubicBezTo>
                <a:cubicBezTo>
                  <a:pt x="1296" y="31"/>
                  <a:pt x="1295" y="30"/>
                  <a:pt x="1295" y="28"/>
                </a:cubicBezTo>
                <a:cubicBezTo>
                  <a:pt x="1295" y="26"/>
                  <a:pt x="1296" y="25"/>
                  <a:pt x="1297" y="24"/>
                </a:cubicBezTo>
                <a:cubicBezTo>
                  <a:pt x="1299" y="23"/>
                  <a:pt x="1300" y="23"/>
                  <a:pt x="1303" y="23"/>
                </a:cubicBezTo>
                <a:cubicBezTo>
                  <a:pt x="1304" y="23"/>
                  <a:pt x="1306" y="23"/>
                  <a:pt x="1307" y="24"/>
                </a:cubicBezTo>
                <a:cubicBezTo>
                  <a:pt x="1309" y="24"/>
                  <a:pt x="1310" y="25"/>
                  <a:pt x="1310" y="25"/>
                </a:cubicBezTo>
                <a:close/>
                <a:moveTo>
                  <a:pt x="1047" y="110"/>
                </a:moveTo>
                <a:cubicBezTo>
                  <a:pt x="1052" y="111"/>
                  <a:pt x="1052" y="111"/>
                  <a:pt x="1052" y="111"/>
                </a:cubicBezTo>
                <a:cubicBezTo>
                  <a:pt x="1046" y="156"/>
                  <a:pt x="1046" y="156"/>
                  <a:pt x="1046" y="156"/>
                </a:cubicBezTo>
                <a:cubicBezTo>
                  <a:pt x="1041" y="157"/>
                  <a:pt x="1041" y="157"/>
                  <a:pt x="1041" y="157"/>
                </a:cubicBezTo>
                <a:cubicBezTo>
                  <a:pt x="1041" y="159"/>
                  <a:pt x="1041" y="159"/>
                  <a:pt x="1041" y="159"/>
                </a:cubicBezTo>
                <a:cubicBezTo>
                  <a:pt x="1078" y="159"/>
                  <a:pt x="1078" y="159"/>
                  <a:pt x="1078" y="159"/>
                </a:cubicBezTo>
                <a:cubicBezTo>
                  <a:pt x="1081" y="147"/>
                  <a:pt x="1081" y="147"/>
                  <a:pt x="1081" y="147"/>
                </a:cubicBezTo>
                <a:cubicBezTo>
                  <a:pt x="1077" y="146"/>
                  <a:pt x="1077" y="146"/>
                  <a:pt x="1077" y="146"/>
                </a:cubicBezTo>
                <a:cubicBezTo>
                  <a:pt x="1073" y="155"/>
                  <a:pt x="1073" y="155"/>
                  <a:pt x="1073" y="155"/>
                </a:cubicBezTo>
                <a:cubicBezTo>
                  <a:pt x="1053" y="156"/>
                  <a:pt x="1053" y="156"/>
                  <a:pt x="1053" y="156"/>
                </a:cubicBezTo>
                <a:cubicBezTo>
                  <a:pt x="1056" y="134"/>
                  <a:pt x="1056" y="134"/>
                  <a:pt x="1056" y="134"/>
                </a:cubicBezTo>
                <a:cubicBezTo>
                  <a:pt x="1072" y="135"/>
                  <a:pt x="1072" y="135"/>
                  <a:pt x="1072" y="135"/>
                </a:cubicBezTo>
                <a:cubicBezTo>
                  <a:pt x="1073" y="130"/>
                  <a:pt x="1073" y="130"/>
                  <a:pt x="1073" y="130"/>
                </a:cubicBezTo>
                <a:cubicBezTo>
                  <a:pt x="1057" y="130"/>
                  <a:pt x="1057" y="130"/>
                  <a:pt x="1057" y="130"/>
                </a:cubicBezTo>
                <a:cubicBezTo>
                  <a:pt x="1059" y="110"/>
                  <a:pt x="1059" y="110"/>
                  <a:pt x="1059" y="110"/>
                </a:cubicBezTo>
                <a:cubicBezTo>
                  <a:pt x="1075" y="111"/>
                  <a:pt x="1075" y="111"/>
                  <a:pt x="1075" y="111"/>
                </a:cubicBezTo>
                <a:cubicBezTo>
                  <a:pt x="1076" y="118"/>
                  <a:pt x="1076" y="118"/>
                  <a:pt x="1076" y="118"/>
                </a:cubicBezTo>
                <a:cubicBezTo>
                  <a:pt x="1080" y="118"/>
                  <a:pt x="1080" y="118"/>
                  <a:pt x="1080" y="118"/>
                </a:cubicBezTo>
                <a:cubicBezTo>
                  <a:pt x="1081" y="107"/>
                  <a:pt x="1081" y="107"/>
                  <a:pt x="1081" y="107"/>
                </a:cubicBezTo>
                <a:cubicBezTo>
                  <a:pt x="1048" y="107"/>
                  <a:pt x="1048" y="107"/>
                  <a:pt x="1048" y="107"/>
                </a:cubicBezTo>
                <a:lnTo>
                  <a:pt x="1047" y="110"/>
                </a:lnTo>
                <a:close/>
                <a:moveTo>
                  <a:pt x="1100" y="129"/>
                </a:moveTo>
                <a:cubicBezTo>
                  <a:pt x="1100" y="120"/>
                  <a:pt x="1100" y="120"/>
                  <a:pt x="1100" y="120"/>
                </a:cubicBezTo>
                <a:cubicBezTo>
                  <a:pt x="1099" y="119"/>
                  <a:pt x="1099" y="119"/>
                  <a:pt x="1099" y="119"/>
                </a:cubicBezTo>
                <a:cubicBezTo>
                  <a:pt x="1090" y="121"/>
                  <a:pt x="1090" y="121"/>
                  <a:pt x="1090" y="121"/>
                </a:cubicBezTo>
                <a:cubicBezTo>
                  <a:pt x="1090" y="124"/>
                  <a:pt x="1090" y="124"/>
                  <a:pt x="1090" y="124"/>
                </a:cubicBezTo>
                <a:cubicBezTo>
                  <a:pt x="1093" y="125"/>
                  <a:pt x="1093" y="125"/>
                  <a:pt x="1093" y="125"/>
                </a:cubicBezTo>
                <a:cubicBezTo>
                  <a:pt x="1089" y="159"/>
                  <a:pt x="1089" y="159"/>
                  <a:pt x="1089" y="159"/>
                </a:cubicBezTo>
                <a:cubicBezTo>
                  <a:pt x="1095" y="159"/>
                  <a:pt x="1095" y="159"/>
                  <a:pt x="1095" y="159"/>
                </a:cubicBezTo>
                <a:cubicBezTo>
                  <a:pt x="1099" y="134"/>
                  <a:pt x="1099" y="134"/>
                  <a:pt x="1099" y="134"/>
                </a:cubicBezTo>
                <a:cubicBezTo>
                  <a:pt x="1101" y="131"/>
                  <a:pt x="1103" y="129"/>
                  <a:pt x="1105" y="127"/>
                </a:cubicBezTo>
                <a:cubicBezTo>
                  <a:pt x="1107" y="125"/>
                  <a:pt x="1109" y="124"/>
                  <a:pt x="1111" y="124"/>
                </a:cubicBezTo>
                <a:cubicBezTo>
                  <a:pt x="1113" y="124"/>
                  <a:pt x="1114" y="125"/>
                  <a:pt x="1114" y="126"/>
                </a:cubicBezTo>
                <a:cubicBezTo>
                  <a:pt x="1115" y="127"/>
                  <a:pt x="1115" y="128"/>
                  <a:pt x="1115" y="130"/>
                </a:cubicBezTo>
                <a:cubicBezTo>
                  <a:pt x="1115" y="132"/>
                  <a:pt x="1115" y="134"/>
                  <a:pt x="1115" y="135"/>
                </a:cubicBezTo>
                <a:cubicBezTo>
                  <a:pt x="1115" y="137"/>
                  <a:pt x="1114" y="140"/>
                  <a:pt x="1114" y="142"/>
                </a:cubicBezTo>
                <a:cubicBezTo>
                  <a:pt x="1114" y="144"/>
                  <a:pt x="1114" y="144"/>
                  <a:pt x="1114" y="144"/>
                </a:cubicBezTo>
                <a:cubicBezTo>
                  <a:pt x="1113" y="147"/>
                  <a:pt x="1113" y="147"/>
                  <a:pt x="1113" y="147"/>
                </a:cubicBezTo>
                <a:cubicBezTo>
                  <a:pt x="1112" y="151"/>
                  <a:pt x="1112" y="154"/>
                  <a:pt x="1112" y="156"/>
                </a:cubicBezTo>
                <a:cubicBezTo>
                  <a:pt x="1112" y="159"/>
                  <a:pt x="1113" y="160"/>
                  <a:pt x="1116" y="160"/>
                </a:cubicBezTo>
                <a:cubicBezTo>
                  <a:pt x="1117" y="160"/>
                  <a:pt x="1119" y="160"/>
                  <a:pt x="1120" y="159"/>
                </a:cubicBezTo>
                <a:cubicBezTo>
                  <a:pt x="1121" y="159"/>
                  <a:pt x="1122" y="158"/>
                  <a:pt x="1123" y="157"/>
                </a:cubicBezTo>
                <a:cubicBezTo>
                  <a:pt x="1123" y="157"/>
                  <a:pt x="1124" y="156"/>
                  <a:pt x="1124" y="156"/>
                </a:cubicBezTo>
                <a:cubicBezTo>
                  <a:pt x="1123" y="154"/>
                  <a:pt x="1123" y="154"/>
                  <a:pt x="1123" y="154"/>
                </a:cubicBezTo>
                <a:cubicBezTo>
                  <a:pt x="1122" y="155"/>
                  <a:pt x="1121" y="156"/>
                  <a:pt x="1120" y="156"/>
                </a:cubicBezTo>
                <a:cubicBezTo>
                  <a:pt x="1119" y="156"/>
                  <a:pt x="1119" y="155"/>
                  <a:pt x="1119" y="154"/>
                </a:cubicBezTo>
                <a:cubicBezTo>
                  <a:pt x="1119" y="152"/>
                  <a:pt x="1119" y="149"/>
                  <a:pt x="1120" y="145"/>
                </a:cubicBezTo>
                <a:cubicBezTo>
                  <a:pt x="1121" y="142"/>
                  <a:pt x="1121" y="142"/>
                  <a:pt x="1121" y="142"/>
                </a:cubicBezTo>
                <a:cubicBezTo>
                  <a:pt x="1121" y="140"/>
                  <a:pt x="1121" y="140"/>
                  <a:pt x="1121" y="140"/>
                </a:cubicBezTo>
                <a:cubicBezTo>
                  <a:pt x="1122" y="135"/>
                  <a:pt x="1122" y="132"/>
                  <a:pt x="1122" y="130"/>
                </a:cubicBezTo>
                <a:cubicBezTo>
                  <a:pt x="1122" y="126"/>
                  <a:pt x="1122" y="123"/>
                  <a:pt x="1120" y="122"/>
                </a:cubicBezTo>
                <a:cubicBezTo>
                  <a:pt x="1119" y="120"/>
                  <a:pt x="1117" y="119"/>
                  <a:pt x="1114" y="119"/>
                </a:cubicBezTo>
                <a:cubicBezTo>
                  <a:pt x="1112" y="119"/>
                  <a:pt x="1109" y="120"/>
                  <a:pt x="1106" y="122"/>
                </a:cubicBezTo>
                <a:cubicBezTo>
                  <a:pt x="1104" y="124"/>
                  <a:pt x="1102" y="126"/>
                  <a:pt x="1100" y="129"/>
                </a:cubicBezTo>
                <a:close/>
                <a:moveTo>
                  <a:pt x="1159" y="162"/>
                </a:moveTo>
                <a:cubicBezTo>
                  <a:pt x="1165" y="119"/>
                  <a:pt x="1165" y="119"/>
                  <a:pt x="1165" y="119"/>
                </a:cubicBezTo>
                <a:cubicBezTo>
                  <a:pt x="1160" y="121"/>
                  <a:pt x="1160" y="121"/>
                  <a:pt x="1160" y="121"/>
                </a:cubicBezTo>
                <a:cubicBezTo>
                  <a:pt x="1159" y="121"/>
                  <a:pt x="1158" y="120"/>
                  <a:pt x="1157" y="120"/>
                </a:cubicBezTo>
                <a:cubicBezTo>
                  <a:pt x="1155" y="120"/>
                  <a:pt x="1154" y="119"/>
                  <a:pt x="1153" y="119"/>
                </a:cubicBezTo>
                <a:cubicBezTo>
                  <a:pt x="1148" y="119"/>
                  <a:pt x="1144" y="121"/>
                  <a:pt x="1141" y="123"/>
                </a:cubicBezTo>
                <a:cubicBezTo>
                  <a:pt x="1137" y="126"/>
                  <a:pt x="1135" y="129"/>
                  <a:pt x="1133" y="133"/>
                </a:cubicBezTo>
                <a:cubicBezTo>
                  <a:pt x="1131" y="137"/>
                  <a:pt x="1130" y="141"/>
                  <a:pt x="1130" y="145"/>
                </a:cubicBezTo>
                <a:cubicBezTo>
                  <a:pt x="1130" y="150"/>
                  <a:pt x="1131" y="153"/>
                  <a:pt x="1133" y="156"/>
                </a:cubicBezTo>
                <a:cubicBezTo>
                  <a:pt x="1135" y="159"/>
                  <a:pt x="1138" y="160"/>
                  <a:pt x="1142" y="160"/>
                </a:cubicBezTo>
                <a:cubicBezTo>
                  <a:pt x="1144" y="160"/>
                  <a:pt x="1146" y="159"/>
                  <a:pt x="1148" y="158"/>
                </a:cubicBezTo>
                <a:cubicBezTo>
                  <a:pt x="1150" y="157"/>
                  <a:pt x="1152" y="156"/>
                  <a:pt x="1153" y="155"/>
                </a:cubicBezTo>
                <a:cubicBezTo>
                  <a:pt x="1151" y="164"/>
                  <a:pt x="1151" y="164"/>
                  <a:pt x="1151" y="164"/>
                </a:cubicBezTo>
                <a:cubicBezTo>
                  <a:pt x="1151" y="167"/>
                  <a:pt x="1150" y="169"/>
                  <a:pt x="1149" y="170"/>
                </a:cubicBezTo>
                <a:cubicBezTo>
                  <a:pt x="1147" y="172"/>
                  <a:pt x="1145" y="172"/>
                  <a:pt x="1142" y="172"/>
                </a:cubicBezTo>
                <a:cubicBezTo>
                  <a:pt x="1140" y="172"/>
                  <a:pt x="1139" y="172"/>
                  <a:pt x="1137" y="171"/>
                </a:cubicBezTo>
                <a:cubicBezTo>
                  <a:pt x="1136" y="171"/>
                  <a:pt x="1134" y="170"/>
                  <a:pt x="1133" y="170"/>
                </a:cubicBezTo>
                <a:cubicBezTo>
                  <a:pt x="1132" y="175"/>
                  <a:pt x="1132" y="175"/>
                  <a:pt x="1132" y="175"/>
                </a:cubicBezTo>
                <a:cubicBezTo>
                  <a:pt x="1132" y="176"/>
                  <a:pt x="1134" y="176"/>
                  <a:pt x="1135" y="176"/>
                </a:cubicBezTo>
                <a:cubicBezTo>
                  <a:pt x="1137" y="177"/>
                  <a:pt x="1138" y="177"/>
                  <a:pt x="1140" y="177"/>
                </a:cubicBezTo>
                <a:cubicBezTo>
                  <a:pt x="1142" y="177"/>
                  <a:pt x="1145" y="176"/>
                  <a:pt x="1148" y="175"/>
                </a:cubicBezTo>
                <a:cubicBezTo>
                  <a:pt x="1150" y="174"/>
                  <a:pt x="1153" y="173"/>
                  <a:pt x="1155" y="170"/>
                </a:cubicBezTo>
                <a:cubicBezTo>
                  <a:pt x="1157" y="168"/>
                  <a:pt x="1158" y="165"/>
                  <a:pt x="1159" y="162"/>
                </a:cubicBezTo>
                <a:close/>
                <a:moveTo>
                  <a:pt x="1157" y="125"/>
                </a:moveTo>
                <a:cubicBezTo>
                  <a:pt x="1154" y="150"/>
                  <a:pt x="1154" y="150"/>
                  <a:pt x="1154" y="150"/>
                </a:cubicBezTo>
                <a:cubicBezTo>
                  <a:pt x="1152" y="151"/>
                  <a:pt x="1151" y="153"/>
                  <a:pt x="1149" y="154"/>
                </a:cubicBezTo>
                <a:cubicBezTo>
                  <a:pt x="1148" y="155"/>
                  <a:pt x="1146" y="155"/>
                  <a:pt x="1144" y="155"/>
                </a:cubicBezTo>
                <a:cubicBezTo>
                  <a:pt x="1142" y="155"/>
                  <a:pt x="1140" y="155"/>
                  <a:pt x="1139" y="153"/>
                </a:cubicBezTo>
                <a:cubicBezTo>
                  <a:pt x="1138" y="151"/>
                  <a:pt x="1138" y="148"/>
                  <a:pt x="1138" y="145"/>
                </a:cubicBezTo>
                <a:cubicBezTo>
                  <a:pt x="1138" y="142"/>
                  <a:pt x="1138" y="138"/>
                  <a:pt x="1139" y="135"/>
                </a:cubicBezTo>
                <a:cubicBezTo>
                  <a:pt x="1140" y="132"/>
                  <a:pt x="1142" y="129"/>
                  <a:pt x="1144" y="127"/>
                </a:cubicBezTo>
                <a:cubicBezTo>
                  <a:pt x="1146" y="124"/>
                  <a:pt x="1149" y="123"/>
                  <a:pt x="1152" y="123"/>
                </a:cubicBezTo>
                <a:cubicBezTo>
                  <a:pt x="1154" y="123"/>
                  <a:pt x="1156" y="124"/>
                  <a:pt x="1157" y="125"/>
                </a:cubicBezTo>
                <a:close/>
                <a:moveTo>
                  <a:pt x="1181" y="153"/>
                </a:moveTo>
                <a:cubicBezTo>
                  <a:pt x="1185" y="120"/>
                  <a:pt x="1185" y="120"/>
                  <a:pt x="1185" y="120"/>
                </a:cubicBezTo>
                <a:cubicBezTo>
                  <a:pt x="1184" y="119"/>
                  <a:pt x="1184" y="119"/>
                  <a:pt x="1184" y="119"/>
                </a:cubicBezTo>
                <a:cubicBezTo>
                  <a:pt x="1174" y="121"/>
                  <a:pt x="1174" y="121"/>
                  <a:pt x="1174" y="121"/>
                </a:cubicBezTo>
                <a:cubicBezTo>
                  <a:pt x="1173" y="123"/>
                  <a:pt x="1173" y="123"/>
                  <a:pt x="1173" y="123"/>
                </a:cubicBezTo>
                <a:cubicBezTo>
                  <a:pt x="1178" y="125"/>
                  <a:pt x="1178" y="125"/>
                  <a:pt x="1178" y="125"/>
                </a:cubicBezTo>
                <a:cubicBezTo>
                  <a:pt x="1177" y="132"/>
                  <a:pt x="1176" y="138"/>
                  <a:pt x="1175" y="142"/>
                </a:cubicBezTo>
                <a:cubicBezTo>
                  <a:pt x="1174" y="150"/>
                  <a:pt x="1174" y="154"/>
                  <a:pt x="1173" y="156"/>
                </a:cubicBezTo>
                <a:cubicBezTo>
                  <a:pt x="1173" y="157"/>
                  <a:pt x="1174" y="158"/>
                  <a:pt x="1174" y="159"/>
                </a:cubicBezTo>
                <a:cubicBezTo>
                  <a:pt x="1175" y="160"/>
                  <a:pt x="1176" y="160"/>
                  <a:pt x="1178" y="160"/>
                </a:cubicBezTo>
                <a:cubicBezTo>
                  <a:pt x="1180" y="160"/>
                  <a:pt x="1182" y="159"/>
                  <a:pt x="1183" y="158"/>
                </a:cubicBezTo>
                <a:cubicBezTo>
                  <a:pt x="1184" y="157"/>
                  <a:pt x="1185" y="156"/>
                  <a:pt x="1186" y="155"/>
                </a:cubicBezTo>
                <a:cubicBezTo>
                  <a:pt x="1185" y="154"/>
                  <a:pt x="1185" y="154"/>
                  <a:pt x="1185" y="154"/>
                </a:cubicBezTo>
                <a:cubicBezTo>
                  <a:pt x="1184" y="154"/>
                  <a:pt x="1184" y="155"/>
                  <a:pt x="1183" y="155"/>
                </a:cubicBezTo>
                <a:cubicBezTo>
                  <a:pt x="1183" y="156"/>
                  <a:pt x="1182" y="156"/>
                  <a:pt x="1182" y="156"/>
                </a:cubicBezTo>
                <a:cubicBezTo>
                  <a:pt x="1181" y="156"/>
                  <a:pt x="1181" y="156"/>
                  <a:pt x="1181" y="155"/>
                </a:cubicBezTo>
                <a:cubicBezTo>
                  <a:pt x="1181" y="155"/>
                  <a:pt x="1180" y="155"/>
                  <a:pt x="1180" y="154"/>
                </a:cubicBezTo>
                <a:lnTo>
                  <a:pt x="1181" y="153"/>
                </a:lnTo>
                <a:close/>
                <a:moveTo>
                  <a:pt x="1183" y="112"/>
                </a:moveTo>
                <a:cubicBezTo>
                  <a:pt x="1184" y="112"/>
                  <a:pt x="1185" y="111"/>
                  <a:pt x="1186" y="110"/>
                </a:cubicBezTo>
                <a:cubicBezTo>
                  <a:pt x="1187" y="109"/>
                  <a:pt x="1188" y="108"/>
                  <a:pt x="1188" y="107"/>
                </a:cubicBezTo>
                <a:cubicBezTo>
                  <a:pt x="1188" y="106"/>
                  <a:pt x="1187" y="105"/>
                  <a:pt x="1187" y="104"/>
                </a:cubicBezTo>
                <a:cubicBezTo>
                  <a:pt x="1186" y="103"/>
                  <a:pt x="1185" y="103"/>
                  <a:pt x="1184" y="103"/>
                </a:cubicBezTo>
                <a:cubicBezTo>
                  <a:pt x="1182" y="103"/>
                  <a:pt x="1181" y="103"/>
                  <a:pt x="1180" y="104"/>
                </a:cubicBezTo>
                <a:cubicBezTo>
                  <a:pt x="1180" y="105"/>
                  <a:pt x="1179" y="107"/>
                  <a:pt x="1179" y="108"/>
                </a:cubicBezTo>
                <a:cubicBezTo>
                  <a:pt x="1179" y="109"/>
                  <a:pt x="1179" y="110"/>
                  <a:pt x="1180" y="111"/>
                </a:cubicBezTo>
                <a:cubicBezTo>
                  <a:pt x="1181" y="111"/>
                  <a:pt x="1182" y="112"/>
                  <a:pt x="1183" y="112"/>
                </a:cubicBezTo>
                <a:close/>
                <a:moveTo>
                  <a:pt x="1207" y="129"/>
                </a:moveTo>
                <a:cubicBezTo>
                  <a:pt x="1208" y="120"/>
                  <a:pt x="1208" y="120"/>
                  <a:pt x="1208" y="120"/>
                </a:cubicBezTo>
                <a:cubicBezTo>
                  <a:pt x="1207" y="119"/>
                  <a:pt x="1207" y="119"/>
                  <a:pt x="1207" y="119"/>
                </a:cubicBezTo>
                <a:cubicBezTo>
                  <a:pt x="1198" y="121"/>
                  <a:pt x="1198" y="121"/>
                  <a:pt x="1198" y="121"/>
                </a:cubicBezTo>
                <a:cubicBezTo>
                  <a:pt x="1198" y="124"/>
                  <a:pt x="1198" y="124"/>
                  <a:pt x="1198" y="124"/>
                </a:cubicBezTo>
                <a:cubicBezTo>
                  <a:pt x="1201" y="125"/>
                  <a:pt x="1201" y="125"/>
                  <a:pt x="1201" y="125"/>
                </a:cubicBezTo>
                <a:cubicBezTo>
                  <a:pt x="1196" y="159"/>
                  <a:pt x="1196" y="159"/>
                  <a:pt x="1196" y="159"/>
                </a:cubicBezTo>
                <a:cubicBezTo>
                  <a:pt x="1203" y="159"/>
                  <a:pt x="1203" y="159"/>
                  <a:pt x="1203" y="159"/>
                </a:cubicBezTo>
                <a:cubicBezTo>
                  <a:pt x="1207" y="134"/>
                  <a:pt x="1207" y="134"/>
                  <a:pt x="1207" y="134"/>
                </a:cubicBezTo>
                <a:cubicBezTo>
                  <a:pt x="1208" y="131"/>
                  <a:pt x="1210" y="129"/>
                  <a:pt x="1213" y="127"/>
                </a:cubicBezTo>
                <a:cubicBezTo>
                  <a:pt x="1215" y="125"/>
                  <a:pt x="1217" y="124"/>
                  <a:pt x="1219" y="124"/>
                </a:cubicBezTo>
                <a:cubicBezTo>
                  <a:pt x="1220" y="124"/>
                  <a:pt x="1221" y="125"/>
                  <a:pt x="1222" y="126"/>
                </a:cubicBezTo>
                <a:cubicBezTo>
                  <a:pt x="1223" y="127"/>
                  <a:pt x="1223" y="128"/>
                  <a:pt x="1223" y="130"/>
                </a:cubicBezTo>
                <a:cubicBezTo>
                  <a:pt x="1223" y="132"/>
                  <a:pt x="1223" y="134"/>
                  <a:pt x="1223" y="135"/>
                </a:cubicBezTo>
                <a:cubicBezTo>
                  <a:pt x="1222" y="137"/>
                  <a:pt x="1222" y="140"/>
                  <a:pt x="1222" y="142"/>
                </a:cubicBezTo>
                <a:cubicBezTo>
                  <a:pt x="1221" y="144"/>
                  <a:pt x="1221" y="144"/>
                  <a:pt x="1221" y="144"/>
                </a:cubicBezTo>
                <a:cubicBezTo>
                  <a:pt x="1221" y="147"/>
                  <a:pt x="1221" y="147"/>
                  <a:pt x="1221" y="147"/>
                </a:cubicBezTo>
                <a:cubicBezTo>
                  <a:pt x="1220" y="151"/>
                  <a:pt x="1219" y="154"/>
                  <a:pt x="1219" y="156"/>
                </a:cubicBezTo>
                <a:cubicBezTo>
                  <a:pt x="1219" y="159"/>
                  <a:pt x="1221" y="160"/>
                  <a:pt x="1224" y="160"/>
                </a:cubicBezTo>
                <a:cubicBezTo>
                  <a:pt x="1225" y="160"/>
                  <a:pt x="1226" y="160"/>
                  <a:pt x="1227" y="159"/>
                </a:cubicBezTo>
                <a:cubicBezTo>
                  <a:pt x="1228" y="159"/>
                  <a:pt x="1229" y="158"/>
                  <a:pt x="1230" y="157"/>
                </a:cubicBezTo>
                <a:cubicBezTo>
                  <a:pt x="1231" y="157"/>
                  <a:pt x="1231" y="156"/>
                  <a:pt x="1232" y="156"/>
                </a:cubicBezTo>
                <a:cubicBezTo>
                  <a:pt x="1231" y="154"/>
                  <a:pt x="1231" y="154"/>
                  <a:pt x="1231" y="154"/>
                </a:cubicBezTo>
                <a:cubicBezTo>
                  <a:pt x="1229" y="155"/>
                  <a:pt x="1228" y="156"/>
                  <a:pt x="1227" y="156"/>
                </a:cubicBezTo>
                <a:cubicBezTo>
                  <a:pt x="1227" y="156"/>
                  <a:pt x="1227" y="155"/>
                  <a:pt x="1227" y="154"/>
                </a:cubicBezTo>
                <a:cubicBezTo>
                  <a:pt x="1227" y="152"/>
                  <a:pt x="1227" y="149"/>
                  <a:pt x="1228" y="145"/>
                </a:cubicBezTo>
                <a:cubicBezTo>
                  <a:pt x="1228" y="142"/>
                  <a:pt x="1228" y="142"/>
                  <a:pt x="1228" y="142"/>
                </a:cubicBezTo>
                <a:cubicBezTo>
                  <a:pt x="1229" y="140"/>
                  <a:pt x="1229" y="140"/>
                  <a:pt x="1229" y="140"/>
                </a:cubicBezTo>
                <a:cubicBezTo>
                  <a:pt x="1230" y="135"/>
                  <a:pt x="1230" y="132"/>
                  <a:pt x="1230" y="130"/>
                </a:cubicBezTo>
                <a:cubicBezTo>
                  <a:pt x="1230" y="126"/>
                  <a:pt x="1229" y="123"/>
                  <a:pt x="1228" y="122"/>
                </a:cubicBezTo>
                <a:cubicBezTo>
                  <a:pt x="1227" y="120"/>
                  <a:pt x="1225" y="119"/>
                  <a:pt x="1222" y="119"/>
                </a:cubicBezTo>
                <a:cubicBezTo>
                  <a:pt x="1219" y="119"/>
                  <a:pt x="1217" y="120"/>
                  <a:pt x="1214" y="122"/>
                </a:cubicBezTo>
                <a:cubicBezTo>
                  <a:pt x="1211" y="124"/>
                  <a:pt x="1209" y="126"/>
                  <a:pt x="1207" y="129"/>
                </a:cubicBezTo>
                <a:close/>
                <a:moveTo>
                  <a:pt x="1267" y="153"/>
                </a:moveTo>
                <a:cubicBezTo>
                  <a:pt x="1266" y="150"/>
                  <a:pt x="1266" y="150"/>
                  <a:pt x="1266" y="150"/>
                </a:cubicBezTo>
                <a:cubicBezTo>
                  <a:pt x="1264" y="152"/>
                  <a:pt x="1262" y="153"/>
                  <a:pt x="1260" y="154"/>
                </a:cubicBezTo>
                <a:cubicBezTo>
                  <a:pt x="1258" y="155"/>
                  <a:pt x="1256" y="156"/>
                  <a:pt x="1254" y="156"/>
                </a:cubicBezTo>
                <a:cubicBezTo>
                  <a:pt x="1251" y="156"/>
                  <a:pt x="1249" y="154"/>
                  <a:pt x="1248" y="152"/>
                </a:cubicBezTo>
                <a:cubicBezTo>
                  <a:pt x="1246" y="150"/>
                  <a:pt x="1246" y="147"/>
                  <a:pt x="1246" y="143"/>
                </a:cubicBezTo>
                <a:cubicBezTo>
                  <a:pt x="1249" y="143"/>
                  <a:pt x="1252" y="143"/>
                  <a:pt x="1256" y="142"/>
                </a:cubicBezTo>
                <a:cubicBezTo>
                  <a:pt x="1259" y="140"/>
                  <a:pt x="1263" y="139"/>
                  <a:pt x="1265" y="136"/>
                </a:cubicBezTo>
                <a:cubicBezTo>
                  <a:pt x="1268" y="134"/>
                  <a:pt x="1269" y="131"/>
                  <a:pt x="1269" y="128"/>
                </a:cubicBezTo>
                <a:cubicBezTo>
                  <a:pt x="1269" y="125"/>
                  <a:pt x="1268" y="123"/>
                  <a:pt x="1267" y="122"/>
                </a:cubicBezTo>
                <a:cubicBezTo>
                  <a:pt x="1265" y="120"/>
                  <a:pt x="1263" y="119"/>
                  <a:pt x="1259" y="119"/>
                </a:cubicBezTo>
                <a:cubicBezTo>
                  <a:pt x="1255" y="119"/>
                  <a:pt x="1252" y="121"/>
                  <a:pt x="1249" y="123"/>
                </a:cubicBezTo>
                <a:cubicBezTo>
                  <a:pt x="1246" y="125"/>
                  <a:pt x="1243" y="128"/>
                  <a:pt x="1241" y="132"/>
                </a:cubicBezTo>
                <a:cubicBezTo>
                  <a:pt x="1240" y="136"/>
                  <a:pt x="1239" y="140"/>
                  <a:pt x="1239" y="145"/>
                </a:cubicBezTo>
                <a:cubicBezTo>
                  <a:pt x="1239" y="147"/>
                  <a:pt x="1239" y="150"/>
                  <a:pt x="1240" y="152"/>
                </a:cubicBezTo>
                <a:cubicBezTo>
                  <a:pt x="1241" y="155"/>
                  <a:pt x="1243" y="156"/>
                  <a:pt x="1245" y="158"/>
                </a:cubicBezTo>
                <a:cubicBezTo>
                  <a:pt x="1247" y="159"/>
                  <a:pt x="1249" y="160"/>
                  <a:pt x="1253" y="160"/>
                </a:cubicBezTo>
                <a:cubicBezTo>
                  <a:pt x="1256" y="160"/>
                  <a:pt x="1259" y="159"/>
                  <a:pt x="1261" y="158"/>
                </a:cubicBezTo>
                <a:cubicBezTo>
                  <a:pt x="1264" y="156"/>
                  <a:pt x="1266" y="154"/>
                  <a:pt x="1267" y="153"/>
                </a:cubicBezTo>
                <a:close/>
                <a:moveTo>
                  <a:pt x="1258" y="123"/>
                </a:moveTo>
                <a:cubicBezTo>
                  <a:pt x="1259" y="123"/>
                  <a:pt x="1260" y="124"/>
                  <a:pt x="1261" y="125"/>
                </a:cubicBezTo>
                <a:cubicBezTo>
                  <a:pt x="1262" y="125"/>
                  <a:pt x="1263" y="127"/>
                  <a:pt x="1263" y="129"/>
                </a:cubicBezTo>
                <a:cubicBezTo>
                  <a:pt x="1263" y="131"/>
                  <a:pt x="1262" y="133"/>
                  <a:pt x="1260" y="135"/>
                </a:cubicBezTo>
                <a:cubicBezTo>
                  <a:pt x="1258" y="136"/>
                  <a:pt x="1256" y="138"/>
                  <a:pt x="1253" y="139"/>
                </a:cubicBezTo>
                <a:cubicBezTo>
                  <a:pt x="1251" y="139"/>
                  <a:pt x="1248" y="140"/>
                  <a:pt x="1246" y="140"/>
                </a:cubicBezTo>
                <a:cubicBezTo>
                  <a:pt x="1246" y="138"/>
                  <a:pt x="1247" y="135"/>
                  <a:pt x="1248" y="132"/>
                </a:cubicBezTo>
                <a:cubicBezTo>
                  <a:pt x="1249" y="130"/>
                  <a:pt x="1250" y="127"/>
                  <a:pt x="1252" y="126"/>
                </a:cubicBezTo>
                <a:cubicBezTo>
                  <a:pt x="1254" y="124"/>
                  <a:pt x="1255" y="123"/>
                  <a:pt x="1258" y="123"/>
                </a:cubicBezTo>
                <a:close/>
                <a:moveTo>
                  <a:pt x="1303" y="153"/>
                </a:moveTo>
                <a:cubicBezTo>
                  <a:pt x="1302" y="150"/>
                  <a:pt x="1302" y="150"/>
                  <a:pt x="1302" y="150"/>
                </a:cubicBezTo>
                <a:cubicBezTo>
                  <a:pt x="1300" y="152"/>
                  <a:pt x="1298" y="153"/>
                  <a:pt x="1296" y="154"/>
                </a:cubicBezTo>
                <a:cubicBezTo>
                  <a:pt x="1294" y="155"/>
                  <a:pt x="1292" y="156"/>
                  <a:pt x="1290" y="156"/>
                </a:cubicBezTo>
                <a:cubicBezTo>
                  <a:pt x="1287" y="156"/>
                  <a:pt x="1285" y="154"/>
                  <a:pt x="1284" y="152"/>
                </a:cubicBezTo>
                <a:cubicBezTo>
                  <a:pt x="1282" y="150"/>
                  <a:pt x="1282" y="147"/>
                  <a:pt x="1282" y="143"/>
                </a:cubicBezTo>
                <a:cubicBezTo>
                  <a:pt x="1285" y="143"/>
                  <a:pt x="1288" y="143"/>
                  <a:pt x="1292" y="142"/>
                </a:cubicBezTo>
                <a:cubicBezTo>
                  <a:pt x="1295" y="140"/>
                  <a:pt x="1299" y="139"/>
                  <a:pt x="1301" y="136"/>
                </a:cubicBezTo>
                <a:cubicBezTo>
                  <a:pt x="1304" y="134"/>
                  <a:pt x="1305" y="131"/>
                  <a:pt x="1305" y="128"/>
                </a:cubicBezTo>
                <a:cubicBezTo>
                  <a:pt x="1305" y="125"/>
                  <a:pt x="1304" y="123"/>
                  <a:pt x="1303" y="122"/>
                </a:cubicBezTo>
                <a:cubicBezTo>
                  <a:pt x="1301" y="120"/>
                  <a:pt x="1299" y="119"/>
                  <a:pt x="1295" y="119"/>
                </a:cubicBezTo>
                <a:cubicBezTo>
                  <a:pt x="1291" y="119"/>
                  <a:pt x="1288" y="121"/>
                  <a:pt x="1285" y="123"/>
                </a:cubicBezTo>
                <a:cubicBezTo>
                  <a:pt x="1282" y="125"/>
                  <a:pt x="1279" y="128"/>
                  <a:pt x="1277" y="132"/>
                </a:cubicBezTo>
                <a:cubicBezTo>
                  <a:pt x="1275" y="136"/>
                  <a:pt x="1275" y="140"/>
                  <a:pt x="1275" y="145"/>
                </a:cubicBezTo>
                <a:cubicBezTo>
                  <a:pt x="1275" y="147"/>
                  <a:pt x="1275" y="150"/>
                  <a:pt x="1276" y="152"/>
                </a:cubicBezTo>
                <a:cubicBezTo>
                  <a:pt x="1277" y="155"/>
                  <a:pt x="1279" y="156"/>
                  <a:pt x="1281" y="158"/>
                </a:cubicBezTo>
                <a:cubicBezTo>
                  <a:pt x="1283" y="159"/>
                  <a:pt x="1285" y="160"/>
                  <a:pt x="1288" y="160"/>
                </a:cubicBezTo>
                <a:cubicBezTo>
                  <a:pt x="1292" y="160"/>
                  <a:pt x="1295" y="159"/>
                  <a:pt x="1297" y="158"/>
                </a:cubicBezTo>
                <a:cubicBezTo>
                  <a:pt x="1300" y="156"/>
                  <a:pt x="1302" y="154"/>
                  <a:pt x="1303" y="153"/>
                </a:cubicBezTo>
                <a:close/>
                <a:moveTo>
                  <a:pt x="1294" y="123"/>
                </a:moveTo>
                <a:cubicBezTo>
                  <a:pt x="1295" y="123"/>
                  <a:pt x="1296" y="124"/>
                  <a:pt x="1297" y="125"/>
                </a:cubicBezTo>
                <a:cubicBezTo>
                  <a:pt x="1298" y="125"/>
                  <a:pt x="1298" y="127"/>
                  <a:pt x="1298" y="129"/>
                </a:cubicBezTo>
                <a:cubicBezTo>
                  <a:pt x="1298" y="131"/>
                  <a:pt x="1298" y="133"/>
                  <a:pt x="1296" y="135"/>
                </a:cubicBezTo>
                <a:cubicBezTo>
                  <a:pt x="1294" y="136"/>
                  <a:pt x="1292" y="138"/>
                  <a:pt x="1289" y="139"/>
                </a:cubicBezTo>
                <a:cubicBezTo>
                  <a:pt x="1287" y="139"/>
                  <a:pt x="1284" y="140"/>
                  <a:pt x="1282" y="140"/>
                </a:cubicBezTo>
                <a:cubicBezTo>
                  <a:pt x="1282" y="138"/>
                  <a:pt x="1283" y="135"/>
                  <a:pt x="1284" y="132"/>
                </a:cubicBezTo>
                <a:cubicBezTo>
                  <a:pt x="1285" y="130"/>
                  <a:pt x="1286" y="127"/>
                  <a:pt x="1288" y="126"/>
                </a:cubicBezTo>
                <a:cubicBezTo>
                  <a:pt x="1289" y="124"/>
                  <a:pt x="1291" y="123"/>
                  <a:pt x="1294" y="123"/>
                </a:cubicBezTo>
                <a:close/>
                <a:moveTo>
                  <a:pt x="1322" y="129"/>
                </a:moveTo>
                <a:cubicBezTo>
                  <a:pt x="1323" y="127"/>
                  <a:pt x="1323" y="127"/>
                  <a:pt x="1323" y="127"/>
                </a:cubicBezTo>
                <a:cubicBezTo>
                  <a:pt x="1323" y="120"/>
                  <a:pt x="1323" y="120"/>
                  <a:pt x="1323" y="120"/>
                </a:cubicBezTo>
                <a:cubicBezTo>
                  <a:pt x="1322" y="119"/>
                  <a:pt x="1322" y="119"/>
                  <a:pt x="1322" y="119"/>
                </a:cubicBezTo>
                <a:cubicBezTo>
                  <a:pt x="1314" y="121"/>
                  <a:pt x="1314" y="121"/>
                  <a:pt x="1314" y="121"/>
                </a:cubicBezTo>
                <a:cubicBezTo>
                  <a:pt x="1313" y="124"/>
                  <a:pt x="1313" y="124"/>
                  <a:pt x="1313" y="124"/>
                </a:cubicBezTo>
                <a:cubicBezTo>
                  <a:pt x="1317" y="125"/>
                  <a:pt x="1317" y="125"/>
                  <a:pt x="1317" y="125"/>
                </a:cubicBezTo>
                <a:cubicBezTo>
                  <a:pt x="1312" y="159"/>
                  <a:pt x="1312" y="159"/>
                  <a:pt x="1312" y="159"/>
                </a:cubicBezTo>
                <a:cubicBezTo>
                  <a:pt x="1319" y="159"/>
                  <a:pt x="1319" y="159"/>
                  <a:pt x="1319" y="159"/>
                </a:cubicBezTo>
                <a:cubicBezTo>
                  <a:pt x="1322" y="134"/>
                  <a:pt x="1322" y="134"/>
                  <a:pt x="1322" y="134"/>
                </a:cubicBezTo>
                <a:cubicBezTo>
                  <a:pt x="1323" y="132"/>
                  <a:pt x="1325" y="130"/>
                  <a:pt x="1327" y="129"/>
                </a:cubicBezTo>
                <a:cubicBezTo>
                  <a:pt x="1329" y="127"/>
                  <a:pt x="1331" y="127"/>
                  <a:pt x="1333" y="127"/>
                </a:cubicBezTo>
                <a:cubicBezTo>
                  <a:pt x="1334" y="127"/>
                  <a:pt x="1335" y="127"/>
                  <a:pt x="1336" y="127"/>
                </a:cubicBezTo>
                <a:cubicBezTo>
                  <a:pt x="1338" y="120"/>
                  <a:pt x="1338" y="120"/>
                  <a:pt x="1338" y="120"/>
                </a:cubicBezTo>
                <a:cubicBezTo>
                  <a:pt x="1337" y="120"/>
                  <a:pt x="1336" y="119"/>
                  <a:pt x="1335" y="119"/>
                </a:cubicBezTo>
                <a:cubicBezTo>
                  <a:pt x="1333" y="119"/>
                  <a:pt x="1331" y="120"/>
                  <a:pt x="1330" y="121"/>
                </a:cubicBezTo>
                <a:cubicBezTo>
                  <a:pt x="1328" y="122"/>
                  <a:pt x="1326" y="123"/>
                  <a:pt x="1325" y="125"/>
                </a:cubicBezTo>
                <a:cubicBezTo>
                  <a:pt x="1324" y="126"/>
                  <a:pt x="1323" y="128"/>
                  <a:pt x="1322" y="129"/>
                </a:cubicBezTo>
                <a:close/>
                <a:moveTo>
                  <a:pt x="1349" y="153"/>
                </a:moveTo>
                <a:cubicBezTo>
                  <a:pt x="1354" y="120"/>
                  <a:pt x="1354" y="120"/>
                  <a:pt x="1354" y="120"/>
                </a:cubicBezTo>
                <a:cubicBezTo>
                  <a:pt x="1352" y="119"/>
                  <a:pt x="1352" y="119"/>
                  <a:pt x="1352" y="119"/>
                </a:cubicBezTo>
                <a:cubicBezTo>
                  <a:pt x="1342" y="121"/>
                  <a:pt x="1342" y="121"/>
                  <a:pt x="1342" y="121"/>
                </a:cubicBezTo>
                <a:cubicBezTo>
                  <a:pt x="1342" y="123"/>
                  <a:pt x="1342" y="123"/>
                  <a:pt x="1342" y="123"/>
                </a:cubicBezTo>
                <a:cubicBezTo>
                  <a:pt x="1346" y="125"/>
                  <a:pt x="1346" y="125"/>
                  <a:pt x="1346" y="125"/>
                </a:cubicBezTo>
                <a:cubicBezTo>
                  <a:pt x="1345" y="132"/>
                  <a:pt x="1345" y="138"/>
                  <a:pt x="1344" y="142"/>
                </a:cubicBezTo>
                <a:cubicBezTo>
                  <a:pt x="1343" y="150"/>
                  <a:pt x="1342" y="154"/>
                  <a:pt x="1342" y="156"/>
                </a:cubicBezTo>
                <a:cubicBezTo>
                  <a:pt x="1342" y="157"/>
                  <a:pt x="1342" y="158"/>
                  <a:pt x="1343" y="159"/>
                </a:cubicBezTo>
                <a:cubicBezTo>
                  <a:pt x="1344" y="160"/>
                  <a:pt x="1345" y="160"/>
                  <a:pt x="1347" y="160"/>
                </a:cubicBezTo>
                <a:cubicBezTo>
                  <a:pt x="1349" y="160"/>
                  <a:pt x="1350" y="159"/>
                  <a:pt x="1352" y="158"/>
                </a:cubicBezTo>
                <a:cubicBezTo>
                  <a:pt x="1353" y="157"/>
                  <a:pt x="1354" y="156"/>
                  <a:pt x="1355" y="155"/>
                </a:cubicBezTo>
                <a:cubicBezTo>
                  <a:pt x="1354" y="154"/>
                  <a:pt x="1354" y="154"/>
                  <a:pt x="1354" y="154"/>
                </a:cubicBezTo>
                <a:cubicBezTo>
                  <a:pt x="1353" y="154"/>
                  <a:pt x="1352" y="155"/>
                  <a:pt x="1352" y="155"/>
                </a:cubicBezTo>
                <a:cubicBezTo>
                  <a:pt x="1351" y="156"/>
                  <a:pt x="1351" y="156"/>
                  <a:pt x="1350" y="156"/>
                </a:cubicBezTo>
                <a:cubicBezTo>
                  <a:pt x="1350" y="156"/>
                  <a:pt x="1350" y="156"/>
                  <a:pt x="1349" y="155"/>
                </a:cubicBezTo>
                <a:cubicBezTo>
                  <a:pt x="1349" y="155"/>
                  <a:pt x="1349" y="155"/>
                  <a:pt x="1349" y="154"/>
                </a:cubicBezTo>
                <a:lnTo>
                  <a:pt x="1349" y="153"/>
                </a:lnTo>
                <a:close/>
                <a:moveTo>
                  <a:pt x="1351" y="112"/>
                </a:moveTo>
                <a:cubicBezTo>
                  <a:pt x="1353" y="112"/>
                  <a:pt x="1354" y="111"/>
                  <a:pt x="1355" y="110"/>
                </a:cubicBezTo>
                <a:cubicBezTo>
                  <a:pt x="1356" y="109"/>
                  <a:pt x="1356" y="108"/>
                  <a:pt x="1356" y="107"/>
                </a:cubicBezTo>
                <a:cubicBezTo>
                  <a:pt x="1356" y="106"/>
                  <a:pt x="1356" y="105"/>
                  <a:pt x="1355" y="104"/>
                </a:cubicBezTo>
                <a:cubicBezTo>
                  <a:pt x="1354" y="103"/>
                  <a:pt x="1353" y="103"/>
                  <a:pt x="1352" y="103"/>
                </a:cubicBezTo>
                <a:cubicBezTo>
                  <a:pt x="1351" y="103"/>
                  <a:pt x="1350" y="103"/>
                  <a:pt x="1349" y="104"/>
                </a:cubicBezTo>
                <a:cubicBezTo>
                  <a:pt x="1348" y="105"/>
                  <a:pt x="1348" y="107"/>
                  <a:pt x="1348" y="108"/>
                </a:cubicBezTo>
                <a:cubicBezTo>
                  <a:pt x="1348" y="109"/>
                  <a:pt x="1348" y="110"/>
                  <a:pt x="1349" y="111"/>
                </a:cubicBezTo>
                <a:cubicBezTo>
                  <a:pt x="1350" y="111"/>
                  <a:pt x="1350" y="112"/>
                  <a:pt x="1351" y="112"/>
                </a:cubicBezTo>
                <a:close/>
                <a:moveTo>
                  <a:pt x="1374" y="129"/>
                </a:moveTo>
                <a:cubicBezTo>
                  <a:pt x="1375" y="120"/>
                  <a:pt x="1375" y="120"/>
                  <a:pt x="1375" y="120"/>
                </a:cubicBezTo>
                <a:cubicBezTo>
                  <a:pt x="1374" y="119"/>
                  <a:pt x="1374" y="119"/>
                  <a:pt x="1374" y="119"/>
                </a:cubicBezTo>
                <a:cubicBezTo>
                  <a:pt x="1365" y="121"/>
                  <a:pt x="1365" y="121"/>
                  <a:pt x="1365" y="121"/>
                </a:cubicBezTo>
                <a:cubicBezTo>
                  <a:pt x="1365" y="124"/>
                  <a:pt x="1365" y="124"/>
                  <a:pt x="1365" y="124"/>
                </a:cubicBezTo>
                <a:cubicBezTo>
                  <a:pt x="1368" y="125"/>
                  <a:pt x="1368" y="125"/>
                  <a:pt x="1368" y="125"/>
                </a:cubicBezTo>
                <a:cubicBezTo>
                  <a:pt x="1364" y="159"/>
                  <a:pt x="1364" y="159"/>
                  <a:pt x="1364" y="159"/>
                </a:cubicBezTo>
                <a:cubicBezTo>
                  <a:pt x="1370" y="159"/>
                  <a:pt x="1370" y="159"/>
                  <a:pt x="1370" y="159"/>
                </a:cubicBezTo>
                <a:cubicBezTo>
                  <a:pt x="1374" y="134"/>
                  <a:pt x="1374" y="134"/>
                  <a:pt x="1374" y="134"/>
                </a:cubicBezTo>
                <a:cubicBezTo>
                  <a:pt x="1375" y="131"/>
                  <a:pt x="1377" y="129"/>
                  <a:pt x="1380" y="127"/>
                </a:cubicBezTo>
                <a:cubicBezTo>
                  <a:pt x="1382" y="125"/>
                  <a:pt x="1384" y="124"/>
                  <a:pt x="1386" y="124"/>
                </a:cubicBezTo>
                <a:cubicBezTo>
                  <a:pt x="1388" y="124"/>
                  <a:pt x="1389" y="125"/>
                  <a:pt x="1389" y="126"/>
                </a:cubicBezTo>
                <a:cubicBezTo>
                  <a:pt x="1390" y="127"/>
                  <a:pt x="1390" y="128"/>
                  <a:pt x="1390" y="130"/>
                </a:cubicBezTo>
                <a:cubicBezTo>
                  <a:pt x="1390" y="132"/>
                  <a:pt x="1390" y="134"/>
                  <a:pt x="1390" y="135"/>
                </a:cubicBezTo>
                <a:cubicBezTo>
                  <a:pt x="1390" y="137"/>
                  <a:pt x="1389" y="140"/>
                  <a:pt x="1389" y="142"/>
                </a:cubicBezTo>
                <a:cubicBezTo>
                  <a:pt x="1388" y="144"/>
                  <a:pt x="1388" y="144"/>
                  <a:pt x="1388" y="144"/>
                </a:cubicBezTo>
                <a:cubicBezTo>
                  <a:pt x="1388" y="147"/>
                  <a:pt x="1388" y="147"/>
                  <a:pt x="1388" y="147"/>
                </a:cubicBezTo>
                <a:cubicBezTo>
                  <a:pt x="1387" y="151"/>
                  <a:pt x="1387" y="154"/>
                  <a:pt x="1387" y="156"/>
                </a:cubicBezTo>
                <a:cubicBezTo>
                  <a:pt x="1387" y="159"/>
                  <a:pt x="1388" y="160"/>
                  <a:pt x="1391" y="160"/>
                </a:cubicBezTo>
                <a:cubicBezTo>
                  <a:pt x="1392" y="160"/>
                  <a:pt x="1394" y="160"/>
                  <a:pt x="1395" y="159"/>
                </a:cubicBezTo>
                <a:cubicBezTo>
                  <a:pt x="1396" y="159"/>
                  <a:pt x="1397" y="158"/>
                  <a:pt x="1397" y="157"/>
                </a:cubicBezTo>
                <a:cubicBezTo>
                  <a:pt x="1398" y="157"/>
                  <a:pt x="1399" y="156"/>
                  <a:pt x="1399" y="156"/>
                </a:cubicBezTo>
                <a:cubicBezTo>
                  <a:pt x="1398" y="154"/>
                  <a:pt x="1398" y="154"/>
                  <a:pt x="1398" y="154"/>
                </a:cubicBezTo>
                <a:cubicBezTo>
                  <a:pt x="1397" y="155"/>
                  <a:pt x="1396" y="156"/>
                  <a:pt x="1395" y="156"/>
                </a:cubicBezTo>
                <a:cubicBezTo>
                  <a:pt x="1394" y="156"/>
                  <a:pt x="1394" y="155"/>
                  <a:pt x="1394" y="154"/>
                </a:cubicBezTo>
                <a:cubicBezTo>
                  <a:pt x="1394" y="152"/>
                  <a:pt x="1394" y="149"/>
                  <a:pt x="1395" y="145"/>
                </a:cubicBezTo>
                <a:cubicBezTo>
                  <a:pt x="1395" y="142"/>
                  <a:pt x="1395" y="142"/>
                  <a:pt x="1395" y="142"/>
                </a:cubicBezTo>
                <a:cubicBezTo>
                  <a:pt x="1396" y="140"/>
                  <a:pt x="1396" y="140"/>
                  <a:pt x="1396" y="140"/>
                </a:cubicBezTo>
                <a:cubicBezTo>
                  <a:pt x="1397" y="135"/>
                  <a:pt x="1397" y="132"/>
                  <a:pt x="1397" y="130"/>
                </a:cubicBezTo>
                <a:cubicBezTo>
                  <a:pt x="1397" y="126"/>
                  <a:pt x="1397" y="123"/>
                  <a:pt x="1395" y="122"/>
                </a:cubicBezTo>
                <a:cubicBezTo>
                  <a:pt x="1394" y="120"/>
                  <a:pt x="1392" y="119"/>
                  <a:pt x="1389" y="119"/>
                </a:cubicBezTo>
                <a:cubicBezTo>
                  <a:pt x="1386" y="119"/>
                  <a:pt x="1384" y="120"/>
                  <a:pt x="1381" y="122"/>
                </a:cubicBezTo>
                <a:cubicBezTo>
                  <a:pt x="1379" y="124"/>
                  <a:pt x="1376" y="126"/>
                  <a:pt x="1374" y="129"/>
                </a:cubicBezTo>
                <a:close/>
                <a:moveTo>
                  <a:pt x="1433" y="162"/>
                </a:moveTo>
                <a:cubicBezTo>
                  <a:pt x="1440" y="119"/>
                  <a:pt x="1440" y="119"/>
                  <a:pt x="1440" y="119"/>
                </a:cubicBezTo>
                <a:cubicBezTo>
                  <a:pt x="1435" y="121"/>
                  <a:pt x="1435" y="121"/>
                  <a:pt x="1435" y="121"/>
                </a:cubicBezTo>
                <a:cubicBezTo>
                  <a:pt x="1434" y="121"/>
                  <a:pt x="1433" y="120"/>
                  <a:pt x="1432" y="120"/>
                </a:cubicBezTo>
                <a:cubicBezTo>
                  <a:pt x="1430" y="120"/>
                  <a:pt x="1429" y="119"/>
                  <a:pt x="1428" y="119"/>
                </a:cubicBezTo>
                <a:cubicBezTo>
                  <a:pt x="1423" y="119"/>
                  <a:pt x="1419" y="121"/>
                  <a:pt x="1416" y="123"/>
                </a:cubicBezTo>
                <a:cubicBezTo>
                  <a:pt x="1412" y="126"/>
                  <a:pt x="1410" y="129"/>
                  <a:pt x="1408" y="133"/>
                </a:cubicBezTo>
                <a:cubicBezTo>
                  <a:pt x="1406" y="137"/>
                  <a:pt x="1405" y="141"/>
                  <a:pt x="1405" y="145"/>
                </a:cubicBezTo>
                <a:cubicBezTo>
                  <a:pt x="1405" y="150"/>
                  <a:pt x="1406" y="153"/>
                  <a:pt x="1408" y="156"/>
                </a:cubicBezTo>
                <a:cubicBezTo>
                  <a:pt x="1410" y="159"/>
                  <a:pt x="1413" y="160"/>
                  <a:pt x="1417" y="160"/>
                </a:cubicBezTo>
                <a:cubicBezTo>
                  <a:pt x="1419" y="160"/>
                  <a:pt x="1421" y="159"/>
                  <a:pt x="1423" y="158"/>
                </a:cubicBezTo>
                <a:cubicBezTo>
                  <a:pt x="1425" y="157"/>
                  <a:pt x="1426" y="156"/>
                  <a:pt x="1428" y="155"/>
                </a:cubicBezTo>
                <a:cubicBezTo>
                  <a:pt x="1426" y="164"/>
                  <a:pt x="1426" y="164"/>
                  <a:pt x="1426" y="164"/>
                </a:cubicBezTo>
                <a:cubicBezTo>
                  <a:pt x="1426" y="167"/>
                  <a:pt x="1425" y="169"/>
                  <a:pt x="1424" y="170"/>
                </a:cubicBezTo>
                <a:cubicBezTo>
                  <a:pt x="1422" y="172"/>
                  <a:pt x="1420" y="172"/>
                  <a:pt x="1417" y="172"/>
                </a:cubicBezTo>
                <a:cubicBezTo>
                  <a:pt x="1415" y="172"/>
                  <a:pt x="1414" y="172"/>
                  <a:pt x="1412" y="171"/>
                </a:cubicBezTo>
                <a:cubicBezTo>
                  <a:pt x="1410" y="171"/>
                  <a:pt x="1409" y="170"/>
                  <a:pt x="1408" y="170"/>
                </a:cubicBezTo>
                <a:cubicBezTo>
                  <a:pt x="1406" y="175"/>
                  <a:pt x="1406" y="175"/>
                  <a:pt x="1406" y="175"/>
                </a:cubicBezTo>
                <a:cubicBezTo>
                  <a:pt x="1407" y="176"/>
                  <a:pt x="1408" y="176"/>
                  <a:pt x="1410" y="176"/>
                </a:cubicBezTo>
                <a:cubicBezTo>
                  <a:pt x="1411" y="177"/>
                  <a:pt x="1413" y="177"/>
                  <a:pt x="1414" y="177"/>
                </a:cubicBezTo>
                <a:cubicBezTo>
                  <a:pt x="1417" y="177"/>
                  <a:pt x="1420" y="176"/>
                  <a:pt x="1423" y="175"/>
                </a:cubicBezTo>
                <a:cubicBezTo>
                  <a:pt x="1425" y="174"/>
                  <a:pt x="1428" y="173"/>
                  <a:pt x="1430" y="170"/>
                </a:cubicBezTo>
                <a:cubicBezTo>
                  <a:pt x="1432" y="168"/>
                  <a:pt x="1433" y="165"/>
                  <a:pt x="1433" y="162"/>
                </a:cubicBezTo>
                <a:close/>
                <a:moveTo>
                  <a:pt x="1432" y="125"/>
                </a:moveTo>
                <a:cubicBezTo>
                  <a:pt x="1428" y="150"/>
                  <a:pt x="1428" y="150"/>
                  <a:pt x="1428" y="150"/>
                </a:cubicBezTo>
                <a:cubicBezTo>
                  <a:pt x="1427" y="151"/>
                  <a:pt x="1426" y="153"/>
                  <a:pt x="1424" y="154"/>
                </a:cubicBezTo>
                <a:cubicBezTo>
                  <a:pt x="1423" y="155"/>
                  <a:pt x="1421" y="155"/>
                  <a:pt x="1419" y="155"/>
                </a:cubicBezTo>
                <a:cubicBezTo>
                  <a:pt x="1417" y="155"/>
                  <a:pt x="1415" y="155"/>
                  <a:pt x="1414" y="153"/>
                </a:cubicBezTo>
                <a:cubicBezTo>
                  <a:pt x="1413" y="151"/>
                  <a:pt x="1412" y="148"/>
                  <a:pt x="1412" y="145"/>
                </a:cubicBezTo>
                <a:cubicBezTo>
                  <a:pt x="1412" y="142"/>
                  <a:pt x="1413" y="138"/>
                  <a:pt x="1414" y="135"/>
                </a:cubicBezTo>
                <a:cubicBezTo>
                  <a:pt x="1415" y="132"/>
                  <a:pt x="1417" y="129"/>
                  <a:pt x="1419" y="127"/>
                </a:cubicBezTo>
                <a:cubicBezTo>
                  <a:pt x="1421" y="124"/>
                  <a:pt x="1424" y="123"/>
                  <a:pt x="1427" y="123"/>
                </a:cubicBezTo>
                <a:cubicBezTo>
                  <a:pt x="1429" y="123"/>
                  <a:pt x="1431" y="124"/>
                  <a:pt x="1432" y="125"/>
                </a:cubicBezTo>
                <a:close/>
                <a:moveTo>
                  <a:pt x="1076" y="242"/>
                </a:moveTo>
                <a:cubicBezTo>
                  <a:pt x="1072" y="249"/>
                  <a:pt x="1072" y="249"/>
                  <a:pt x="1072" y="249"/>
                </a:cubicBezTo>
                <a:cubicBezTo>
                  <a:pt x="1072" y="242"/>
                  <a:pt x="1072" y="242"/>
                  <a:pt x="1072" y="242"/>
                </a:cubicBezTo>
                <a:cubicBezTo>
                  <a:pt x="1066" y="208"/>
                  <a:pt x="1066" y="208"/>
                  <a:pt x="1066" y="208"/>
                </a:cubicBezTo>
                <a:cubicBezTo>
                  <a:pt x="1050" y="208"/>
                  <a:pt x="1050" y="208"/>
                  <a:pt x="1050" y="208"/>
                </a:cubicBezTo>
                <a:cubicBezTo>
                  <a:pt x="1049" y="211"/>
                  <a:pt x="1049" y="211"/>
                  <a:pt x="1049" y="211"/>
                </a:cubicBezTo>
                <a:cubicBezTo>
                  <a:pt x="1056" y="212"/>
                  <a:pt x="1056" y="212"/>
                  <a:pt x="1056" y="212"/>
                </a:cubicBezTo>
                <a:cubicBezTo>
                  <a:pt x="1045" y="256"/>
                  <a:pt x="1045" y="256"/>
                  <a:pt x="1045" y="256"/>
                </a:cubicBezTo>
                <a:cubicBezTo>
                  <a:pt x="1039" y="257"/>
                  <a:pt x="1039" y="257"/>
                  <a:pt x="1039" y="257"/>
                </a:cubicBezTo>
                <a:cubicBezTo>
                  <a:pt x="1039" y="260"/>
                  <a:pt x="1039" y="260"/>
                  <a:pt x="1039" y="260"/>
                </a:cubicBezTo>
                <a:cubicBezTo>
                  <a:pt x="1057" y="260"/>
                  <a:pt x="1057" y="260"/>
                  <a:pt x="1057" y="260"/>
                </a:cubicBezTo>
                <a:cubicBezTo>
                  <a:pt x="1057" y="257"/>
                  <a:pt x="1057" y="257"/>
                  <a:pt x="1057" y="257"/>
                </a:cubicBezTo>
                <a:cubicBezTo>
                  <a:pt x="1050" y="256"/>
                  <a:pt x="1050" y="256"/>
                  <a:pt x="1050" y="256"/>
                </a:cubicBezTo>
                <a:cubicBezTo>
                  <a:pt x="1057" y="225"/>
                  <a:pt x="1057" y="225"/>
                  <a:pt x="1057" y="225"/>
                </a:cubicBezTo>
                <a:cubicBezTo>
                  <a:pt x="1060" y="211"/>
                  <a:pt x="1060" y="211"/>
                  <a:pt x="1060" y="211"/>
                </a:cubicBezTo>
                <a:cubicBezTo>
                  <a:pt x="1062" y="225"/>
                  <a:pt x="1062" y="225"/>
                  <a:pt x="1062" y="225"/>
                </a:cubicBezTo>
                <a:cubicBezTo>
                  <a:pt x="1068" y="261"/>
                  <a:pt x="1068" y="261"/>
                  <a:pt x="1068" y="261"/>
                </a:cubicBezTo>
                <a:cubicBezTo>
                  <a:pt x="1072" y="260"/>
                  <a:pt x="1072" y="260"/>
                  <a:pt x="1072" y="260"/>
                </a:cubicBezTo>
                <a:cubicBezTo>
                  <a:pt x="1088" y="224"/>
                  <a:pt x="1088" y="224"/>
                  <a:pt x="1088" y="224"/>
                </a:cubicBezTo>
                <a:cubicBezTo>
                  <a:pt x="1094" y="211"/>
                  <a:pt x="1094" y="211"/>
                  <a:pt x="1094" y="211"/>
                </a:cubicBezTo>
                <a:cubicBezTo>
                  <a:pt x="1093" y="225"/>
                  <a:pt x="1093" y="225"/>
                  <a:pt x="1093" y="225"/>
                </a:cubicBezTo>
                <a:cubicBezTo>
                  <a:pt x="1091" y="256"/>
                  <a:pt x="1091" y="256"/>
                  <a:pt x="1091" y="256"/>
                </a:cubicBezTo>
                <a:cubicBezTo>
                  <a:pt x="1085" y="257"/>
                  <a:pt x="1085" y="257"/>
                  <a:pt x="1085" y="257"/>
                </a:cubicBezTo>
                <a:cubicBezTo>
                  <a:pt x="1084" y="260"/>
                  <a:pt x="1084" y="260"/>
                  <a:pt x="1084" y="260"/>
                </a:cubicBezTo>
                <a:cubicBezTo>
                  <a:pt x="1104" y="260"/>
                  <a:pt x="1104" y="260"/>
                  <a:pt x="1104" y="260"/>
                </a:cubicBezTo>
                <a:cubicBezTo>
                  <a:pt x="1104" y="257"/>
                  <a:pt x="1104" y="257"/>
                  <a:pt x="1104" y="257"/>
                </a:cubicBezTo>
                <a:cubicBezTo>
                  <a:pt x="1098" y="256"/>
                  <a:pt x="1098" y="256"/>
                  <a:pt x="1098" y="256"/>
                </a:cubicBezTo>
                <a:cubicBezTo>
                  <a:pt x="1099" y="212"/>
                  <a:pt x="1099" y="212"/>
                  <a:pt x="1099" y="212"/>
                </a:cubicBezTo>
                <a:cubicBezTo>
                  <a:pt x="1106" y="211"/>
                  <a:pt x="1106" y="211"/>
                  <a:pt x="1106" y="211"/>
                </a:cubicBezTo>
                <a:cubicBezTo>
                  <a:pt x="1106" y="208"/>
                  <a:pt x="1106" y="208"/>
                  <a:pt x="1106" y="208"/>
                </a:cubicBezTo>
                <a:cubicBezTo>
                  <a:pt x="1091" y="208"/>
                  <a:pt x="1091" y="208"/>
                  <a:pt x="1091" y="208"/>
                </a:cubicBezTo>
                <a:cubicBezTo>
                  <a:pt x="1090" y="211"/>
                  <a:pt x="1087" y="217"/>
                  <a:pt x="1083" y="225"/>
                </a:cubicBezTo>
                <a:cubicBezTo>
                  <a:pt x="1079" y="233"/>
                  <a:pt x="1077" y="239"/>
                  <a:pt x="1076" y="242"/>
                </a:cubicBezTo>
                <a:close/>
                <a:moveTo>
                  <a:pt x="1138" y="253"/>
                </a:moveTo>
                <a:cubicBezTo>
                  <a:pt x="1136" y="251"/>
                  <a:pt x="1136" y="251"/>
                  <a:pt x="1136" y="251"/>
                </a:cubicBezTo>
                <a:cubicBezTo>
                  <a:pt x="1134" y="253"/>
                  <a:pt x="1133" y="254"/>
                  <a:pt x="1131" y="255"/>
                </a:cubicBezTo>
                <a:cubicBezTo>
                  <a:pt x="1129" y="256"/>
                  <a:pt x="1126" y="256"/>
                  <a:pt x="1124" y="256"/>
                </a:cubicBezTo>
                <a:cubicBezTo>
                  <a:pt x="1121" y="256"/>
                  <a:pt x="1119" y="255"/>
                  <a:pt x="1118" y="253"/>
                </a:cubicBezTo>
                <a:cubicBezTo>
                  <a:pt x="1117" y="250"/>
                  <a:pt x="1116" y="247"/>
                  <a:pt x="1116" y="244"/>
                </a:cubicBezTo>
                <a:cubicBezTo>
                  <a:pt x="1119" y="244"/>
                  <a:pt x="1123" y="244"/>
                  <a:pt x="1126" y="242"/>
                </a:cubicBezTo>
                <a:cubicBezTo>
                  <a:pt x="1130" y="241"/>
                  <a:pt x="1133" y="240"/>
                  <a:pt x="1136" y="237"/>
                </a:cubicBezTo>
                <a:cubicBezTo>
                  <a:pt x="1138" y="235"/>
                  <a:pt x="1140" y="232"/>
                  <a:pt x="1140" y="229"/>
                </a:cubicBezTo>
                <a:cubicBezTo>
                  <a:pt x="1140" y="226"/>
                  <a:pt x="1139" y="224"/>
                  <a:pt x="1137" y="223"/>
                </a:cubicBezTo>
                <a:cubicBezTo>
                  <a:pt x="1135" y="221"/>
                  <a:pt x="1133" y="220"/>
                  <a:pt x="1130" y="220"/>
                </a:cubicBezTo>
                <a:cubicBezTo>
                  <a:pt x="1126" y="220"/>
                  <a:pt x="1122" y="221"/>
                  <a:pt x="1119" y="224"/>
                </a:cubicBezTo>
                <a:cubicBezTo>
                  <a:pt x="1116" y="226"/>
                  <a:pt x="1114" y="229"/>
                  <a:pt x="1112" y="233"/>
                </a:cubicBezTo>
                <a:cubicBezTo>
                  <a:pt x="1110" y="237"/>
                  <a:pt x="1109" y="241"/>
                  <a:pt x="1109" y="246"/>
                </a:cubicBezTo>
                <a:cubicBezTo>
                  <a:pt x="1109" y="248"/>
                  <a:pt x="1110" y="251"/>
                  <a:pt x="1111" y="253"/>
                </a:cubicBezTo>
                <a:cubicBezTo>
                  <a:pt x="1111" y="255"/>
                  <a:pt x="1113" y="257"/>
                  <a:pt x="1115" y="259"/>
                </a:cubicBezTo>
                <a:cubicBezTo>
                  <a:pt x="1117" y="260"/>
                  <a:pt x="1120" y="261"/>
                  <a:pt x="1123" y="261"/>
                </a:cubicBezTo>
                <a:cubicBezTo>
                  <a:pt x="1126" y="261"/>
                  <a:pt x="1129" y="260"/>
                  <a:pt x="1132" y="258"/>
                </a:cubicBezTo>
                <a:cubicBezTo>
                  <a:pt x="1135" y="257"/>
                  <a:pt x="1136" y="255"/>
                  <a:pt x="1138" y="253"/>
                </a:cubicBezTo>
                <a:close/>
                <a:moveTo>
                  <a:pt x="1128" y="224"/>
                </a:moveTo>
                <a:cubicBezTo>
                  <a:pt x="1130" y="224"/>
                  <a:pt x="1131" y="224"/>
                  <a:pt x="1132" y="225"/>
                </a:cubicBezTo>
                <a:cubicBezTo>
                  <a:pt x="1132" y="226"/>
                  <a:pt x="1133" y="228"/>
                  <a:pt x="1133" y="229"/>
                </a:cubicBezTo>
                <a:cubicBezTo>
                  <a:pt x="1133" y="232"/>
                  <a:pt x="1132" y="234"/>
                  <a:pt x="1130" y="235"/>
                </a:cubicBezTo>
                <a:cubicBezTo>
                  <a:pt x="1129" y="237"/>
                  <a:pt x="1126" y="238"/>
                  <a:pt x="1124" y="239"/>
                </a:cubicBezTo>
                <a:cubicBezTo>
                  <a:pt x="1121" y="240"/>
                  <a:pt x="1119" y="241"/>
                  <a:pt x="1116" y="241"/>
                </a:cubicBezTo>
                <a:cubicBezTo>
                  <a:pt x="1117" y="238"/>
                  <a:pt x="1117" y="236"/>
                  <a:pt x="1118" y="233"/>
                </a:cubicBezTo>
                <a:cubicBezTo>
                  <a:pt x="1119" y="230"/>
                  <a:pt x="1121" y="228"/>
                  <a:pt x="1122" y="226"/>
                </a:cubicBezTo>
                <a:cubicBezTo>
                  <a:pt x="1124" y="225"/>
                  <a:pt x="1126" y="224"/>
                  <a:pt x="1128" y="224"/>
                </a:cubicBezTo>
                <a:close/>
                <a:moveTo>
                  <a:pt x="1175" y="254"/>
                </a:moveTo>
                <a:cubicBezTo>
                  <a:pt x="1182" y="204"/>
                  <a:pt x="1182" y="204"/>
                  <a:pt x="1182" y="204"/>
                </a:cubicBezTo>
                <a:cubicBezTo>
                  <a:pt x="1181" y="204"/>
                  <a:pt x="1181" y="204"/>
                  <a:pt x="1181" y="204"/>
                </a:cubicBezTo>
                <a:cubicBezTo>
                  <a:pt x="1171" y="205"/>
                  <a:pt x="1171" y="205"/>
                  <a:pt x="1171" y="205"/>
                </a:cubicBezTo>
                <a:cubicBezTo>
                  <a:pt x="1170" y="207"/>
                  <a:pt x="1170" y="207"/>
                  <a:pt x="1170" y="207"/>
                </a:cubicBezTo>
                <a:cubicBezTo>
                  <a:pt x="1175" y="208"/>
                  <a:pt x="1175" y="208"/>
                  <a:pt x="1175" y="208"/>
                </a:cubicBezTo>
                <a:cubicBezTo>
                  <a:pt x="1173" y="221"/>
                  <a:pt x="1173" y="221"/>
                  <a:pt x="1173" y="221"/>
                </a:cubicBezTo>
                <a:cubicBezTo>
                  <a:pt x="1171" y="220"/>
                  <a:pt x="1169" y="220"/>
                  <a:pt x="1168" y="220"/>
                </a:cubicBezTo>
                <a:cubicBezTo>
                  <a:pt x="1163" y="220"/>
                  <a:pt x="1159" y="222"/>
                  <a:pt x="1156" y="224"/>
                </a:cubicBezTo>
                <a:cubicBezTo>
                  <a:pt x="1152" y="227"/>
                  <a:pt x="1150" y="230"/>
                  <a:pt x="1148" y="234"/>
                </a:cubicBezTo>
                <a:cubicBezTo>
                  <a:pt x="1146" y="238"/>
                  <a:pt x="1145" y="242"/>
                  <a:pt x="1145" y="246"/>
                </a:cubicBezTo>
                <a:cubicBezTo>
                  <a:pt x="1145" y="250"/>
                  <a:pt x="1146" y="254"/>
                  <a:pt x="1148" y="257"/>
                </a:cubicBezTo>
                <a:cubicBezTo>
                  <a:pt x="1150" y="259"/>
                  <a:pt x="1153" y="261"/>
                  <a:pt x="1157" y="261"/>
                </a:cubicBezTo>
                <a:cubicBezTo>
                  <a:pt x="1159" y="261"/>
                  <a:pt x="1162" y="260"/>
                  <a:pt x="1163" y="259"/>
                </a:cubicBezTo>
                <a:cubicBezTo>
                  <a:pt x="1165" y="258"/>
                  <a:pt x="1167" y="256"/>
                  <a:pt x="1168" y="255"/>
                </a:cubicBezTo>
                <a:cubicBezTo>
                  <a:pt x="1168" y="256"/>
                  <a:pt x="1168" y="256"/>
                  <a:pt x="1168" y="256"/>
                </a:cubicBezTo>
                <a:cubicBezTo>
                  <a:pt x="1168" y="259"/>
                  <a:pt x="1170" y="261"/>
                  <a:pt x="1173" y="261"/>
                </a:cubicBezTo>
                <a:cubicBezTo>
                  <a:pt x="1174" y="261"/>
                  <a:pt x="1176" y="260"/>
                  <a:pt x="1177" y="259"/>
                </a:cubicBezTo>
                <a:cubicBezTo>
                  <a:pt x="1178" y="258"/>
                  <a:pt x="1179" y="257"/>
                  <a:pt x="1180" y="256"/>
                </a:cubicBezTo>
                <a:cubicBezTo>
                  <a:pt x="1179" y="255"/>
                  <a:pt x="1179" y="255"/>
                  <a:pt x="1179" y="255"/>
                </a:cubicBezTo>
                <a:cubicBezTo>
                  <a:pt x="1178" y="256"/>
                  <a:pt x="1177" y="256"/>
                  <a:pt x="1176" y="256"/>
                </a:cubicBezTo>
                <a:cubicBezTo>
                  <a:pt x="1175" y="256"/>
                  <a:pt x="1175" y="256"/>
                  <a:pt x="1175" y="255"/>
                </a:cubicBezTo>
                <a:cubicBezTo>
                  <a:pt x="1175" y="254"/>
                  <a:pt x="1175" y="254"/>
                  <a:pt x="1175" y="254"/>
                </a:cubicBezTo>
                <a:close/>
                <a:moveTo>
                  <a:pt x="1172" y="225"/>
                </a:moveTo>
                <a:cubicBezTo>
                  <a:pt x="1169" y="250"/>
                  <a:pt x="1169" y="250"/>
                  <a:pt x="1169" y="250"/>
                </a:cubicBezTo>
                <a:cubicBezTo>
                  <a:pt x="1168" y="252"/>
                  <a:pt x="1166" y="253"/>
                  <a:pt x="1164" y="254"/>
                </a:cubicBezTo>
                <a:cubicBezTo>
                  <a:pt x="1163" y="256"/>
                  <a:pt x="1161" y="256"/>
                  <a:pt x="1159" y="256"/>
                </a:cubicBezTo>
                <a:cubicBezTo>
                  <a:pt x="1157" y="256"/>
                  <a:pt x="1155" y="255"/>
                  <a:pt x="1154" y="253"/>
                </a:cubicBezTo>
                <a:cubicBezTo>
                  <a:pt x="1153" y="252"/>
                  <a:pt x="1153" y="249"/>
                  <a:pt x="1153" y="246"/>
                </a:cubicBezTo>
                <a:cubicBezTo>
                  <a:pt x="1153" y="242"/>
                  <a:pt x="1153" y="239"/>
                  <a:pt x="1154" y="236"/>
                </a:cubicBezTo>
                <a:cubicBezTo>
                  <a:pt x="1155" y="232"/>
                  <a:pt x="1157" y="230"/>
                  <a:pt x="1159" y="227"/>
                </a:cubicBezTo>
                <a:cubicBezTo>
                  <a:pt x="1161" y="225"/>
                  <a:pt x="1164" y="224"/>
                  <a:pt x="1167" y="224"/>
                </a:cubicBezTo>
                <a:cubicBezTo>
                  <a:pt x="1169" y="224"/>
                  <a:pt x="1171" y="224"/>
                  <a:pt x="1172" y="225"/>
                </a:cubicBezTo>
                <a:close/>
                <a:moveTo>
                  <a:pt x="1198" y="254"/>
                </a:moveTo>
                <a:cubicBezTo>
                  <a:pt x="1202" y="221"/>
                  <a:pt x="1202" y="221"/>
                  <a:pt x="1202" y="221"/>
                </a:cubicBezTo>
                <a:cubicBezTo>
                  <a:pt x="1201" y="220"/>
                  <a:pt x="1201" y="220"/>
                  <a:pt x="1201" y="220"/>
                </a:cubicBezTo>
                <a:cubicBezTo>
                  <a:pt x="1191" y="222"/>
                  <a:pt x="1191" y="222"/>
                  <a:pt x="1191" y="222"/>
                </a:cubicBezTo>
                <a:cubicBezTo>
                  <a:pt x="1190" y="224"/>
                  <a:pt x="1190" y="224"/>
                  <a:pt x="1190" y="224"/>
                </a:cubicBezTo>
                <a:cubicBezTo>
                  <a:pt x="1195" y="226"/>
                  <a:pt x="1195" y="226"/>
                  <a:pt x="1195" y="226"/>
                </a:cubicBezTo>
                <a:cubicBezTo>
                  <a:pt x="1194" y="233"/>
                  <a:pt x="1193" y="239"/>
                  <a:pt x="1192" y="243"/>
                </a:cubicBezTo>
                <a:cubicBezTo>
                  <a:pt x="1191" y="251"/>
                  <a:pt x="1191" y="255"/>
                  <a:pt x="1191" y="256"/>
                </a:cubicBezTo>
                <a:cubicBezTo>
                  <a:pt x="1190" y="258"/>
                  <a:pt x="1191" y="259"/>
                  <a:pt x="1192" y="260"/>
                </a:cubicBezTo>
                <a:cubicBezTo>
                  <a:pt x="1192" y="260"/>
                  <a:pt x="1194" y="261"/>
                  <a:pt x="1195" y="261"/>
                </a:cubicBezTo>
                <a:cubicBezTo>
                  <a:pt x="1197" y="261"/>
                  <a:pt x="1199" y="260"/>
                  <a:pt x="1200" y="259"/>
                </a:cubicBezTo>
                <a:cubicBezTo>
                  <a:pt x="1202" y="258"/>
                  <a:pt x="1203" y="257"/>
                  <a:pt x="1203" y="256"/>
                </a:cubicBezTo>
                <a:cubicBezTo>
                  <a:pt x="1202" y="254"/>
                  <a:pt x="1202" y="254"/>
                  <a:pt x="1202" y="254"/>
                </a:cubicBezTo>
                <a:cubicBezTo>
                  <a:pt x="1202" y="255"/>
                  <a:pt x="1201" y="256"/>
                  <a:pt x="1200" y="256"/>
                </a:cubicBezTo>
                <a:cubicBezTo>
                  <a:pt x="1200" y="256"/>
                  <a:pt x="1199" y="256"/>
                  <a:pt x="1199" y="256"/>
                </a:cubicBezTo>
                <a:cubicBezTo>
                  <a:pt x="1198" y="256"/>
                  <a:pt x="1198" y="256"/>
                  <a:pt x="1198" y="256"/>
                </a:cubicBezTo>
                <a:cubicBezTo>
                  <a:pt x="1198" y="256"/>
                  <a:pt x="1198" y="255"/>
                  <a:pt x="1198" y="255"/>
                </a:cubicBezTo>
                <a:lnTo>
                  <a:pt x="1198" y="254"/>
                </a:lnTo>
                <a:close/>
                <a:moveTo>
                  <a:pt x="1200" y="213"/>
                </a:moveTo>
                <a:cubicBezTo>
                  <a:pt x="1201" y="213"/>
                  <a:pt x="1202" y="212"/>
                  <a:pt x="1203" y="211"/>
                </a:cubicBezTo>
                <a:cubicBezTo>
                  <a:pt x="1204" y="210"/>
                  <a:pt x="1205" y="209"/>
                  <a:pt x="1205" y="207"/>
                </a:cubicBezTo>
                <a:cubicBezTo>
                  <a:pt x="1205" y="206"/>
                  <a:pt x="1204" y="206"/>
                  <a:pt x="1204" y="205"/>
                </a:cubicBezTo>
                <a:cubicBezTo>
                  <a:pt x="1203" y="204"/>
                  <a:pt x="1202" y="204"/>
                  <a:pt x="1201" y="204"/>
                </a:cubicBezTo>
                <a:cubicBezTo>
                  <a:pt x="1200" y="204"/>
                  <a:pt x="1198" y="204"/>
                  <a:pt x="1198" y="205"/>
                </a:cubicBezTo>
                <a:cubicBezTo>
                  <a:pt x="1197" y="206"/>
                  <a:pt x="1196" y="207"/>
                  <a:pt x="1196" y="209"/>
                </a:cubicBezTo>
                <a:cubicBezTo>
                  <a:pt x="1196" y="210"/>
                  <a:pt x="1197" y="211"/>
                  <a:pt x="1197" y="212"/>
                </a:cubicBezTo>
                <a:cubicBezTo>
                  <a:pt x="1198" y="212"/>
                  <a:pt x="1199" y="213"/>
                  <a:pt x="1200" y="213"/>
                </a:cubicBezTo>
                <a:close/>
                <a:moveTo>
                  <a:pt x="1237" y="228"/>
                </a:moveTo>
                <a:cubicBezTo>
                  <a:pt x="1238" y="229"/>
                  <a:pt x="1238" y="229"/>
                  <a:pt x="1238" y="229"/>
                </a:cubicBezTo>
                <a:cubicBezTo>
                  <a:pt x="1240" y="222"/>
                  <a:pt x="1240" y="222"/>
                  <a:pt x="1240" y="222"/>
                </a:cubicBezTo>
                <a:cubicBezTo>
                  <a:pt x="1239" y="221"/>
                  <a:pt x="1238" y="221"/>
                  <a:pt x="1237" y="221"/>
                </a:cubicBezTo>
                <a:cubicBezTo>
                  <a:pt x="1235" y="220"/>
                  <a:pt x="1234" y="220"/>
                  <a:pt x="1232" y="220"/>
                </a:cubicBezTo>
                <a:cubicBezTo>
                  <a:pt x="1228" y="220"/>
                  <a:pt x="1224" y="221"/>
                  <a:pt x="1221" y="224"/>
                </a:cubicBezTo>
                <a:cubicBezTo>
                  <a:pt x="1218" y="227"/>
                  <a:pt x="1216" y="230"/>
                  <a:pt x="1214" y="234"/>
                </a:cubicBezTo>
                <a:cubicBezTo>
                  <a:pt x="1213" y="237"/>
                  <a:pt x="1212" y="241"/>
                  <a:pt x="1212" y="245"/>
                </a:cubicBezTo>
                <a:cubicBezTo>
                  <a:pt x="1212" y="250"/>
                  <a:pt x="1213" y="254"/>
                  <a:pt x="1215" y="257"/>
                </a:cubicBezTo>
                <a:cubicBezTo>
                  <a:pt x="1217" y="259"/>
                  <a:pt x="1220" y="261"/>
                  <a:pt x="1224" y="261"/>
                </a:cubicBezTo>
                <a:cubicBezTo>
                  <a:pt x="1227" y="261"/>
                  <a:pt x="1230" y="260"/>
                  <a:pt x="1232" y="259"/>
                </a:cubicBezTo>
                <a:cubicBezTo>
                  <a:pt x="1235" y="257"/>
                  <a:pt x="1236" y="256"/>
                  <a:pt x="1238" y="254"/>
                </a:cubicBezTo>
                <a:cubicBezTo>
                  <a:pt x="1236" y="252"/>
                  <a:pt x="1236" y="252"/>
                  <a:pt x="1236" y="252"/>
                </a:cubicBezTo>
                <a:cubicBezTo>
                  <a:pt x="1235" y="253"/>
                  <a:pt x="1233" y="254"/>
                  <a:pt x="1232" y="255"/>
                </a:cubicBezTo>
                <a:cubicBezTo>
                  <a:pt x="1230" y="256"/>
                  <a:pt x="1229" y="256"/>
                  <a:pt x="1227" y="256"/>
                </a:cubicBezTo>
                <a:cubicBezTo>
                  <a:pt x="1224" y="256"/>
                  <a:pt x="1222" y="255"/>
                  <a:pt x="1221" y="253"/>
                </a:cubicBezTo>
                <a:cubicBezTo>
                  <a:pt x="1220" y="251"/>
                  <a:pt x="1219" y="248"/>
                  <a:pt x="1219" y="244"/>
                </a:cubicBezTo>
                <a:cubicBezTo>
                  <a:pt x="1219" y="240"/>
                  <a:pt x="1219" y="237"/>
                  <a:pt x="1221" y="234"/>
                </a:cubicBezTo>
                <a:cubicBezTo>
                  <a:pt x="1222" y="231"/>
                  <a:pt x="1223" y="229"/>
                  <a:pt x="1225" y="227"/>
                </a:cubicBezTo>
                <a:cubicBezTo>
                  <a:pt x="1227" y="225"/>
                  <a:pt x="1229" y="225"/>
                  <a:pt x="1231" y="225"/>
                </a:cubicBezTo>
                <a:cubicBezTo>
                  <a:pt x="1232" y="225"/>
                  <a:pt x="1235" y="226"/>
                  <a:pt x="1237" y="228"/>
                </a:cubicBezTo>
                <a:close/>
                <a:moveTo>
                  <a:pt x="1255" y="254"/>
                </a:moveTo>
                <a:cubicBezTo>
                  <a:pt x="1260" y="221"/>
                  <a:pt x="1260" y="221"/>
                  <a:pt x="1260" y="221"/>
                </a:cubicBezTo>
                <a:cubicBezTo>
                  <a:pt x="1259" y="220"/>
                  <a:pt x="1259" y="220"/>
                  <a:pt x="1259" y="220"/>
                </a:cubicBezTo>
                <a:cubicBezTo>
                  <a:pt x="1249" y="222"/>
                  <a:pt x="1249" y="222"/>
                  <a:pt x="1249" y="222"/>
                </a:cubicBezTo>
                <a:cubicBezTo>
                  <a:pt x="1248" y="224"/>
                  <a:pt x="1248" y="224"/>
                  <a:pt x="1248" y="224"/>
                </a:cubicBezTo>
                <a:cubicBezTo>
                  <a:pt x="1253" y="226"/>
                  <a:pt x="1253" y="226"/>
                  <a:pt x="1253" y="226"/>
                </a:cubicBezTo>
                <a:cubicBezTo>
                  <a:pt x="1252" y="233"/>
                  <a:pt x="1251" y="239"/>
                  <a:pt x="1250" y="243"/>
                </a:cubicBezTo>
                <a:cubicBezTo>
                  <a:pt x="1249" y="251"/>
                  <a:pt x="1248" y="255"/>
                  <a:pt x="1248" y="256"/>
                </a:cubicBezTo>
                <a:cubicBezTo>
                  <a:pt x="1248" y="258"/>
                  <a:pt x="1249" y="259"/>
                  <a:pt x="1249" y="260"/>
                </a:cubicBezTo>
                <a:cubicBezTo>
                  <a:pt x="1250" y="260"/>
                  <a:pt x="1251" y="261"/>
                  <a:pt x="1253" y="261"/>
                </a:cubicBezTo>
                <a:cubicBezTo>
                  <a:pt x="1255" y="261"/>
                  <a:pt x="1256" y="260"/>
                  <a:pt x="1258" y="259"/>
                </a:cubicBezTo>
                <a:cubicBezTo>
                  <a:pt x="1259" y="258"/>
                  <a:pt x="1260" y="257"/>
                  <a:pt x="1261" y="256"/>
                </a:cubicBezTo>
                <a:cubicBezTo>
                  <a:pt x="1260" y="254"/>
                  <a:pt x="1260" y="254"/>
                  <a:pt x="1260" y="254"/>
                </a:cubicBezTo>
                <a:cubicBezTo>
                  <a:pt x="1259" y="255"/>
                  <a:pt x="1259" y="256"/>
                  <a:pt x="1258" y="256"/>
                </a:cubicBezTo>
                <a:cubicBezTo>
                  <a:pt x="1258" y="256"/>
                  <a:pt x="1257" y="256"/>
                  <a:pt x="1256" y="256"/>
                </a:cubicBezTo>
                <a:cubicBezTo>
                  <a:pt x="1256" y="256"/>
                  <a:pt x="1256" y="256"/>
                  <a:pt x="1256" y="256"/>
                </a:cubicBezTo>
                <a:cubicBezTo>
                  <a:pt x="1255" y="256"/>
                  <a:pt x="1255" y="255"/>
                  <a:pt x="1255" y="255"/>
                </a:cubicBezTo>
                <a:lnTo>
                  <a:pt x="1255" y="254"/>
                </a:lnTo>
                <a:close/>
                <a:moveTo>
                  <a:pt x="1258" y="213"/>
                </a:moveTo>
                <a:cubicBezTo>
                  <a:pt x="1259" y="213"/>
                  <a:pt x="1260" y="212"/>
                  <a:pt x="1261" y="211"/>
                </a:cubicBezTo>
                <a:cubicBezTo>
                  <a:pt x="1262" y="210"/>
                  <a:pt x="1262" y="209"/>
                  <a:pt x="1262" y="207"/>
                </a:cubicBezTo>
                <a:cubicBezTo>
                  <a:pt x="1262" y="206"/>
                  <a:pt x="1262" y="206"/>
                  <a:pt x="1261" y="205"/>
                </a:cubicBezTo>
                <a:cubicBezTo>
                  <a:pt x="1261" y="204"/>
                  <a:pt x="1260" y="204"/>
                  <a:pt x="1259" y="204"/>
                </a:cubicBezTo>
                <a:cubicBezTo>
                  <a:pt x="1257" y="204"/>
                  <a:pt x="1256" y="204"/>
                  <a:pt x="1255" y="205"/>
                </a:cubicBezTo>
                <a:cubicBezTo>
                  <a:pt x="1254" y="206"/>
                  <a:pt x="1254" y="207"/>
                  <a:pt x="1254" y="209"/>
                </a:cubicBezTo>
                <a:cubicBezTo>
                  <a:pt x="1254" y="210"/>
                  <a:pt x="1254" y="211"/>
                  <a:pt x="1255" y="212"/>
                </a:cubicBezTo>
                <a:cubicBezTo>
                  <a:pt x="1256" y="212"/>
                  <a:pt x="1257" y="213"/>
                  <a:pt x="1258" y="213"/>
                </a:cubicBezTo>
                <a:close/>
                <a:moveTo>
                  <a:pt x="1282" y="229"/>
                </a:moveTo>
                <a:cubicBezTo>
                  <a:pt x="1283" y="221"/>
                  <a:pt x="1283" y="221"/>
                  <a:pt x="1283" y="221"/>
                </a:cubicBezTo>
                <a:cubicBezTo>
                  <a:pt x="1281" y="220"/>
                  <a:pt x="1281" y="220"/>
                  <a:pt x="1281" y="220"/>
                </a:cubicBezTo>
                <a:cubicBezTo>
                  <a:pt x="1273" y="222"/>
                  <a:pt x="1273" y="222"/>
                  <a:pt x="1273" y="222"/>
                </a:cubicBezTo>
                <a:cubicBezTo>
                  <a:pt x="1272" y="224"/>
                  <a:pt x="1272" y="224"/>
                  <a:pt x="1272" y="224"/>
                </a:cubicBezTo>
                <a:cubicBezTo>
                  <a:pt x="1275" y="226"/>
                  <a:pt x="1275" y="226"/>
                  <a:pt x="1275" y="226"/>
                </a:cubicBezTo>
                <a:cubicBezTo>
                  <a:pt x="1271" y="260"/>
                  <a:pt x="1271" y="260"/>
                  <a:pt x="1271" y="260"/>
                </a:cubicBezTo>
                <a:cubicBezTo>
                  <a:pt x="1278" y="260"/>
                  <a:pt x="1278" y="260"/>
                  <a:pt x="1278" y="260"/>
                </a:cubicBezTo>
                <a:cubicBezTo>
                  <a:pt x="1281" y="235"/>
                  <a:pt x="1281" y="235"/>
                  <a:pt x="1281" y="235"/>
                </a:cubicBezTo>
                <a:cubicBezTo>
                  <a:pt x="1283" y="232"/>
                  <a:pt x="1285" y="230"/>
                  <a:pt x="1287" y="228"/>
                </a:cubicBezTo>
                <a:cubicBezTo>
                  <a:pt x="1289" y="226"/>
                  <a:pt x="1291" y="225"/>
                  <a:pt x="1293" y="225"/>
                </a:cubicBezTo>
                <a:cubicBezTo>
                  <a:pt x="1295" y="225"/>
                  <a:pt x="1296" y="226"/>
                  <a:pt x="1297" y="226"/>
                </a:cubicBezTo>
                <a:cubicBezTo>
                  <a:pt x="1297" y="227"/>
                  <a:pt x="1298" y="229"/>
                  <a:pt x="1298" y="231"/>
                </a:cubicBezTo>
                <a:cubicBezTo>
                  <a:pt x="1298" y="233"/>
                  <a:pt x="1297" y="234"/>
                  <a:pt x="1297" y="236"/>
                </a:cubicBezTo>
                <a:cubicBezTo>
                  <a:pt x="1297" y="238"/>
                  <a:pt x="1297" y="240"/>
                  <a:pt x="1296" y="243"/>
                </a:cubicBezTo>
                <a:cubicBezTo>
                  <a:pt x="1296" y="245"/>
                  <a:pt x="1296" y="245"/>
                  <a:pt x="1296" y="245"/>
                </a:cubicBezTo>
                <a:cubicBezTo>
                  <a:pt x="1295" y="248"/>
                  <a:pt x="1295" y="248"/>
                  <a:pt x="1295" y="248"/>
                </a:cubicBezTo>
                <a:cubicBezTo>
                  <a:pt x="1294" y="252"/>
                  <a:pt x="1294" y="255"/>
                  <a:pt x="1294" y="256"/>
                </a:cubicBezTo>
                <a:cubicBezTo>
                  <a:pt x="1294" y="259"/>
                  <a:pt x="1295" y="261"/>
                  <a:pt x="1298" y="261"/>
                </a:cubicBezTo>
                <a:cubicBezTo>
                  <a:pt x="1300" y="261"/>
                  <a:pt x="1301" y="260"/>
                  <a:pt x="1302" y="260"/>
                </a:cubicBezTo>
                <a:cubicBezTo>
                  <a:pt x="1303" y="259"/>
                  <a:pt x="1304" y="259"/>
                  <a:pt x="1305" y="258"/>
                </a:cubicBezTo>
                <a:cubicBezTo>
                  <a:pt x="1305" y="258"/>
                  <a:pt x="1306" y="257"/>
                  <a:pt x="1306" y="257"/>
                </a:cubicBezTo>
                <a:cubicBezTo>
                  <a:pt x="1305" y="255"/>
                  <a:pt x="1305" y="255"/>
                  <a:pt x="1305" y="255"/>
                </a:cubicBezTo>
                <a:cubicBezTo>
                  <a:pt x="1304" y="256"/>
                  <a:pt x="1303" y="256"/>
                  <a:pt x="1302" y="256"/>
                </a:cubicBezTo>
                <a:cubicBezTo>
                  <a:pt x="1301" y="256"/>
                  <a:pt x="1301" y="256"/>
                  <a:pt x="1301" y="255"/>
                </a:cubicBezTo>
                <a:cubicBezTo>
                  <a:pt x="1301" y="253"/>
                  <a:pt x="1301" y="250"/>
                  <a:pt x="1302" y="246"/>
                </a:cubicBezTo>
                <a:cubicBezTo>
                  <a:pt x="1303" y="243"/>
                  <a:pt x="1303" y="243"/>
                  <a:pt x="1303" y="243"/>
                </a:cubicBezTo>
                <a:cubicBezTo>
                  <a:pt x="1303" y="241"/>
                  <a:pt x="1303" y="241"/>
                  <a:pt x="1303" y="241"/>
                </a:cubicBezTo>
                <a:cubicBezTo>
                  <a:pt x="1304" y="236"/>
                  <a:pt x="1305" y="232"/>
                  <a:pt x="1305" y="230"/>
                </a:cubicBezTo>
                <a:cubicBezTo>
                  <a:pt x="1305" y="227"/>
                  <a:pt x="1304" y="224"/>
                  <a:pt x="1302" y="223"/>
                </a:cubicBezTo>
                <a:cubicBezTo>
                  <a:pt x="1301" y="221"/>
                  <a:pt x="1299" y="220"/>
                  <a:pt x="1296" y="220"/>
                </a:cubicBezTo>
                <a:cubicBezTo>
                  <a:pt x="1294" y="220"/>
                  <a:pt x="1291" y="221"/>
                  <a:pt x="1289" y="223"/>
                </a:cubicBezTo>
                <a:cubicBezTo>
                  <a:pt x="1286" y="224"/>
                  <a:pt x="1284" y="227"/>
                  <a:pt x="1282" y="229"/>
                </a:cubicBezTo>
                <a:close/>
                <a:moveTo>
                  <a:pt x="1342" y="253"/>
                </a:moveTo>
                <a:cubicBezTo>
                  <a:pt x="1340" y="251"/>
                  <a:pt x="1340" y="251"/>
                  <a:pt x="1340" y="251"/>
                </a:cubicBezTo>
                <a:cubicBezTo>
                  <a:pt x="1339" y="253"/>
                  <a:pt x="1337" y="254"/>
                  <a:pt x="1335" y="255"/>
                </a:cubicBezTo>
                <a:cubicBezTo>
                  <a:pt x="1333" y="256"/>
                  <a:pt x="1331" y="256"/>
                  <a:pt x="1329" y="256"/>
                </a:cubicBezTo>
                <a:cubicBezTo>
                  <a:pt x="1326" y="256"/>
                  <a:pt x="1323" y="255"/>
                  <a:pt x="1322" y="253"/>
                </a:cubicBezTo>
                <a:cubicBezTo>
                  <a:pt x="1321" y="250"/>
                  <a:pt x="1320" y="247"/>
                  <a:pt x="1320" y="244"/>
                </a:cubicBezTo>
                <a:cubicBezTo>
                  <a:pt x="1323" y="244"/>
                  <a:pt x="1327" y="244"/>
                  <a:pt x="1330" y="242"/>
                </a:cubicBezTo>
                <a:cubicBezTo>
                  <a:pt x="1334" y="241"/>
                  <a:pt x="1337" y="240"/>
                  <a:pt x="1340" y="237"/>
                </a:cubicBezTo>
                <a:cubicBezTo>
                  <a:pt x="1342" y="235"/>
                  <a:pt x="1344" y="232"/>
                  <a:pt x="1344" y="229"/>
                </a:cubicBezTo>
                <a:cubicBezTo>
                  <a:pt x="1344" y="226"/>
                  <a:pt x="1343" y="224"/>
                  <a:pt x="1341" y="223"/>
                </a:cubicBezTo>
                <a:cubicBezTo>
                  <a:pt x="1340" y="221"/>
                  <a:pt x="1337" y="220"/>
                  <a:pt x="1334" y="220"/>
                </a:cubicBezTo>
                <a:cubicBezTo>
                  <a:pt x="1330" y="220"/>
                  <a:pt x="1326" y="221"/>
                  <a:pt x="1323" y="224"/>
                </a:cubicBezTo>
                <a:cubicBezTo>
                  <a:pt x="1320" y="226"/>
                  <a:pt x="1318" y="229"/>
                  <a:pt x="1316" y="233"/>
                </a:cubicBezTo>
                <a:cubicBezTo>
                  <a:pt x="1314" y="237"/>
                  <a:pt x="1313" y="241"/>
                  <a:pt x="1313" y="246"/>
                </a:cubicBezTo>
                <a:cubicBezTo>
                  <a:pt x="1313" y="248"/>
                  <a:pt x="1314" y="251"/>
                  <a:pt x="1315" y="253"/>
                </a:cubicBezTo>
                <a:cubicBezTo>
                  <a:pt x="1316" y="255"/>
                  <a:pt x="1317" y="257"/>
                  <a:pt x="1319" y="259"/>
                </a:cubicBezTo>
                <a:cubicBezTo>
                  <a:pt x="1321" y="260"/>
                  <a:pt x="1324" y="261"/>
                  <a:pt x="1327" y="261"/>
                </a:cubicBezTo>
                <a:cubicBezTo>
                  <a:pt x="1330" y="261"/>
                  <a:pt x="1333" y="260"/>
                  <a:pt x="1336" y="258"/>
                </a:cubicBezTo>
                <a:cubicBezTo>
                  <a:pt x="1339" y="257"/>
                  <a:pt x="1341" y="255"/>
                  <a:pt x="1342" y="253"/>
                </a:cubicBezTo>
                <a:close/>
                <a:moveTo>
                  <a:pt x="1332" y="224"/>
                </a:moveTo>
                <a:cubicBezTo>
                  <a:pt x="1334" y="224"/>
                  <a:pt x="1335" y="224"/>
                  <a:pt x="1336" y="225"/>
                </a:cubicBezTo>
                <a:cubicBezTo>
                  <a:pt x="1337" y="226"/>
                  <a:pt x="1337" y="228"/>
                  <a:pt x="1337" y="229"/>
                </a:cubicBezTo>
                <a:cubicBezTo>
                  <a:pt x="1337" y="232"/>
                  <a:pt x="1336" y="234"/>
                  <a:pt x="1334" y="235"/>
                </a:cubicBezTo>
                <a:cubicBezTo>
                  <a:pt x="1333" y="237"/>
                  <a:pt x="1331" y="238"/>
                  <a:pt x="1328" y="239"/>
                </a:cubicBezTo>
                <a:cubicBezTo>
                  <a:pt x="1325" y="240"/>
                  <a:pt x="1323" y="241"/>
                  <a:pt x="1321" y="241"/>
                </a:cubicBezTo>
                <a:cubicBezTo>
                  <a:pt x="1321" y="238"/>
                  <a:pt x="1321" y="236"/>
                  <a:pt x="1322" y="233"/>
                </a:cubicBezTo>
                <a:cubicBezTo>
                  <a:pt x="1323" y="230"/>
                  <a:pt x="1325" y="228"/>
                  <a:pt x="1326" y="226"/>
                </a:cubicBezTo>
                <a:cubicBezTo>
                  <a:pt x="1328" y="225"/>
                  <a:pt x="1330" y="224"/>
                  <a:pt x="1332" y="22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180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CA018DF-7EFB-4D08-89D5-E61FB47F425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996940" y="4886690"/>
            <a:ext cx="2416810" cy="117148"/>
          </a:xfrm>
        </p:spPr>
        <p:txBody>
          <a:bodyPr wrap="square">
            <a:spAutoFit/>
          </a:bodyPr>
          <a:lstStyle>
            <a:lvl1pPr marL="0" indent="0">
              <a:buNone/>
              <a:defRPr sz="750" cap="all" spc="110" baseline="0">
                <a:solidFill>
                  <a:schemeClr val="tx2"/>
                </a:solidFill>
              </a:defRPr>
            </a:lvl1pPr>
          </a:lstStyle>
          <a:p>
            <a:pPr lvl="0">
              <a:buNone/>
            </a:pPr>
            <a:r>
              <a:t>CLICK TO EDIT MASTER TEXT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Light Rub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2927F7C-53AC-400F-8DAD-235A2AF61FB8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0" y="1"/>
            <a:ext cx="9144000" cy="471011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2D74F39-96DB-4808-8693-9F55A9D7DB98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2" y="1172309"/>
            <a:ext cx="5802922" cy="3971191"/>
          </a:xfrm>
          <a:prstGeom prst="rect">
            <a:avLst/>
          </a:prstGeom>
          <a:solidFill>
            <a:srgbClr val="ECE0E0"/>
          </a:solidFill>
        </p:spPr>
        <p:txBody>
          <a:bodyPr lIns="502920" tIns="274320" rIns="457200" bIns="457200"/>
          <a:lstStyle>
            <a:lvl1pPr marL="0" indent="0">
              <a:lnSpc>
                <a:spcPct val="100000"/>
              </a:lnSpc>
              <a:buNone/>
              <a:defRPr sz="30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  <a:lvl2pPr marL="0" indent="0">
              <a:spcBef>
                <a:spcPts val="900"/>
              </a:spcBef>
              <a:buNone/>
              <a:defRPr sz="15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2pPr>
            <a:lvl3pPr marL="457189" indent="0">
              <a:buNone/>
              <a:defRPr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3pPr>
            <a:lvl4pPr marL="692133" indent="0">
              <a:buNone/>
              <a:defRPr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4pPr>
            <a:lvl5pPr marL="914378" indent="0">
              <a:buNone/>
              <a:defRPr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CDC75B-479A-4A70-A60C-F54AEE77F8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5780" y="3566160"/>
            <a:ext cx="4846320" cy="156646"/>
          </a:xfrm>
        </p:spPr>
        <p:txBody>
          <a:bodyPr anchor="b">
            <a:spAutoFit/>
          </a:bodyPr>
          <a:lstStyle>
            <a:lvl1pPr marL="0" indent="0" algn="l">
              <a:buNone/>
              <a:defRPr sz="1000" i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t>Click to edit Master subtitle style</a:t>
            </a:r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6EF64205-A64B-4137-BA41-5E5CFE0F359E}"/>
              </a:ext>
            </a:extLst>
          </p:cNvPr>
          <p:cNvSpPr>
            <a:spLocks noGrp="1"/>
          </p:cNvSpPr>
          <p:nvPr/>
        </p:nvSpPr>
        <p:spPr>
          <a:xfrm>
            <a:off x="482707" y="433839"/>
            <a:ext cx="2192207" cy="410518"/>
          </a:xfrm>
          <a:custGeom>
            <a:avLst/>
            <a:gdLst>
              <a:gd name="T0" fmla="*/ 225 w 1440"/>
              <a:gd name="T1" fmla="*/ 110 h 267"/>
              <a:gd name="T2" fmla="*/ 317 w 1440"/>
              <a:gd name="T3" fmla="*/ 7 h 267"/>
              <a:gd name="T4" fmla="*/ 475 w 1440"/>
              <a:gd name="T5" fmla="*/ 19 h 267"/>
              <a:gd name="T6" fmla="*/ 830 w 1440"/>
              <a:gd name="T7" fmla="*/ 7 h 267"/>
              <a:gd name="T8" fmla="*/ 130 w 1440"/>
              <a:gd name="T9" fmla="*/ 210 h 267"/>
              <a:gd name="T10" fmla="*/ 437 w 1440"/>
              <a:gd name="T11" fmla="*/ 209 h 267"/>
              <a:gd name="T12" fmla="*/ 493 w 1440"/>
              <a:gd name="T13" fmla="*/ 198 h 267"/>
              <a:gd name="T14" fmla="*/ 866 w 1440"/>
              <a:gd name="T15" fmla="*/ 171 h 267"/>
              <a:gd name="T16" fmla="*/ 737 w 1440"/>
              <a:gd name="T17" fmla="*/ 261 h 267"/>
              <a:gd name="T18" fmla="*/ 958 w 1440"/>
              <a:gd name="T19" fmla="*/ 172 h 267"/>
              <a:gd name="T20" fmla="*/ 906 w 1440"/>
              <a:gd name="T21" fmla="*/ 254 h 267"/>
              <a:gd name="T22" fmla="*/ 309 w 1440"/>
              <a:gd name="T23" fmla="*/ 260 h 267"/>
              <a:gd name="T24" fmla="*/ 1053 w 1440"/>
              <a:gd name="T25" fmla="*/ 31 h 267"/>
              <a:gd name="T26" fmla="*/ 1075 w 1440"/>
              <a:gd name="T27" fmla="*/ 44 h 267"/>
              <a:gd name="T28" fmla="*/ 1091 w 1440"/>
              <a:gd name="T29" fmla="*/ 22 h 267"/>
              <a:gd name="T30" fmla="*/ 1107 w 1440"/>
              <a:gd name="T31" fmla="*/ 27 h 267"/>
              <a:gd name="T32" fmla="*/ 1125 w 1440"/>
              <a:gd name="T33" fmla="*/ 55 h 267"/>
              <a:gd name="T34" fmla="*/ 1159 w 1440"/>
              <a:gd name="T35" fmla="*/ 53 h 267"/>
              <a:gd name="T36" fmla="*/ 1160 w 1440"/>
              <a:gd name="T37" fmla="*/ 57 h 267"/>
              <a:gd name="T38" fmla="*/ 1177 w 1440"/>
              <a:gd name="T39" fmla="*/ 23 h 267"/>
              <a:gd name="T40" fmla="*/ 1207 w 1440"/>
              <a:gd name="T41" fmla="*/ 58 h 267"/>
              <a:gd name="T42" fmla="*/ 1245 w 1440"/>
              <a:gd name="T43" fmla="*/ 27 h 267"/>
              <a:gd name="T44" fmla="*/ 1225 w 1440"/>
              <a:gd name="T45" fmla="*/ 43 h 267"/>
              <a:gd name="T46" fmla="*/ 1271 w 1440"/>
              <a:gd name="T47" fmla="*/ 19 h 267"/>
              <a:gd name="T48" fmla="*/ 1259 w 1440"/>
              <a:gd name="T49" fmla="*/ 32 h 267"/>
              <a:gd name="T50" fmla="*/ 1290 w 1440"/>
              <a:gd name="T51" fmla="*/ 54 h 267"/>
              <a:gd name="T52" fmla="*/ 1310 w 1440"/>
              <a:gd name="T53" fmla="*/ 25 h 267"/>
              <a:gd name="T54" fmla="*/ 1059 w 1440"/>
              <a:gd name="T55" fmla="*/ 110 h 267"/>
              <a:gd name="T56" fmla="*/ 1099 w 1440"/>
              <a:gd name="T57" fmla="*/ 134 h 267"/>
              <a:gd name="T58" fmla="*/ 1120 w 1440"/>
              <a:gd name="T59" fmla="*/ 156 h 267"/>
              <a:gd name="T60" fmla="*/ 1141 w 1440"/>
              <a:gd name="T61" fmla="*/ 123 h 267"/>
              <a:gd name="T62" fmla="*/ 1148 w 1440"/>
              <a:gd name="T63" fmla="*/ 175 h 267"/>
              <a:gd name="T64" fmla="*/ 1184 w 1440"/>
              <a:gd name="T65" fmla="*/ 119 h 267"/>
              <a:gd name="T66" fmla="*/ 1181 w 1440"/>
              <a:gd name="T67" fmla="*/ 153 h 267"/>
              <a:gd name="T68" fmla="*/ 1201 w 1440"/>
              <a:gd name="T69" fmla="*/ 125 h 267"/>
              <a:gd name="T70" fmla="*/ 1230 w 1440"/>
              <a:gd name="T71" fmla="*/ 157 h 267"/>
              <a:gd name="T72" fmla="*/ 1260 w 1440"/>
              <a:gd name="T73" fmla="*/ 154 h 267"/>
              <a:gd name="T74" fmla="*/ 1261 w 1440"/>
              <a:gd name="T75" fmla="*/ 158 h 267"/>
              <a:gd name="T76" fmla="*/ 1284 w 1440"/>
              <a:gd name="T77" fmla="*/ 152 h 267"/>
              <a:gd name="T78" fmla="*/ 1294 w 1440"/>
              <a:gd name="T79" fmla="*/ 123 h 267"/>
              <a:gd name="T80" fmla="*/ 1317 w 1440"/>
              <a:gd name="T81" fmla="*/ 125 h 267"/>
              <a:gd name="T82" fmla="*/ 1342 w 1440"/>
              <a:gd name="T83" fmla="*/ 121 h 267"/>
              <a:gd name="T84" fmla="*/ 1351 w 1440"/>
              <a:gd name="T85" fmla="*/ 112 h 267"/>
              <a:gd name="T86" fmla="*/ 1364 w 1440"/>
              <a:gd name="T87" fmla="*/ 159 h 267"/>
              <a:gd name="T88" fmla="*/ 1399 w 1440"/>
              <a:gd name="T89" fmla="*/ 156 h 267"/>
              <a:gd name="T90" fmla="*/ 1432 w 1440"/>
              <a:gd name="T91" fmla="*/ 120 h 267"/>
              <a:gd name="T92" fmla="*/ 1410 w 1440"/>
              <a:gd name="T93" fmla="*/ 176 h 267"/>
              <a:gd name="T94" fmla="*/ 1076 w 1440"/>
              <a:gd name="T95" fmla="*/ 242 h 267"/>
              <a:gd name="T96" fmla="*/ 1062 w 1440"/>
              <a:gd name="T97" fmla="*/ 225 h 267"/>
              <a:gd name="T98" fmla="*/ 1091 w 1440"/>
              <a:gd name="T99" fmla="*/ 208 h 267"/>
              <a:gd name="T100" fmla="*/ 1112 w 1440"/>
              <a:gd name="T101" fmla="*/ 233 h 267"/>
              <a:gd name="T102" fmla="*/ 1128 w 1440"/>
              <a:gd name="T103" fmla="*/ 224 h 267"/>
              <a:gd name="T104" fmla="*/ 1168 w 1440"/>
              <a:gd name="T105" fmla="*/ 255 h 267"/>
              <a:gd name="T106" fmla="*/ 1154 w 1440"/>
              <a:gd name="T107" fmla="*/ 236 h 267"/>
              <a:gd name="T108" fmla="*/ 1203 w 1440"/>
              <a:gd name="T109" fmla="*/ 256 h 267"/>
              <a:gd name="T110" fmla="*/ 1200 w 1440"/>
              <a:gd name="T111" fmla="*/ 213 h 267"/>
              <a:gd name="T112" fmla="*/ 1227 w 1440"/>
              <a:gd name="T113" fmla="*/ 256 h 267"/>
              <a:gd name="T114" fmla="*/ 1249 w 1440"/>
              <a:gd name="T115" fmla="*/ 260 h 267"/>
              <a:gd name="T116" fmla="*/ 1255 w 1440"/>
              <a:gd name="T117" fmla="*/ 205 h 267"/>
              <a:gd name="T118" fmla="*/ 1297 w 1440"/>
              <a:gd name="T119" fmla="*/ 226 h 267"/>
              <a:gd name="T120" fmla="*/ 1303 w 1440"/>
              <a:gd name="T121" fmla="*/ 243 h 267"/>
              <a:gd name="T122" fmla="*/ 1344 w 1440"/>
              <a:gd name="T123" fmla="*/ 229 h 267"/>
              <a:gd name="T124" fmla="*/ 1328 w 1440"/>
              <a:gd name="T125" fmla="*/ 239 h 267"/>
            </a:gdLst>
            <a:ahLst/>
            <a:cxnLst/>
            <a:rect l="0" t="0" r="r" b="b"/>
            <a:pathLst>
              <a:path w="1440" h="267">
                <a:moveTo>
                  <a:pt x="17" y="110"/>
                </a:moveTo>
                <a:cubicBezTo>
                  <a:pt x="3" y="110"/>
                  <a:pt x="3" y="110"/>
                  <a:pt x="3" y="110"/>
                </a:cubicBezTo>
                <a:cubicBezTo>
                  <a:pt x="3" y="1"/>
                  <a:pt x="3" y="1"/>
                  <a:pt x="3" y="1"/>
                </a:cubicBezTo>
                <a:cubicBezTo>
                  <a:pt x="81" y="83"/>
                  <a:pt x="81" y="83"/>
                  <a:pt x="81" y="83"/>
                </a:cubicBezTo>
                <a:cubicBezTo>
                  <a:pt x="81" y="7"/>
                  <a:pt x="81" y="7"/>
                  <a:pt x="81" y="7"/>
                </a:cubicBezTo>
                <a:cubicBezTo>
                  <a:pt x="95" y="7"/>
                  <a:pt x="95" y="7"/>
                  <a:pt x="95" y="7"/>
                </a:cubicBezTo>
                <a:cubicBezTo>
                  <a:pt x="95" y="117"/>
                  <a:pt x="95" y="117"/>
                  <a:pt x="95" y="117"/>
                </a:cubicBezTo>
                <a:cubicBezTo>
                  <a:pt x="17" y="35"/>
                  <a:pt x="17" y="35"/>
                  <a:pt x="17" y="35"/>
                </a:cubicBezTo>
                <a:lnTo>
                  <a:pt x="17" y="110"/>
                </a:lnTo>
                <a:close/>
                <a:moveTo>
                  <a:pt x="130" y="110"/>
                </a:moveTo>
                <a:cubicBezTo>
                  <a:pt x="145" y="110"/>
                  <a:pt x="145" y="110"/>
                  <a:pt x="145" y="110"/>
                </a:cubicBezTo>
                <a:cubicBezTo>
                  <a:pt x="178" y="33"/>
                  <a:pt x="178" y="33"/>
                  <a:pt x="178" y="33"/>
                </a:cubicBezTo>
                <a:cubicBezTo>
                  <a:pt x="210" y="109"/>
                  <a:pt x="210" y="109"/>
                  <a:pt x="210" y="109"/>
                </a:cubicBezTo>
                <a:cubicBezTo>
                  <a:pt x="210" y="110"/>
                  <a:pt x="210" y="110"/>
                  <a:pt x="210" y="110"/>
                </a:cubicBezTo>
                <a:cubicBezTo>
                  <a:pt x="225" y="110"/>
                  <a:pt x="225" y="110"/>
                  <a:pt x="225" y="110"/>
                </a:cubicBezTo>
                <a:cubicBezTo>
                  <a:pt x="178" y="0"/>
                  <a:pt x="178" y="0"/>
                  <a:pt x="178" y="0"/>
                </a:cubicBezTo>
                <a:lnTo>
                  <a:pt x="130" y="110"/>
                </a:lnTo>
                <a:close/>
                <a:moveTo>
                  <a:pt x="700" y="110"/>
                </a:moveTo>
                <a:cubicBezTo>
                  <a:pt x="715" y="110"/>
                  <a:pt x="715" y="110"/>
                  <a:pt x="715" y="110"/>
                </a:cubicBezTo>
                <a:cubicBezTo>
                  <a:pt x="748" y="33"/>
                  <a:pt x="748" y="33"/>
                  <a:pt x="748" y="33"/>
                </a:cubicBezTo>
                <a:cubicBezTo>
                  <a:pt x="780" y="109"/>
                  <a:pt x="780" y="109"/>
                  <a:pt x="780" y="109"/>
                </a:cubicBezTo>
                <a:cubicBezTo>
                  <a:pt x="780" y="110"/>
                  <a:pt x="780" y="110"/>
                  <a:pt x="780" y="110"/>
                </a:cubicBezTo>
                <a:cubicBezTo>
                  <a:pt x="795" y="110"/>
                  <a:pt x="795" y="110"/>
                  <a:pt x="795" y="110"/>
                </a:cubicBezTo>
                <a:cubicBezTo>
                  <a:pt x="748" y="0"/>
                  <a:pt x="748" y="0"/>
                  <a:pt x="748" y="0"/>
                </a:cubicBezTo>
                <a:lnTo>
                  <a:pt x="700" y="110"/>
                </a:lnTo>
                <a:close/>
                <a:moveTo>
                  <a:pt x="273" y="110"/>
                </a:moveTo>
                <a:cubicBezTo>
                  <a:pt x="286" y="110"/>
                  <a:pt x="286" y="110"/>
                  <a:pt x="286" y="110"/>
                </a:cubicBezTo>
                <a:cubicBezTo>
                  <a:pt x="286" y="20"/>
                  <a:pt x="286" y="20"/>
                  <a:pt x="286" y="20"/>
                </a:cubicBezTo>
                <a:cubicBezTo>
                  <a:pt x="317" y="20"/>
                  <a:pt x="317" y="20"/>
                  <a:pt x="317" y="20"/>
                </a:cubicBezTo>
                <a:cubicBezTo>
                  <a:pt x="317" y="7"/>
                  <a:pt x="317" y="7"/>
                  <a:pt x="317" y="7"/>
                </a:cubicBezTo>
                <a:cubicBezTo>
                  <a:pt x="242" y="7"/>
                  <a:pt x="242" y="7"/>
                  <a:pt x="242" y="7"/>
                </a:cubicBezTo>
                <a:cubicBezTo>
                  <a:pt x="242" y="20"/>
                  <a:pt x="242" y="20"/>
                  <a:pt x="242" y="20"/>
                </a:cubicBezTo>
                <a:cubicBezTo>
                  <a:pt x="273" y="20"/>
                  <a:pt x="273" y="20"/>
                  <a:pt x="273" y="20"/>
                </a:cubicBezTo>
                <a:lnTo>
                  <a:pt x="273" y="110"/>
                </a:lnTo>
                <a:close/>
                <a:moveTo>
                  <a:pt x="374" y="7"/>
                </a:moveTo>
                <a:cubicBezTo>
                  <a:pt x="360" y="7"/>
                  <a:pt x="360" y="7"/>
                  <a:pt x="360" y="7"/>
                </a:cubicBezTo>
                <a:cubicBezTo>
                  <a:pt x="360" y="110"/>
                  <a:pt x="360" y="110"/>
                  <a:pt x="360" y="110"/>
                </a:cubicBezTo>
                <a:cubicBezTo>
                  <a:pt x="374" y="110"/>
                  <a:pt x="374" y="110"/>
                  <a:pt x="374" y="110"/>
                </a:cubicBezTo>
                <a:lnTo>
                  <a:pt x="374" y="7"/>
                </a:lnTo>
                <a:close/>
                <a:moveTo>
                  <a:pt x="475" y="112"/>
                </a:moveTo>
                <a:cubicBezTo>
                  <a:pt x="445" y="112"/>
                  <a:pt x="421" y="88"/>
                  <a:pt x="421" y="59"/>
                </a:cubicBezTo>
                <a:cubicBezTo>
                  <a:pt x="421" y="29"/>
                  <a:pt x="445" y="5"/>
                  <a:pt x="475" y="5"/>
                </a:cubicBezTo>
                <a:cubicBezTo>
                  <a:pt x="505" y="5"/>
                  <a:pt x="528" y="29"/>
                  <a:pt x="528" y="59"/>
                </a:cubicBezTo>
                <a:cubicBezTo>
                  <a:pt x="528" y="88"/>
                  <a:pt x="505" y="112"/>
                  <a:pt x="475" y="112"/>
                </a:cubicBezTo>
                <a:close/>
                <a:moveTo>
                  <a:pt x="475" y="19"/>
                </a:moveTo>
                <a:cubicBezTo>
                  <a:pt x="453" y="19"/>
                  <a:pt x="435" y="37"/>
                  <a:pt x="435" y="59"/>
                </a:cubicBezTo>
                <a:cubicBezTo>
                  <a:pt x="435" y="81"/>
                  <a:pt x="453" y="99"/>
                  <a:pt x="475" y="99"/>
                </a:cubicBezTo>
                <a:cubicBezTo>
                  <a:pt x="497" y="99"/>
                  <a:pt x="514" y="81"/>
                  <a:pt x="514" y="59"/>
                </a:cubicBezTo>
                <a:cubicBezTo>
                  <a:pt x="514" y="37"/>
                  <a:pt x="497" y="19"/>
                  <a:pt x="475" y="19"/>
                </a:cubicBezTo>
                <a:close/>
                <a:moveTo>
                  <a:pt x="586" y="35"/>
                </a:moveTo>
                <a:cubicBezTo>
                  <a:pt x="664" y="117"/>
                  <a:pt x="664" y="117"/>
                  <a:pt x="664" y="117"/>
                </a:cubicBezTo>
                <a:cubicBezTo>
                  <a:pt x="664" y="7"/>
                  <a:pt x="664" y="7"/>
                  <a:pt x="664" y="7"/>
                </a:cubicBezTo>
                <a:cubicBezTo>
                  <a:pt x="650" y="7"/>
                  <a:pt x="650" y="7"/>
                  <a:pt x="650" y="7"/>
                </a:cubicBezTo>
                <a:cubicBezTo>
                  <a:pt x="650" y="83"/>
                  <a:pt x="650" y="83"/>
                  <a:pt x="650" y="83"/>
                </a:cubicBezTo>
                <a:cubicBezTo>
                  <a:pt x="572" y="1"/>
                  <a:pt x="572" y="1"/>
                  <a:pt x="572" y="1"/>
                </a:cubicBezTo>
                <a:cubicBezTo>
                  <a:pt x="572" y="110"/>
                  <a:pt x="572" y="110"/>
                  <a:pt x="572" y="110"/>
                </a:cubicBezTo>
                <a:cubicBezTo>
                  <a:pt x="586" y="110"/>
                  <a:pt x="586" y="110"/>
                  <a:pt x="586" y="110"/>
                </a:cubicBezTo>
                <a:lnTo>
                  <a:pt x="586" y="35"/>
                </a:lnTo>
                <a:close/>
                <a:moveTo>
                  <a:pt x="843" y="7"/>
                </a:moveTo>
                <a:cubicBezTo>
                  <a:pt x="830" y="7"/>
                  <a:pt x="830" y="7"/>
                  <a:pt x="830" y="7"/>
                </a:cubicBezTo>
                <a:cubicBezTo>
                  <a:pt x="830" y="110"/>
                  <a:pt x="830" y="110"/>
                  <a:pt x="830" y="110"/>
                </a:cubicBezTo>
                <a:cubicBezTo>
                  <a:pt x="885" y="110"/>
                  <a:pt x="885" y="110"/>
                  <a:pt x="885" y="110"/>
                </a:cubicBezTo>
                <a:cubicBezTo>
                  <a:pt x="885" y="97"/>
                  <a:pt x="885" y="97"/>
                  <a:pt x="885" y="97"/>
                </a:cubicBezTo>
                <a:cubicBezTo>
                  <a:pt x="843" y="97"/>
                  <a:pt x="843" y="97"/>
                  <a:pt x="843" y="97"/>
                </a:cubicBezTo>
                <a:lnTo>
                  <a:pt x="843" y="7"/>
                </a:lnTo>
                <a:close/>
                <a:moveTo>
                  <a:pt x="169" y="156"/>
                </a:moveTo>
                <a:cubicBezTo>
                  <a:pt x="139" y="156"/>
                  <a:pt x="116" y="179"/>
                  <a:pt x="116" y="209"/>
                </a:cubicBezTo>
                <a:cubicBezTo>
                  <a:pt x="116" y="240"/>
                  <a:pt x="139" y="262"/>
                  <a:pt x="169" y="262"/>
                </a:cubicBezTo>
                <a:cubicBezTo>
                  <a:pt x="175" y="262"/>
                  <a:pt x="188" y="261"/>
                  <a:pt x="200" y="252"/>
                </a:cubicBezTo>
                <a:cubicBezTo>
                  <a:pt x="200" y="252"/>
                  <a:pt x="200" y="252"/>
                  <a:pt x="200" y="252"/>
                </a:cubicBezTo>
                <a:cubicBezTo>
                  <a:pt x="200" y="234"/>
                  <a:pt x="200" y="234"/>
                  <a:pt x="200" y="234"/>
                </a:cubicBezTo>
                <a:cubicBezTo>
                  <a:pt x="198" y="236"/>
                  <a:pt x="198" y="236"/>
                  <a:pt x="198" y="236"/>
                </a:cubicBezTo>
                <a:cubicBezTo>
                  <a:pt x="196" y="239"/>
                  <a:pt x="192" y="242"/>
                  <a:pt x="187" y="245"/>
                </a:cubicBezTo>
                <a:cubicBezTo>
                  <a:pt x="181" y="247"/>
                  <a:pt x="175" y="249"/>
                  <a:pt x="169" y="249"/>
                </a:cubicBezTo>
                <a:cubicBezTo>
                  <a:pt x="142" y="249"/>
                  <a:pt x="130" y="226"/>
                  <a:pt x="130" y="210"/>
                </a:cubicBezTo>
                <a:cubicBezTo>
                  <a:pt x="130" y="187"/>
                  <a:pt x="147" y="169"/>
                  <a:pt x="169" y="169"/>
                </a:cubicBezTo>
                <a:cubicBezTo>
                  <a:pt x="174" y="169"/>
                  <a:pt x="180" y="170"/>
                  <a:pt x="185" y="173"/>
                </a:cubicBezTo>
                <a:cubicBezTo>
                  <a:pt x="190" y="175"/>
                  <a:pt x="194" y="178"/>
                  <a:pt x="198" y="182"/>
                </a:cubicBezTo>
                <a:cubicBezTo>
                  <a:pt x="200" y="184"/>
                  <a:pt x="200" y="184"/>
                  <a:pt x="200" y="184"/>
                </a:cubicBezTo>
                <a:cubicBezTo>
                  <a:pt x="200" y="166"/>
                  <a:pt x="200" y="166"/>
                  <a:pt x="200" y="166"/>
                </a:cubicBezTo>
                <a:cubicBezTo>
                  <a:pt x="200" y="166"/>
                  <a:pt x="200" y="166"/>
                  <a:pt x="200" y="166"/>
                </a:cubicBezTo>
                <a:cubicBezTo>
                  <a:pt x="191" y="159"/>
                  <a:pt x="181" y="156"/>
                  <a:pt x="169" y="156"/>
                </a:cubicBezTo>
                <a:close/>
                <a:moveTo>
                  <a:pt x="437" y="209"/>
                </a:moveTo>
                <a:cubicBezTo>
                  <a:pt x="437" y="225"/>
                  <a:pt x="431" y="238"/>
                  <a:pt x="419" y="249"/>
                </a:cubicBezTo>
                <a:cubicBezTo>
                  <a:pt x="409" y="257"/>
                  <a:pt x="399" y="261"/>
                  <a:pt x="382" y="261"/>
                </a:cubicBezTo>
                <a:cubicBezTo>
                  <a:pt x="360" y="261"/>
                  <a:pt x="360" y="261"/>
                  <a:pt x="360" y="261"/>
                </a:cubicBezTo>
                <a:cubicBezTo>
                  <a:pt x="360" y="157"/>
                  <a:pt x="360" y="157"/>
                  <a:pt x="360" y="157"/>
                </a:cubicBezTo>
                <a:cubicBezTo>
                  <a:pt x="382" y="157"/>
                  <a:pt x="382" y="157"/>
                  <a:pt x="382" y="157"/>
                </a:cubicBezTo>
                <a:cubicBezTo>
                  <a:pt x="393" y="157"/>
                  <a:pt x="407" y="159"/>
                  <a:pt x="420" y="170"/>
                </a:cubicBezTo>
                <a:cubicBezTo>
                  <a:pt x="426" y="175"/>
                  <a:pt x="437" y="187"/>
                  <a:pt x="437" y="209"/>
                </a:cubicBezTo>
                <a:close/>
                <a:moveTo>
                  <a:pt x="423" y="209"/>
                </a:moveTo>
                <a:cubicBezTo>
                  <a:pt x="423" y="186"/>
                  <a:pt x="407" y="171"/>
                  <a:pt x="382" y="171"/>
                </a:cubicBezTo>
                <a:cubicBezTo>
                  <a:pt x="374" y="171"/>
                  <a:pt x="374" y="171"/>
                  <a:pt x="374" y="171"/>
                </a:cubicBezTo>
                <a:cubicBezTo>
                  <a:pt x="374" y="247"/>
                  <a:pt x="374" y="247"/>
                  <a:pt x="374" y="247"/>
                </a:cubicBezTo>
                <a:cubicBezTo>
                  <a:pt x="382" y="247"/>
                  <a:pt x="382" y="247"/>
                  <a:pt x="382" y="247"/>
                </a:cubicBezTo>
                <a:cubicBezTo>
                  <a:pt x="390" y="247"/>
                  <a:pt x="401" y="246"/>
                  <a:pt x="410" y="239"/>
                </a:cubicBezTo>
                <a:cubicBezTo>
                  <a:pt x="416" y="234"/>
                  <a:pt x="423" y="224"/>
                  <a:pt x="423" y="209"/>
                </a:cubicBezTo>
                <a:close/>
                <a:moveTo>
                  <a:pt x="479" y="261"/>
                </a:moveTo>
                <a:cubicBezTo>
                  <a:pt x="541" y="261"/>
                  <a:pt x="541" y="261"/>
                  <a:pt x="541" y="261"/>
                </a:cubicBezTo>
                <a:cubicBezTo>
                  <a:pt x="541" y="247"/>
                  <a:pt x="541" y="247"/>
                  <a:pt x="541" y="247"/>
                </a:cubicBezTo>
                <a:cubicBezTo>
                  <a:pt x="493" y="247"/>
                  <a:pt x="493" y="247"/>
                  <a:pt x="493" y="247"/>
                </a:cubicBezTo>
                <a:cubicBezTo>
                  <a:pt x="493" y="211"/>
                  <a:pt x="493" y="211"/>
                  <a:pt x="493" y="211"/>
                </a:cubicBezTo>
                <a:cubicBezTo>
                  <a:pt x="535" y="211"/>
                  <a:pt x="535" y="211"/>
                  <a:pt x="535" y="211"/>
                </a:cubicBezTo>
                <a:cubicBezTo>
                  <a:pt x="535" y="198"/>
                  <a:pt x="535" y="198"/>
                  <a:pt x="535" y="198"/>
                </a:cubicBezTo>
                <a:cubicBezTo>
                  <a:pt x="493" y="198"/>
                  <a:pt x="493" y="198"/>
                  <a:pt x="493" y="198"/>
                </a:cubicBezTo>
                <a:cubicBezTo>
                  <a:pt x="493" y="171"/>
                  <a:pt x="493" y="171"/>
                  <a:pt x="493" y="171"/>
                </a:cubicBezTo>
                <a:cubicBezTo>
                  <a:pt x="541" y="171"/>
                  <a:pt x="541" y="171"/>
                  <a:pt x="541" y="171"/>
                </a:cubicBezTo>
                <a:cubicBezTo>
                  <a:pt x="541" y="157"/>
                  <a:pt x="541" y="157"/>
                  <a:pt x="541" y="157"/>
                </a:cubicBezTo>
                <a:cubicBezTo>
                  <a:pt x="479" y="157"/>
                  <a:pt x="479" y="157"/>
                  <a:pt x="479" y="157"/>
                </a:cubicBezTo>
                <a:lnTo>
                  <a:pt x="479" y="261"/>
                </a:lnTo>
                <a:close/>
                <a:moveTo>
                  <a:pt x="805" y="261"/>
                </a:moveTo>
                <a:cubicBezTo>
                  <a:pt x="866" y="261"/>
                  <a:pt x="866" y="261"/>
                  <a:pt x="866" y="261"/>
                </a:cubicBezTo>
                <a:cubicBezTo>
                  <a:pt x="866" y="247"/>
                  <a:pt x="866" y="247"/>
                  <a:pt x="866" y="247"/>
                </a:cubicBezTo>
                <a:cubicBezTo>
                  <a:pt x="819" y="247"/>
                  <a:pt x="819" y="247"/>
                  <a:pt x="819" y="247"/>
                </a:cubicBezTo>
                <a:cubicBezTo>
                  <a:pt x="819" y="211"/>
                  <a:pt x="819" y="211"/>
                  <a:pt x="819" y="211"/>
                </a:cubicBezTo>
                <a:cubicBezTo>
                  <a:pt x="860" y="211"/>
                  <a:pt x="860" y="211"/>
                  <a:pt x="860" y="211"/>
                </a:cubicBezTo>
                <a:cubicBezTo>
                  <a:pt x="860" y="198"/>
                  <a:pt x="860" y="198"/>
                  <a:pt x="860" y="198"/>
                </a:cubicBezTo>
                <a:cubicBezTo>
                  <a:pt x="819" y="198"/>
                  <a:pt x="819" y="198"/>
                  <a:pt x="819" y="198"/>
                </a:cubicBezTo>
                <a:cubicBezTo>
                  <a:pt x="819" y="171"/>
                  <a:pt x="819" y="171"/>
                  <a:pt x="819" y="171"/>
                </a:cubicBezTo>
                <a:cubicBezTo>
                  <a:pt x="866" y="171"/>
                  <a:pt x="866" y="171"/>
                  <a:pt x="866" y="171"/>
                </a:cubicBezTo>
                <a:cubicBezTo>
                  <a:pt x="866" y="157"/>
                  <a:pt x="866" y="157"/>
                  <a:pt x="866" y="157"/>
                </a:cubicBezTo>
                <a:cubicBezTo>
                  <a:pt x="805" y="157"/>
                  <a:pt x="805" y="157"/>
                  <a:pt x="805" y="157"/>
                </a:cubicBezTo>
                <a:lnTo>
                  <a:pt x="805" y="261"/>
                </a:lnTo>
                <a:close/>
                <a:moveTo>
                  <a:pt x="634" y="235"/>
                </a:moveTo>
                <a:cubicBezTo>
                  <a:pt x="595" y="149"/>
                  <a:pt x="595" y="149"/>
                  <a:pt x="595" y="149"/>
                </a:cubicBezTo>
                <a:cubicBezTo>
                  <a:pt x="578" y="261"/>
                  <a:pt x="578" y="261"/>
                  <a:pt x="578" y="261"/>
                </a:cubicBezTo>
                <a:cubicBezTo>
                  <a:pt x="592" y="261"/>
                  <a:pt x="592" y="261"/>
                  <a:pt x="592" y="261"/>
                </a:cubicBezTo>
                <a:cubicBezTo>
                  <a:pt x="601" y="194"/>
                  <a:pt x="601" y="194"/>
                  <a:pt x="601" y="194"/>
                </a:cubicBezTo>
                <a:cubicBezTo>
                  <a:pt x="634" y="267"/>
                  <a:pt x="634" y="267"/>
                  <a:pt x="634" y="267"/>
                </a:cubicBezTo>
                <a:cubicBezTo>
                  <a:pt x="668" y="194"/>
                  <a:pt x="668" y="194"/>
                  <a:pt x="668" y="194"/>
                </a:cubicBezTo>
                <a:cubicBezTo>
                  <a:pt x="677" y="261"/>
                  <a:pt x="677" y="261"/>
                  <a:pt x="677" y="261"/>
                </a:cubicBezTo>
                <a:cubicBezTo>
                  <a:pt x="691" y="261"/>
                  <a:pt x="691" y="261"/>
                  <a:pt x="691" y="261"/>
                </a:cubicBezTo>
                <a:cubicBezTo>
                  <a:pt x="674" y="148"/>
                  <a:pt x="674" y="148"/>
                  <a:pt x="674" y="148"/>
                </a:cubicBezTo>
                <a:lnTo>
                  <a:pt x="634" y="235"/>
                </a:lnTo>
                <a:close/>
                <a:moveTo>
                  <a:pt x="737" y="261"/>
                </a:moveTo>
                <a:cubicBezTo>
                  <a:pt x="751" y="261"/>
                  <a:pt x="751" y="261"/>
                  <a:pt x="751" y="261"/>
                </a:cubicBezTo>
                <a:cubicBezTo>
                  <a:pt x="751" y="157"/>
                  <a:pt x="751" y="157"/>
                  <a:pt x="751" y="157"/>
                </a:cubicBezTo>
                <a:cubicBezTo>
                  <a:pt x="737" y="157"/>
                  <a:pt x="737" y="157"/>
                  <a:pt x="737" y="157"/>
                </a:cubicBezTo>
                <a:lnTo>
                  <a:pt x="737" y="261"/>
                </a:lnTo>
                <a:close/>
                <a:moveTo>
                  <a:pt x="955" y="211"/>
                </a:moveTo>
                <a:cubicBezTo>
                  <a:pt x="950" y="207"/>
                  <a:pt x="945" y="204"/>
                  <a:pt x="939" y="201"/>
                </a:cubicBezTo>
                <a:cubicBezTo>
                  <a:pt x="929" y="197"/>
                  <a:pt x="929" y="197"/>
                  <a:pt x="929" y="197"/>
                </a:cubicBezTo>
                <a:cubicBezTo>
                  <a:pt x="925" y="195"/>
                  <a:pt x="922" y="194"/>
                  <a:pt x="919" y="191"/>
                </a:cubicBezTo>
                <a:cubicBezTo>
                  <a:pt x="916" y="189"/>
                  <a:pt x="916" y="187"/>
                  <a:pt x="916" y="183"/>
                </a:cubicBezTo>
                <a:cubicBezTo>
                  <a:pt x="916" y="175"/>
                  <a:pt x="922" y="169"/>
                  <a:pt x="931" y="169"/>
                </a:cubicBezTo>
                <a:cubicBezTo>
                  <a:pt x="936" y="169"/>
                  <a:pt x="940" y="171"/>
                  <a:pt x="942" y="172"/>
                </a:cubicBezTo>
                <a:cubicBezTo>
                  <a:pt x="944" y="174"/>
                  <a:pt x="946" y="177"/>
                  <a:pt x="947" y="179"/>
                </a:cubicBezTo>
                <a:cubicBezTo>
                  <a:pt x="948" y="181"/>
                  <a:pt x="948" y="181"/>
                  <a:pt x="948" y="181"/>
                </a:cubicBezTo>
                <a:cubicBezTo>
                  <a:pt x="959" y="173"/>
                  <a:pt x="959" y="173"/>
                  <a:pt x="959" y="173"/>
                </a:cubicBezTo>
                <a:cubicBezTo>
                  <a:pt x="958" y="172"/>
                  <a:pt x="958" y="172"/>
                  <a:pt x="958" y="172"/>
                </a:cubicBezTo>
                <a:cubicBezTo>
                  <a:pt x="956" y="167"/>
                  <a:pt x="952" y="163"/>
                  <a:pt x="948" y="161"/>
                </a:cubicBezTo>
                <a:cubicBezTo>
                  <a:pt x="943" y="157"/>
                  <a:pt x="938" y="156"/>
                  <a:pt x="931" y="156"/>
                </a:cubicBezTo>
                <a:cubicBezTo>
                  <a:pt x="914" y="156"/>
                  <a:pt x="902" y="167"/>
                  <a:pt x="902" y="183"/>
                </a:cubicBezTo>
                <a:cubicBezTo>
                  <a:pt x="902" y="190"/>
                  <a:pt x="904" y="195"/>
                  <a:pt x="909" y="200"/>
                </a:cubicBezTo>
                <a:cubicBezTo>
                  <a:pt x="913" y="205"/>
                  <a:pt x="918" y="207"/>
                  <a:pt x="922" y="209"/>
                </a:cubicBezTo>
                <a:cubicBezTo>
                  <a:pt x="932" y="213"/>
                  <a:pt x="932" y="213"/>
                  <a:pt x="932" y="213"/>
                </a:cubicBezTo>
                <a:cubicBezTo>
                  <a:pt x="937" y="215"/>
                  <a:pt x="941" y="217"/>
                  <a:pt x="944" y="220"/>
                </a:cubicBezTo>
                <a:cubicBezTo>
                  <a:pt x="947" y="223"/>
                  <a:pt x="948" y="226"/>
                  <a:pt x="948" y="231"/>
                </a:cubicBezTo>
                <a:cubicBezTo>
                  <a:pt x="948" y="240"/>
                  <a:pt x="942" y="249"/>
                  <a:pt x="929" y="249"/>
                </a:cubicBezTo>
                <a:cubicBezTo>
                  <a:pt x="924" y="249"/>
                  <a:pt x="919" y="247"/>
                  <a:pt x="916" y="244"/>
                </a:cubicBezTo>
                <a:cubicBezTo>
                  <a:pt x="913" y="241"/>
                  <a:pt x="911" y="236"/>
                  <a:pt x="910" y="232"/>
                </a:cubicBezTo>
                <a:cubicBezTo>
                  <a:pt x="910" y="230"/>
                  <a:pt x="910" y="230"/>
                  <a:pt x="910" y="230"/>
                </a:cubicBezTo>
                <a:cubicBezTo>
                  <a:pt x="896" y="234"/>
                  <a:pt x="896" y="234"/>
                  <a:pt x="896" y="234"/>
                </a:cubicBezTo>
                <a:cubicBezTo>
                  <a:pt x="897" y="235"/>
                  <a:pt x="897" y="235"/>
                  <a:pt x="897" y="235"/>
                </a:cubicBezTo>
                <a:cubicBezTo>
                  <a:pt x="898" y="243"/>
                  <a:pt x="902" y="249"/>
                  <a:pt x="906" y="254"/>
                </a:cubicBezTo>
                <a:cubicBezTo>
                  <a:pt x="912" y="260"/>
                  <a:pt x="920" y="262"/>
                  <a:pt x="929" y="262"/>
                </a:cubicBezTo>
                <a:cubicBezTo>
                  <a:pt x="948" y="262"/>
                  <a:pt x="962" y="249"/>
                  <a:pt x="962" y="230"/>
                </a:cubicBezTo>
                <a:cubicBezTo>
                  <a:pt x="962" y="222"/>
                  <a:pt x="960" y="216"/>
                  <a:pt x="955" y="211"/>
                </a:cubicBezTo>
                <a:close/>
                <a:moveTo>
                  <a:pt x="0" y="261"/>
                </a:moveTo>
                <a:cubicBezTo>
                  <a:pt x="15" y="261"/>
                  <a:pt x="15" y="261"/>
                  <a:pt x="15" y="261"/>
                </a:cubicBezTo>
                <a:cubicBezTo>
                  <a:pt x="48" y="184"/>
                  <a:pt x="48" y="184"/>
                  <a:pt x="48" y="184"/>
                </a:cubicBezTo>
                <a:cubicBezTo>
                  <a:pt x="79" y="260"/>
                  <a:pt x="79" y="260"/>
                  <a:pt x="79" y="260"/>
                </a:cubicBezTo>
                <a:cubicBezTo>
                  <a:pt x="80" y="261"/>
                  <a:pt x="80" y="261"/>
                  <a:pt x="80" y="261"/>
                </a:cubicBezTo>
                <a:cubicBezTo>
                  <a:pt x="95" y="261"/>
                  <a:pt x="95" y="261"/>
                  <a:pt x="95" y="261"/>
                </a:cubicBezTo>
                <a:cubicBezTo>
                  <a:pt x="48" y="151"/>
                  <a:pt x="48" y="151"/>
                  <a:pt x="48" y="151"/>
                </a:cubicBezTo>
                <a:lnTo>
                  <a:pt x="0" y="261"/>
                </a:lnTo>
                <a:close/>
                <a:moveTo>
                  <a:pt x="229" y="261"/>
                </a:moveTo>
                <a:cubicBezTo>
                  <a:pt x="244" y="261"/>
                  <a:pt x="244" y="261"/>
                  <a:pt x="244" y="261"/>
                </a:cubicBezTo>
                <a:cubicBezTo>
                  <a:pt x="277" y="184"/>
                  <a:pt x="277" y="184"/>
                  <a:pt x="277" y="184"/>
                </a:cubicBezTo>
                <a:cubicBezTo>
                  <a:pt x="309" y="260"/>
                  <a:pt x="309" y="260"/>
                  <a:pt x="309" y="260"/>
                </a:cubicBezTo>
                <a:cubicBezTo>
                  <a:pt x="309" y="261"/>
                  <a:pt x="309" y="261"/>
                  <a:pt x="309" y="261"/>
                </a:cubicBezTo>
                <a:cubicBezTo>
                  <a:pt x="324" y="261"/>
                  <a:pt x="324" y="261"/>
                  <a:pt x="324" y="261"/>
                </a:cubicBezTo>
                <a:cubicBezTo>
                  <a:pt x="277" y="151"/>
                  <a:pt x="277" y="151"/>
                  <a:pt x="277" y="151"/>
                </a:cubicBezTo>
                <a:lnTo>
                  <a:pt x="229" y="261"/>
                </a:lnTo>
                <a:close/>
                <a:moveTo>
                  <a:pt x="1071" y="11"/>
                </a:moveTo>
                <a:cubicBezTo>
                  <a:pt x="1071" y="18"/>
                  <a:pt x="1071" y="18"/>
                  <a:pt x="1071" y="18"/>
                </a:cubicBezTo>
                <a:cubicBezTo>
                  <a:pt x="1075" y="18"/>
                  <a:pt x="1075" y="18"/>
                  <a:pt x="1075" y="18"/>
                </a:cubicBezTo>
                <a:cubicBezTo>
                  <a:pt x="1077" y="9"/>
                  <a:pt x="1077" y="9"/>
                  <a:pt x="1077" y="9"/>
                </a:cubicBezTo>
                <a:cubicBezTo>
                  <a:pt x="1076" y="8"/>
                  <a:pt x="1074" y="7"/>
                  <a:pt x="1072" y="6"/>
                </a:cubicBezTo>
                <a:cubicBezTo>
                  <a:pt x="1070" y="6"/>
                  <a:pt x="1067" y="6"/>
                  <a:pt x="1064" y="6"/>
                </a:cubicBezTo>
                <a:cubicBezTo>
                  <a:pt x="1061" y="6"/>
                  <a:pt x="1058" y="6"/>
                  <a:pt x="1056" y="7"/>
                </a:cubicBezTo>
                <a:cubicBezTo>
                  <a:pt x="1053" y="9"/>
                  <a:pt x="1051" y="10"/>
                  <a:pt x="1049" y="12"/>
                </a:cubicBezTo>
                <a:cubicBezTo>
                  <a:pt x="1048" y="14"/>
                  <a:pt x="1047" y="17"/>
                  <a:pt x="1047" y="20"/>
                </a:cubicBezTo>
                <a:cubicBezTo>
                  <a:pt x="1047" y="22"/>
                  <a:pt x="1048" y="24"/>
                  <a:pt x="1049" y="26"/>
                </a:cubicBezTo>
                <a:cubicBezTo>
                  <a:pt x="1050" y="28"/>
                  <a:pt x="1051" y="30"/>
                  <a:pt x="1053" y="31"/>
                </a:cubicBezTo>
                <a:cubicBezTo>
                  <a:pt x="1055" y="32"/>
                  <a:pt x="1057" y="34"/>
                  <a:pt x="1059" y="35"/>
                </a:cubicBezTo>
                <a:cubicBezTo>
                  <a:pt x="1062" y="37"/>
                  <a:pt x="1064" y="39"/>
                  <a:pt x="1066" y="40"/>
                </a:cubicBezTo>
                <a:cubicBezTo>
                  <a:pt x="1067" y="42"/>
                  <a:pt x="1068" y="44"/>
                  <a:pt x="1068" y="47"/>
                </a:cubicBezTo>
                <a:cubicBezTo>
                  <a:pt x="1068" y="49"/>
                  <a:pt x="1067" y="52"/>
                  <a:pt x="1065" y="53"/>
                </a:cubicBezTo>
                <a:cubicBezTo>
                  <a:pt x="1062" y="55"/>
                  <a:pt x="1060" y="56"/>
                  <a:pt x="1057" y="56"/>
                </a:cubicBezTo>
                <a:cubicBezTo>
                  <a:pt x="1055" y="56"/>
                  <a:pt x="1053" y="56"/>
                  <a:pt x="1052" y="55"/>
                </a:cubicBezTo>
                <a:cubicBezTo>
                  <a:pt x="1050" y="55"/>
                  <a:pt x="1049" y="54"/>
                  <a:pt x="1048" y="54"/>
                </a:cubicBezTo>
                <a:cubicBezTo>
                  <a:pt x="1048" y="46"/>
                  <a:pt x="1048" y="46"/>
                  <a:pt x="1048" y="46"/>
                </a:cubicBezTo>
                <a:cubicBezTo>
                  <a:pt x="1044" y="46"/>
                  <a:pt x="1044" y="46"/>
                  <a:pt x="1044" y="46"/>
                </a:cubicBezTo>
                <a:cubicBezTo>
                  <a:pt x="1042" y="56"/>
                  <a:pt x="1042" y="56"/>
                  <a:pt x="1042" y="56"/>
                </a:cubicBezTo>
                <a:cubicBezTo>
                  <a:pt x="1043" y="57"/>
                  <a:pt x="1045" y="58"/>
                  <a:pt x="1048" y="58"/>
                </a:cubicBezTo>
                <a:cubicBezTo>
                  <a:pt x="1051" y="59"/>
                  <a:pt x="1054" y="59"/>
                  <a:pt x="1057" y="59"/>
                </a:cubicBezTo>
                <a:cubicBezTo>
                  <a:pt x="1060" y="59"/>
                  <a:pt x="1063" y="59"/>
                  <a:pt x="1066" y="57"/>
                </a:cubicBezTo>
                <a:cubicBezTo>
                  <a:pt x="1069" y="56"/>
                  <a:pt x="1071" y="54"/>
                  <a:pt x="1073" y="52"/>
                </a:cubicBezTo>
                <a:cubicBezTo>
                  <a:pt x="1074" y="50"/>
                  <a:pt x="1075" y="47"/>
                  <a:pt x="1075" y="44"/>
                </a:cubicBezTo>
                <a:cubicBezTo>
                  <a:pt x="1075" y="42"/>
                  <a:pt x="1074" y="40"/>
                  <a:pt x="1073" y="38"/>
                </a:cubicBezTo>
                <a:cubicBezTo>
                  <a:pt x="1072" y="36"/>
                  <a:pt x="1071" y="35"/>
                  <a:pt x="1069" y="34"/>
                </a:cubicBezTo>
                <a:cubicBezTo>
                  <a:pt x="1068" y="32"/>
                  <a:pt x="1066" y="31"/>
                  <a:pt x="1064" y="29"/>
                </a:cubicBezTo>
                <a:cubicBezTo>
                  <a:pt x="1060" y="27"/>
                  <a:pt x="1058" y="25"/>
                  <a:pt x="1056" y="24"/>
                </a:cubicBezTo>
                <a:cubicBezTo>
                  <a:pt x="1055" y="22"/>
                  <a:pt x="1054" y="20"/>
                  <a:pt x="1054" y="17"/>
                </a:cubicBezTo>
                <a:cubicBezTo>
                  <a:pt x="1054" y="15"/>
                  <a:pt x="1055" y="13"/>
                  <a:pt x="1057" y="11"/>
                </a:cubicBezTo>
                <a:cubicBezTo>
                  <a:pt x="1059" y="10"/>
                  <a:pt x="1061" y="9"/>
                  <a:pt x="1064" y="9"/>
                </a:cubicBezTo>
                <a:cubicBezTo>
                  <a:pt x="1065" y="9"/>
                  <a:pt x="1067" y="9"/>
                  <a:pt x="1068" y="10"/>
                </a:cubicBezTo>
                <a:cubicBezTo>
                  <a:pt x="1069" y="10"/>
                  <a:pt x="1070" y="10"/>
                  <a:pt x="1071" y="11"/>
                </a:cubicBezTo>
                <a:close/>
                <a:moveTo>
                  <a:pt x="1107" y="27"/>
                </a:moveTo>
                <a:cubicBezTo>
                  <a:pt x="1108" y="27"/>
                  <a:pt x="1108" y="27"/>
                  <a:pt x="1108" y="27"/>
                </a:cubicBezTo>
                <a:cubicBezTo>
                  <a:pt x="1110" y="20"/>
                  <a:pt x="1110" y="20"/>
                  <a:pt x="1110" y="20"/>
                </a:cubicBezTo>
                <a:cubicBezTo>
                  <a:pt x="1109" y="20"/>
                  <a:pt x="1108" y="19"/>
                  <a:pt x="1107" y="19"/>
                </a:cubicBezTo>
                <a:cubicBezTo>
                  <a:pt x="1105" y="19"/>
                  <a:pt x="1104" y="19"/>
                  <a:pt x="1102" y="19"/>
                </a:cubicBezTo>
                <a:cubicBezTo>
                  <a:pt x="1098" y="19"/>
                  <a:pt x="1094" y="20"/>
                  <a:pt x="1091" y="22"/>
                </a:cubicBezTo>
                <a:cubicBezTo>
                  <a:pt x="1088" y="25"/>
                  <a:pt x="1086" y="28"/>
                  <a:pt x="1084" y="32"/>
                </a:cubicBezTo>
                <a:cubicBezTo>
                  <a:pt x="1083" y="36"/>
                  <a:pt x="1082" y="40"/>
                  <a:pt x="1082" y="43"/>
                </a:cubicBezTo>
                <a:cubicBezTo>
                  <a:pt x="1082" y="48"/>
                  <a:pt x="1083" y="52"/>
                  <a:pt x="1085" y="55"/>
                </a:cubicBezTo>
                <a:cubicBezTo>
                  <a:pt x="1087" y="58"/>
                  <a:pt x="1091" y="59"/>
                  <a:pt x="1094" y="59"/>
                </a:cubicBezTo>
                <a:cubicBezTo>
                  <a:pt x="1098" y="59"/>
                  <a:pt x="1100" y="59"/>
                  <a:pt x="1102" y="57"/>
                </a:cubicBezTo>
                <a:cubicBezTo>
                  <a:pt x="1105" y="56"/>
                  <a:pt x="1106" y="54"/>
                  <a:pt x="1108" y="53"/>
                </a:cubicBezTo>
                <a:cubicBezTo>
                  <a:pt x="1106" y="50"/>
                  <a:pt x="1106" y="50"/>
                  <a:pt x="1106" y="50"/>
                </a:cubicBezTo>
                <a:cubicBezTo>
                  <a:pt x="1105" y="52"/>
                  <a:pt x="1103" y="53"/>
                  <a:pt x="1102" y="54"/>
                </a:cubicBezTo>
                <a:cubicBezTo>
                  <a:pt x="1100" y="54"/>
                  <a:pt x="1099" y="55"/>
                  <a:pt x="1097" y="55"/>
                </a:cubicBezTo>
                <a:cubicBezTo>
                  <a:pt x="1094" y="55"/>
                  <a:pt x="1092" y="54"/>
                  <a:pt x="1091" y="52"/>
                </a:cubicBezTo>
                <a:cubicBezTo>
                  <a:pt x="1090" y="50"/>
                  <a:pt x="1089" y="47"/>
                  <a:pt x="1089" y="43"/>
                </a:cubicBezTo>
                <a:cubicBezTo>
                  <a:pt x="1089" y="39"/>
                  <a:pt x="1090" y="35"/>
                  <a:pt x="1091" y="32"/>
                </a:cubicBezTo>
                <a:cubicBezTo>
                  <a:pt x="1092" y="30"/>
                  <a:pt x="1093" y="27"/>
                  <a:pt x="1095" y="26"/>
                </a:cubicBezTo>
                <a:cubicBezTo>
                  <a:pt x="1097" y="24"/>
                  <a:pt x="1099" y="23"/>
                  <a:pt x="1101" y="23"/>
                </a:cubicBezTo>
                <a:cubicBezTo>
                  <a:pt x="1102" y="23"/>
                  <a:pt x="1105" y="24"/>
                  <a:pt x="1107" y="27"/>
                </a:cubicBezTo>
                <a:close/>
                <a:moveTo>
                  <a:pt x="1124" y="52"/>
                </a:moveTo>
                <a:cubicBezTo>
                  <a:pt x="1129" y="19"/>
                  <a:pt x="1129" y="19"/>
                  <a:pt x="1129" y="19"/>
                </a:cubicBezTo>
                <a:cubicBezTo>
                  <a:pt x="1128" y="19"/>
                  <a:pt x="1128" y="19"/>
                  <a:pt x="1128" y="19"/>
                </a:cubicBezTo>
                <a:cubicBezTo>
                  <a:pt x="1118" y="20"/>
                  <a:pt x="1118" y="20"/>
                  <a:pt x="1118" y="20"/>
                </a:cubicBezTo>
                <a:cubicBezTo>
                  <a:pt x="1117" y="23"/>
                  <a:pt x="1117" y="23"/>
                  <a:pt x="1117" y="23"/>
                </a:cubicBezTo>
                <a:cubicBezTo>
                  <a:pt x="1122" y="24"/>
                  <a:pt x="1122" y="24"/>
                  <a:pt x="1122" y="24"/>
                </a:cubicBezTo>
                <a:cubicBezTo>
                  <a:pt x="1121" y="31"/>
                  <a:pt x="1120" y="37"/>
                  <a:pt x="1119" y="41"/>
                </a:cubicBezTo>
                <a:cubicBezTo>
                  <a:pt x="1118" y="49"/>
                  <a:pt x="1117" y="54"/>
                  <a:pt x="1117" y="55"/>
                </a:cubicBezTo>
                <a:cubicBezTo>
                  <a:pt x="1117" y="56"/>
                  <a:pt x="1118" y="57"/>
                  <a:pt x="1118" y="58"/>
                </a:cubicBezTo>
                <a:cubicBezTo>
                  <a:pt x="1119" y="59"/>
                  <a:pt x="1120" y="59"/>
                  <a:pt x="1122" y="59"/>
                </a:cubicBezTo>
                <a:cubicBezTo>
                  <a:pt x="1124" y="59"/>
                  <a:pt x="1125" y="59"/>
                  <a:pt x="1127" y="58"/>
                </a:cubicBezTo>
                <a:cubicBezTo>
                  <a:pt x="1128" y="57"/>
                  <a:pt x="1129" y="55"/>
                  <a:pt x="1130" y="54"/>
                </a:cubicBezTo>
                <a:cubicBezTo>
                  <a:pt x="1129" y="53"/>
                  <a:pt x="1129" y="53"/>
                  <a:pt x="1129" y="53"/>
                </a:cubicBezTo>
                <a:cubicBezTo>
                  <a:pt x="1128" y="54"/>
                  <a:pt x="1128" y="54"/>
                  <a:pt x="1127" y="54"/>
                </a:cubicBezTo>
                <a:cubicBezTo>
                  <a:pt x="1126" y="55"/>
                  <a:pt x="1126" y="55"/>
                  <a:pt x="1125" y="55"/>
                </a:cubicBezTo>
                <a:cubicBezTo>
                  <a:pt x="1125" y="55"/>
                  <a:pt x="1125" y="55"/>
                  <a:pt x="1125" y="54"/>
                </a:cubicBezTo>
                <a:cubicBezTo>
                  <a:pt x="1124" y="54"/>
                  <a:pt x="1124" y="54"/>
                  <a:pt x="1124" y="53"/>
                </a:cubicBezTo>
                <a:lnTo>
                  <a:pt x="1124" y="52"/>
                </a:lnTo>
                <a:close/>
                <a:moveTo>
                  <a:pt x="1127" y="11"/>
                </a:moveTo>
                <a:cubicBezTo>
                  <a:pt x="1128" y="11"/>
                  <a:pt x="1129" y="11"/>
                  <a:pt x="1130" y="10"/>
                </a:cubicBezTo>
                <a:cubicBezTo>
                  <a:pt x="1131" y="9"/>
                  <a:pt x="1131" y="7"/>
                  <a:pt x="1131" y="6"/>
                </a:cubicBezTo>
                <a:cubicBezTo>
                  <a:pt x="1131" y="5"/>
                  <a:pt x="1131" y="4"/>
                  <a:pt x="1130" y="3"/>
                </a:cubicBezTo>
                <a:cubicBezTo>
                  <a:pt x="1130" y="3"/>
                  <a:pt x="1129" y="2"/>
                  <a:pt x="1128" y="2"/>
                </a:cubicBezTo>
                <a:cubicBezTo>
                  <a:pt x="1126" y="2"/>
                  <a:pt x="1125" y="3"/>
                  <a:pt x="1124" y="4"/>
                </a:cubicBezTo>
                <a:cubicBezTo>
                  <a:pt x="1123" y="5"/>
                  <a:pt x="1123" y="6"/>
                  <a:pt x="1123" y="7"/>
                </a:cubicBezTo>
                <a:cubicBezTo>
                  <a:pt x="1123" y="8"/>
                  <a:pt x="1123" y="9"/>
                  <a:pt x="1124" y="10"/>
                </a:cubicBezTo>
                <a:cubicBezTo>
                  <a:pt x="1125" y="11"/>
                  <a:pt x="1126" y="11"/>
                  <a:pt x="1127" y="11"/>
                </a:cubicBezTo>
                <a:close/>
                <a:moveTo>
                  <a:pt x="1166" y="52"/>
                </a:moveTo>
                <a:cubicBezTo>
                  <a:pt x="1165" y="49"/>
                  <a:pt x="1165" y="49"/>
                  <a:pt x="1165" y="49"/>
                </a:cubicBezTo>
                <a:cubicBezTo>
                  <a:pt x="1163" y="51"/>
                  <a:pt x="1161" y="52"/>
                  <a:pt x="1159" y="53"/>
                </a:cubicBezTo>
                <a:cubicBezTo>
                  <a:pt x="1157" y="54"/>
                  <a:pt x="1155" y="55"/>
                  <a:pt x="1153" y="55"/>
                </a:cubicBezTo>
                <a:cubicBezTo>
                  <a:pt x="1150" y="55"/>
                  <a:pt x="1148" y="54"/>
                  <a:pt x="1147" y="51"/>
                </a:cubicBezTo>
                <a:cubicBezTo>
                  <a:pt x="1145" y="49"/>
                  <a:pt x="1145" y="46"/>
                  <a:pt x="1145" y="43"/>
                </a:cubicBezTo>
                <a:cubicBezTo>
                  <a:pt x="1148" y="43"/>
                  <a:pt x="1151" y="42"/>
                  <a:pt x="1155" y="41"/>
                </a:cubicBezTo>
                <a:cubicBezTo>
                  <a:pt x="1158" y="40"/>
                  <a:pt x="1162" y="38"/>
                  <a:pt x="1164" y="36"/>
                </a:cubicBezTo>
                <a:cubicBezTo>
                  <a:pt x="1167" y="33"/>
                  <a:pt x="1168" y="31"/>
                  <a:pt x="1168" y="27"/>
                </a:cubicBezTo>
                <a:cubicBezTo>
                  <a:pt x="1168" y="25"/>
                  <a:pt x="1167" y="23"/>
                  <a:pt x="1166" y="21"/>
                </a:cubicBezTo>
                <a:cubicBezTo>
                  <a:pt x="1164" y="19"/>
                  <a:pt x="1162" y="19"/>
                  <a:pt x="1158" y="19"/>
                </a:cubicBezTo>
                <a:cubicBezTo>
                  <a:pt x="1154" y="19"/>
                  <a:pt x="1151" y="20"/>
                  <a:pt x="1148" y="22"/>
                </a:cubicBezTo>
                <a:cubicBezTo>
                  <a:pt x="1145" y="24"/>
                  <a:pt x="1142" y="28"/>
                  <a:pt x="1140" y="31"/>
                </a:cubicBezTo>
                <a:cubicBezTo>
                  <a:pt x="1138" y="35"/>
                  <a:pt x="1138" y="40"/>
                  <a:pt x="1138" y="44"/>
                </a:cubicBezTo>
                <a:cubicBezTo>
                  <a:pt x="1138" y="47"/>
                  <a:pt x="1138" y="49"/>
                  <a:pt x="1139" y="52"/>
                </a:cubicBezTo>
                <a:cubicBezTo>
                  <a:pt x="1140" y="54"/>
                  <a:pt x="1142" y="56"/>
                  <a:pt x="1144" y="57"/>
                </a:cubicBezTo>
                <a:cubicBezTo>
                  <a:pt x="1146" y="59"/>
                  <a:pt x="1148" y="59"/>
                  <a:pt x="1151" y="59"/>
                </a:cubicBezTo>
                <a:cubicBezTo>
                  <a:pt x="1155" y="59"/>
                  <a:pt x="1158" y="58"/>
                  <a:pt x="1160" y="57"/>
                </a:cubicBezTo>
                <a:cubicBezTo>
                  <a:pt x="1163" y="55"/>
                  <a:pt x="1165" y="54"/>
                  <a:pt x="1166" y="52"/>
                </a:cubicBezTo>
                <a:close/>
                <a:moveTo>
                  <a:pt x="1157" y="22"/>
                </a:moveTo>
                <a:cubicBezTo>
                  <a:pt x="1158" y="22"/>
                  <a:pt x="1159" y="23"/>
                  <a:pt x="1160" y="24"/>
                </a:cubicBezTo>
                <a:cubicBezTo>
                  <a:pt x="1161" y="25"/>
                  <a:pt x="1161" y="26"/>
                  <a:pt x="1161" y="28"/>
                </a:cubicBezTo>
                <a:cubicBezTo>
                  <a:pt x="1161" y="30"/>
                  <a:pt x="1161" y="32"/>
                  <a:pt x="1159" y="34"/>
                </a:cubicBezTo>
                <a:cubicBezTo>
                  <a:pt x="1157" y="35"/>
                  <a:pt x="1155" y="37"/>
                  <a:pt x="1152" y="38"/>
                </a:cubicBezTo>
                <a:cubicBezTo>
                  <a:pt x="1150" y="39"/>
                  <a:pt x="1147" y="39"/>
                  <a:pt x="1145" y="39"/>
                </a:cubicBezTo>
                <a:cubicBezTo>
                  <a:pt x="1145" y="37"/>
                  <a:pt x="1146" y="34"/>
                  <a:pt x="1147" y="32"/>
                </a:cubicBezTo>
                <a:cubicBezTo>
                  <a:pt x="1148" y="29"/>
                  <a:pt x="1149" y="27"/>
                  <a:pt x="1151" y="25"/>
                </a:cubicBezTo>
                <a:cubicBezTo>
                  <a:pt x="1152" y="23"/>
                  <a:pt x="1154" y="22"/>
                  <a:pt x="1157" y="22"/>
                </a:cubicBezTo>
                <a:close/>
                <a:moveTo>
                  <a:pt x="1187" y="28"/>
                </a:moveTo>
                <a:cubicBezTo>
                  <a:pt x="1188" y="19"/>
                  <a:pt x="1188" y="19"/>
                  <a:pt x="1188" y="19"/>
                </a:cubicBezTo>
                <a:cubicBezTo>
                  <a:pt x="1186" y="19"/>
                  <a:pt x="1186" y="19"/>
                  <a:pt x="1186" y="19"/>
                </a:cubicBezTo>
                <a:cubicBezTo>
                  <a:pt x="1178" y="20"/>
                  <a:pt x="1178" y="20"/>
                  <a:pt x="1178" y="20"/>
                </a:cubicBezTo>
                <a:cubicBezTo>
                  <a:pt x="1177" y="23"/>
                  <a:pt x="1177" y="23"/>
                  <a:pt x="1177" y="23"/>
                </a:cubicBezTo>
                <a:cubicBezTo>
                  <a:pt x="1180" y="25"/>
                  <a:pt x="1180" y="25"/>
                  <a:pt x="1180" y="25"/>
                </a:cubicBezTo>
                <a:cubicBezTo>
                  <a:pt x="1176" y="58"/>
                  <a:pt x="1176" y="58"/>
                  <a:pt x="1176" y="58"/>
                </a:cubicBezTo>
                <a:cubicBezTo>
                  <a:pt x="1183" y="58"/>
                  <a:pt x="1183" y="58"/>
                  <a:pt x="1183" y="58"/>
                </a:cubicBezTo>
                <a:cubicBezTo>
                  <a:pt x="1186" y="33"/>
                  <a:pt x="1186" y="33"/>
                  <a:pt x="1186" y="33"/>
                </a:cubicBezTo>
                <a:cubicBezTo>
                  <a:pt x="1188" y="31"/>
                  <a:pt x="1190" y="28"/>
                  <a:pt x="1192" y="26"/>
                </a:cubicBezTo>
                <a:cubicBezTo>
                  <a:pt x="1194" y="25"/>
                  <a:pt x="1196" y="24"/>
                  <a:pt x="1198" y="24"/>
                </a:cubicBezTo>
                <a:cubicBezTo>
                  <a:pt x="1200" y="24"/>
                  <a:pt x="1201" y="24"/>
                  <a:pt x="1202" y="25"/>
                </a:cubicBezTo>
                <a:cubicBezTo>
                  <a:pt x="1202" y="26"/>
                  <a:pt x="1203" y="27"/>
                  <a:pt x="1203" y="29"/>
                </a:cubicBezTo>
                <a:cubicBezTo>
                  <a:pt x="1203" y="31"/>
                  <a:pt x="1202" y="33"/>
                  <a:pt x="1202" y="35"/>
                </a:cubicBezTo>
                <a:cubicBezTo>
                  <a:pt x="1202" y="37"/>
                  <a:pt x="1201" y="39"/>
                  <a:pt x="1201" y="41"/>
                </a:cubicBezTo>
                <a:cubicBezTo>
                  <a:pt x="1201" y="43"/>
                  <a:pt x="1201" y="43"/>
                  <a:pt x="1201" y="43"/>
                </a:cubicBezTo>
                <a:cubicBezTo>
                  <a:pt x="1200" y="46"/>
                  <a:pt x="1200" y="46"/>
                  <a:pt x="1200" y="46"/>
                </a:cubicBezTo>
                <a:cubicBezTo>
                  <a:pt x="1199" y="51"/>
                  <a:pt x="1199" y="54"/>
                  <a:pt x="1199" y="55"/>
                </a:cubicBezTo>
                <a:cubicBezTo>
                  <a:pt x="1199" y="58"/>
                  <a:pt x="1200" y="59"/>
                  <a:pt x="1203" y="59"/>
                </a:cubicBezTo>
                <a:cubicBezTo>
                  <a:pt x="1205" y="59"/>
                  <a:pt x="1206" y="59"/>
                  <a:pt x="1207" y="58"/>
                </a:cubicBezTo>
                <a:cubicBezTo>
                  <a:pt x="1208" y="58"/>
                  <a:pt x="1209" y="57"/>
                  <a:pt x="1210" y="57"/>
                </a:cubicBezTo>
                <a:cubicBezTo>
                  <a:pt x="1210" y="56"/>
                  <a:pt x="1211" y="55"/>
                  <a:pt x="1211" y="55"/>
                </a:cubicBezTo>
                <a:cubicBezTo>
                  <a:pt x="1210" y="53"/>
                  <a:pt x="1210" y="53"/>
                  <a:pt x="1210" y="53"/>
                </a:cubicBezTo>
                <a:cubicBezTo>
                  <a:pt x="1209" y="54"/>
                  <a:pt x="1208" y="55"/>
                  <a:pt x="1207" y="55"/>
                </a:cubicBezTo>
                <a:cubicBezTo>
                  <a:pt x="1206" y="55"/>
                  <a:pt x="1206" y="54"/>
                  <a:pt x="1206" y="53"/>
                </a:cubicBezTo>
                <a:cubicBezTo>
                  <a:pt x="1206" y="51"/>
                  <a:pt x="1206" y="48"/>
                  <a:pt x="1207" y="45"/>
                </a:cubicBezTo>
                <a:cubicBezTo>
                  <a:pt x="1208" y="41"/>
                  <a:pt x="1208" y="41"/>
                  <a:pt x="1208" y="41"/>
                </a:cubicBezTo>
                <a:cubicBezTo>
                  <a:pt x="1208" y="40"/>
                  <a:pt x="1208" y="40"/>
                  <a:pt x="1208" y="40"/>
                </a:cubicBezTo>
                <a:cubicBezTo>
                  <a:pt x="1209" y="34"/>
                  <a:pt x="1210" y="31"/>
                  <a:pt x="1210" y="29"/>
                </a:cubicBezTo>
                <a:cubicBezTo>
                  <a:pt x="1210" y="25"/>
                  <a:pt x="1209" y="23"/>
                  <a:pt x="1207" y="21"/>
                </a:cubicBezTo>
                <a:cubicBezTo>
                  <a:pt x="1206" y="19"/>
                  <a:pt x="1204" y="19"/>
                  <a:pt x="1201" y="19"/>
                </a:cubicBezTo>
                <a:cubicBezTo>
                  <a:pt x="1199" y="19"/>
                  <a:pt x="1196" y="19"/>
                  <a:pt x="1193" y="21"/>
                </a:cubicBezTo>
                <a:cubicBezTo>
                  <a:pt x="1191" y="23"/>
                  <a:pt x="1189" y="25"/>
                  <a:pt x="1187" y="28"/>
                </a:cubicBezTo>
                <a:close/>
                <a:moveTo>
                  <a:pt x="1243" y="27"/>
                </a:moveTo>
                <a:cubicBezTo>
                  <a:pt x="1245" y="27"/>
                  <a:pt x="1245" y="27"/>
                  <a:pt x="1245" y="27"/>
                </a:cubicBezTo>
                <a:cubicBezTo>
                  <a:pt x="1247" y="20"/>
                  <a:pt x="1247" y="20"/>
                  <a:pt x="1247" y="20"/>
                </a:cubicBezTo>
                <a:cubicBezTo>
                  <a:pt x="1246" y="20"/>
                  <a:pt x="1244" y="19"/>
                  <a:pt x="1243" y="19"/>
                </a:cubicBezTo>
                <a:cubicBezTo>
                  <a:pt x="1241" y="19"/>
                  <a:pt x="1240" y="19"/>
                  <a:pt x="1239" y="19"/>
                </a:cubicBezTo>
                <a:cubicBezTo>
                  <a:pt x="1234" y="19"/>
                  <a:pt x="1231" y="20"/>
                  <a:pt x="1228" y="22"/>
                </a:cubicBezTo>
                <a:cubicBezTo>
                  <a:pt x="1224" y="25"/>
                  <a:pt x="1222" y="28"/>
                  <a:pt x="1220" y="32"/>
                </a:cubicBezTo>
                <a:cubicBezTo>
                  <a:pt x="1219" y="36"/>
                  <a:pt x="1218" y="40"/>
                  <a:pt x="1218" y="43"/>
                </a:cubicBezTo>
                <a:cubicBezTo>
                  <a:pt x="1218" y="48"/>
                  <a:pt x="1219" y="52"/>
                  <a:pt x="1221" y="55"/>
                </a:cubicBezTo>
                <a:cubicBezTo>
                  <a:pt x="1224" y="58"/>
                  <a:pt x="1227" y="59"/>
                  <a:pt x="1231" y="59"/>
                </a:cubicBezTo>
                <a:cubicBezTo>
                  <a:pt x="1234" y="59"/>
                  <a:pt x="1236" y="59"/>
                  <a:pt x="1239" y="57"/>
                </a:cubicBezTo>
                <a:cubicBezTo>
                  <a:pt x="1241" y="56"/>
                  <a:pt x="1243" y="54"/>
                  <a:pt x="1244" y="53"/>
                </a:cubicBezTo>
                <a:cubicBezTo>
                  <a:pt x="1242" y="50"/>
                  <a:pt x="1242" y="50"/>
                  <a:pt x="1242" y="50"/>
                </a:cubicBezTo>
                <a:cubicBezTo>
                  <a:pt x="1241" y="52"/>
                  <a:pt x="1239" y="53"/>
                  <a:pt x="1238" y="54"/>
                </a:cubicBezTo>
                <a:cubicBezTo>
                  <a:pt x="1236" y="54"/>
                  <a:pt x="1235" y="55"/>
                  <a:pt x="1233" y="55"/>
                </a:cubicBezTo>
                <a:cubicBezTo>
                  <a:pt x="1230" y="55"/>
                  <a:pt x="1228" y="54"/>
                  <a:pt x="1227" y="52"/>
                </a:cubicBezTo>
                <a:cubicBezTo>
                  <a:pt x="1226" y="50"/>
                  <a:pt x="1225" y="47"/>
                  <a:pt x="1225" y="43"/>
                </a:cubicBezTo>
                <a:cubicBezTo>
                  <a:pt x="1225" y="39"/>
                  <a:pt x="1226" y="35"/>
                  <a:pt x="1227" y="32"/>
                </a:cubicBezTo>
                <a:cubicBezTo>
                  <a:pt x="1228" y="30"/>
                  <a:pt x="1229" y="27"/>
                  <a:pt x="1231" y="26"/>
                </a:cubicBezTo>
                <a:cubicBezTo>
                  <a:pt x="1233" y="24"/>
                  <a:pt x="1235" y="23"/>
                  <a:pt x="1237" y="23"/>
                </a:cubicBezTo>
                <a:cubicBezTo>
                  <a:pt x="1239" y="23"/>
                  <a:pt x="1241" y="24"/>
                  <a:pt x="1243" y="27"/>
                </a:cubicBezTo>
                <a:close/>
                <a:moveTo>
                  <a:pt x="1279" y="52"/>
                </a:moveTo>
                <a:cubicBezTo>
                  <a:pt x="1277" y="49"/>
                  <a:pt x="1277" y="49"/>
                  <a:pt x="1277" y="49"/>
                </a:cubicBezTo>
                <a:cubicBezTo>
                  <a:pt x="1276" y="51"/>
                  <a:pt x="1274" y="52"/>
                  <a:pt x="1272" y="53"/>
                </a:cubicBezTo>
                <a:cubicBezTo>
                  <a:pt x="1270" y="54"/>
                  <a:pt x="1268" y="55"/>
                  <a:pt x="1266" y="55"/>
                </a:cubicBezTo>
                <a:cubicBezTo>
                  <a:pt x="1263" y="55"/>
                  <a:pt x="1261" y="54"/>
                  <a:pt x="1259" y="51"/>
                </a:cubicBezTo>
                <a:cubicBezTo>
                  <a:pt x="1258" y="49"/>
                  <a:pt x="1257" y="46"/>
                  <a:pt x="1258" y="43"/>
                </a:cubicBezTo>
                <a:cubicBezTo>
                  <a:pt x="1260" y="43"/>
                  <a:pt x="1264" y="42"/>
                  <a:pt x="1267" y="41"/>
                </a:cubicBezTo>
                <a:cubicBezTo>
                  <a:pt x="1271" y="40"/>
                  <a:pt x="1274" y="38"/>
                  <a:pt x="1277" y="36"/>
                </a:cubicBezTo>
                <a:cubicBezTo>
                  <a:pt x="1280" y="33"/>
                  <a:pt x="1281" y="31"/>
                  <a:pt x="1281" y="27"/>
                </a:cubicBezTo>
                <a:cubicBezTo>
                  <a:pt x="1281" y="25"/>
                  <a:pt x="1280" y="23"/>
                  <a:pt x="1278" y="21"/>
                </a:cubicBezTo>
                <a:cubicBezTo>
                  <a:pt x="1277" y="19"/>
                  <a:pt x="1274" y="19"/>
                  <a:pt x="1271" y="19"/>
                </a:cubicBezTo>
                <a:cubicBezTo>
                  <a:pt x="1267" y="19"/>
                  <a:pt x="1264" y="20"/>
                  <a:pt x="1260" y="22"/>
                </a:cubicBezTo>
                <a:cubicBezTo>
                  <a:pt x="1257" y="24"/>
                  <a:pt x="1255" y="28"/>
                  <a:pt x="1253" y="31"/>
                </a:cubicBezTo>
                <a:cubicBezTo>
                  <a:pt x="1251" y="35"/>
                  <a:pt x="1250" y="40"/>
                  <a:pt x="1250" y="44"/>
                </a:cubicBezTo>
                <a:cubicBezTo>
                  <a:pt x="1250" y="47"/>
                  <a:pt x="1251" y="49"/>
                  <a:pt x="1252" y="52"/>
                </a:cubicBezTo>
                <a:cubicBezTo>
                  <a:pt x="1253" y="54"/>
                  <a:pt x="1254" y="56"/>
                  <a:pt x="1256" y="57"/>
                </a:cubicBezTo>
                <a:cubicBezTo>
                  <a:pt x="1258" y="59"/>
                  <a:pt x="1261" y="59"/>
                  <a:pt x="1264" y="59"/>
                </a:cubicBezTo>
                <a:cubicBezTo>
                  <a:pt x="1267" y="59"/>
                  <a:pt x="1270" y="58"/>
                  <a:pt x="1273" y="57"/>
                </a:cubicBezTo>
                <a:cubicBezTo>
                  <a:pt x="1276" y="55"/>
                  <a:pt x="1278" y="54"/>
                  <a:pt x="1279" y="52"/>
                </a:cubicBezTo>
                <a:close/>
                <a:moveTo>
                  <a:pt x="1269" y="22"/>
                </a:moveTo>
                <a:cubicBezTo>
                  <a:pt x="1271" y="22"/>
                  <a:pt x="1272" y="23"/>
                  <a:pt x="1273" y="24"/>
                </a:cubicBezTo>
                <a:cubicBezTo>
                  <a:pt x="1274" y="25"/>
                  <a:pt x="1274" y="26"/>
                  <a:pt x="1274" y="28"/>
                </a:cubicBezTo>
                <a:cubicBezTo>
                  <a:pt x="1274" y="30"/>
                  <a:pt x="1273" y="32"/>
                  <a:pt x="1272" y="34"/>
                </a:cubicBezTo>
                <a:cubicBezTo>
                  <a:pt x="1270" y="35"/>
                  <a:pt x="1268" y="37"/>
                  <a:pt x="1265" y="38"/>
                </a:cubicBezTo>
                <a:cubicBezTo>
                  <a:pt x="1263" y="39"/>
                  <a:pt x="1260" y="39"/>
                  <a:pt x="1258" y="39"/>
                </a:cubicBezTo>
                <a:cubicBezTo>
                  <a:pt x="1258" y="37"/>
                  <a:pt x="1259" y="34"/>
                  <a:pt x="1259" y="32"/>
                </a:cubicBezTo>
                <a:cubicBezTo>
                  <a:pt x="1260" y="29"/>
                  <a:pt x="1262" y="27"/>
                  <a:pt x="1263" y="25"/>
                </a:cubicBezTo>
                <a:cubicBezTo>
                  <a:pt x="1265" y="23"/>
                  <a:pt x="1267" y="22"/>
                  <a:pt x="1269" y="22"/>
                </a:cubicBezTo>
                <a:close/>
                <a:moveTo>
                  <a:pt x="1310" y="25"/>
                </a:moveTo>
                <a:cubicBezTo>
                  <a:pt x="1311" y="20"/>
                  <a:pt x="1311" y="20"/>
                  <a:pt x="1311" y="20"/>
                </a:cubicBezTo>
                <a:cubicBezTo>
                  <a:pt x="1311" y="20"/>
                  <a:pt x="1309" y="19"/>
                  <a:pt x="1308" y="19"/>
                </a:cubicBezTo>
                <a:cubicBezTo>
                  <a:pt x="1306" y="19"/>
                  <a:pt x="1304" y="19"/>
                  <a:pt x="1303" y="19"/>
                </a:cubicBezTo>
                <a:cubicBezTo>
                  <a:pt x="1300" y="19"/>
                  <a:pt x="1298" y="19"/>
                  <a:pt x="1296" y="20"/>
                </a:cubicBezTo>
                <a:cubicBezTo>
                  <a:pt x="1293" y="21"/>
                  <a:pt x="1292" y="22"/>
                  <a:pt x="1291" y="24"/>
                </a:cubicBezTo>
                <a:cubicBezTo>
                  <a:pt x="1289" y="26"/>
                  <a:pt x="1289" y="27"/>
                  <a:pt x="1289" y="30"/>
                </a:cubicBezTo>
                <a:cubicBezTo>
                  <a:pt x="1289" y="34"/>
                  <a:pt x="1291" y="38"/>
                  <a:pt x="1296" y="41"/>
                </a:cubicBezTo>
                <a:cubicBezTo>
                  <a:pt x="1298" y="43"/>
                  <a:pt x="1300" y="44"/>
                  <a:pt x="1301" y="45"/>
                </a:cubicBezTo>
                <a:cubicBezTo>
                  <a:pt x="1302" y="46"/>
                  <a:pt x="1303" y="48"/>
                  <a:pt x="1303" y="50"/>
                </a:cubicBezTo>
                <a:cubicBezTo>
                  <a:pt x="1303" y="51"/>
                  <a:pt x="1302" y="53"/>
                  <a:pt x="1301" y="54"/>
                </a:cubicBezTo>
                <a:cubicBezTo>
                  <a:pt x="1299" y="55"/>
                  <a:pt x="1297" y="55"/>
                  <a:pt x="1295" y="55"/>
                </a:cubicBezTo>
                <a:cubicBezTo>
                  <a:pt x="1293" y="55"/>
                  <a:pt x="1292" y="55"/>
                  <a:pt x="1290" y="54"/>
                </a:cubicBezTo>
                <a:cubicBezTo>
                  <a:pt x="1288" y="53"/>
                  <a:pt x="1287" y="53"/>
                  <a:pt x="1286" y="52"/>
                </a:cubicBezTo>
                <a:cubicBezTo>
                  <a:pt x="1285" y="57"/>
                  <a:pt x="1285" y="57"/>
                  <a:pt x="1285" y="57"/>
                </a:cubicBezTo>
                <a:cubicBezTo>
                  <a:pt x="1285" y="58"/>
                  <a:pt x="1287" y="58"/>
                  <a:pt x="1289" y="58"/>
                </a:cubicBezTo>
                <a:cubicBezTo>
                  <a:pt x="1291" y="59"/>
                  <a:pt x="1293" y="59"/>
                  <a:pt x="1295" y="59"/>
                </a:cubicBezTo>
                <a:cubicBezTo>
                  <a:pt x="1299" y="59"/>
                  <a:pt x="1303" y="58"/>
                  <a:pt x="1305" y="56"/>
                </a:cubicBezTo>
                <a:cubicBezTo>
                  <a:pt x="1308" y="54"/>
                  <a:pt x="1309" y="52"/>
                  <a:pt x="1309" y="48"/>
                </a:cubicBezTo>
                <a:cubicBezTo>
                  <a:pt x="1309" y="46"/>
                  <a:pt x="1309" y="45"/>
                  <a:pt x="1308" y="43"/>
                </a:cubicBezTo>
                <a:cubicBezTo>
                  <a:pt x="1307" y="42"/>
                  <a:pt x="1306" y="41"/>
                  <a:pt x="1305" y="40"/>
                </a:cubicBezTo>
                <a:cubicBezTo>
                  <a:pt x="1304" y="39"/>
                  <a:pt x="1303" y="38"/>
                  <a:pt x="1301" y="36"/>
                </a:cubicBezTo>
                <a:cubicBezTo>
                  <a:pt x="1299" y="35"/>
                  <a:pt x="1298" y="34"/>
                  <a:pt x="1297" y="32"/>
                </a:cubicBezTo>
                <a:cubicBezTo>
                  <a:pt x="1296" y="31"/>
                  <a:pt x="1295" y="30"/>
                  <a:pt x="1295" y="28"/>
                </a:cubicBezTo>
                <a:cubicBezTo>
                  <a:pt x="1295" y="26"/>
                  <a:pt x="1296" y="25"/>
                  <a:pt x="1297" y="24"/>
                </a:cubicBezTo>
                <a:cubicBezTo>
                  <a:pt x="1299" y="23"/>
                  <a:pt x="1300" y="23"/>
                  <a:pt x="1303" y="23"/>
                </a:cubicBezTo>
                <a:cubicBezTo>
                  <a:pt x="1304" y="23"/>
                  <a:pt x="1306" y="23"/>
                  <a:pt x="1307" y="24"/>
                </a:cubicBezTo>
                <a:cubicBezTo>
                  <a:pt x="1309" y="24"/>
                  <a:pt x="1310" y="25"/>
                  <a:pt x="1310" y="25"/>
                </a:cubicBezTo>
                <a:close/>
                <a:moveTo>
                  <a:pt x="1047" y="110"/>
                </a:moveTo>
                <a:cubicBezTo>
                  <a:pt x="1052" y="111"/>
                  <a:pt x="1052" y="111"/>
                  <a:pt x="1052" y="111"/>
                </a:cubicBezTo>
                <a:cubicBezTo>
                  <a:pt x="1046" y="156"/>
                  <a:pt x="1046" y="156"/>
                  <a:pt x="1046" y="156"/>
                </a:cubicBezTo>
                <a:cubicBezTo>
                  <a:pt x="1041" y="157"/>
                  <a:pt x="1041" y="157"/>
                  <a:pt x="1041" y="157"/>
                </a:cubicBezTo>
                <a:cubicBezTo>
                  <a:pt x="1041" y="159"/>
                  <a:pt x="1041" y="159"/>
                  <a:pt x="1041" y="159"/>
                </a:cubicBezTo>
                <a:cubicBezTo>
                  <a:pt x="1078" y="159"/>
                  <a:pt x="1078" y="159"/>
                  <a:pt x="1078" y="159"/>
                </a:cubicBezTo>
                <a:cubicBezTo>
                  <a:pt x="1081" y="147"/>
                  <a:pt x="1081" y="147"/>
                  <a:pt x="1081" y="147"/>
                </a:cubicBezTo>
                <a:cubicBezTo>
                  <a:pt x="1077" y="146"/>
                  <a:pt x="1077" y="146"/>
                  <a:pt x="1077" y="146"/>
                </a:cubicBezTo>
                <a:cubicBezTo>
                  <a:pt x="1073" y="155"/>
                  <a:pt x="1073" y="155"/>
                  <a:pt x="1073" y="155"/>
                </a:cubicBezTo>
                <a:cubicBezTo>
                  <a:pt x="1053" y="156"/>
                  <a:pt x="1053" y="156"/>
                  <a:pt x="1053" y="156"/>
                </a:cubicBezTo>
                <a:cubicBezTo>
                  <a:pt x="1056" y="134"/>
                  <a:pt x="1056" y="134"/>
                  <a:pt x="1056" y="134"/>
                </a:cubicBezTo>
                <a:cubicBezTo>
                  <a:pt x="1072" y="135"/>
                  <a:pt x="1072" y="135"/>
                  <a:pt x="1072" y="135"/>
                </a:cubicBezTo>
                <a:cubicBezTo>
                  <a:pt x="1073" y="130"/>
                  <a:pt x="1073" y="130"/>
                  <a:pt x="1073" y="130"/>
                </a:cubicBezTo>
                <a:cubicBezTo>
                  <a:pt x="1057" y="130"/>
                  <a:pt x="1057" y="130"/>
                  <a:pt x="1057" y="130"/>
                </a:cubicBezTo>
                <a:cubicBezTo>
                  <a:pt x="1059" y="110"/>
                  <a:pt x="1059" y="110"/>
                  <a:pt x="1059" y="110"/>
                </a:cubicBezTo>
                <a:cubicBezTo>
                  <a:pt x="1075" y="111"/>
                  <a:pt x="1075" y="111"/>
                  <a:pt x="1075" y="111"/>
                </a:cubicBezTo>
                <a:cubicBezTo>
                  <a:pt x="1076" y="118"/>
                  <a:pt x="1076" y="118"/>
                  <a:pt x="1076" y="118"/>
                </a:cubicBezTo>
                <a:cubicBezTo>
                  <a:pt x="1080" y="118"/>
                  <a:pt x="1080" y="118"/>
                  <a:pt x="1080" y="118"/>
                </a:cubicBezTo>
                <a:cubicBezTo>
                  <a:pt x="1081" y="107"/>
                  <a:pt x="1081" y="107"/>
                  <a:pt x="1081" y="107"/>
                </a:cubicBezTo>
                <a:cubicBezTo>
                  <a:pt x="1048" y="107"/>
                  <a:pt x="1048" y="107"/>
                  <a:pt x="1048" y="107"/>
                </a:cubicBezTo>
                <a:lnTo>
                  <a:pt x="1047" y="110"/>
                </a:lnTo>
                <a:close/>
                <a:moveTo>
                  <a:pt x="1100" y="129"/>
                </a:moveTo>
                <a:cubicBezTo>
                  <a:pt x="1100" y="120"/>
                  <a:pt x="1100" y="120"/>
                  <a:pt x="1100" y="120"/>
                </a:cubicBezTo>
                <a:cubicBezTo>
                  <a:pt x="1099" y="119"/>
                  <a:pt x="1099" y="119"/>
                  <a:pt x="1099" y="119"/>
                </a:cubicBezTo>
                <a:cubicBezTo>
                  <a:pt x="1090" y="121"/>
                  <a:pt x="1090" y="121"/>
                  <a:pt x="1090" y="121"/>
                </a:cubicBezTo>
                <a:cubicBezTo>
                  <a:pt x="1090" y="124"/>
                  <a:pt x="1090" y="124"/>
                  <a:pt x="1090" y="124"/>
                </a:cubicBezTo>
                <a:cubicBezTo>
                  <a:pt x="1093" y="125"/>
                  <a:pt x="1093" y="125"/>
                  <a:pt x="1093" y="125"/>
                </a:cubicBezTo>
                <a:cubicBezTo>
                  <a:pt x="1089" y="159"/>
                  <a:pt x="1089" y="159"/>
                  <a:pt x="1089" y="159"/>
                </a:cubicBezTo>
                <a:cubicBezTo>
                  <a:pt x="1095" y="159"/>
                  <a:pt x="1095" y="159"/>
                  <a:pt x="1095" y="159"/>
                </a:cubicBezTo>
                <a:cubicBezTo>
                  <a:pt x="1099" y="134"/>
                  <a:pt x="1099" y="134"/>
                  <a:pt x="1099" y="134"/>
                </a:cubicBezTo>
                <a:cubicBezTo>
                  <a:pt x="1101" y="131"/>
                  <a:pt x="1103" y="129"/>
                  <a:pt x="1105" y="127"/>
                </a:cubicBezTo>
                <a:cubicBezTo>
                  <a:pt x="1107" y="125"/>
                  <a:pt x="1109" y="124"/>
                  <a:pt x="1111" y="124"/>
                </a:cubicBezTo>
                <a:cubicBezTo>
                  <a:pt x="1113" y="124"/>
                  <a:pt x="1114" y="125"/>
                  <a:pt x="1114" y="126"/>
                </a:cubicBezTo>
                <a:cubicBezTo>
                  <a:pt x="1115" y="127"/>
                  <a:pt x="1115" y="128"/>
                  <a:pt x="1115" y="130"/>
                </a:cubicBezTo>
                <a:cubicBezTo>
                  <a:pt x="1115" y="132"/>
                  <a:pt x="1115" y="134"/>
                  <a:pt x="1115" y="135"/>
                </a:cubicBezTo>
                <a:cubicBezTo>
                  <a:pt x="1115" y="137"/>
                  <a:pt x="1114" y="140"/>
                  <a:pt x="1114" y="142"/>
                </a:cubicBezTo>
                <a:cubicBezTo>
                  <a:pt x="1114" y="144"/>
                  <a:pt x="1114" y="144"/>
                  <a:pt x="1114" y="144"/>
                </a:cubicBezTo>
                <a:cubicBezTo>
                  <a:pt x="1113" y="147"/>
                  <a:pt x="1113" y="147"/>
                  <a:pt x="1113" y="147"/>
                </a:cubicBezTo>
                <a:cubicBezTo>
                  <a:pt x="1112" y="151"/>
                  <a:pt x="1112" y="154"/>
                  <a:pt x="1112" y="156"/>
                </a:cubicBezTo>
                <a:cubicBezTo>
                  <a:pt x="1112" y="159"/>
                  <a:pt x="1113" y="160"/>
                  <a:pt x="1116" y="160"/>
                </a:cubicBezTo>
                <a:cubicBezTo>
                  <a:pt x="1117" y="160"/>
                  <a:pt x="1119" y="160"/>
                  <a:pt x="1120" y="159"/>
                </a:cubicBezTo>
                <a:cubicBezTo>
                  <a:pt x="1121" y="159"/>
                  <a:pt x="1122" y="158"/>
                  <a:pt x="1123" y="157"/>
                </a:cubicBezTo>
                <a:cubicBezTo>
                  <a:pt x="1123" y="157"/>
                  <a:pt x="1124" y="156"/>
                  <a:pt x="1124" y="156"/>
                </a:cubicBezTo>
                <a:cubicBezTo>
                  <a:pt x="1123" y="154"/>
                  <a:pt x="1123" y="154"/>
                  <a:pt x="1123" y="154"/>
                </a:cubicBezTo>
                <a:cubicBezTo>
                  <a:pt x="1122" y="155"/>
                  <a:pt x="1121" y="156"/>
                  <a:pt x="1120" y="156"/>
                </a:cubicBezTo>
                <a:cubicBezTo>
                  <a:pt x="1119" y="156"/>
                  <a:pt x="1119" y="155"/>
                  <a:pt x="1119" y="154"/>
                </a:cubicBezTo>
                <a:cubicBezTo>
                  <a:pt x="1119" y="152"/>
                  <a:pt x="1119" y="149"/>
                  <a:pt x="1120" y="145"/>
                </a:cubicBezTo>
                <a:cubicBezTo>
                  <a:pt x="1121" y="142"/>
                  <a:pt x="1121" y="142"/>
                  <a:pt x="1121" y="142"/>
                </a:cubicBezTo>
                <a:cubicBezTo>
                  <a:pt x="1121" y="140"/>
                  <a:pt x="1121" y="140"/>
                  <a:pt x="1121" y="140"/>
                </a:cubicBezTo>
                <a:cubicBezTo>
                  <a:pt x="1122" y="135"/>
                  <a:pt x="1122" y="132"/>
                  <a:pt x="1122" y="130"/>
                </a:cubicBezTo>
                <a:cubicBezTo>
                  <a:pt x="1122" y="126"/>
                  <a:pt x="1122" y="123"/>
                  <a:pt x="1120" y="122"/>
                </a:cubicBezTo>
                <a:cubicBezTo>
                  <a:pt x="1119" y="120"/>
                  <a:pt x="1117" y="119"/>
                  <a:pt x="1114" y="119"/>
                </a:cubicBezTo>
                <a:cubicBezTo>
                  <a:pt x="1112" y="119"/>
                  <a:pt x="1109" y="120"/>
                  <a:pt x="1106" y="122"/>
                </a:cubicBezTo>
                <a:cubicBezTo>
                  <a:pt x="1104" y="124"/>
                  <a:pt x="1102" y="126"/>
                  <a:pt x="1100" y="129"/>
                </a:cubicBezTo>
                <a:close/>
                <a:moveTo>
                  <a:pt x="1159" y="162"/>
                </a:moveTo>
                <a:cubicBezTo>
                  <a:pt x="1165" y="119"/>
                  <a:pt x="1165" y="119"/>
                  <a:pt x="1165" y="119"/>
                </a:cubicBezTo>
                <a:cubicBezTo>
                  <a:pt x="1160" y="121"/>
                  <a:pt x="1160" y="121"/>
                  <a:pt x="1160" y="121"/>
                </a:cubicBezTo>
                <a:cubicBezTo>
                  <a:pt x="1159" y="121"/>
                  <a:pt x="1158" y="120"/>
                  <a:pt x="1157" y="120"/>
                </a:cubicBezTo>
                <a:cubicBezTo>
                  <a:pt x="1155" y="120"/>
                  <a:pt x="1154" y="119"/>
                  <a:pt x="1153" y="119"/>
                </a:cubicBezTo>
                <a:cubicBezTo>
                  <a:pt x="1148" y="119"/>
                  <a:pt x="1144" y="121"/>
                  <a:pt x="1141" y="123"/>
                </a:cubicBezTo>
                <a:cubicBezTo>
                  <a:pt x="1137" y="126"/>
                  <a:pt x="1135" y="129"/>
                  <a:pt x="1133" y="133"/>
                </a:cubicBezTo>
                <a:cubicBezTo>
                  <a:pt x="1131" y="137"/>
                  <a:pt x="1130" y="141"/>
                  <a:pt x="1130" y="145"/>
                </a:cubicBezTo>
                <a:cubicBezTo>
                  <a:pt x="1130" y="150"/>
                  <a:pt x="1131" y="153"/>
                  <a:pt x="1133" y="156"/>
                </a:cubicBezTo>
                <a:cubicBezTo>
                  <a:pt x="1135" y="159"/>
                  <a:pt x="1138" y="160"/>
                  <a:pt x="1142" y="160"/>
                </a:cubicBezTo>
                <a:cubicBezTo>
                  <a:pt x="1144" y="160"/>
                  <a:pt x="1146" y="159"/>
                  <a:pt x="1148" y="158"/>
                </a:cubicBezTo>
                <a:cubicBezTo>
                  <a:pt x="1150" y="157"/>
                  <a:pt x="1152" y="156"/>
                  <a:pt x="1153" y="155"/>
                </a:cubicBezTo>
                <a:cubicBezTo>
                  <a:pt x="1151" y="164"/>
                  <a:pt x="1151" y="164"/>
                  <a:pt x="1151" y="164"/>
                </a:cubicBezTo>
                <a:cubicBezTo>
                  <a:pt x="1151" y="167"/>
                  <a:pt x="1150" y="169"/>
                  <a:pt x="1149" y="170"/>
                </a:cubicBezTo>
                <a:cubicBezTo>
                  <a:pt x="1147" y="172"/>
                  <a:pt x="1145" y="172"/>
                  <a:pt x="1142" y="172"/>
                </a:cubicBezTo>
                <a:cubicBezTo>
                  <a:pt x="1140" y="172"/>
                  <a:pt x="1139" y="172"/>
                  <a:pt x="1137" y="171"/>
                </a:cubicBezTo>
                <a:cubicBezTo>
                  <a:pt x="1136" y="171"/>
                  <a:pt x="1134" y="170"/>
                  <a:pt x="1133" y="170"/>
                </a:cubicBezTo>
                <a:cubicBezTo>
                  <a:pt x="1132" y="175"/>
                  <a:pt x="1132" y="175"/>
                  <a:pt x="1132" y="175"/>
                </a:cubicBezTo>
                <a:cubicBezTo>
                  <a:pt x="1132" y="176"/>
                  <a:pt x="1134" y="176"/>
                  <a:pt x="1135" y="176"/>
                </a:cubicBezTo>
                <a:cubicBezTo>
                  <a:pt x="1137" y="177"/>
                  <a:pt x="1138" y="177"/>
                  <a:pt x="1140" y="177"/>
                </a:cubicBezTo>
                <a:cubicBezTo>
                  <a:pt x="1142" y="177"/>
                  <a:pt x="1145" y="176"/>
                  <a:pt x="1148" y="175"/>
                </a:cubicBezTo>
                <a:cubicBezTo>
                  <a:pt x="1150" y="174"/>
                  <a:pt x="1153" y="173"/>
                  <a:pt x="1155" y="170"/>
                </a:cubicBezTo>
                <a:cubicBezTo>
                  <a:pt x="1157" y="168"/>
                  <a:pt x="1158" y="165"/>
                  <a:pt x="1159" y="162"/>
                </a:cubicBezTo>
                <a:close/>
                <a:moveTo>
                  <a:pt x="1157" y="125"/>
                </a:moveTo>
                <a:cubicBezTo>
                  <a:pt x="1154" y="150"/>
                  <a:pt x="1154" y="150"/>
                  <a:pt x="1154" y="150"/>
                </a:cubicBezTo>
                <a:cubicBezTo>
                  <a:pt x="1152" y="151"/>
                  <a:pt x="1151" y="153"/>
                  <a:pt x="1149" y="154"/>
                </a:cubicBezTo>
                <a:cubicBezTo>
                  <a:pt x="1148" y="155"/>
                  <a:pt x="1146" y="155"/>
                  <a:pt x="1144" y="155"/>
                </a:cubicBezTo>
                <a:cubicBezTo>
                  <a:pt x="1142" y="155"/>
                  <a:pt x="1140" y="155"/>
                  <a:pt x="1139" y="153"/>
                </a:cubicBezTo>
                <a:cubicBezTo>
                  <a:pt x="1138" y="151"/>
                  <a:pt x="1138" y="148"/>
                  <a:pt x="1138" y="145"/>
                </a:cubicBezTo>
                <a:cubicBezTo>
                  <a:pt x="1138" y="142"/>
                  <a:pt x="1138" y="138"/>
                  <a:pt x="1139" y="135"/>
                </a:cubicBezTo>
                <a:cubicBezTo>
                  <a:pt x="1140" y="132"/>
                  <a:pt x="1142" y="129"/>
                  <a:pt x="1144" y="127"/>
                </a:cubicBezTo>
                <a:cubicBezTo>
                  <a:pt x="1146" y="124"/>
                  <a:pt x="1149" y="123"/>
                  <a:pt x="1152" y="123"/>
                </a:cubicBezTo>
                <a:cubicBezTo>
                  <a:pt x="1154" y="123"/>
                  <a:pt x="1156" y="124"/>
                  <a:pt x="1157" y="125"/>
                </a:cubicBezTo>
                <a:close/>
                <a:moveTo>
                  <a:pt x="1181" y="153"/>
                </a:moveTo>
                <a:cubicBezTo>
                  <a:pt x="1185" y="120"/>
                  <a:pt x="1185" y="120"/>
                  <a:pt x="1185" y="120"/>
                </a:cubicBezTo>
                <a:cubicBezTo>
                  <a:pt x="1184" y="119"/>
                  <a:pt x="1184" y="119"/>
                  <a:pt x="1184" y="119"/>
                </a:cubicBezTo>
                <a:cubicBezTo>
                  <a:pt x="1174" y="121"/>
                  <a:pt x="1174" y="121"/>
                  <a:pt x="1174" y="121"/>
                </a:cubicBezTo>
                <a:cubicBezTo>
                  <a:pt x="1173" y="123"/>
                  <a:pt x="1173" y="123"/>
                  <a:pt x="1173" y="123"/>
                </a:cubicBezTo>
                <a:cubicBezTo>
                  <a:pt x="1178" y="125"/>
                  <a:pt x="1178" y="125"/>
                  <a:pt x="1178" y="125"/>
                </a:cubicBezTo>
                <a:cubicBezTo>
                  <a:pt x="1177" y="132"/>
                  <a:pt x="1176" y="138"/>
                  <a:pt x="1175" y="142"/>
                </a:cubicBezTo>
                <a:cubicBezTo>
                  <a:pt x="1174" y="150"/>
                  <a:pt x="1174" y="154"/>
                  <a:pt x="1173" y="156"/>
                </a:cubicBezTo>
                <a:cubicBezTo>
                  <a:pt x="1173" y="157"/>
                  <a:pt x="1174" y="158"/>
                  <a:pt x="1174" y="159"/>
                </a:cubicBezTo>
                <a:cubicBezTo>
                  <a:pt x="1175" y="160"/>
                  <a:pt x="1176" y="160"/>
                  <a:pt x="1178" y="160"/>
                </a:cubicBezTo>
                <a:cubicBezTo>
                  <a:pt x="1180" y="160"/>
                  <a:pt x="1182" y="159"/>
                  <a:pt x="1183" y="158"/>
                </a:cubicBezTo>
                <a:cubicBezTo>
                  <a:pt x="1184" y="157"/>
                  <a:pt x="1185" y="156"/>
                  <a:pt x="1186" y="155"/>
                </a:cubicBezTo>
                <a:cubicBezTo>
                  <a:pt x="1185" y="154"/>
                  <a:pt x="1185" y="154"/>
                  <a:pt x="1185" y="154"/>
                </a:cubicBezTo>
                <a:cubicBezTo>
                  <a:pt x="1184" y="154"/>
                  <a:pt x="1184" y="155"/>
                  <a:pt x="1183" y="155"/>
                </a:cubicBezTo>
                <a:cubicBezTo>
                  <a:pt x="1183" y="156"/>
                  <a:pt x="1182" y="156"/>
                  <a:pt x="1182" y="156"/>
                </a:cubicBezTo>
                <a:cubicBezTo>
                  <a:pt x="1181" y="156"/>
                  <a:pt x="1181" y="156"/>
                  <a:pt x="1181" y="155"/>
                </a:cubicBezTo>
                <a:cubicBezTo>
                  <a:pt x="1181" y="155"/>
                  <a:pt x="1180" y="155"/>
                  <a:pt x="1180" y="154"/>
                </a:cubicBezTo>
                <a:lnTo>
                  <a:pt x="1181" y="153"/>
                </a:lnTo>
                <a:close/>
                <a:moveTo>
                  <a:pt x="1183" y="112"/>
                </a:moveTo>
                <a:cubicBezTo>
                  <a:pt x="1184" y="112"/>
                  <a:pt x="1185" y="111"/>
                  <a:pt x="1186" y="110"/>
                </a:cubicBezTo>
                <a:cubicBezTo>
                  <a:pt x="1187" y="109"/>
                  <a:pt x="1188" y="108"/>
                  <a:pt x="1188" y="107"/>
                </a:cubicBezTo>
                <a:cubicBezTo>
                  <a:pt x="1188" y="106"/>
                  <a:pt x="1187" y="105"/>
                  <a:pt x="1187" y="104"/>
                </a:cubicBezTo>
                <a:cubicBezTo>
                  <a:pt x="1186" y="103"/>
                  <a:pt x="1185" y="103"/>
                  <a:pt x="1184" y="103"/>
                </a:cubicBezTo>
                <a:cubicBezTo>
                  <a:pt x="1182" y="103"/>
                  <a:pt x="1181" y="103"/>
                  <a:pt x="1180" y="104"/>
                </a:cubicBezTo>
                <a:cubicBezTo>
                  <a:pt x="1180" y="105"/>
                  <a:pt x="1179" y="107"/>
                  <a:pt x="1179" y="108"/>
                </a:cubicBezTo>
                <a:cubicBezTo>
                  <a:pt x="1179" y="109"/>
                  <a:pt x="1179" y="110"/>
                  <a:pt x="1180" y="111"/>
                </a:cubicBezTo>
                <a:cubicBezTo>
                  <a:pt x="1181" y="111"/>
                  <a:pt x="1182" y="112"/>
                  <a:pt x="1183" y="112"/>
                </a:cubicBezTo>
                <a:close/>
                <a:moveTo>
                  <a:pt x="1207" y="129"/>
                </a:moveTo>
                <a:cubicBezTo>
                  <a:pt x="1208" y="120"/>
                  <a:pt x="1208" y="120"/>
                  <a:pt x="1208" y="120"/>
                </a:cubicBezTo>
                <a:cubicBezTo>
                  <a:pt x="1207" y="119"/>
                  <a:pt x="1207" y="119"/>
                  <a:pt x="1207" y="119"/>
                </a:cubicBezTo>
                <a:cubicBezTo>
                  <a:pt x="1198" y="121"/>
                  <a:pt x="1198" y="121"/>
                  <a:pt x="1198" y="121"/>
                </a:cubicBezTo>
                <a:cubicBezTo>
                  <a:pt x="1198" y="124"/>
                  <a:pt x="1198" y="124"/>
                  <a:pt x="1198" y="124"/>
                </a:cubicBezTo>
                <a:cubicBezTo>
                  <a:pt x="1201" y="125"/>
                  <a:pt x="1201" y="125"/>
                  <a:pt x="1201" y="125"/>
                </a:cubicBezTo>
                <a:cubicBezTo>
                  <a:pt x="1196" y="159"/>
                  <a:pt x="1196" y="159"/>
                  <a:pt x="1196" y="159"/>
                </a:cubicBezTo>
                <a:cubicBezTo>
                  <a:pt x="1203" y="159"/>
                  <a:pt x="1203" y="159"/>
                  <a:pt x="1203" y="159"/>
                </a:cubicBezTo>
                <a:cubicBezTo>
                  <a:pt x="1207" y="134"/>
                  <a:pt x="1207" y="134"/>
                  <a:pt x="1207" y="134"/>
                </a:cubicBezTo>
                <a:cubicBezTo>
                  <a:pt x="1208" y="131"/>
                  <a:pt x="1210" y="129"/>
                  <a:pt x="1213" y="127"/>
                </a:cubicBezTo>
                <a:cubicBezTo>
                  <a:pt x="1215" y="125"/>
                  <a:pt x="1217" y="124"/>
                  <a:pt x="1219" y="124"/>
                </a:cubicBezTo>
                <a:cubicBezTo>
                  <a:pt x="1220" y="124"/>
                  <a:pt x="1221" y="125"/>
                  <a:pt x="1222" y="126"/>
                </a:cubicBezTo>
                <a:cubicBezTo>
                  <a:pt x="1223" y="127"/>
                  <a:pt x="1223" y="128"/>
                  <a:pt x="1223" y="130"/>
                </a:cubicBezTo>
                <a:cubicBezTo>
                  <a:pt x="1223" y="132"/>
                  <a:pt x="1223" y="134"/>
                  <a:pt x="1223" y="135"/>
                </a:cubicBezTo>
                <a:cubicBezTo>
                  <a:pt x="1222" y="137"/>
                  <a:pt x="1222" y="140"/>
                  <a:pt x="1222" y="142"/>
                </a:cubicBezTo>
                <a:cubicBezTo>
                  <a:pt x="1221" y="144"/>
                  <a:pt x="1221" y="144"/>
                  <a:pt x="1221" y="144"/>
                </a:cubicBezTo>
                <a:cubicBezTo>
                  <a:pt x="1221" y="147"/>
                  <a:pt x="1221" y="147"/>
                  <a:pt x="1221" y="147"/>
                </a:cubicBezTo>
                <a:cubicBezTo>
                  <a:pt x="1220" y="151"/>
                  <a:pt x="1219" y="154"/>
                  <a:pt x="1219" y="156"/>
                </a:cubicBezTo>
                <a:cubicBezTo>
                  <a:pt x="1219" y="159"/>
                  <a:pt x="1221" y="160"/>
                  <a:pt x="1224" y="160"/>
                </a:cubicBezTo>
                <a:cubicBezTo>
                  <a:pt x="1225" y="160"/>
                  <a:pt x="1226" y="160"/>
                  <a:pt x="1227" y="159"/>
                </a:cubicBezTo>
                <a:cubicBezTo>
                  <a:pt x="1228" y="159"/>
                  <a:pt x="1229" y="158"/>
                  <a:pt x="1230" y="157"/>
                </a:cubicBezTo>
                <a:cubicBezTo>
                  <a:pt x="1231" y="157"/>
                  <a:pt x="1231" y="156"/>
                  <a:pt x="1232" y="156"/>
                </a:cubicBezTo>
                <a:cubicBezTo>
                  <a:pt x="1231" y="154"/>
                  <a:pt x="1231" y="154"/>
                  <a:pt x="1231" y="154"/>
                </a:cubicBezTo>
                <a:cubicBezTo>
                  <a:pt x="1229" y="155"/>
                  <a:pt x="1228" y="156"/>
                  <a:pt x="1227" y="156"/>
                </a:cubicBezTo>
                <a:cubicBezTo>
                  <a:pt x="1227" y="156"/>
                  <a:pt x="1227" y="155"/>
                  <a:pt x="1227" y="154"/>
                </a:cubicBezTo>
                <a:cubicBezTo>
                  <a:pt x="1227" y="152"/>
                  <a:pt x="1227" y="149"/>
                  <a:pt x="1228" y="145"/>
                </a:cubicBezTo>
                <a:cubicBezTo>
                  <a:pt x="1228" y="142"/>
                  <a:pt x="1228" y="142"/>
                  <a:pt x="1228" y="142"/>
                </a:cubicBezTo>
                <a:cubicBezTo>
                  <a:pt x="1229" y="140"/>
                  <a:pt x="1229" y="140"/>
                  <a:pt x="1229" y="140"/>
                </a:cubicBezTo>
                <a:cubicBezTo>
                  <a:pt x="1230" y="135"/>
                  <a:pt x="1230" y="132"/>
                  <a:pt x="1230" y="130"/>
                </a:cubicBezTo>
                <a:cubicBezTo>
                  <a:pt x="1230" y="126"/>
                  <a:pt x="1229" y="123"/>
                  <a:pt x="1228" y="122"/>
                </a:cubicBezTo>
                <a:cubicBezTo>
                  <a:pt x="1227" y="120"/>
                  <a:pt x="1225" y="119"/>
                  <a:pt x="1222" y="119"/>
                </a:cubicBezTo>
                <a:cubicBezTo>
                  <a:pt x="1219" y="119"/>
                  <a:pt x="1217" y="120"/>
                  <a:pt x="1214" y="122"/>
                </a:cubicBezTo>
                <a:cubicBezTo>
                  <a:pt x="1211" y="124"/>
                  <a:pt x="1209" y="126"/>
                  <a:pt x="1207" y="129"/>
                </a:cubicBezTo>
                <a:close/>
                <a:moveTo>
                  <a:pt x="1267" y="153"/>
                </a:moveTo>
                <a:cubicBezTo>
                  <a:pt x="1266" y="150"/>
                  <a:pt x="1266" y="150"/>
                  <a:pt x="1266" y="150"/>
                </a:cubicBezTo>
                <a:cubicBezTo>
                  <a:pt x="1264" y="152"/>
                  <a:pt x="1262" y="153"/>
                  <a:pt x="1260" y="154"/>
                </a:cubicBezTo>
                <a:cubicBezTo>
                  <a:pt x="1258" y="155"/>
                  <a:pt x="1256" y="156"/>
                  <a:pt x="1254" y="156"/>
                </a:cubicBezTo>
                <a:cubicBezTo>
                  <a:pt x="1251" y="156"/>
                  <a:pt x="1249" y="154"/>
                  <a:pt x="1248" y="152"/>
                </a:cubicBezTo>
                <a:cubicBezTo>
                  <a:pt x="1246" y="150"/>
                  <a:pt x="1246" y="147"/>
                  <a:pt x="1246" y="143"/>
                </a:cubicBezTo>
                <a:cubicBezTo>
                  <a:pt x="1249" y="143"/>
                  <a:pt x="1252" y="143"/>
                  <a:pt x="1256" y="142"/>
                </a:cubicBezTo>
                <a:cubicBezTo>
                  <a:pt x="1259" y="140"/>
                  <a:pt x="1263" y="139"/>
                  <a:pt x="1265" y="136"/>
                </a:cubicBezTo>
                <a:cubicBezTo>
                  <a:pt x="1268" y="134"/>
                  <a:pt x="1269" y="131"/>
                  <a:pt x="1269" y="128"/>
                </a:cubicBezTo>
                <a:cubicBezTo>
                  <a:pt x="1269" y="125"/>
                  <a:pt x="1268" y="123"/>
                  <a:pt x="1267" y="122"/>
                </a:cubicBezTo>
                <a:cubicBezTo>
                  <a:pt x="1265" y="120"/>
                  <a:pt x="1263" y="119"/>
                  <a:pt x="1259" y="119"/>
                </a:cubicBezTo>
                <a:cubicBezTo>
                  <a:pt x="1255" y="119"/>
                  <a:pt x="1252" y="121"/>
                  <a:pt x="1249" y="123"/>
                </a:cubicBezTo>
                <a:cubicBezTo>
                  <a:pt x="1246" y="125"/>
                  <a:pt x="1243" y="128"/>
                  <a:pt x="1241" y="132"/>
                </a:cubicBezTo>
                <a:cubicBezTo>
                  <a:pt x="1240" y="136"/>
                  <a:pt x="1239" y="140"/>
                  <a:pt x="1239" y="145"/>
                </a:cubicBezTo>
                <a:cubicBezTo>
                  <a:pt x="1239" y="147"/>
                  <a:pt x="1239" y="150"/>
                  <a:pt x="1240" y="152"/>
                </a:cubicBezTo>
                <a:cubicBezTo>
                  <a:pt x="1241" y="155"/>
                  <a:pt x="1243" y="156"/>
                  <a:pt x="1245" y="158"/>
                </a:cubicBezTo>
                <a:cubicBezTo>
                  <a:pt x="1247" y="159"/>
                  <a:pt x="1249" y="160"/>
                  <a:pt x="1253" y="160"/>
                </a:cubicBezTo>
                <a:cubicBezTo>
                  <a:pt x="1256" y="160"/>
                  <a:pt x="1259" y="159"/>
                  <a:pt x="1261" y="158"/>
                </a:cubicBezTo>
                <a:cubicBezTo>
                  <a:pt x="1264" y="156"/>
                  <a:pt x="1266" y="154"/>
                  <a:pt x="1267" y="153"/>
                </a:cubicBezTo>
                <a:close/>
                <a:moveTo>
                  <a:pt x="1258" y="123"/>
                </a:moveTo>
                <a:cubicBezTo>
                  <a:pt x="1259" y="123"/>
                  <a:pt x="1260" y="124"/>
                  <a:pt x="1261" y="125"/>
                </a:cubicBezTo>
                <a:cubicBezTo>
                  <a:pt x="1262" y="125"/>
                  <a:pt x="1263" y="127"/>
                  <a:pt x="1263" y="129"/>
                </a:cubicBezTo>
                <a:cubicBezTo>
                  <a:pt x="1263" y="131"/>
                  <a:pt x="1262" y="133"/>
                  <a:pt x="1260" y="135"/>
                </a:cubicBezTo>
                <a:cubicBezTo>
                  <a:pt x="1258" y="136"/>
                  <a:pt x="1256" y="138"/>
                  <a:pt x="1253" y="139"/>
                </a:cubicBezTo>
                <a:cubicBezTo>
                  <a:pt x="1251" y="139"/>
                  <a:pt x="1248" y="140"/>
                  <a:pt x="1246" y="140"/>
                </a:cubicBezTo>
                <a:cubicBezTo>
                  <a:pt x="1246" y="138"/>
                  <a:pt x="1247" y="135"/>
                  <a:pt x="1248" y="132"/>
                </a:cubicBezTo>
                <a:cubicBezTo>
                  <a:pt x="1249" y="130"/>
                  <a:pt x="1250" y="127"/>
                  <a:pt x="1252" y="126"/>
                </a:cubicBezTo>
                <a:cubicBezTo>
                  <a:pt x="1254" y="124"/>
                  <a:pt x="1255" y="123"/>
                  <a:pt x="1258" y="123"/>
                </a:cubicBezTo>
                <a:close/>
                <a:moveTo>
                  <a:pt x="1303" y="153"/>
                </a:moveTo>
                <a:cubicBezTo>
                  <a:pt x="1302" y="150"/>
                  <a:pt x="1302" y="150"/>
                  <a:pt x="1302" y="150"/>
                </a:cubicBezTo>
                <a:cubicBezTo>
                  <a:pt x="1300" y="152"/>
                  <a:pt x="1298" y="153"/>
                  <a:pt x="1296" y="154"/>
                </a:cubicBezTo>
                <a:cubicBezTo>
                  <a:pt x="1294" y="155"/>
                  <a:pt x="1292" y="156"/>
                  <a:pt x="1290" y="156"/>
                </a:cubicBezTo>
                <a:cubicBezTo>
                  <a:pt x="1287" y="156"/>
                  <a:pt x="1285" y="154"/>
                  <a:pt x="1284" y="152"/>
                </a:cubicBezTo>
                <a:cubicBezTo>
                  <a:pt x="1282" y="150"/>
                  <a:pt x="1282" y="147"/>
                  <a:pt x="1282" y="143"/>
                </a:cubicBezTo>
                <a:cubicBezTo>
                  <a:pt x="1285" y="143"/>
                  <a:pt x="1288" y="143"/>
                  <a:pt x="1292" y="142"/>
                </a:cubicBezTo>
                <a:cubicBezTo>
                  <a:pt x="1295" y="140"/>
                  <a:pt x="1299" y="139"/>
                  <a:pt x="1301" y="136"/>
                </a:cubicBezTo>
                <a:cubicBezTo>
                  <a:pt x="1304" y="134"/>
                  <a:pt x="1305" y="131"/>
                  <a:pt x="1305" y="128"/>
                </a:cubicBezTo>
                <a:cubicBezTo>
                  <a:pt x="1305" y="125"/>
                  <a:pt x="1304" y="123"/>
                  <a:pt x="1303" y="122"/>
                </a:cubicBezTo>
                <a:cubicBezTo>
                  <a:pt x="1301" y="120"/>
                  <a:pt x="1299" y="119"/>
                  <a:pt x="1295" y="119"/>
                </a:cubicBezTo>
                <a:cubicBezTo>
                  <a:pt x="1291" y="119"/>
                  <a:pt x="1288" y="121"/>
                  <a:pt x="1285" y="123"/>
                </a:cubicBezTo>
                <a:cubicBezTo>
                  <a:pt x="1282" y="125"/>
                  <a:pt x="1279" y="128"/>
                  <a:pt x="1277" y="132"/>
                </a:cubicBezTo>
                <a:cubicBezTo>
                  <a:pt x="1275" y="136"/>
                  <a:pt x="1275" y="140"/>
                  <a:pt x="1275" y="145"/>
                </a:cubicBezTo>
                <a:cubicBezTo>
                  <a:pt x="1275" y="147"/>
                  <a:pt x="1275" y="150"/>
                  <a:pt x="1276" y="152"/>
                </a:cubicBezTo>
                <a:cubicBezTo>
                  <a:pt x="1277" y="155"/>
                  <a:pt x="1279" y="156"/>
                  <a:pt x="1281" y="158"/>
                </a:cubicBezTo>
                <a:cubicBezTo>
                  <a:pt x="1283" y="159"/>
                  <a:pt x="1285" y="160"/>
                  <a:pt x="1288" y="160"/>
                </a:cubicBezTo>
                <a:cubicBezTo>
                  <a:pt x="1292" y="160"/>
                  <a:pt x="1295" y="159"/>
                  <a:pt x="1297" y="158"/>
                </a:cubicBezTo>
                <a:cubicBezTo>
                  <a:pt x="1300" y="156"/>
                  <a:pt x="1302" y="154"/>
                  <a:pt x="1303" y="153"/>
                </a:cubicBezTo>
                <a:close/>
                <a:moveTo>
                  <a:pt x="1294" y="123"/>
                </a:moveTo>
                <a:cubicBezTo>
                  <a:pt x="1295" y="123"/>
                  <a:pt x="1296" y="124"/>
                  <a:pt x="1297" y="125"/>
                </a:cubicBezTo>
                <a:cubicBezTo>
                  <a:pt x="1298" y="125"/>
                  <a:pt x="1298" y="127"/>
                  <a:pt x="1298" y="129"/>
                </a:cubicBezTo>
                <a:cubicBezTo>
                  <a:pt x="1298" y="131"/>
                  <a:pt x="1298" y="133"/>
                  <a:pt x="1296" y="135"/>
                </a:cubicBezTo>
                <a:cubicBezTo>
                  <a:pt x="1294" y="136"/>
                  <a:pt x="1292" y="138"/>
                  <a:pt x="1289" y="139"/>
                </a:cubicBezTo>
                <a:cubicBezTo>
                  <a:pt x="1287" y="139"/>
                  <a:pt x="1284" y="140"/>
                  <a:pt x="1282" y="140"/>
                </a:cubicBezTo>
                <a:cubicBezTo>
                  <a:pt x="1282" y="138"/>
                  <a:pt x="1283" y="135"/>
                  <a:pt x="1284" y="132"/>
                </a:cubicBezTo>
                <a:cubicBezTo>
                  <a:pt x="1285" y="130"/>
                  <a:pt x="1286" y="127"/>
                  <a:pt x="1288" y="126"/>
                </a:cubicBezTo>
                <a:cubicBezTo>
                  <a:pt x="1289" y="124"/>
                  <a:pt x="1291" y="123"/>
                  <a:pt x="1294" y="123"/>
                </a:cubicBezTo>
                <a:close/>
                <a:moveTo>
                  <a:pt x="1322" y="129"/>
                </a:moveTo>
                <a:cubicBezTo>
                  <a:pt x="1323" y="127"/>
                  <a:pt x="1323" y="127"/>
                  <a:pt x="1323" y="127"/>
                </a:cubicBezTo>
                <a:cubicBezTo>
                  <a:pt x="1323" y="120"/>
                  <a:pt x="1323" y="120"/>
                  <a:pt x="1323" y="120"/>
                </a:cubicBezTo>
                <a:cubicBezTo>
                  <a:pt x="1322" y="119"/>
                  <a:pt x="1322" y="119"/>
                  <a:pt x="1322" y="119"/>
                </a:cubicBezTo>
                <a:cubicBezTo>
                  <a:pt x="1314" y="121"/>
                  <a:pt x="1314" y="121"/>
                  <a:pt x="1314" y="121"/>
                </a:cubicBezTo>
                <a:cubicBezTo>
                  <a:pt x="1313" y="124"/>
                  <a:pt x="1313" y="124"/>
                  <a:pt x="1313" y="124"/>
                </a:cubicBezTo>
                <a:cubicBezTo>
                  <a:pt x="1317" y="125"/>
                  <a:pt x="1317" y="125"/>
                  <a:pt x="1317" y="125"/>
                </a:cubicBezTo>
                <a:cubicBezTo>
                  <a:pt x="1312" y="159"/>
                  <a:pt x="1312" y="159"/>
                  <a:pt x="1312" y="159"/>
                </a:cubicBezTo>
                <a:cubicBezTo>
                  <a:pt x="1319" y="159"/>
                  <a:pt x="1319" y="159"/>
                  <a:pt x="1319" y="159"/>
                </a:cubicBezTo>
                <a:cubicBezTo>
                  <a:pt x="1322" y="134"/>
                  <a:pt x="1322" y="134"/>
                  <a:pt x="1322" y="134"/>
                </a:cubicBezTo>
                <a:cubicBezTo>
                  <a:pt x="1323" y="132"/>
                  <a:pt x="1325" y="130"/>
                  <a:pt x="1327" y="129"/>
                </a:cubicBezTo>
                <a:cubicBezTo>
                  <a:pt x="1329" y="127"/>
                  <a:pt x="1331" y="127"/>
                  <a:pt x="1333" y="127"/>
                </a:cubicBezTo>
                <a:cubicBezTo>
                  <a:pt x="1334" y="127"/>
                  <a:pt x="1335" y="127"/>
                  <a:pt x="1336" y="127"/>
                </a:cubicBezTo>
                <a:cubicBezTo>
                  <a:pt x="1338" y="120"/>
                  <a:pt x="1338" y="120"/>
                  <a:pt x="1338" y="120"/>
                </a:cubicBezTo>
                <a:cubicBezTo>
                  <a:pt x="1337" y="120"/>
                  <a:pt x="1336" y="119"/>
                  <a:pt x="1335" y="119"/>
                </a:cubicBezTo>
                <a:cubicBezTo>
                  <a:pt x="1333" y="119"/>
                  <a:pt x="1331" y="120"/>
                  <a:pt x="1330" y="121"/>
                </a:cubicBezTo>
                <a:cubicBezTo>
                  <a:pt x="1328" y="122"/>
                  <a:pt x="1326" y="123"/>
                  <a:pt x="1325" y="125"/>
                </a:cubicBezTo>
                <a:cubicBezTo>
                  <a:pt x="1324" y="126"/>
                  <a:pt x="1323" y="128"/>
                  <a:pt x="1322" y="129"/>
                </a:cubicBezTo>
                <a:close/>
                <a:moveTo>
                  <a:pt x="1349" y="153"/>
                </a:moveTo>
                <a:cubicBezTo>
                  <a:pt x="1354" y="120"/>
                  <a:pt x="1354" y="120"/>
                  <a:pt x="1354" y="120"/>
                </a:cubicBezTo>
                <a:cubicBezTo>
                  <a:pt x="1352" y="119"/>
                  <a:pt x="1352" y="119"/>
                  <a:pt x="1352" y="119"/>
                </a:cubicBezTo>
                <a:cubicBezTo>
                  <a:pt x="1342" y="121"/>
                  <a:pt x="1342" y="121"/>
                  <a:pt x="1342" y="121"/>
                </a:cubicBezTo>
                <a:cubicBezTo>
                  <a:pt x="1342" y="123"/>
                  <a:pt x="1342" y="123"/>
                  <a:pt x="1342" y="123"/>
                </a:cubicBezTo>
                <a:cubicBezTo>
                  <a:pt x="1346" y="125"/>
                  <a:pt x="1346" y="125"/>
                  <a:pt x="1346" y="125"/>
                </a:cubicBezTo>
                <a:cubicBezTo>
                  <a:pt x="1345" y="132"/>
                  <a:pt x="1345" y="138"/>
                  <a:pt x="1344" y="142"/>
                </a:cubicBezTo>
                <a:cubicBezTo>
                  <a:pt x="1343" y="150"/>
                  <a:pt x="1342" y="154"/>
                  <a:pt x="1342" y="156"/>
                </a:cubicBezTo>
                <a:cubicBezTo>
                  <a:pt x="1342" y="157"/>
                  <a:pt x="1342" y="158"/>
                  <a:pt x="1343" y="159"/>
                </a:cubicBezTo>
                <a:cubicBezTo>
                  <a:pt x="1344" y="160"/>
                  <a:pt x="1345" y="160"/>
                  <a:pt x="1347" y="160"/>
                </a:cubicBezTo>
                <a:cubicBezTo>
                  <a:pt x="1349" y="160"/>
                  <a:pt x="1350" y="159"/>
                  <a:pt x="1352" y="158"/>
                </a:cubicBezTo>
                <a:cubicBezTo>
                  <a:pt x="1353" y="157"/>
                  <a:pt x="1354" y="156"/>
                  <a:pt x="1355" y="155"/>
                </a:cubicBezTo>
                <a:cubicBezTo>
                  <a:pt x="1354" y="154"/>
                  <a:pt x="1354" y="154"/>
                  <a:pt x="1354" y="154"/>
                </a:cubicBezTo>
                <a:cubicBezTo>
                  <a:pt x="1353" y="154"/>
                  <a:pt x="1352" y="155"/>
                  <a:pt x="1352" y="155"/>
                </a:cubicBezTo>
                <a:cubicBezTo>
                  <a:pt x="1351" y="156"/>
                  <a:pt x="1351" y="156"/>
                  <a:pt x="1350" y="156"/>
                </a:cubicBezTo>
                <a:cubicBezTo>
                  <a:pt x="1350" y="156"/>
                  <a:pt x="1350" y="156"/>
                  <a:pt x="1349" y="155"/>
                </a:cubicBezTo>
                <a:cubicBezTo>
                  <a:pt x="1349" y="155"/>
                  <a:pt x="1349" y="155"/>
                  <a:pt x="1349" y="154"/>
                </a:cubicBezTo>
                <a:lnTo>
                  <a:pt x="1349" y="153"/>
                </a:lnTo>
                <a:close/>
                <a:moveTo>
                  <a:pt x="1351" y="112"/>
                </a:moveTo>
                <a:cubicBezTo>
                  <a:pt x="1353" y="112"/>
                  <a:pt x="1354" y="111"/>
                  <a:pt x="1355" y="110"/>
                </a:cubicBezTo>
                <a:cubicBezTo>
                  <a:pt x="1356" y="109"/>
                  <a:pt x="1356" y="108"/>
                  <a:pt x="1356" y="107"/>
                </a:cubicBezTo>
                <a:cubicBezTo>
                  <a:pt x="1356" y="106"/>
                  <a:pt x="1356" y="105"/>
                  <a:pt x="1355" y="104"/>
                </a:cubicBezTo>
                <a:cubicBezTo>
                  <a:pt x="1354" y="103"/>
                  <a:pt x="1353" y="103"/>
                  <a:pt x="1352" y="103"/>
                </a:cubicBezTo>
                <a:cubicBezTo>
                  <a:pt x="1351" y="103"/>
                  <a:pt x="1350" y="103"/>
                  <a:pt x="1349" y="104"/>
                </a:cubicBezTo>
                <a:cubicBezTo>
                  <a:pt x="1348" y="105"/>
                  <a:pt x="1348" y="107"/>
                  <a:pt x="1348" y="108"/>
                </a:cubicBezTo>
                <a:cubicBezTo>
                  <a:pt x="1348" y="109"/>
                  <a:pt x="1348" y="110"/>
                  <a:pt x="1349" y="111"/>
                </a:cubicBezTo>
                <a:cubicBezTo>
                  <a:pt x="1350" y="111"/>
                  <a:pt x="1350" y="112"/>
                  <a:pt x="1351" y="112"/>
                </a:cubicBezTo>
                <a:close/>
                <a:moveTo>
                  <a:pt x="1374" y="129"/>
                </a:moveTo>
                <a:cubicBezTo>
                  <a:pt x="1375" y="120"/>
                  <a:pt x="1375" y="120"/>
                  <a:pt x="1375" y="120"/>
                </a:cubicBezTo>
                <a:cubicBezTo>
                  <a:pt x="1374" y="119"/>
                  <a:pt x="1374" y="119"/>
                  <a:pt x="1374" y="119"/>
                </a:cubicBezTo>
                <a:cubicBezTo>
                  <a:pt x="1365" y="121"/>
                  <a:pt x="1365" y="121"/>
                  <a:pt x="1365" y="121"/>
                </a:cubicBezTo>
                <a:cubicBezTo>
                  <a:pt x="1365" y="124"/>
                  <a:pt x="1365" y="124"/>
                  <a:pt x="1365" y="124"/>
                </a:cubicBezTo>
                <a:cubicBezTo>
                  <a:pt x="1368" y="125"/>
                  <a:pt x="1368" y="125"/>
                  <a:pt x="1368" y="125"/>
                </a:cubicBezTo>
                <a:cubicBezTo>
                  <a:pt x="1364" y="159"/>
                  <a:pt x="1364" y="159"/>
                  <a:pt x="1364" y="159"/>
                </a:cubicBezTo>
                <a:cubicBezTo>
                  <a:pt x="1370" y="159"/>
                  <a:pt x="1370" y="159"/>
                  <a:pt x="1370" y="159"/>
                </a:cubicBezTo>
                <a:cubicBezTo>
                  <a:pt x="1374" y="134"/>
                  <a:pt x="1374" y="134"/>
                  <a:pt x="1374" y="134"/>
                </a:cubicBezTo>
                <a:cubicBezTo>
                  <a:pt x="1375" y="131"/>
                  <a:pt x="1377" y="129"/>
                  <a:pt x="1380" y="127"/>
                </a:cubicBezTo>
                <a:cubicBezTo>
                  <a:pt x="1382" y="125"/>
                  <a:pt x="1384" y="124"/>
                  <a:pt x="1386" y="124"/>
                </a:cubicBezTo>
                <a:cubicBezTo>
                  <a:pt x="1388" y="124"/>
                  <a:pt x="1389" y="125"/>
                  <a:pt x="1389" y="126"/>
                </a:cubicBezTo>
                <a:cubicBezTo>
                  <a:pt x="1390" y="127"/>
                  <a:pt x="1390" y="128"/>
                  <a:pt x="1390" y="130"/>
                </a:cubicBezTo>
                <a:cubicBezTo>
                  <a:pt x="1390" y="132"/>
                  <a:pt x="1390" y="134"/>
                  <a:pt x="1390" y="135"/>
                </a:cubicBezTo>
                <a:cubicBezTo>
                  <a:pt x="1390" y="137"/>
                  <a:pt x="1389" y="140"/>
                  <a:pt x="1389" y="142"/>
                </a:cubicBezTo>
                <a:cubicBezTo>
                  <a:pt x="1388" y="144"/>
                  <a:pt x="1388" y="144"/>
                  <a:pt x="1388" y="144"/>
                </a:cubicBezTo>
                <a:cubicBezTo>
                  <a:pt x="1388" y="147"/>
                  <a:pt x="1388" y="147"/>
                  <a:pt x="1388" y="147"/>
                </a:cubicBezTo>
                <a:cubicBezTo>
                  <a:pt x="1387" y="151"/>
                  <a:pt x="1387" y="154"/>
                  <a:pt x="1387" y="156"/>
                </a:cubicBezTo>
                <a:cubicBezTo>
                  <a:pt x="1387" y="159"/>
                  <a:pt x="1388" y="160"/>
                  <a:pt x="1391" y="160"/>
                </a:cubicBezTo>
                <a:cubicBezTo>
                  <a:pt x="1392" y="160"/>
                  <a:pt x="1394" y="160"/>
                  <a:pt x="1395" y="159"/>
                </a:cubicBezTo>
                <a:cubicBezTo>
                  <a:pt x="1396" y="159"/>
                  <a:pt x="1397" y="158"/>
                  <a:pt x="1397" y="157"/>
                </a:cubicBezTo>
                <a:cubicBezTo>
                  <a:pt x="1398" y="157"/>
                  <a:pt x="1399" y="156"/>
                  <a:pt x="1399" y="156"/>
                </a:cubicBezTo>
                <a:cubicBezTo>
                  <a:pt x="1398" y="154"/>
                  <a:pt x="1398" y="154"/>
                  <a:pt x="1398" y="154"/>
                </a:cubicBezTo>
                <a:cubicBezTo>
                  <a:pt x="1397" y="155"/>
                  <a:pt x="1396" y="156"/>
                  <a:pt x="1395" y="156"/>
                </a:cubicBezTo>
                <a:cubicBezTo>
                  <a:pt x="1394" y="156"/>
                  <a:pt x="1394" y="155"/>
                  <a:pt x="1394" y="154"/>
                </a:cubicBezTo>
                <a:cubicBezTo>
                  <a:pt x="1394" y="152"/>
                  <a:pt x="1394" y="149"/>
                  <a:pt x="1395" y="145"/>
                </a:cubicBezTo>
                <a:cubicBezTo>
                  <a:pt x="1395" y="142"/>
                  <a:pt x="1395" y="142"/>
                  <a:pt x="1395" y="142"/>
                </a:cubicBezTo>
                <a:cubicBezTo>
                  <a:pt x="1396" y="140"/>
                  <a:pt x="1396" y="140"/>
                  <a:pt x="1396" y="140"/>
                </a:cubicBezTo>
                <a:cubicBezTo>
                  <a:pt x="1397" y="135"/>
                  <a:pt x="1397" y="132"/>
                  <a:pt x="1397" y="130"/>
                </a:cubicBezTo>
                <a:cubicBezTo>
                  <a:pt x="1397" y="126"/>
                  <a:pt x="1397" y="123"/>
                  <a:pt x="1395" y="122"/>
                </a:cubicBezTo>
                <a:cubicBezTo>
                  <a:pt x="1394" y="120"/>
                  <a:pt x="1392" y="119"/>
                  <a:pt x="1389" y="119"/>
                </a:cubicBezTo>
                <a:cubicBezTo>
                  <a:pt x="1386" y="119"/>
                  <a:pt x="1384" y="120"/>
                  <a:pt x="1381" y="122"/>
                </a:cubicBezTo>
                <a:cubicBezTo>
                  <a:pt x="1379" y="124"/>
                  <a:pt x="1376" y="126"/>
                  <a:pt x="1374" y="129"/>
                </a:cubicBezTo>
                <a:close/>
                <a:moveTo>
                  <a:pt x="1433" y="162"/>
                </a:moveTo>
                <a:cubicBezTo>
                  <a:pt x="1440" y="119"/>
                  <a:pt x="1440" y="119"/>
                  <a:pt x="1440" y="119"/>
                </a:cubicBezTo>
                <a:cubicBezTo>
                  <a:pt x="1435" y="121"/>
                  <a:pt x="1435" y="121"/>
                  <a:pt x="1435" y="121"/>
                </a:cubicBezTo>
                <a:cubicBezTo>
                  <a:pt x="1434" y="121"/>
                  <a:pt x="1433" y="120"/>
                  <a:pt x="1432" y="120"/>
                </a:cubicBezTo>
                <a:cubicBezTo>
                  <a:pt x="1430" y="120"/>
                  <a:pt x="1429" y="119"/>
                  <a:pt x="1428" y="119"/>
                </a:cubicBezTo>
                <a:cubicBezTo>
                  <a:pt x="1423" y="119"/>
                  <a:pt x="1419" y="121"/>
                  <a:pt x="1416" y="123"/>
                </a:cubicBezTo>
                <a:cubicBezTo>
                  <a:pt x="1412" y="126"/>
                  <a:pt x="1410" y="129"/>
                  <a:pt x="1408" y="133"/>
                </a:cubicBezTo>
                <a:cubicBezTo>
                  <a:pt x="1406" y="137"/>
                  <a:pt x="1405" y="141"/>
                  <a:pt x="1405" y="145"/>
                </a:cubicBezTo>
                <a:cubicBezTo>
                  <a:pt x="1405" y="150"/>
                  <a:pt x="1406" y="153"/>
                  <a:pt x="1408" y="156"/>
                </a:cubicBezTo>
                <a:cubicBezTo>
                  <a:pt x="1410" y="159"/>
                  <a:pt x="1413" y="160"/>
                  <a:pt x="1417" y="160"/>
                </a:cubicBezTo>
                <a:cubicBezTo>
                  <a:pt x="1419" y="160"/>
                  <a:pt x="1421" y="159"/>
                  <a:pt x="1423" y="158"/>
                </a:cubicBezTo>
                <a:cubicBezTo>
                  <a:pt x="1425" y="157"/>
                  <a:pt x="1426" y="156"/>
                  <a:pt x="1428" y="155"/>
                </a:cubicBezTo>
                <a:cubicBezTo>
                  <a:pt x="1426" y="164"/>
                  <a:pt x="1426" y="164"/>
                  <a:pt x="1426" y="164"/>
                </a:cubicBezTo>
                <a:cubicBezTo>
                  <a:pt x="1426" y="167"/>
                  <a:pt x="1425" y="169"/>
                  <a:pt x="1424" y="170"/>
                </a:cubicBezTo>
                <a:cubicBezTo>
                  <a:pt x="1422" y="172"/>
                  <a:pt x="1420" y="172"/>
                  <a:pt x="1417" y="172"/>
                </a:cubicBezTo>
                <a:cubicBezTo>
                  <a:pt x="1415" y="172"/>
                  <a:pt x="1414" y="172"/>
                  <a:pt x="1412" y="171"/>
                </a:cubicBezTo>
                <a:cubicBezTo>
                  <a:pt x="1410" y="171"/>
                  <a:pt x="1409" y="170"/>
                  <a:pt x="1408" y="170"/>
                </a:cubicBezTo>
                <a:cubicBezTo>
                  <a:pt x="1406" y="175"/>
                  <a:pt x="1406" y="175"/>
                  <a:pt x="1406" y="175"/>
                </a:cubicBezTo>
                <a:cubicBezTo>
                  <a:pt x="1407" y="176"/>
                  <a:pt x="1408" y="176"/>
                  <a:pt x="1410" y="176"/>
                </a:cubicBezTo>
                <a:cubicBezTo>
                  <a:pt x="1411" y="177"/>
                  <a:pt x="1413" y="177"/>
                  <a:pt x="1414" y="177"/>
                </a:cubicBezTo>
                <a:cubicBezTo>
                  <a:pt x="1417" y="177"/>
                  <a:pt x="1420" y="176"/>
                  <a:pt x="1423" y="175"/>
                </a:cubicBezTo>
                <a:cubicBezTo>
                  <a:pt x="1425" y="174"/>
                  <a:pt x="1428" y="173"/>
                  <a:pt x="1430" y="170"/>
                </a:cubicBezTo>
                <a:cubicBezTo>
                  <a:pt x="1432" y="168"/>
                  <a:pt x="1433" y="165"/>
                  <a:pt x="1433" y="162"/>
                </a:cubicBezTo>
                <a:close/>
                <a:moveTo>
                  <a:pt x="1432" y="125"/>
                </a:moveTo>
                <a:cubicBezTo>
                  <a:pt x="1428" y="150"/>
                  <a:pt x="1428" y="150"/>
                  <a:pt x="1428" y="150"/>
                </a:cubicBezTo>
                <a:cubicBezTo>
                  <a:pt x="1427" y="151"/>
                  <a:pt x="1426" y="153"/>
                  <a:pt x="1424" y="154"/>
                </a:cubicBezTo>
                <a:cubicBezTo>
                  <a:pt x="1423" y="155"/>
                  <a:pt x="1421" y="155"/>
                  <a:pt x="1419" y="155"/>
                </a:cubicBezTo>
                <a:cubicBezTo>
                  <a:pt x="1417" y="155"/>
                  <a:pt x="1415" y="155"/>
                  <a:pt x="1414" y="153"/>
                </a:cubicBezTo>
                <a:cubicBezTo>
                  <a:pt x="1413" y="151"/>
                  <a:pt x="1412" y="148"/>
                  <a:pt x="1412" y="145"/>
                </a:cubicBezTo>
                <a:cubicBezTo>
                  <a:pt x="1412" y="142"/>
                  <a:pt x="1413" y="138"/>
                  <a:pt x="1414" y="135"/>
                </a:cubicBezTo>
                <a:cubicBezTo>
                  <a:pt x="1415" y="132"/>
                  <a:pt x="1417" y="129"/>
                  <a:pt x="1419" y="127"/>
                </a:cubicBezTo>
                <a:cubicBezTo>
                  <a:pt x="1421" y="124"/>
                  <a:pt x="1424" y="123"/>
                  <a:pt x="1427" y="123"/>
                </a:cubicBezTo>
                <a:cubicBezTo>
                  <a:pt x="1429" y="123"/>
                  <a:pt x="1431" y="124"/>
                  <a:pt x="1432" y="125"/>
                </a:cubicBezTo>
                <a:close/>
                <a:moveTo>
                  <a:pt x="1076" y="242"/>
                </a:moveTo>
                <a:cubicBezTo>
                  <a:pt x="1072" y="249"/>
                  <a:pt x="1072" y="249"/>
                  <a:pt x="1072" y="249"/>
                </a:cubicBezTo>
                <a:cubicBezTo>
                  <a:pt x="1072" y="242"/>
                  <a:pt x="1072" y="242"/>
                  <a:pt x="1072" y="242"/>
                </a:cubicBezTo>
                <a:cubicBezTo>
                  <a:pt x="1066" y="208"/>
                  <a:pt x="1066" y="208"/>
                  <a:pt x="1066" y="208"/>
                </a:cubicBezTo>
                <a:cubicBezTo>
                  <a:pt x="1050" y="208"/>
                  <a:pt x="1050" y="208"/>
                  <a:pt x="1050" y="208"/>
                </a:cubicBezTo>
                <a:cubicBezTo>
                  <a:pt x="1049" y="211"/>
                  <a:pt x="1049" y="211"/>
                  <a:pt x="1049" y="211"/>
                </a:cubicBezTo>
                <a:cubicBezTo>
                  <a:pt x="1056" y="212"/>
                  <a:pt x="1056" y="212"/>
                  <a:pt x="1056" y="212"/>
                </a:cubicBezTo>
                <a:cubicBezTo>
                  <a:pt x="1045" y="256"/>
                  <a:pt x="1045" y="256"/>
                  <a:pt x="1045" y="256"/>
                </a:cubicBezTo>
                <a:cubicBezTo>
                  <a:pt x="1039" y="257"/>
                  <a:pt x="1039" y="257"/>
                  <a:pt x="1039" y="257"/>
                </a:cubicBezTo>
                <a:cubicBezTo>
                  <a:pt x="1039" y="260"/>
                  <a:pt x="1039" y="260"/>
                  <a:pt x="1039" y="260"/>
                </a:cubicBezTo>
                <a:cubicBezTo>
                  <a:pt x="1057" y="260"/>
                  <a:pt x="1057" y="260"/>
                  <a:pt x="1057" y="260"/>
                </a:cubicBezTo>
                <a:cubicBezTo>
                  <a:pt x="1057" y="257"/>
                  <a:pt x="1057" y="257"/>
                  <a:pt x="1057" y="257"/>
                </a:cubicBezTo>
                <a:cubicBezTo>
                  <a:pt x="1050" y="256"/>
                  <a:pt x="1050" y="256"/>
                  <a:pt x="1050" y="256"/>
                </a:cubicBezTo>
                <a:cubicBezTo>
                  <a:pt x="1057" y="225"/>
                  <a:pt x="1057" y="225"/>
                  <a:pt x="1057" y="225"/>
                </a:cubicBezTo>
                <a:cubicBezTo>
                  <a:pt x="1060" y="211"/>
                  <a:pt x="1060" y="211"/>
                  <a:pt x="1060" y="211"/>
                </a:cubicBezTo>
                <a:cubicBezTo>
                  <a:pt x="1062" y="225"/>
                  <a:pt x="1062" y="225"/>
                  <a:pt x="1062" y="225"/>
                </a:cubicBezTo>
                <a:cubicBezTo>
                  <a:pt x="1068" y="261"/>
                  <a:pt x="1068" y="261"/>
                  <a:pt x="1068" y="261"/>
                </a:cubicBezTo>
                <a:cubicBezTo>
                  <a:pt x="1072" y="260"/>
                  <a:pt x="1072" y="260"/>
                  <a:pt x="1072" y="260"/>
                </a:cubicBezTo>
                <a:cubicBezTo>
                  <a:pt x="1088" y="224"/>
                  <a:pt x="1088" y="224"/>
                  <a:pt x="1088" y="224"/>
                </a:cubicBezTo>
                <a:cubicBezTo>
                  <a:pt x="1094" y="211"/>
                  <a:pt x="1094" y="211"/>
                  <a:pt x="1094" y="211"/>
                </a:cubicBezTo>
                <a:cubicBezTo>
                  <a:pt x="1093" y="225"/>
                  <a:pt x="1093" y="225"/>
                  <a:pt x="1093" y="225"/>
                </a:cubicBezTo>
                <a:cubicBezTo>
                  <a:pt x="1091" y="256"/>
                  <a:pt x="1091" y="256"/>
                  <a:pt x="1091" y="256"/>
                </a:cubicBezTo>
                <a:cubicBezTo>
                  <a:pt x="1085" y="257"/>
                  <a:pt x="1085" y="257"/>
                  <a:pt x="1085" y="257"/>
                </a:cubicBezTo>
                <a:cubicBezTo>
                  <a:pt x="1084" y="260"/>
                  <a:pt x="1084" y="260"/>
                  <a:pt x="1084" y="260"/>
                </a:cubicBezTo>
                <a:cubicBezTo>
                  <a:pt x="1104" y="260"/>
                  <a:pt x="1104" y="260"/>
                  <a:pt x="1104" y="260"/>
                </a:cubicBezTo>
                <a:cubicBezTo>
                  <a:pt x="1104" y="257"/>
                  <a:pt x="1104" y="257"/>
                  <a:pt x="1104" y="257"/>
                </a:cubicBezTo>
                <a:cubicBezTo>
                  <a:pt x="1098" y="256"/>
                  <a:pt x="1098" y="256"/>
                  <a:pt x="1098" y="256"/>
                </a:cubicBezTo>
                <a:cubicBezTo>
                  <a:pt x="1099" y="212"/>
                  <a:pt x="1099" y="212"/>
                  <a:pt x="1099" y="212"/>
                </a:cubicBezTo>
                <a:cubicBezTo>
                  <a:pt x="1106" y="211"/>
                  <a:pt x="1106" y="211"/>
                  <a:pt x="1106" y="211"/>
                </a:cubicBezTo>
                <a:cubicBezTo>
                  <a:pt x="1106" y="208"/>
                  <a:pt x="1106" y="208"/>
                  <a:pt x="1106" y="208"/>
                </a:cubicBezTo>
                <a:cubicBezTo>
                  <a:pt x="1091" y="208"/>
                  <a:pt x="1091" y="208"/>
                  <a:pt x="1091" y="208"/>
                </a:cubicBezTo>
                <a:cubicBezTo>
                  <a:pt x="1090" y="211"/>
                  <a:pt x="1087" y="217"/>
                  <a:pt x="1083" y="225"/>
                </a:cubicBezTo>
                <a:cubicBezTo>
                  <a:pt x="1079" y="233"/>
                  <a:pt x="1077" y="239"/>
                  <a:pt x="1076" y="242"/>
                </a:cubicBezTo>
                <a:close/>
                <a:moveTo>
                  <a:pt x="1138" y="253"/>
                </a:moveTo>
                <a:cubicBezTo>
                  <a:pt x="1136" y="251"/>
                  <a:pt x="1136" y="251"/>
                  <a:pt x="1136" y="251"/>
                </a:cubicBezTo>
                <a:cubicBezTo>
                  <a:pt x="1134" y="253"/>
                  <a:pt x="1133" y="254"/>
                  <a:pt x="1131" y="255"/>
                </a:cubicBezTo>
                <a:cubicBezTo>
                  <a:pt x="1129" y="256"/>
                  <a:pt x="1126" y="256"/>
                  <a:pt x="1124" y="256"/>
                </a:cubicBezTo>
                <a:cubicBezTo>
                  <a:pt x="1121" y="256"/>
                  <a:pt x="1119" y="255"/>
                  <a:pt x="1118" y="253"/>
                </a:cubicBezTo>
                <a:cubicBezTo>
                  <a:pt x="1117" y="250"/>
                  <a:pt x="1116" y="247"/>
                  <a:pt x="1116" y="244"/>
                </a:cubicBezTo>
                <a:cubicBezTo>
                  <a:pt x="1119" y="244"/>
                  <a:pt x="1123" y="244"/>
                  <a:pt x="1126" y="242"/>
                </a:cubicBezTo>
                <a:cubicBezTo>
                  <a:pt x="1130" y="241"/>
                  <a:pt x="1133" y="240"/>
                  <a:pt x="1136" y="237"/>
                </a:cubicBezTo>
                <a:cubicBezTo>
                  <a:pt x="1138" y="235"/>
                  <a:pt x="1140" y="232"/>
                  <a:pt x="1140" y="229"/>
                </a:cubicBezTo>
                <a:cubicBezTo>
                  <a:pt x="1140" y="226"/>
                  <a:pt x="1139" y="224"/>
                  <a:pt x="1137" y="223"/>
                </a:cubicBezTo>
                <a:cubicBezTo>
                  <a:pt x="1135" y="221"/>
                  <a:pt x="1133" y="220"/>
                  <a:pt x="1130" y="220"/>
                </a:cubicBezTo>
                <a:cubicBezTo>
                  <a:pt x="1126" y="220"/>
                  <a:pt x="1122" y="221"/>
                  <a:pt x="1119" y="224"/>
                </a:cubicBezTo>
                <a:cubicBezTo>
                  <a:pt x="1116" y="226"/>
                  <a:pt x="1114" y="229"/>
                  <a:pt x="1112" y="233"/>
                </a:cubicBezTo>
                <a:cubicBezTo>
                  <a:pt x="1110" y="237"/>
                  <a:pt x="1109" y="241"/>
                  <a:pt x="1109" y="246"/>
                </a:cubicBezTo>
                <a:cubicBezTo>
                  <a:pt x="1109" y="248"/>
                  <a:pt x="1110" y="251"/>
                  <a:pt x="1111" y="253"/>
                </a:cubicBezTo>
                <a:cubicBezTo>
                  <a:pt x="1111" y="255"/>
                  <a:pt x="1113" y="257"/>
                  <a:pt x="1115" y="259"/>
                </a:cubicBezTo>
                <a:cubicBezTo>
                  <a:pt x="1117" y="260"/>
                  <a:pt x="1120" y="261"/>
                  <a:pt x="1123" y="261"/>
                </a:cubicBezTo>
                <a:cubicBezTo>
                  <a:pt x="1126" y="261"/>
                  <a:pt x="1129" y="260"/>
                  <a:pt x="1132" y="258"/>
                </a:cubicBezTo>
                <a:cubicBezTo>
                  <a:pt x="1135" y="257"/>
                  <a:pt x="1136" y="255"/>
                  <a:pt x="1138" y="253"/>
                </a:cubicBezTo>
                <a:close/>
                <a:moveTo>
                  <a:pt x="1128" y="224"/>
                </a:moveTo>
                <a:cubicBezTo>
                  <a:pt x="1130" y="224"/>
                  <a:pt x="1131" y="224"/>
                  <a:pt x="1132" y="225"/>
                </a:cubicBezTo>
                <a:cubicBezTo>
                  <a:pt x="1132" y="226"/>
                  <a:pt x="1133" y="228"/>
                  <a:pt x="1133" y="229"/>
                </a:cubicBezTo>
                <a:cubicBezTo>
                  <a:pt x="1133" y="232"/>
                  <a:pt x="1132" y="234"/>
                  <a:pt x="1130" y="235"/>
                </a:cubicBezTo>
                <a:cubicBezTo>
                  <a:pt x="1129" y="237"/>
                  <a:pt x="1126" y="238"/>
                  <a:pt x="1124" y="239"/>
                </a:cubicBezTo>
                <a:cubicBezTo>
                  <a:pt x="1121" y="240"/>
                  <a:pt x="1119" y="241"/>
                  <a:pt x="1116" y="241"/>
                </a:cubicBezTo>
                <a:cubicBezTo>
                  <a:pt x="1117" y="238"/>
                  <a:pt x="1117" y="236"/>
                  <a:pt x="1118" y="233"/>
                </a:cubicBezTo>
                <a:cubicBezTo>
                  <a:pt x="1119" y="230"/>
                  <a:pt x="1121" y="228"/>
                  <a:pt x="1122" y="226"/>
                </a:cubicBezTo>
                <a:cubicBezTo>
                  <a:pt x="1124" y="225"/>
                  <a:pt x="1126" y="224"/>
                  <a:pt x="1128" y="224"/>
                </a:cubicBezTo>
                <a:close/>
                <a:moveTo>
                  <a:pt x="1175" y="254"/>
                </a:moveTo>
                <a:cubicBezTo>
                  <a:pt x="1182" y="204"/>
                  <a:pt x="1182" y="204"/>
                  <a:pt x="1182" y="204"/>
                </a:cubicBezTo>
                <a:cubicBezTo>
                  <a:pt x="1181" y="204"/>
                  <a:pt x="1181" y="204"/>
                  <a:pt x="1181" y="204"/>
                </a:cubicBezTo>
                <a:cubicBezTo>
                  <a:pt x="1171" y="205"/>
                  <a:pt x="1171" y="205"/>
                  <a:pt x="1171" y="205"/>
                </a:cubicBezTo>
                <a:cubicBezTo>
                  <a:pt x="1170" y="207"/>
                  <a:pt x="1170" y="207"/>
                  <a:pt x="1170" y="207"/>
                </a:cubicBezTo>
                <a:cubicBezTo>
                  <a:pt x="1175" y="208"/>
                  <a:pt x="1175" y="208"/>
                  <a:pt x="1175" y="208"/>
                </a:cubicBezTo>
                <a:cubicBezTo>
                  <a:pt x="1173" y="221"/>
                  <a:pt x="1173" y="221"/>
                  <a:pt x="1173" y="221"/>
                </a:cubicBezTo>
                <a:cubicBezTo>
                  <a:pt x="1171" y="220"/>
                  <a:pt x="1169" y="220"/>
                  <a:pt x="1168" y="220"/>
                </a:cubicBezTo>
                <a:cubicBezTo>
                  <a:pt x="1163" y="220"/>
                  <a:pt x="1159" y="222"/>
                  <a:pt x="1156" y="224"/>
                </a:cubicBezTo>
                <a:cubicBezTo>
                  <a:pt x="1152" y="227"/>
                  <a:pt x="1150" y="230"/>
                  <a:pt x="1148" y="234"/>
                </a:cubicBezTo>
                <a:cubicBezTo>
                  <a:pt x="1146" y="238"/>
                  <a:pt x="1145" y="242"/>
                  <a:pt x="1145" y="246"/>
                </a:cubicBezTo>
                <a:cubicBezTo>
                  <a:pt x="1145" y="250"/>
                  <a:pt x="1146" y="254"/>
                  <a:pt x="1148" y="257"/>
                </a:cubicBezTo>
                <a:cubicBezTo>
                  <a:pt x="1150" y="259"/>
                  <a:pt x="1153" y="261"/>
                  <a:pt x="1157" y="261"/>
                </a:cubicBezTo>
                <a:cubicBezTo>
                  <a:pt x="1159" y="261"/>
                  <a:pt x="1162" y="260"/>
                  <a:pt x="1163" y="259"/>
                </a:cubicBezTo>
                <a:cubicBezTo>
                  <a:pt x="1165" y="258"/>
                  <a:pt x="1167" y="256"/>
                  <a:pt x="1168" y="255"/>
                </a:cubicBezTo>
                <a:cubicBezTo>
                  <a:pt x="1168" y="256"/>
                  <a:pt x="1168" y="256"/>
                  <a:pt x="1168" y="256"/>
                </a:cubicBezTo>
                <a:cubicBezTo>
                  <a:pt x="1168" y="259"/>
                  <a:pt x="1170" y="261"/>
                  <a:pt x="1173" y="261"/>
                </a:cubicBezTo>
                <a:cubicBezTo>
                  <a:pt x="1174" y="261"/>
                  <a:pt x="1176" y="260"/>
                  <a:pt x="1177" y="259"/>
                </a:cubicBezTo>
                <a:cubicBezTo>
                  <a:pt x="1178" y="258"/>
                  <a:pt x="1179" y="257"/>
                  <a:pt x="1180" y="256"/>
                </a:cubicBezTo>
                <a:cubicBezTo>
                  <a:pt x="1179" y="255"/>
                  <a:pt x="1179" y="255"/>
                  <a:pt x="1179" y="255"/>
                </a:cubicBezTo>
                <a:cubicBezTo>
                  <a:pt x="1178" y="256"/>
                  <a:pt x="1177" y="256"/>
                  <a:pt x="1176" y="256"/>
                </a:cubicBezTo>
                <a:cubicBezTo>
                  <a:pt x="1175" y="256"/>
                  <a:pt x="1175" y="256"/>
                  <a:pt x="1175" y="255"/>
                </a:cubicBezTo>
                <a:cubicBezTo>
                  <a:pt x="1175" y="254"/>
                  <a:pt x="1175" y="254"/>
                  <a:pt x="1175" y="254"/>
                </a:cubicBezTo>
                <a:close/>
                <a:moveTo>
                  <a:pt x="1172" y="225"/>
                </a:moveTo>
                <a:cubicBezTo>
                  <a:pt x="1169" y="250"/>
                  <a:pt x="1169" y="250"/>
                  <a:pt x="1169" y="250"/>
                </a:cubicBezTo>
                <a:cubicBezTo>
                  <a:pt x="1168" y="252"/>
                  <a:pt x="1166" y="253"/>
                  <a:pt x="1164" y="254"/>
                </a:cubicBezTo>
                <a:cubicBezTo>
                  <a:pt x="1163" y="256"/>
                  <a:pt x="1161" y="256"/>
                  <a:pt x="1159" y="256"/>
                </a:cubicBezTo>
                <a:cubicBezTo>
                  <a:pt x="1157" y="256"/>
                  <a:pt x="1155" y="255"/>
                  <a:pt x="1154" y="253"/>
                </a:cubicBezTo>
                <a:cubicBezTo>
                  <a:pt x="1153" y="252"/>
                  <a:pt x="1153" y="249"/>
                  <a:pt x="1153" y="246"/>
                </a:cubicBezTo>
                <a:cubicBezTo>
                  <a:pt x="1153" y="242"/>
                  <a:pt x="1153" y="239"/>
                  <a:pt x="1154" y="236"/>
                </a:cubicBezTo>
                <a:cubicBezTo>
                  <a:pt x="1155" y="232"/>
                  <a:pt x="1157" y="230"/>
                  <a:pt x="1159" y="227"/>
                </a:cubicBezTo>
                <a:cubicBezTo>
                  <a:pt x="1161" y="225"/>
                  <a:pt x="1164" y="224"/>
                  <a:pt x="1167" y="224"/>
                </a:cubicBezTo>
                <a:cubicBezTo>
                  <a:pt x="1169" y="224"/>
                  <a:pt x="1171" y="224"/>
                  <a:pt x="1172" y="225"/>
                </a:cubicBezTo>
                <a:close/>
                <a:moveTo>
                  <a:pt x="1198" y="254"/>
                </a:moveTo>
                <a:cubicBezTo>
                  <a:pt x="1202" y="221"/>
                  <a:pt x="1202" y="221"/>
                  <a:pt x="1202" y="221"/>
                </a:cubicBezTo>
                <a:cubicBezTo>
                  <a:pt x="1201" y="220"/>
                  <a:pt x="1201" y="220"/>
                  <a:pt x="1201" y="220"/>
                </a:cubicBezTo>
                <a:cubicBezTo>
                  <a:pt x="1191" y="222"/>
                  <a:pt x="1191" y="222"/>
                  <a:pt x="1191" y="222"/>
                </a:cubicBezTo>
                <a:cubicBezTo>
                  <a:pt x="1190" y="224"/>
                  <a:pt x="1190" y="224"/>
                  <a:pt x="1190" y="224"/>
                </a:cubicBezTo>
                <a:cubicBezTo>
                  <a:pt x="1195" y="226"/>
                  <a:pt x="1195" y="226"/>
                  <a:pt x="1195" y="226"/>
                </a:cubicBezTo>
                <a:cubicBezTo>
                  <a:pt x="1194" y="233"/>
                  <a:pt x="1193" y="239"/>
                  <a:pt x="1192" y="243"/>
                </a:cubicBezTo>
                <a:cubicBezTo>
                  <a:pt x="1191" y="251"/>
                  <a:pt x="1191" y="255"/>
                  <a:pt x="1191" y="256"/>
                </a:cubicBezTo>
                <a:cubicBezTo>
                  <a:pt x="1190" y="258"/>
                  <a:pt x="1191" y="259"/>
                  <a:pt x="1192" y="260"/>
                </a:cubicBezTo>
                <a:cubicBezTo>
                  <a:pt x="1192" y="260"/>
                  <a:pt x="1194" y="261"/>
                  <a:pt x="1195" y="261"/>
                </a:cubicBezTo>
                <a:cubicBezTo>
                  <a:pt x="1197" y="261"/>
                  <a:pt x="1199" y="260"/>
                  <a:pt x="1200" y="259"/>
                </a:cubicBezTo>
                <a:cubicBezTo>
                  <a:pt x="1202" y="258"/>
                  <a:pt x="1203" y="257"/>
                  <a:pt x="1203" y="256"/>
                </a:cubicBezTo>
                <a:cubicBezTo>
                  <a:pt x="1202" y="254"/>
                  <a:pt x="1202" y="254"/>
                  <a:pt x="1202" y="254"/>
                </a:cubicBezTo>
                <a:cubicBezTo>
                  <a:pt x="1202" y="255"/>
                  <a:pt x="1201" y="256"/>
                  <a:pt x="1200" y="256"/>
                </a:cubicBezTo>
                <a:cubicBezTo>
                  <a:pt x="1200" y="256"/>
                  <a:pt x="1199" y="256"/>
                  <a:pt x="1199" y="256"/>
                </a:cubicBezTo>
                <a:cubicBezTo>
                  <a:pt x="1198" y="256"/>
                  <a:pt x="1198" y="256"/>
                  <a:pt x="1198" y="256"/>
                </a:cubicBezTo>
                <a:cubicBezTo>
                  <a:pt x="1198" y="256"/>
                  <a:pt x="1198" y="255"/>
                  <a:pt x="1198" y="255"/>
                </a:cubicBezTo>
                <a:lnTo>
                  <a:pt x="1198" y="254"/>
                </a:lnTo>
                <a:close/>
                <a:moveTo>
                  <a:pt x="1200" y="213"/>
                </a:moveTo>
                <a:cubicBezTo>
                  <a:pt x="1201" y="213"/>
                  <a:pt x="1202" y="212"/>
                  <a:pt x="1203" y="211"/>
                </a:cubicBezTo>
                <a:cubicBezTo>
                  <a:pt x="1204" y="210"/>
                  <a:pt x="1205" y="209"/>
                  <a:pt x="1205" y="207"/>
                </a:cubicBezTo>
                <a:cubicBezTo>
                  <a:pt x="1205" y="206"/>
                  <a:pt x="1204" y="206"/>
                  <a:pt x="1204" y="205"/>
                </a:cubicBezTo>
                <a:cubicBezTo>
                  <a:pt x="1203" y="204"/>
                  <a:pt x="1202" y="204"/>
                  <a:pt x="1201" y="204"/>
                </a:cubicBezTo>
                <a:cubicBezTo>
                  <a:pt x="1200" y="204"/>
                  <a:pt x="1198" y="204"/>
                  <a:pt x="1198" y="205"/>
                </a:cubicBezTo>
                <a:cubicBezTo>
                  <a:pt x="1197" y="206"/>
                  <a:pt x="1196" y="207"/>
                  <a:pt x="1196" y="209"/>
                </a:cubicBezTo>
                <a:cubicBezTo>
                  <a:pt x="1196" y="210"/>
                  <a:pt x="1197" y="211"/>
                  <a:pt x="1197" y="212"/>
                </a:cubicBezTo>
                <a:cubicBezTo>
                  <a:pt x="1198" y="212"/>
                  <a:pt x="1199" y="213"/>
                  <a:pt x="1200" y="213"/>
                </a:cubicBezTo>
                <a:close/>
                <a:moveTo>
                  <a:pt x="1237" y="228"/>
                </a:moveTo>
                <a:cubicBezTo>
                  <a:pt x="1238" y="229"/>
                  <a:pt x="1238" y="229"/>
                  <a:pt x="1238" y="229"/>
                </a:cubicBezTo>
                <a:cubicBezTo>
                  <a:pt x="1240" y="222"/>
                  <a:pt x="1240" y="222"/>
                  <a:pt x="1240" y="222"/>
                </a:cubicBezTo>
                <a:cubicBezTo>
                  <a:pt x="1239" y="221"/>
                  <a:pt x="1238" y="221"/>
                  <a:pt x="1237" y="221"/>
                </a:cubicBezTo>
                <a:cubicBezTo>
                  <a:pt x="1235" y="220"/>
                  <a:pt x="1234" y="220"/>
                  <a:pt x="1232" y="220"/>
                </a:cubicBezTo>
                <a:cubicBezTo>
                  <a:pt x="1228" y="220"/>
                  <a:pt x="1224" y="221"/>
                  <a:pt x="1221" y="224"/>
                </a:cubicBezTo>
                <a:cubicBezTo>
                  <a:pt x="1218" y="227"/>
                  <a:pt x="1216" y="230"/>
                  <a:pt x="1214" y="234"/>
                </a:cubicBezTo>
                <a:cubicBezTo>
                  <a:pt x="1213" y="237"/>
                  <a:pt x="1212" y="241"/>
                  <a:pt x="1212" y="245"/>
                </a:cubicBezTo>
                <a:cubicBezTo>
                  <a:pt x="1212" y="250"/>
                  <a:pt x="1213" y="254"/>
                  <a:pt x="1215" y="257"/>
                </a:cubicBezTo>
                <a:cubicBezTo>
                  <a:pt x="1217" y="259"/>
                  <a:pt x="1220" y="261"/>
                  <a:pt x="1224" y="261"/>
                </a:cubicBezTo>
                <a:cubicBezTo>
                  <a:pt x="1227" y="261"/>
                  <a:pt x="1230" y="260"/>
                  <a:pt x="1232" y="259"/>
                </a:cubicBezTo>
                <a:cubicBezTo>
                  <a:pt x="1235" y="257"/>
                  <a:pt x="1236" y="256"/>
                  <a:pt x="1238" y="254"/>
                </a:cubicBezTo>
                <a:cubicBezTo>
                  <a:pt x="1236" y="252"/>
                  <a:pt x="1236" y="252"/>
                  <a:pt x="1236" y="252"/>
                </a:cubicBezTo>
                <a:cubicBezTo>
                  <a:pt x="1235" y="253"/>
                  <a:pt x="1233" y="254"/>
                  <a:pt x="1232" y="255"/>
                </a:cubicBezTo>
                <a:cubicBezTo>
                  <a:pt x="1230" y="256"/>
                  <a:pt x="1229" y="256"/>
                  <a:pt x="1227" y="256"/>
                </a:cubicBezTo>
                <a:cubicBezTo>
                  <a:pt x="1224" y="256"/>
                  <a:pt x="1222" y="255"/>
                  <a:pt x="1221" y="253"/>
                </a:cubicBezTo>
                <a:cubicBezTo>
                  <a:pt x="1220" y="251"/>
                  <a:pt x="1219" y="248"/>
                  <a:pt x="1219" y="244"/>
                </a:cubicBezTo>
                <a:cubicBezTo>
                  <a:pt x="1219" y="240"/>
                  <a:pt x="1219" y="237"/>
                  <a:pt x="1221" y="234"/>
                </a:cubicBezTo>
                <a:cubicBezTo>
                  <a:pt x="1222" y="231"/>
                  <a:pt x="1223" y="229"/>
                  <a:pt x="1225" y="227"/>
                </a:cubicBezTo>
                <a:cubicBezTo>
                  <a:pt x="1227" y="225"/>
                  <a:pt x="1229" y="225"/>
                  <a:pt x="1231" y="225"/>
                </a:cubicBezTo>
                <a:cubicBezTo>
                  <a:pt x="1232" y="225"/>
                  <a:pt x="1235" y="226"/>
                  <a:pt x="1237" y="228"/>
                </a:cubicBezTo>
                <a:close/>
                <a:moveTo>
                  <a:pt x="1255" y="254"/>
                </a:moveTo>
                <a:cubicBezTo>
                  <a:pt x="1260" y="221"/>
                  <a:pt x="1260" y="221"/>
                  <a:pt x="1260" y="221"/>
                </a:cubicBezTo>
                <a:cubicBezTo>
                  <a:pt x="1259" y="220"/>
                  <a:pt x="1259" y="220"/>
                  <a:pt x="1259" y="220"/>
                </a:cubicBezTo>
                <a:cubicBezTo>
                  <a:pt x="1249" y="222"/>
                  <a:pt x="1249" y="222"/>
                  <a:pt x="1249" y="222"/>
                </a:cubicBezTo>
                <a:cubicBezTo>
                  <a:pt x="1248" y="224"/>
                  <a:pt x="1248" y="224"/>
                  <a:pt x="1248" y="224"/>
                </a:cubicBezTo>
                <a:cubicBezTo>
                  <a:pt x="1253" y="226"/>
                  <a:pt x="1253" y="226"/>
                  <a:pt x="1253" y="226"/>
                </a:cubicBezTo>
                <a:cubicBezTo>
                  <a:pt x="1252" y="233"/>
                  <a:pt x="1251" y="239"/>
                  <a:pt x="1250" y="243"/>
                </a:cubicBezTo>
                <a:cubicBezTo>
                  <a:pt x="1249" y="251"/>
                  <a:pt x="1248" y="255"/>
                  <a:pt x="1248" y="256"/>
                </a:cubicBezTo>
                <a:cubicBezTo>
                  <a:pt x="1248" y="258"/>
                  <a:pt x="1249" y="259"/>
                  <a:pt x="1249" y="260"/>
                </a:cubicBezTo>
                <a:cubicBezTo>
                  <a:pt x="1250" y="260"/>
                  <a:pt x="1251" y="261"/>
                  <a:pt x="1253" y="261"/>
                </a:cubicBezTo>
                <a:cubicBezTo>
                  <a:pt x="1255" y="261"/>
                  <a:pt x="1256" y="260"/>
                  <a:pt x="1258" y="259"/>
                </a:cubicBezTo>
                <a:cubicBezTo>
                  <a:pt x="1259" y="258"/>
                  <a:pt x="1260" y="257"/>
                  <a:pt x="1261" y="256"/>
                </a:cubicBezTo>
                <a:cubicBezTo>
                  <a:pt x="1260" y="254"/>
                  <a:pt x="1260" y="254"/>
                  <a:pt x="1260" y="254"/>
                </a:cubicBezTo>
                <a:cubicBezTo>
                  <a:pt x="1259" y="255"/>
                  <a:pt x="1259" y="256"/>
                  <a:pt x="1258" y="256"/>
                </a:cubicBezTo>
                <a:cubicBezTo>
                  <a:pt x="1258" y="256"/>
                  <a:pt x="1257" y="256"/>
                  <a:pt x="1256" y="256"/>
                </a:cubicBezTo>
                <a:cubicBezTo>
                  <a:pt x="1256" y="256"/>
                  <a:pt x="1256" y="256"/>
                  <a:pt x="1256" y="256"/>
                </a:cubicBezTo>
                <a:cubicBezTo>
                  <a:pt x="1255" y="256"/>
                  <a:pt x="1255" y="255"/>
                  <a:pt x="1255" y="255"/>
                </a:cubicBezTo>
                <a:lnTo>
                  <a:pt x="1255" y="254"/>
                </a:lnTo>
                <a:close/>
                <a:moveTo>
                  <a:pt x="1258" y="213"/>
                </a:moveTo>
                <a:cubicBezTo>
                  <a:pt x="1259" y="213"/>
                  <a:pt x="1260" y="212"/>
                  <a:pt x="1261" y="211"/>
                </a:cubicBezTo>
                <a:cubicBezTo>
                  <a:pt x="1262" y="210"/>
                  <a:pt x="1262" y="209"/>
                  <a:pt x="1262" y="207"/>
                </a:cubicBezTo>
                <a:cubicBezTo>
                  <a:pt x="1262" y="206"/>
                  <a:pt x="1262" y="206"/>
                  <a:pt x="1261" y="205"/>
                </a:cubicBezTo>
                <a:cubicBezTo>
                  <a:pt x="1261" y="204"/>
                  <a:pt x="1260" y="204"/>
                  <a:pt x="1259" y="204"/>
                </a:cubicBezTo>
                <a:cubicBezTo>
                  <a:pt x="1257" y="204"/>
                  <a:pt x="1256" y="204"/>
                  <a:pt x="1255" y="205"/>
                </a:cubicBezTo>
                <a:cubicBezTo>
                  <a:pt x="1254" y="206"/>
                  <a:pt x="1254" y="207"/>
                  <a:pt x="1254" y="209"/>
                </a:cubicBezTo>
                <a:cubicBezTo>
                  <a:pt x="1254" y="210"/>
                  <a:pt x="1254" y="211"/>
                  <a:pt x="1255" y="212"/>
                </a:cubicBezTo>
                <a:cubicBezTo>
                  <a:pt x="1256" y="212"/>
                  <a:pt x="1257" y="213"/>
                  <a:pt x="1258" y="213"/>
                </a:cubicBezTo>
                <a:close/>
                <a:moveTo>
                  <a:pt x="1282" y="229"/>
                </a:moveTo>
                <a:cubicBezTo>
                  <a:pt x="1283" y="221"/>
                  <a:pt x="1283" y="221"/>
                  <a:pt x="1283" y="221"/>
                </a:cubicBezTo>
                <a:cubicBezTo>
                  <a:pt x="1281" y="220"/>
                  <a:pt x="1281" y="220"/>
                  <a:pt x="1281" y="220"/>
                </a:cubicBezTo>
                <a:cubicBezTo>
                  <a:pt x="1273" y="222"/>
                  <a:pt x="1273" y="222"/>
                  <a:pt x="1273" y="222"/>
                </a:cubicBezTo>
                <a:cubicBezTo>
                  <a:pt x="1272" y="224"/>
                  <a:pt x="1272" y="224"/>
                  <a:pt x="1272" y="224"/>
                </a:cubicBezTo>
                <a:cubicBezTo>
                  <a:pt x="1275" y="226"/>
                  <a:pt x="1275" y="226"/>
                  <a:pt x="1275" y="226"/>
                </a:cubicBezTo>
                <a:cubicBezTo>
                  <a:pt x="1271" y="260"/>
                  <a:pt x="1271" y="260"/>
                  <a:pt x="1271" y="260"/>
                </a:cubicBezTo>
                <a:cubicBezTo>
                  <a:pt x="1278" y="260"/>
                  <a:pt x="1278" y="260"/>
                  <a:pt x="1278" y="260"/>
                </a:cubicBezTo>
                <a:cubicBezTo>
                  <a:pt x="1281" y="235"/>
                  <a:pt x="1281" y="235"/>
                  <a:pt x="1281" y="235"/>
                </a:cubicBezTo>
                <a:cubicBezTo>
                  <a:pt x="1283" y="232"/>
                  <a:pt x="1285" y="230"/>
                  <a:pt x="1287" y="228"/>
                </a:cubicBezTo>
                <a:cubicBezTo>
                  <a:pt x="1289" y="226"/>
                  <a:pt x="1291" y="225"/>
                  <a:pt x="1293" y="225"/>
                </a:cubicBezTo>
                <a:cubicBezTo>
                  <a:pt x="1295" y="225"/>
                  <a:pt x="1296" y="226"/>
                  <a:pt x="1297" y="226"/>
                </a:cubicBezTo>
                <a:cubicBezTo>
                  <a:pt x="1297" y="227"/>
                  <a:pt x="1298" y="229"/>
                  <a:pt x="1298" y="231"/>
                </a:cubicBezTo>
                <a:cubicBezTo>
                  <a:pt x="1298" y="233"/>
                  <a:pt x="1297" y="234"/>
                  <a:pt x="1297" y="236"/>
                </a:cubicBezTo>
                <a:cubicBezTo>
                  <a:pt x="1297" y="238"/>
                  <a:pt x="1297" y="240"/>
                  <a:pt x="1296" y="243"/>
                </a:cubicBezTo>
                <a:cubicBezTo>
                  <a:pt x="1296" y="245"/>
                  <a:pt x="1296" y="245"/>
                  <a:pt x="1296" y="245"/>
                </a:cubicBezTo>
                <a:cubicBezTo>
                  <a:pt x="1295" y="248"/>
                  <a:pt x="1295" y="248"/>
                  <a:pt x="1295" y="248"/>
                </a:cubicBezTo>
                <a:cubicBezTo>
                  <a:pt x="1294" y="252"/>
                  <a:pt x="1294" y="255"/>
                  <a:pt x="1294" y="256"/>
                </a:cubicBezTo>
                <a:cubicBezTo>
                  <a:pt x="1294" y="259"/>
                  <a:pt x="1295" y="261"/>
                  <a:pt x="1298" y="261"/>
                </a:cubicBezTo>
                <a:cubicBezTo>
                  <a:pt x="1300" y="261"/>
                  <a:pt x="1301" y="260"/>
                  <a:pt x="1302" y="260"/>
                </a:cubicBezTo>
                <a:cubicBezTo>
                  <a:pt x="1303" y="259"/>
                  <a:pt x="1304" y="259"/>
                  <a:pt x="1305" y="258"/>
                </a:cubicBezTo>
                <a:cubicBezTo>
                  <a:pt x="1305" y="258"/>
                  <a:pt x="1306" y="257"/>
                  <a:pt x="1306" y="257"/>
                </a:cubicBezTo>
                <a:cubicBezTo>
                  <a:pt x="1305" y="255"/>
                  <a:pt x="1305" y="255"/>
                  <a:pt x="1305" y="255"/>
                </a:cubicBezTo>
                <a:cubicBezTo>
                  <a:pt x="1304" y="256"/>
                  <a:pt x="1303" y="256"/>
                  <a:pt x="1302" y="256"/>
                </a:cubicBezTo>
                <a:cubicBezTo>
                  <a:pt x="1301" y="256"/>
                  <a:pt x="1301" y="256"/>
                  <a:pt x="1301" y="255"/>
                </a:cubicBezTo>
                <a:cubicBezTo>
                  <a:pt x="1301" y="253"/>
                  <a:pt x="1301" y="250"/>
                  <a:pt x="1302" y="246"/>
                </a:cubicBezTo>
                <a:cubicBezTo>
                  <a:pt x="1303" y="243"/>
                  <a:pt x="1303" y="243"/>
                  <a:pt x="1303" y="243"/>
                </a:cubicBezTo>
                <a:cubicBezTo>
                  <a:pt x="1303" y="241"/>
                  <a:pt x="1303" y="241"/>
                  <a:pt x="1303" y="241"/>
                </a:cubicBezTo>
                <a:cubicBezTo>
                  <a:pt x="1304" y="236"/>
                  <a:pt x="1305" y="232"/>
                  <a:pt x="1305" y="230"/>
                </a:cubicBezTo>
                <a:cubicBezTo>
                  <a:pt x="1305" y="227"/>
                  <a:pt x="1304" y="224"/>
                  <a:pt x="1302" y="223"/>
                </a:cubicBezTo>
                <a:cubicBezTo>
                  <a:pt x="1301" y="221"/>
                  <a:pt x="1299" y="220"/>
                  <a:pt x="1296" y="220"/>
                </a:cubicBezTo>
                <a:cubicBezTo>
                  <a:pt x="1294" y="220"/>
                  <a:pt x="1291" y="221"/>
                  <a:pt x="1289" y="223"/>
                </a:cubicBezTo>
                <a:cubicBezTo>
                  <a:pt x="1286" y="224"/>
                  <a:pt x="1284" y="227"/>
                  <a:pt x="1282" y="229"/>
                </a:cubicBezTo>
                <a:close/>
                <a:moveTo>
                  <a:pt x="1342" y="253"/>
                </a:moveTo>
                <a:cubicBezTo>
                  <a:pt x="1340" y="251"/>
                  <a:pt x="1340" y="251"/>
                  <a:pt x="1340" y="251"/>
                </a:cubicBezTo>
                <a:cubicBezTo>
                  <a:pt x="1339" y="253"/>
                  <a:pt x="1337" y="254"/>
                  <a:pt x="1335" y="255"/>
                </a:cubicBezTo>
                <a:cubicBezTo>
                  <a:pt x="1333" y="256"/>
                  <a:pt x="1331" y="256"/>
                  <a:pt x="1329" y="256"/>
                </a:cubicBezTo>
                <a:cubicBezTo>
                  <a:pt x="1326" y="256"/>
                  <a:pt x="1323" y="255"/>
                  <a:pt x="1322" y="253"/>
                </a:cubicBezTo>
                <a:cubicBezTo>
                  <a:pt x="1321" y="250"/>
                  <a:pt x="1320" y="247"/>
                  <a:pt x="1320" y="244"/>
                </a:cubicBezTo>
                <a:cubicBezTo>
                  <a:pt x="1323" y="244"/>
                  <a:pt x="1327" y="244"/>
                  <a:pt x="1330" y="242"/>
                </a:cubicBezTo>
                <a:cubicBezTo>
                  <a:pt x="1334" y="241"/>
                  <a:pt x="1337" y="240"/>
                  <a:pt x="1340" y="237"/>
                </a:cubicBezTo>
                <a:cubicBezTo>
                  <a:pt x="1342" y="235"/>
                  <a:pt x="1344" y="232"/>
                  <a:pt x="1344" y="229"/>
                </a:cubicBezTo>
                <a:cubicBezTo>
                  <a:pt x="1344" y="226"/>
                  <a:pt x="1343" y="224"/>
                  <a:pt x="1341" y="223"/>
                </a:cubicBezTo>
                <a:cubicBezTo>
                  <a:pt x="1340" y="221"/>
                  <a:pt x="1337" y="220"/>
                  <a:pt x="1334" y="220"/>
                </a:cubicBezTo>
                <a:cubicBezTo>
                  <a:pt x="1330" y="220"/>
                  <a:pt x="1326" y="221"/>
                  <a:pt x="1323" y="224"/>
                </a:cubicBezTo>
                <a:cubicBezTo>
                  <a:pt x="1320" y="226"/>
                  <a:pt x="1318" y="229"/>
                  <a:pt x="1316" y="233"/>
                </a:cubicBezTo>
                <a:cubicBezTo>
                  <a:pt x="1314" y="237"/>
                  <a:pt x="1313" y="241"/>
                  <a:pt x="1313" y="246"/>
                </a:cubicBezTo>
                <a:cubicBezTo>
                  <a:pt x="1313" y="248"/>
                  <a:pt x="1314" y="251"/>
                  <a:pt x="1315" y="253"/>
                </a:cubicBezTo>
                <a:cubicBezTo>
                  <a:pt x="1316" y="255"/>
                  <a:pt x="1317" y="257"/>
                  <a:pt x="1319" y="259"/>
                </a:cubicBezTo>
                <a:cubicBezTo>
                  <a:pt x="1321" y="260"/>
                  <a:pt x="1324" y="261"/>
                  <a:pt x="1327" y="261"/>
                </a:cubicBezTo>
                <a:cubicBezTo>
                  <a:pt x="1330" y="261"/>
                  <a:pt x="1333" y="260"/>
                  <a:pt x="1336" y="258"/>
                </a:cubicBezTo>
                <a:cubicBezTo>
                  <a:pt x="1339" y="257"/>
                  <a:pt x="1341" y="255"/>
                  <a:pt x="1342" y="253"/>
                </a:cubicBezTo>
                <a:close/>
                <a:moveTo>
                  <a:pt x="1332" y="224"/>
                </a:moveTo>
                <a:cubicBezTo>
                  <a:pt x="1334" y="224"/>
                  <a:pt x="1335" y="224"/>
                  <a:pt x="1336" y="225"/>
                </a:cubicBezTo>
                <a:cubicBezTo>
                  <a:pt x="1337" y="226"/>
                  <a:pt x="1337" y="228"/>
                  <a:pt x="1337" y="229"/>
                </a:cubicBezTo>
                <a:cubicBezTo>
                  <a:pt x="1337" y="232"/>
                  <a:pt x="1336" y="234"/>
                  <a:pt x="1334" y="235"/>
                </a:cubicBezTo>
                <a:cubicBezTo>
                  <a:pt x="1333" y="237"/>
                  <a:pt x="1331" y="238"/>
                  <a:pt x="1328" y="239"/>
                </a:cubicBezTo>
                <a:cubicBezTo>
                  <a:pt x="1325" y="240"/>
                  <a:pt x="1323" y="241"/>
                  <a:pt x="1321" y="241"/>
                </a:cubicBezTo>
                <a:cubicBezTo>
                  <a:pt x="1321" y="238"/>
                  <a:pt x="1321" y="236"/>
                  <a:pt x="1322" y="233"/>
                </a:cubicBezTo>
                <a:cubicBezTo>
                  <a:pt x="1323" y="230"/>
                  <a:pt x="1325" y="228"/>
                  <a:pt x="1326" y="226"/>
                </a:cubicBezTo>
                <a:cubicBezTo>
                  <a:pt x="1328" y="225"/>
                  <a:pt x="1330" y="224"/>
                  <a:pt x="1332" y="22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180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CA018DF-7EFB-4D08-89D5-E61FB47F425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996940" y="4886690"/>
            <a:ext cx="2416810" cy="117148"/>
          </a:xfrm>
        </p:spPr>
        <p:txBody>
          <a:bodyPr wrap="square">
            <a:spAutoFit/>
          </a:bodyPr>
          <a:lstStyle>
            <a:lvl1pPr marL="0" indent="0">
              <a:buNone/>
              <a:defRPr sz="750" cap="all" spc="110" baseline="0">
                <a:solidFill>
                  <a:schemeClr val="tx2"/>
                </a:solidFill>
              </a:defRPr>
            </a:lvl1pPr>
          </a:lstStyle>
          <a:p>
            <a:pPr lvl="0">
              <a:buNone/>
            </a:pPr>
            <a:r>
              <a:t>CLICK TO EDIT MASTER TEXT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Light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2927F7C-53AC-400F-8DAD-235A2AF61FB8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0" y="1"/>
            <a:ext cx="9144000" cy="471011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2D74F39-96DB-4808-8693-9F55A9D7DB98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2" y="1172309"/>
            <a:ext cx="5802922" cy="3971191"/>
          </a:xfrm>
          <a:prstGeom prst="rect">
            <a:avLst/>
          </a:prstGeom>
          <a:solidFill>
            <a:srgbClr val="DEE5EA"/>
          </a:solidFill>
        </p:spPr>
        <p:txBody>
          <a:bodyPr lIns="502920" tIns="274320" rIns="457200" bIns="457200"/>
          <a:lstStyle>
            <a:lvl1pPr marL="0" indent="0">
              <a:lnSpc>
                <a:spcPct val="100000"/>
              </a:lnSpc>
              <a:buNone/>
              <a:defRPr sz="30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  <a:lvl2pPr marL="0" indent="0">
              <a:spcBef>
                <a:spcPts val="900"/>
              </a:spcBef>
              <a:buNone/>
              <a:defRPr sz="15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2pPr>
            <a:lvl3pPr marL="457189" indent="0">
              <a:buNone/>
              <a:defRPr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3pPr>
            <a:lvl4pPr marL="692133" indent="0">
              <a:buNone/>
              <a:defRPr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4pPr>
            <a:lvl5pPr marL="914378" indent="0">
              <a:buNone/>
              <a:defRPr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F8FDAB-4A08-464C-A100-FEC37566A5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5780" y="3566160"/>
            <a:ext cx="4846320" cy="156646"/>
          </a:xfrm>
        </p:spPr>
        <p:txBody>
          <a:bodyPr anchor="b">
            <a:spAutoFit/>
          </a:bodyPr>
          <a:lstStyle>
            <a:lvl1pPr marL="0" indent="0" algn="l">
              <a:buNone/>
              <a:defRPr sz="1000" i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t>Click to edit Master subtitle style</a:t>
            </a:r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6EF64205-A64B-4137-BA41-5E5CFE0F359E}"/>
              </a:ext>
            </a:extLst>
          </p:cNvPr>
          <p:cNvSpPr>
            <a:spLocks noGrp="1"/>
          </p:cNvSpPr>
          <p:nvPr/>
        </p:nvSpPr>
        <p:spPr>
          <a:xfrm>
            <a:off x="482707" y="433839"/>
            <a:ext cx="2192207" cy="410518"/>
          </a:xfrm>
          <a:custGeom>
            <a:avLst/>
            <a:gdLst>
              <a:gd name="T0" fmla="*/ 225 w 1440"/>
              <a:gd name="T1" fmla="*/ 110 h 267"/>
              <a:gd name="T2" fmla="*/ 317 w 1440"/>
              <a:gd name="T3" fmla="*/ 7 h 267"/>
              <a:gd name="T4" fmla="*/ 475 w 1440"/>
              <a:gd name="T5" fmla="*/ 19 h 267"/>
              <a:gd name="T6" fmla="*/ 830 w 1440"/>
              <a:gd name="T7" fmla="*/ 7 h 267"/>
              <a:gd name="T8" fmla="*/ 130 w 1440"/>
              <a:gd name="T9" fmla="*/ 210 h 267"/>
              <a:gd name="T10" fmla="*/ 437 w 1440"/>
              <a:gd name="T11" fmla="*/ 209 h 267"/>
              <a:gd name="T12" fmla="*/ 493 w 1440"/>
              <a:gd name="T13" fmla="*/ 198 h 267"/>
              <a:gd name="T14" fmla="*/ 866 w 1440"/>
              <a:gd name="T15" fmla="*/ 171 h 267"/>
              <a:gd name="T16" fmla="*/ 737 w 1440"/>
              <a:gd name="T17" fmla="*/ 261 h 267"/>
              <a:gd name="T18" fmla="*/ 958 w 1440"/>
              <a:gd name="T19" fmla="*/ 172 h 267"/>
              <a:gd name="T20" fmla="*/ 906 w 1440"/>
              <a:gd name="T21" fmla="*/ 254 h 267"/>
              <a:gd name="T22" fmla="*/ 309 w 1440"/>
              <a:gd name="T23" fmla="*/ 260 h 267"/>
              <a:gd name="T24" fmla="*/ 1053 w 1440"/>
              <a:gd name="T25" fmla="*/ 31 h 267"/>
              <a:gd name="T26" fmla="*/ 1075 w 1440"/>
              <a:gd name="T27" fmla="*/ 44 h 267"/>
              <a:gd name="T28" fmla="*/ 1091 w 1440"/>
              <a:gd name="T29" fmla="*/ 22 h 267"/>
              <a:gd name="T30" fmla="*/ 1107 w 1440"/>
              <a:gd name="T31" fmla="*/ 27 h 267"/>
              <a:gd name="T32" fmla="*/ 1125 w 1440"/>
              <a:gd name="T33" fmla="*/ 55 h 267"/>
              <a:gd name="T34" fmla="*/ 1159 w 1440"/>
              <a:gd name="T35" fmla="*/ 53 h 267"/>
              <a:gd name="T36" fmla="*/ 1160 w 1440"/>
              <a:gd name="T37" fmla="*/ 57 h 267"/>
              <a:gd name="T38" fmla="*/ 1177 w 1440"/>
              <a:gd name="T39" fmla="*/ 23 h 267"/>
              <a:gd name="T40" fmla="*/ 1207 w 1440"/>
              <a:gd name="T41" fmla="*/ 58 h 267"/>
              <a:gd name="T42" fmla="*/ 1245 w 1440"/>
              <a:gd name="T43" fmla="*/ 27 h 267"/>
              <a:gd name="T44" fmla="*/ 1225 w 1440"/>
              <a:gd name="T45" fmla="*/ 43 h 267"/>
              <a:gd name="T46" fmla="*/ 1271 w 1440"/>
              <a:gd name="T47" fmla="*/ 19 h 267"/>
              <a:gd name="T48" fmla="*/ 1259 w 1440"/>
              <a:gd name="T49" fmla="*/ 32 h 267"/>
              <a:gd name="T50" fmla="*/ 1290 w 1440"/>
              <a:gd name="T51" fmla="*/ 54 h 267"/>
              <a:gd name="T52" fmla="*/ 1310 w 1440"/>
              <a:gd name="T53" fmla="*/ 25 h 267"/>
              <a:gd name="T54" fmla="*/ 1059 w 1440"/>
              <a:gd name="T55" fmla="*/ 110 h 267"/>
              <a:gd name="T56" fmla="*/ 1099 w 1440"/>
              <a:gd name="T57" fmla="*/ 134 h 267"/>
              <a:gd name="T58" fmla="*/ 1120 w 1440"/>
              <a:gd name="T59" fmla="*/ 156 h 267"/>
              <a:gd name="T60" fmla="*/ 1141 w 1440"/>
              <a:gd name="T61" fmla="*/ 123 h 267"/>
              <a:gd name="T62" fmla="*/ 1148 w 1440"/>
              <a:gd name="T63" fmla="*/ 175 h 267"/>
              <a:gd name="T64" fmla="*/ 1184 w 1440"/>
              <a:gd name="T65" fmla="*/ 119 h 267"/>
              <a:gd name="T66" fmla="*/ 1181 w 1440"/>
              <a:gd name="T67" fmla="*/ 153 h 267"/>
              <a:gd name="T68" fmla="*/ 1201 w 1440"/>
              <a:gd name="T69" fmla="*/ 125 h 267"/>
              <a:gd name="T70" fmla="*/ 1230 w 1440"/>
              <a:gd name="T71" fmla="*/ 157 h 267"/>
              <a:gd name="T72" fmla="*/ 1260 w 1440"/>
              <a:gd name="T73" fmla="*/ 154 h 267"/>
              <a:gd name="T74" fmla="*/ 1261 w 1440"/>
              <a:gd name="T75" fmla="*/ 158 h 267"/>
              <a:gd name="T76" fmla="*/ 1284 w 1440"/>
              <a:gd name="T77" fmla="*/ 152 h 267"/>
              <a:gd name="T78" fmla="*/ 1294 w 1440"/>
              <a:gd name="T79" fmla="*/ 123 h 267"/>
              <a:gd name="T80" fmla="*/ 1317 w 1440"/>
              <a:gd name="T81" fmla="*/ 125 h 267"/>
              <a:gd name="T82" fmla="*/ 1342 w 1440"/>
              <a:gd name="T83" fmla="*/ 121 h 267"/>
              <a:gd name="T84" fmla="*/ 1351 w 1440"/>
              <a:gd name="T85" fmla="*/ 112 h 267"/>
              <a:gd name="T86" fmla="*/ 1364 w 1440"/>
              <a:gd name="T87" fmla="*/ 159 h 267"/>
              <a:gd name="T88" fmla="*/ 1399 w 1440"/>
              <a:gd name="T89" fmla="*/ 156 h 267"/>
              <a:gd name="T90" fmla="*/ 1432 w 1440"/>
              <a:gd name="T91" fmla="*/ 120 h 267"/>
              <a:gd name="T92" fmla="*/ 1410 w 1440"/>
              <a:gd name="T93" fmla="*/ 176 h 267"/>
              <a:gd name="T94" fmla="*/ 1076 w 1440"/>
              <a:gd name="T95" fmla="*/ 242 h 267"/>
              <a:gd name="T96" fmla="*/ 1062 w 1440"/>
              <a:gd name="T97" fmla="*/ 225 h 267"/>
              <a:gd name="T98" fmla="*/ 1091 w 1440"/>
              <a:gd name="T99" fmla="*/ 208 h 267"/>
              <a:gd name="T100" fmla="*/ 1112 w 1440"/>
              <a:gd name="T101" fmla="*/ 233 h 267"/>
              <a:gd name="T102" fmla="*/ 1128 w 1440"/>
              <a:gd name="T103" fmla="*/ 224 h 267"/>
              <a:gd name="T104" fmla="*/ 1168 w 1440"/>
              <a:gd name="T105" fmla="*/ 255 h 267"/>
              <a:gd name="T106" fmla="*/ 1154 w 1440"/>
              <a:gd name="T107" fmla="*/ 236 h 267"/>
              <a:gd name="T108" fmla="*/ 1203 w 1440"/>
              <a:gd name="T109" fmla="*/ 256 h 267"/>
              <a:gd name="T110" fmla="*/ 1200 w 1440"/>
              <a:gd name="T111" fmla="*/ 213 h 267"/>
              <a:gd name="T112" fmla="*/ 1227 w 1440"/>
              <a:gd name="T113" fmla="*/ 256 h 267"/>
              <a:gd name="T114" fmla="*/ 1249 w 1440"/>
              <a:gd name="T115" fmla="*/ 260 h 267"/>
              <a:gd name="T116" fmla="*/ 1255 w 1440"/>
              <a:gd name="T117" fmla="*/ 205 h 267"/>
              <a:gd name="T118" fmla="*/ 1297 w 1440"/>
              <a:gd name="T119" fmla="*/ 226 h 267"/>
              <a:gd name="T120" fmla="*/ 1303 w 1440"/>
              <a:gd name="T121" fmla="*/ 243 h 267"/>
              <a:gd name="T122" fmla="*/ 1344 w 1440"/>
              <a:gd name="T123" fmla="*/ 229 h 267"/>
              <a:gd name="T124" fmla="*/ 1328 w 1440"/>
              <a:gd name="T125" fmla="*/ 239 h 267"/>
            </a:gdLst>
            <a:ahLst/>
            <a:cxnLst/>
            <a:rect l="0" t="0" r="r" b="b"/>
            <a:pathLst>
              <a:path w="1440" h="267">
                <a:moveTo>
                  <a:pt x="17" y="110"/>
                </a:moveTo>
                <a:cubicBezTo>
                  <a:pt x="3" y="110"/>
                  <a:pt x="3" y="110"/>
                  <a:pt x="3" y="110"/>
                </a:cubicBezTo>
                <a:cubicBezTo>
                  <a:pt x="3" y="1"/>
                  <a:pt x="3" y="1"/>
                  <a:pt x="3" y="1"/>
                </a:cubicBezTo>
                <a:cubicBezTo>
                  <a:pt x="81" y="83"/>
                  <a:pt x="81" y="83"/>
                  <a:pt x="81" y="83"/>
                </a:cubicBezTo>
                <a:cubicBezTo>
                  <a:pt x="81" y="7"/>
                  <a:pt x="81" y="7"/>
                  <a:pt x="81" y="7"/>
                </a:cubicBezTo>
                <a:cubicBezTo>
                  <a:pt x="95" y="7"/>
                  <a:pt x="95" y="7"/>
                  <a:pt x="95" y="7"/>
                </a:cubicBezTo>
                <a:cubicBezTo>
                  <a:pt x="95" y="117"/>
                  <a:pt x="95" y="117"/>
                  <a:pt x="95" y="117"/>
                </a:cubicBezTo>
                <a:cubicBezTo>
                  <a:pt x="17" y="35"/>
                  <a:pt x="17" y="35"/>
                  <a:pt x="17" y="35"/>
                </a:cubicBezTo>
                <a:lnTo>
                  <a:pt x="17" y="110"/>
                </a:lnTo>
                <a:close/>
                <a:moveTo>
                  <a:pt x="130" y="110"/>
                </a:moveTo>
                <a:cubicBezTo>
                  <a:pt x="145" y="110"/>
                  <a:pt x="145" y="110"/>
                  <a:pt x="145" y="110"/>
                </a:cubicBezTo>
                <a:cubicBezTo>
                  <a:pt x="178" y="33"/>
                  <a:pt x="178" y="33"/>
                  <a:pt x="178" y="33"/>
                </a:cubicBezTo>
                <a:cubicBezTo>
                  <a:pt x="210" y="109"/>
                  <a:pt x="210" y="109"/>
                  <a:pt x="210" y="109"/>
                </a:cubicBezTo>
                <a:cubicBezTo>
                  <a:pt x="210" y="110"/>
                  <a:pt x="210" y="110"/>
                  <a:pt x="210" y="110"/>
                </a:cubicBezTo>
                <a:cubicBezTo>
                  <a:pt x="225" y="110"/>
                  <a:pt x="225" y="110"/>
                  <a:pt x="225" y="110"/>
                </a:cubicBezTo>
                <a:cubicBezTo>
                  <a:pt x="178" y="0"/>
                  <a:pt x="178" y="0"/>
                  <a:pt x="178" y="0"/>
                </a:cubicBezTo>
                <a:lnTo>
                  <a:pt x="130" y="110"/>
                </a:lnTo>
                <a:close/>
                <a:moveTo>
                  <a:pt x="700" y="110"/>
                </a:moveTo>
                <a:cubicBezTo>
                  <a:pt x="715" y="110"/>
                  <a:pt x="715" y="110"/>
                  <a:pt x="715" y="110"/>
                </a:cubicBezTo>
                <a:cubicBezTo>
                  <a:pt x="748" y="33"/>
                  <a:pt x="748" y="33"/>
                  <a:pt x="748" y="33"/>
                </a:cubicBezTo>
                <a:cubicBezTo>
                  <a:pt x="780" y="109"/>
                  <a:pt x="780" y="109"/>
                  <a:pt x="780" y="109"/>
                </a:cubicBezTo>
                <a:cubicBezTo>
                  <a:pt x="780" y="110"/>
                  <a:pt x="780" y="110"/>
                  <a:pt x="780" y="110"/>
                </a:cubicBezTo>
                <a:cubicBezTo>
                  <a:pt x="795" y="110"/>
                  <a:pt x="795" y="110"/>
                  <a:pt x="795" y="110"/>
                </a:cubicBezTo>
                <a:cubicBezTo>
                  <a:pt x="748" y="0"/>
                  <a:pt x="748" y="0"/>
                  <a:pt x="748" y="0"/>
                </a:cubicBezTo>
                <a:lnTo>
                  <a:pt x="700" y="110"/>
                </a:lnTo>
                <a:close/>
                <a:moveTo>
                  <a:pt x="273" y="110"/>
                </a:moveTo>
                <a:cubicBezTo>
                  <a:pt x="286" y="110"/>
                  <a:pt x="286" y="110"/>
                  <a:pt x="286" y="110"/>
                </a:cubicBezTo>
                <a:cubicBezTo>
                  <a:pt x="286" y="20"/>
                  <a:pt x="286" y="20"/>
                  <a:pt x="286" y="20"/>
                </a:cubicBezTo>
                <a:cubicBezTo>
                  <a:pt x="317" y="20"/>
                  <a:pt x="317" y="20"/>
                  <a:pt x="317" y="20"/>
                </a:cubicBezTo>
                <a:cubicBezTo>
                  <a:pt x="317" y="7"/>
                  <a:pt x="317" y="7"/>
                  <a:pt x="317" y="7"/>
                </a:cubicBezTo>
                <a:cubicBezTo>
                  <a:pt x="242" y="7"/>
                  <a:pt x="242" y="7"/>
                  <a:pt x="242" y="7"/>
                </a:cubicBezTo>
                <a:cubicBezTo>
                  <a:pt x="242" y="20"/>
                  <a:pt x="242" y="20"/>
                  <a:pt x="242" y="20"/>
                </a:cubicBezTo>
                <a:cubicBezTo>
                  <a:pt x="273" y="20"/>
                  <a:pt x="273" y="20"/>
                  <a:pt x="273" y="20"/>
                </a:cubicBezTo>
                <a:lnTo>
                  <a:pt x="273" y="110"/>
                </a:lnTo>
                <a:close/>
                <a:moveTo>
                  <a:pt x="374" y="7"/>
                </a:moveTo>
                <a:cubicBezTo>
                  <a:pt x="360" y="7"/>
                  <a:pt x="360" y="7"/>
                  <a:pt x="360" y="7"/>
                </a:cubicBezTo>
                <a:cubicBezTo>
                  <a:pt x="360" y="110"/>
                  <a:pt x="360" y="110"/>
                  <a:pt x="360" y="110"/>
                </a:cubicBezTo>
                <a:cubicBezTo>
                  <a:pt x="374" y="110"/>
                  <a:pt x="374" y="110"/>
                  <a:pt x="374" y="110"/>
                </a:cubicBezTo>
                <a:lnTo>
                  <a:pt x="374" y="7"/>
                </a:lnTo>
                <a:close/>
                <a:moveTo>
                  <a:pt x="475" y="112"/>
                </a:moveTo>
                <a:cubicBezTo>
                  <a:pt x="445" y="112"/>
                  <a:pt x="421" y="88"/>
                  <a:pt x="421" y="59"/>
                </a:cubicBezTo>
                <a:cubicBezTo>
                  <a:pt x="421" y="29"/>
                  <a:pt x="445" y="5"/>
                  <a:pt x="475" y="5"/>
                </a:cubicBezTo>
                <a:cubicBezTo>
                  <a:pt x="505" y="5"/>
                  <a:pt x="528" y="29"/>
                  <a:pt x="528" y="59"/>
                </a:cubicBezTo>
                <a:cubicBezTo>
                  <a:pt x="528" y="88"/>
                  <a:pt x="505" y="112"/>
                  <a:pt x="475" y="112"/>
                </a:cubicBezTo>
                <a:close/>
                <a:moveTo>
                  <a:pt x="475" y="19"/>
                </a:moveTo>
                <a:cubicBezTo>
                  <a:pt x="453" y="19"/>
                  <a:pt x="435" y="37"/>
                  <a:pt x="435" y="59"/>
                </a:cubicBezTo>
                <a:cubicBezTo>
                  <a:pt x="435" y="81"/>
                  <a:pt x="453" y="99"/>
                  <a:pt x="475" y="99"/>
                </a:cubicBezTo>
                <a:cubicBezTo>
                  <a:pt x="497" y="99"/>
                  <a:pt x="514" y="81"/>
                  <a:pt x="514" y="59"/>
                </a:cubicBezTo>
                <a:cubicBezTo>
                  <a:pt x="514" y="37"/>
                  <a:pt x="497" y="19"/>
                  <a:pt x="475" y="19"/>
                </a:cubicBezTo>
                <a:close/>
                <a:moveTo>
                  <a:pt x="586" y="35"/>
                </a:moveTo>
                <a:cubicBezTo>
                  <a:pt x="664" y="117"/>
                  <a:pt x="664" y="117"/>
                  <a:pt x="664" y="117"/>
                </a:cubicBezTo>
                <a:cubicBezTo>
                  <a:pt x="664" y="7"/>
                  <a:pt x="664" y="7"/>
                  <a:pt x="664" y="7"/>
                </a:cubicBezTo>
                <a:cubicBezTo>
                  <a:pt x="650" y="7"/>
                  <a:pt x="650" y="7"/>
                  <a:pt x="650" y="7"/>
                </a:cubicBezTo>
                <a:cubicBezTo>
                  <a:pt x="650" y="83"/>
                  <a:pt x="650" y="83"/>
                  <a:pt x="650" y="83"/>
                </a:cubicBezTo>
                <a:cubicBezTo>
                  <a:pt x="572" y="1"/>
                  <a:pt x="572" y="1"/>
                  <a:pt x="572" y="1"/>
                </a:cubicBezTo>
                <a:cubicBezTo>
                  <a:pt x="572" y="110"/>
                  <a:pt x="572" y="110"/>
                  <a:pt x="572" y="110"/>
                </a:cubicBezTo>
                <a:cubicBezTo>
                  <a:pt x="586" y="110"/>
                  <a:pt x="586" y="110"/>
                  <a:pt x="586" y="110"/>
                </a:cubicBezTo>
                <a:lnTo>
                  <a:pt x="586" y="35"/>
                </a:lnTo>
                <a:close/>
                <a:moveTo>
                  <a:pt x="843" y="7"/>
                </a:moveTo>
                <a:cubicBezTo>
                  <a:pt x="830" y="7"/>
                  <a:pt x="830" y="7"/>
                  <a:pt x="830" y="7"/>
                </a:cubicBezTo>
                <a:cubicBezTo>
                  <a:pt x="830" y="110"/>
                  <a:pt x="830" y="110"/>
                  <a:pt x="830" y="110"/>
                </a:cubicBezTo>
                <a:cubicBezTo>
                  <a:pt x="885" y="110"/>
                  <a:pt x="885" y="110"/>
                  <a:pt x="885" y="110"/>
                </a:cubicBezTo>
                <a:cubicBezTo>
                  <a:pt x="885" y="97"/>
                  <a:pt x="885" y="97"/>
                  <a:pt x="885" y="97"/>
                </a:cubicBezTo>
                <a:cubicBezTo>
                  <a:pt x="843" y="97"/>
                  <a:pt x="843" y="97"/>
                  <a:pt x="843" y="97"/>
                </a:cubicBezTo>
                <a:lnTo>
                  <a:pt x="843" y="7"/>
                </a:lnTo>
                <a:close/>
                <a:moveTo>
                  <a:pt x="169" y="156"/>
                </a:moveTo>
                <a:cubicBezTo>
                  <a:pt x="139" y="156"/>
                  <a:pt x="116" y="179"/>
                  <a:pt x="116" y="209"/>
                </a:cubicBezTo>
                <a:cubicBezTo>
                  <a:pt x="116" y="240"/>
                  <a:pt x="139" y="262"/>
                  <a:pt x="169" y="262"/>
                </a:cubicBezTo>
                <a:cubicBezTo>
                  <a:pt x="175" y="262"/>
                  <a:pt x="188" y="261"/>
                  <a:pt x="200" y="252"/>
                </a:cubicBezTo>
                <a:cubicBezTo>
                  <a:pt x="200" y="252"/>
                  <a:pt x="200" y="252"/>
                  <a:pt x="200" y="252"/>
                </a:cubicBezTo>
                <a:cubicBezTo>
                  <a:pt x="200" y="234"/>
                  <a:pt x="200" y="234"/>
                  <a:pt x="200" y="234"/>
                </a:cubicBezTo>
                <a:cubicBezTo>
                  <a:pt x="198" y="236"/>
                  <a:pt x="198" y="236"/>
                  <a:pt x="198" y="236"/>
                </a:cubicBezTo>
                <a:cubicBezTo>
                  <a:pt x="196" y="239"/>
                  <a:pt x="192" y="242"/>
                  <a:pt x="187" y="245"/>
                </a:cubicBezTo>
                <a:cubicBezTo>
                  <a:pt x="181" y="247"/>
                  <a:pt x="175" y="249"/>
                  <a:pt x="169" y="249"/>
                </a:cubicBezTo>
                <a:cubicBezTo>
                  <a:pt x="142" y="249"/>
                  <a:pt x="130" y="226"/>
                  <a:pt x="130" y="210"/>
                </a:cubicBezTo>
                <a:cubicBezTo>
                  <a:pt x="130" y="187"/>
                  <a:pt x="147" y="169"/>
                  <a:pt x="169" y="169"/>
                </a:cubicBezTo>
                <a:cubicBezTo>
                  <a:pt x="174" y="169"/>
                  <a:pt x="180" y="170"/>
                  <a:pt x="185" y="173"/>
                </a:cubicBezTo>
                <a:cubicBezTo>
                  <a:pt x="190" y="175"/>
                  <a:pt x="194" y="178"/>
                  <a:pt x="198" y="182"/>
                </a:cubicBezTo>
                <a:cubicBezTo>
                  <a:pt x="200" y="184"/>
                  <a:pt x="200" y="184"/>
                  <a:pt x="200" y="184"/>
                </a:cubicBezTo>
                <a:cubicBezTo>
                  <a:pt x="200" y="166"/>
                  <a:pt x="200" y="166"/>
                  <a:pt x="200" y="166"/>
                </a:cubicBezTo>
                <a:cubicBezTo>
                  <a:pt x="200" y="166"/>
                  <a:pt x="200" y="166"/>
                  <a:pt x="200" y="166"/>
                </a:cubicBezTo>
                <a:cubicBezTo>
                  <a:pt x="191" y="159"/>
                  <a:pt x="181" y="156"/>
                  <a:pt x="169" y="156"/>
                </a:cubicBezTo>
                <a:close/>
                <a:moveTo>
                  <a:pt x="437" y="209"/>
                </a:moveTo>
                <a:cubicBezTo>
                  <a:pt x="437" y="225"/>
                  <a:pt x="431" y="238"/>
                  <a:pt x="419" y="249"/>
                </a:cubicBezTo>
                <a:cubicBezTo>
                  <a:pt x="409" y="257"/>
                  <a:pt x="399" y="261"/>
                  <a:pt x="382" y="261"/>
                </a:cubicBezTo>
                <a:cubicBezTo>
                  <a:pt x="360" y="261"/>
                  <a:pt x="360" y="261"/>
                  <a:pt x="360" y="261"/>
                </a:cubicBezTo>
                <a:cubicBezTo>
                  <a:pt x="360" y="157"/>
                  <a:pt x="360" y="157"/>
                  <a:pt x="360" y="157"/>
                </a:cubicBezTo>
                <a:cubicBezTo>
                  <a:pt x="382" y="157"/>
                  <a:pt x="382" y="157"/>
                  <a:pt x="382" y="157"/>
                </a:cubicBezTo>
                <a:cubicBezTo>
                  <a:pt x="393" y="157"/>
                  <a:pt x="407" y="159"/>
                  <a:pt x="420" y="170"/>
                </a:cubicBezTo>
                <a:cubicBezTo>
                  <a:pt x="426" y="175"/>
                  <a:pt x="437" y="187"/>
                  <a:pt x="437" y="209"/>
                </a:cubicBezTo>
                <a:close/>
                <a:moveTo>
                  <a:pt x="423" y="209"/>
                </a:moveTo>
                <a:cubicBezTo>
                  <a:pt x="423" y="186"/>
                  <a:pt x="407" y="171"/>
                  <a:pt x="382" y="171"/>
                </a:cubicBezTo>
                <a:cubicBezTo>
                  <a:pt x="374" y="171"/>
                  <a:pt x="374" y="171"/>
                  <a:pt x="374" y="171"/>
                </a:cubicBezTo>
                <a:cubicBezTo>
                  <a:pt x="374" y="247"/>
                  <a:pt x="374" y="247"/>
                  <a:pt x="374" y="247"/>
                </a:cubicBezTo>
                <a:cubicBezTo>
                  <a:pt x="382" y="247"/>
                  <a:pt x="382" y="247"/>
                  <a:pt x="382" y="247"/>
                </a:cubicBezTo>
                <a:cubicBezTo>
                  <a:pt x="390" y="247"/>
                  <a:pt x="401" y="246"/>
                  <a:pt x="410" y="239"/>
                </a:cubicBezTo>
                <a:cubicBezTo>
                  <a:pt x="416" y="234"/>
                  <a:pt x="423" y="224"/>
                  <a:pt x="423" y="209"/>
                </a:cubicBezTo>
                <a:close/>
                <a:moveTo>
                  <a:pt x="479" y="261"/>
                </a:moveTo>
                <a:cubicBezTo>
                  <a:pt x="541" y="261"/>
                  <a:pt x="541" y="261"/>
                  <a:pt x="541" y="261"/>
                </a:cubicBezTo>
                <a:cubicBezTo>
                  <a:pt x="541" y="247"/>
                  <a:pt x="541" y="247"/>
                  <a:pt x="541" y="247"/>
                </a:cubicBezTo>
                <a:cubicBezTo>
                  <a:pt x="493" y="247"/>
                  <a:pt x="493" y="247"/>
                  <a:pt x="493" y="247"/>
                </a:cubicBezTo>
                <a:cubicBezTo>
                  <a:pt x="493" y="211"/>
                  <a:pt x="493" y="211"/>
                  <a:pt x="493" y="211"/>
                </a:cubicBezTo>
                <a:cubicBezTo>
                  <a:pt x="535" y="211"/>
                  <a:pt x="535" y="211"/>
                  <a:pt x="535" y="211"/>
                </a:cubicBezTo>
                <a:cubicBezTo>
                  <a:pt x="535" y="198"/>
                  <a:pt x="535" y="198"/>
                  <a:pt x="535" y="198"/>
                </a:cubicBezTo>
                <a:cubicBezTo>
                  <a:pt x="493" y="198"/>
                  <a:pt x="493" y="198"/>
                  <a:pt x="493" y="198"/>
                </a:cubicBezTo>
                <a:cubicBezTo>
                  <a:pt x="493" y="171"/>
                  <a:pt x="493" y="171"/>
                  <a:pt x="493" y="171"/>
                </a:cubicBezTo>
                <a:cubicBezTo>
                  <a:pt x="541" y="171"/>
                  <a:pt x="541" y="171"/>
                  <a:pt x="541" y="171"/>
                </a:cubicBezTo>
                <a:cubicBezTo>
                  <a:pt x="541" y="157"/>
                  <a:pt x="541" y="157"/>
                  <a:pt x="541" y="157"/>
                </a:cubicBezTo>
                <a:cubicBezTo>
                  <a:pt x="479" y="157"/>
                  <a:pt x="479" y="157"/>
                  <a:pt x="479" y="157"/>
                </a:cubicBezTo>
                <a:lnTo>
                  <a:pt x="479" y="261"/>
                </a:lnTo>
                <a:close/>
                <a:moveTo>
                  <a:pt x="805" y="261"/>
                </a:moveTo>
                <a:cubicBezTo>
                  <a:pt x="866" y="261"/>
                  <a:pt x="866" y="261"/>
                  <a:pt x="866" y="261"/>
                </a:cubicBezTo>
                <a:cubicBezTo>
                  <a:pt x="866" y="247"/>
                  <a:pt x="866" y="247"/>
                  <a:pt x="866" y="247"/>
                </a:cubicBezTo>
                <a:cubicBezTo>
                  <a:pt x="819" y="247"/>
                  <a:pt x="819" y="247"/>
                  <a:pt x="819" y="247"/>
                </a:cubicBezTo>
                <a:cubicBezTo>
                  <a:pt x="819" y="211"/>
                  <a:pt x="819" y="211"/>
                  <a:pt x="819" y="211"/>
                </a:cubicBezTo>
                <a:cubicBezTo>
                  <a:pt x="860" y="211"/>
                  <a:pt x="860" y="211"/>
                  <a:pt x="860" y="211"/>
                </a:cubicBezTo>
                <a:cubicBezTo>
                  <a:pt x="860" y="198"/>
                  <a:pt x="860" y="198"/>
                  <a:pt x="860" y="198"/>
                </a:cubicBezTo>
                <a:cubicBezTo>
                  <a:pt x="819" y="198"/>
                  <a:pt x="819" y="198"/>
                  <a:pt x="819" y="198"/>
                </a:cubicBezTo>
                <a:cubicBezTo>
                  <a:pt x="819" y="171"/>
                  <a:pt x="819" y="171"/>
                  <a:pt x="819" y="171"/>
                </a:cubicBezTo>
                <a:cubicBezTo>
                  <a:pt x="866" y="171"/>
                  <a:pt x="866" y="171"/>
                  <a:pt x="866" y="171"/>
                </a:cubicBezTo>
                <a:cubicBezTo>
                  <a:pt x="866" y="157"/>
                  <a:pt x="866" y="157"/>
                  <a:pt x="866" y="157"/>
                </a:cubicBezTo>
                <a:cubicBezTo>
                  <a:pt x="805" y="157"/>
                  <a:pt x="805" y="157"/>
                  <a:pt x="805" y="157"/>
                </a:cubicBezTo>
                <a:lnTo>
                  <a:pt x="805" y="261"/>
                </a:lnTo>
                <a:close/>
                <a:moveTo>
                  <a:pt x="634" y="235"/>
                </a:moveTo>
                <a:cubicBezTo>
                  <a:pt x="595" y="149"/>
                  <a:pt x="595" y="149"/>
                  <a:pt x="595" y="149"/>
                </a:cubicBezTo>
                <a:cubicBezTo>
                  <a:pt x="578" y="261"/>
                  <a:pt x="578" y="261"/>
                  <a:pt x="578" y="261"/>
                </a:cubicBezTo>
                <a:cubicBezTo>
                  <a:pt x="592" y="261"/>
                  <a:pt x="592" y="261"/>
                  <a:pt x="592" y="261"/>
                </a:cubicBezTo>
                <a:cubicBezTo>
                  <a:pt x="601" y="194"/>
                  <a:pt x="601" y="194"/>
                  <a:pt x="601" y="194"/>
                </a:cubicBezTo>
                <a:cubicBezTo>
                  <a:pt x="634" y="267"/>
                  <a:pt x="634" y="267"/>
                  <a:pt x="634" y="267"/>
                </a:cubicBezTo>
                <a:cubicBezTo>
                  <a:pt x="668" y="194"/>
                  <a:pt x="668" y="194"/>
                  <a:pt x="668" y="194"/>
                </a:cubicBezTo>
                <a:cubicBezTo>
                  <a:pt x="677" y="261"/>
                  <a:pt x="677" y="261"/>
                  <a:pt x="677" y="261"/>
                </a:cubicBezTo>
                <a:cubicBezTo>
                  <a:pt x="691" y="261"/>
                  <a:pt x="691" y="261"/>
                  <a:pt x="691" y="261"/>
                </a:cubicBezTo>
                <a:cubicBezTo>
                  <a:pt x="674" y="148"/>
                  <a:pt x="674" y="148"/>
                  <a:pt x="674" y="148"/>
                </a:cubicBezTo>
                <a:lnTo>
                  <a:pt x="634" y="235"/>
                </a:lnTo>
                <a:close/>
                <a:moveTo>
                  <a:pt x="737" y="261"/>
                </a:moveTo>
                <a:cubicBezTo>
                  <a:pt x="751" y="261"/>
                  <a:pt x="751" y="261"/>
                  <a:pt x="751" y="261"/>
                </a:cubicBezTo>
                <a:cubicBezTo>
                  <a:pt x="751" y="157"/>
                  <a:pt x="751" y="157"/>
                  <a:pt x="751" y="157"/>
                </a:cubicBezTo>
                <a:cubicBezTo>
                  <a:pt x="737" y="157"/>
                  <a:pt x="737" y="157"/>
                  <a:pt x="737" y="157"/>
                </a:cubicBezTo>
                <a:lnTo>
                  <a:pt x="737" y="261"/>
                </a:lnTo>
                <a:close/>
                <a:moveTo>
                  <a:pt x="955" y="211"/>
                </a:moveTo>
                <a:cubicBezTo>
                  <a:pt x="950" y="207"/>
                  <a:pt x="945" y="204"/>
                  <a:pt x="939" y="201"/>
                </a:cubicBezTo>
                <a:cubicBezTo>
                  <a:pt x="929" y="197"/>
                  <a:pt x="929" y="197"/>
                  <a:pt x="929" y="197"/>
                </a:cubicBezTo>
                <a:cubicBezTo>
                  <a:pt x="925" y="195"/>
                  <a:pt x="922" y="194"/>
                  <a:pt x="919" y="191"/>
                </a:cubicBezTo>
                <a:cubicBezTo>
                  <a:pt x="916" y="189"/>
                  <a:pt x="916" y="187"/>
                  <a:pt x="916" y="183"/>
                </a:cubicBezTo>
                <a:cubicBezTo>
                  <a:pt x="916" y="175"/>
                  <a:pt x="922" y="169"/>
                  <a:pt x="931" y="169"/>
                </a:cubicBezTo>
                <a:cubicBezTo>
                  <a:pt x="936" y="169"/>
                  <a:pt x="940" y="171"/>
                  <a:pt x="942" y="172"/>
                </a:cubicBezTo>
                <a:cubicBezTo>
                  <a:pt x="944" y="174"/>
                  <a:pt x="946" y="177"/>
                  <a:pt x="947" y="179"/>
                </a:cubicBezTo>
                <a:cubicBezTo>
                  <a:pt x="948" y="181"/>
                  <a:pt x="948" y="181"/>
                  <a:pt x="948" y="181"/>
                </a:cubicBezTo>
                <a:cubicBezTo>
                  <a:pt x="959" y="173"/>
                  <a:pt x="959" y="173"/>
                  <a:pt x="959" y="173"/>
                </a:cubicBezTo>
                <a:cubicBezTo>
                  <a:pt x="958" y="172"/>
                  <a:pt x="958" y="172"/>
                  <a:pt x="958" y="172"/>
                </a:cubicBezTo>
                <a:cubicBezTo>
                  <a:pt x="956" y="167"/>
                  <a:pt x="952" y="163"/>
                  <a:pt x="948" y="161"/>
                </a:cubicBezTo>
                <a:cubicBezTo>
                  <a:pt x="943" y="157"/>
                  <a:pt x="938" y="156"/>
                  <a:pt x="931" y="156"/>
                </a:cubicBezTo>
                <a:cubicBezTo>
                  <a:pt x="914" y="156"/>
                  <a:pt x="902" y="167"/>
                  <a:pt x="902" y="183"/>
                </a:cubicBezTo>
                <a:cubicBezTo>
                  <a:pt x="902" y="190"/>
                  <a:pt x="904" y="195"/>
                  <a:pt x="909" y="200"/>
                </a:cubicBezTo>
                <a:cubicBezTo>
                  <a:pt x="913" y="205"/>
                  <a:pt x="918" y="207"/>
                  <a:pt x="922" y="209"/>
                </a:cubicBezTo>
                <a:cubicBezTo>
                  <a:pt x="932" y="213"/>
                  <a:pt x="932" y="213"/>
                  <a:pt x="932" y="213"/>
                </a:cubicBezTo>
                <a:cubicBezTo>
                  <a:pt x="937" y="215"/>
                  <a:pt x="941" y="217"/>
                  <a:pt x="944" y="220"/>
                </a:cubicBezTo>
                <a:cubicBezTo>
                  <a:pt x="947" y="223"/>
                  <a:pt x="948" y="226"/>
                  <a:pt x="948" y="231"/>
                </a:cubicBezTo>
                <a:cubicBezTo>
                  <a:pt x="948" y="240"/>
                  <a:pt x="942" y="249"/>
                  <a:pt x="929" y="249"/>
                </a:cubicBezTo>
                <a:cubicBezTo>
                  <a:pt x="924" y="249"/>
                  <a:pt x="919" y="247"/>
                  <a:pt x="916" y="244"/>
                </a:cubicBezTo>
                <a:cubicBezTo>
                  <a:pt x="913" y="241"/>
                  <a:pt x="911" y="236"/>
                  <a:pt x="910" y="232"/>
                </a:cubicBezTo>
                <a:cubicBezTo>
                  <a:pt x="910" y="230"/>
                  <a:pt x="910" y="230"/>
                  <a:pt x="910" y="230"/>
                </a:cubicBezTo>
                <a:cubicBezTo>
                  <a:pt x="896" y="234"/>
                  <a:pt x="896" y="234"/>
                  <a:pt x="896" y="234"/>
                </a:cubicBezTo>
                <a:cubicBezTo>
                  <a:pt x="897" y="235"/>
                  <a:pt x="897" y="235"/>
                  <a:pt x="897" y="235"/>
                </a:cubicBezTo>
                <a:cubicBezTo>
                  <a:pt x="898" y="243"/>
                  <a:pt x="902" y="249"/>
                  <a:pt x="906" y="254"/>
                </a:cubicBezTo>
                <a:cubicBezTo>
                  <a:pt x="912" y="260"/>
                  <a:pt x="920" y="262"/>
                  <a:pt x="929" y="262"/>
                </a:cubicBezTo>
                <a:cubicBezTo>
                  <a:pt x="948" y="262"/>
                  <a:pt x="962" y="249"/>
                  <a:pt x="962" y="230"/>
                </a:cubicBezTo>
                <a:cubicBezTo>
                  <a:pt x="962" y="222"/>
                  <a:pt x="960" y="216"/>
                  <a:pt x="955" y="211"/>
                </a:cubicBezTo>
                <a:close/>
                <a:moveTo>
                  <a:pt x="0" y="261"/>
                </a:moveTo>
                <a:cubicBezTo>
                  <a:pt x="15" y="261"/>
                  <a:pt x="15" y="261"/>
                  <a:pt x="15" y="261"/>
                </a:cubicBezTo>
                <a:cubicBezTo>
                  <a:pt x="48" y="184"/>
                  <a:pt x="48" y="184"/>
                  <a:pt x="48" y="184"/>
                </a:cubicBezTo>
                <a:cubicBezTo>
                  <a:pt x="79" y="260"/>
                  <a:pt x="79" y="260"/>
                  <a:pt x="79" y="260"/>
                </a:cubicBezTo>
                <a:cubicBezTo>
                  <a:pt x="80" y="261"/>
                  <a:pt x="80" y="261"/>
                  <a:pt x="80" y="261"/>
                </a:cubicBezTo>
                <a:cubicBezTo>
                  <a:pt x="95" y="261"/>
                  <a:pt x="95" y="261"/>
                  <a:pt x="95" y="261"/>
                </a:cubicBezTo>
                <a:cubicBezTo>
                  <a:pt x="48" y="151"/>
                  <a:pt x="48" y="151"/>
                  <a:pt x="48" y="151"/>
                </a:cubicBezTo>
                <a:lnTo>
                  <a:pt x="0" y="261"/>
                </a:lnTo>
                <a:close/>
                <a:moveTo>
                  <a:pt x="229" y="261"/>
                </a:moveTo>
                <a:cubicBezTo>
                  <a:pt x="244" y="261"/>
                  <a:pt x="244" y="261"/>
                  <a:pt x="244" y="261"/>
                </a:cubicBezTo>
                <a:cubicBezTo>
                  <a:pt x="277" y="184"/>
                  <a:pt x="277" y="184"/>
                  <a:pt x="277" y="184"/>
                </a:cubicBezTo>
                <a:cubicBezTo>
                  <a:pt x="309" y="260"/>
                  <a:pt x="309" y="260"/>
                  <a:pt x="309" y="260"/>
                </a:cubicBezTo>
                <a:cubicBezTo>
                  <a:pt x="309" y="261"/>
                  <a:pt x="309" y="261"/>
                  <a:pt x="309" y="261"/>
                </a:cubicBezTo>
                <a:cubicBezTo>
                  <a:pt x="324" y="261"/>
                  <a:pt x="324" y="261"/>
                  <a:pt x="324" y="261"/>
                </a:cubicBezTo>
                <a:cubicBezTo>
                  <a:pt x="277" y="151"/>
                  <a:pt x="277" y="151"/>
                  <a:pt x="277" y="151"/>
                </a:cubicBezTo>
                <a:lnTo>
                  <a:pt x="229" y="261"/>
                </a:lnTo>
                <a:close/>
                <a:moveTo>
                  <a:pt x="1071" y="11"/>
                </a:moveTo>
                <a:cubicBezTo>
                  <a:pt x="1071" y="18"/>
                  <a:pt x="1071" y="18"/>
                  <a:pt x="1071" y="18"/>
                </a:cubicBezTo>
                <a:cubicBezTo>
                  <a:pt x="1075" y="18"/>
                  <a:pt x="1075" y="18"/>
                  <a:pt x="1075" y="18"/>
                </a:cubicBezTo>
                <a:cubicBezTo>
                  <a:pt x="1077" y="9"/>
                  <a:pt x="1077" y="9"/>
                  <a:pt x="1077" y="9"/>
                </a:cubicBezTo>
                <a:cubicBezTo>
                  <a:pt x="1076" y="8"/>
                  <a:pt x="1074" y="7"/>
                  <a:pt x="1072" y="6"/>
                </a:cubicBezTo>
                <a:cubicBezTo>
                  <a:pt x="1070" y="6"/>
                  <a:pt x="1067" y="6"/>
                  <a:pt x="1064" y="6"/>
                </a:cubicBezTo>
                <a:cubicBezTo>
                  <a:pt x="1061" y="6"/>
                  <a:pt x="1058" y="6"/>
                  <a:pt x="1056" y="7"/>
                </a:cubicBezTo>
                <a:cubicBezTo>
                  <a:pt x="1053" y="9"/>
                  <a:pt x="1051" y="10"/>
                  <a:pt x="1049" y="12"/>
                </a:cubicBezTo>
                <a:cubicBezTo>
                  <a:pt x="1048" y="14"/>
                  <a:pt x="1047" y="17"/>
                  <a:pt x="1047" y="20"/>
                </a:cubicBezTo>
                <a:cubicBezTo>
                  <a:pt x="1047" y="22"/>
                  <a:pt x="1048" y="24"/>
                  <a:pt x="1049" y="26"/>
                </a:cubicBezTo>
                <a:cubicBezTo>
                  <a:pt x="1050" y="28"/>
                  <a:pt x="1051" y="30"/>
                  <a:pt x="1053" y="31"/>
                </a:cubicBezTo>
                <a:cubicBezTo>
                  <a:pt x="1055" y="32"/>
                  <a:pt x="1057" y="34"/>
                  <a:pt x="1059" y="35"/>
                </a:cubicBezTo>
                <a:cubicBezTo>
                  <a:pt x="1062" y="37"/>
                  <a:pt x="1064" y="39"/>
                  <a:pt x="1066" y="40"/>
                </a:cubicBezTo>
                <a:cubicBezTo>
                  <a:pt x="1067" y="42"/>
                  <a:pt x="1068" y="44"/>
                  <a:pt x="1068" y="47"/>
                </a:cubicBezTo>
                <a:cubicBezTo>
                  <a:pt x="1068" y="49"/>
                  <a:pt x="1067" y="52"/>
                  <a:pt x="1065" y="53"/>
                </a:cubicBezTo>
                <a:cubicBezTo>
                  <a:pt x="1062" y="55"/>
                  <a:pt x="1060" y="56"/>
                  <a:pt x="1057" y="56"/>
                </a:cubicBezTo>
                <a:cubicBezTo>
                  <a:pt x="1055" y="56"/>
                  <a:pt x="1053" y="56"/>
                  <a:pt x="1052" y="55"/>
                </a:cubicBezTo>
                <a:cubicBezTo>
                  <a:pt x="1050" y="55"/>
                  <a:pt x="1049" y="54"/>
                  <a:pt x="1048" y="54"/>
                </a:cubicBezTo>
                <a:cubicBezTo>
                  <a:pt x="1048" y="46"/>
                  <a:pt x="1048" y="46"/>
                  <a:pt x="1048" y="46"/>
                </a:cubicBezTo>
                <a:cubicBezTo>
                  <a:pt x="1044" y="46"/>
                  <a:pt x="1044" y="46"/>
                  <a:pt x="1044" y="46"/>
                </a:cubicBezTo>
                <a:cubicBezTo>
                  <a:pt x="1042" y="56"/>
                  <a:pt x="1042" y="56"/>
                  <a:pt x="1042" y="56"/>
                </a:cubicBezTo>
                <a:cubicBezTo>
                  <a:pt x="1043" y="57"/>
                  <a:pt x="1045" y="58"/>
                  <a:pt x="1048" y="58"/>
                </a:cubicBezTo>
                <a:cubicBezTo>
                  <a:pt x="1051" y="59"/>
                  <a:pt x="1054" y="59"/>
                  <a:pt x="1057" y="59"/>
                </a:cubicBezTo>
                <a:cubicBezTo>
                  <a:pt x="1060" y="59"/>
                  <a:pt x="1063" y="59"/>
                  <a:pt x="1066" y="57"/>
                </a:cubicBezTo>
                <a:cubicBezTo>
                  <a:pt x="1069" y="56"/>
                  <a:pt x="1071" y="54"/>
                  <a:pt x="1073" y="52"/>
                </a:cubicBezTo>
                <a:cubicBezTo>
                  <a:pt x="1074" y="50"/>
                  <a:pt x="1075" y="47"/>
                  <a:pt x="1075" y="44"/>
                </a:cubicBezTo>
                <a:cubicBezTo>
                  <a:pt x="1075" y="42"/>
                  <a:pt x="1074" y="40"/>
                  <a:pt x="1073" y="38"/>
                </a:cubicBezTo>
                <a:cubicBezTo>
                  <a:pt x="1072" y="36"/>
                  <a:pt x="1071" y="35"/>
                  <a:pt x="1069" y="34"/>
                </a:cubicBezTo>
                <a:cubicBezTo>
                  <a:pt x="1068" y="32"/>
                  <a:pt x="1066" y="31"/>
                  <a:pt x="1064" y="29"/>
                </a:cubicBezTo>
                <a:cubicBezTo>
                  <a:pt x="1060" y="27"/>
                  <a:pt x="1058" y="25"/>
                  <a:pt x="1056" y="24"/>
                </a:cubicBezTo>
                <a:cubicBezTo>
                  <a:pt x="1055" y="22"/>
                  <a:pt x="1054" y="20"/>
                  <a:pt x="1054" y="17"/>
                </a:cubicBezTo>
                <a:cubicBezTo>
                  <a:pt x="1054" y="15"/>
                  <a:pt x="1055" y="13"/>
                  <a:pt x="1057" y="11"/>
                </a:cubicBezTo>
                <a:cubicBezTo>
                  <a:pt x="1059" y="10"/>
                  <a:pt x="1061" y="9"/>
                  <a:pt x="1064" y="9"/>
                </a:cubicBezTo>
                <a:cubicBezTo>
                  <a:pt x="1065" y="9"/>
                  <a:pt x="1067" y="9"/>
                  <a:pt x="1068" y="10"/>
                </a:cubicBezTo>
                <a:cubicBezTo>
                  <a:pt x="1069" y="10"/>
                  <a:pt x="1070" y="10"/>
                  <a:pt x="1071" y="11"/>
                </a:cubicBezTo>
                <a:close/>
                <a:moveTo>
                  <a:pt x="1107" y="27"/>
                </a:moveTo>
                <a:cubicBezTo>
                  <a:pt x="1108" y="27"/>
                  <a:pt x="1108" y="27"/>
                  <a:pt x="1108" y="27"/>
                </a:cubicBezTo>
                <a:cubicBezTo>
                  <a:pt x="1110" y="20"/>
                  <a:pt x="1110" y="20"/>
                  <a:pt x="1110" y="20"/>
                </a:cubicBezTo>
                <a:cubicBezTo>
                  <a:pt x="1109" y="20"/>
                  <a:pt x="1108" y="19"/>
                  <a:pt x="1107" y="19"/>
                </a:cubicBezTo>
                <a:cubicBezTo>
                  <a:pt x="1105" y="19"/>
                  <a:pt x="1104" y="19"/>
                  <a:pt x="1102" y="19"/>
                </a:cubicBezTo>
                <a:cubicBezTo>
                  <a:pt x="1098" y="19"/>
                  <a:pt x="1094" y="20"/>
                  <a:pt x="1091" y="22"/>
                </a:cubicBezTo>
                <a:cubicBezTo>
                  <a:pt x="1088" y="25"/>
                  <a:pt x="1086" y="28"/>
                  <a:pt x="1084" y="32"/>
                </a:cubicBezTo>
                <a:cubicBezTo>
                  <a:pt x="1083" y="36"/>
                  <a:pt x="1082" y="40"/>
                  <a:pt x="1082" y="43"/>
                </a:cubicBezTo>
                <a:cubicBezTo>
                  <a:pt x="1082" y="48"/>
                  <a:pt x="1083" y="52"/>
                  <a:pt x="1085" y="55"/>
                </a:cubicBezTo>
                <a:cubicBezTo>
                  <a:pt x="1087" y="58"/>
                  <a:pt x="1091" y="59"/>
                  <a:pt x="1094" y="59"/>
                </a:cubicBezTo>
                <a:cubicBezTo>
                  <a:pt x="1098" y="59"/>
                  <a:pt x="1100" y="59"/>
                  <a:pt x="1102" y="57"/>
                </a:cubicBezTo>
                <a:cubicBezTo>
                  <a:pt x="1105" y="56"/>
                  <a:pt x="1106" y="54"/>
                  <a:pt x="1108" y="53"/>
                </a:cubicBezTo>
                <a:cubicBezTo>
                  <a:pt x="1106" y="50"/>
                  <a:pt x="1106" y="50"/>
                  <a:pt x="1106" y="50"/>
                </a:cubicBezTo>
                <a:cubicBezTo>
                  <a:pt x="1105" y="52"/>
                  <a:pt x="1103" y="53"/>
                  <a:pt x="1102" y="54"/>
                </a:cubicBezTo>
                <a:cubicBezTo>
                  <a:pt x="1100" y="54"/>
                  <a:pt x="1099" y="55"/>
                  <a:pt x="1097" y="55"/>
                </a:cubicBezTo>
                <a:cubicBezTo>
                  <a:pt x="1094" y="55"/>
                  <a:pt x="1092" y="54"/>
                  <a:pt x="1091" y="52"/>
                </a:cubicBezTo>
                <a:cubicBezTo>
                  <a:pt x="1090" y="50"/>
                  <a:pt x="1089" y="47"/>
                  <a:pt x="1089" y="43"/>
                </a:cubicBezTo>
                <a:cubicBezTo>
                  <a:pt x="1089" y="39"/>
                  <a:pt x="1090" y="35"/>
                  <a:pt x="1091" y="32"/>
                </a:cubicBezTo>
                <a:cubicBezTo>
                  <a:pt x="1092" y="30"/>
                  <a:pt x="1093" y="27"/>
                  <a:pt x="1095" y="26"/>
                </a:cubicBezTo>
                <a:cubicBezTo>
                  <a:pt x="1097" y="24"/>
                  <a:pt x="1099" y="23"/>
                  <a:pt x="1101" y="23"/>
                </a:cubicBezTo>
                <a:cubicBezTo>
                  <a:pt x="1102" y="23"/>
                  <a:pt x="1105" y="24"/>
                  <a:pt x="1107" y="27"/>
                </a:cubicBezTo>
                <a:close/>
                <a:moveTo>
                  <a:pt x="1124" y="52"/>
                </a:moveTo>
                <a:cubicBezTo>
                  <a:pt x="1129" y="19"/>
                  <a:pt x="1129" y="19"/>
                  <a:pt x="1129" y="19"/>
                </a:cubicBezTo>
                <a:cubicBezTo>
                  <a:pt x="1128" y="19"/>
                  <a:pt x="1128" y="19"/>
                  <a:pt x="1128" y="19"/>
                </a:cubicBezTo>
                <a:cubicBezTo>
                  <a:pt x="1118" y="20"/>
                  <a:pt x="1118" y="20"/>
                  <a:pt x="1118" y="20"/>
                </a:cubicBezTo>
                <a:cubicBezTo>
                  <a:pt x="1117" y="23"/>
                  <a:pt x="1117" y="23"/>
                  <a:pt x="1117" y="23"/>
                </a:cubicBezTo>
                <a:cubicBezTo>
                  <a:pt x="1122" y="24"/>
                  <a:pt x="1122" y="24"/>
                  <a:pt x="1122" y="24"/>
                </a:cubicBezTo>
                <a:cubicBezTo>
                  <a:pt x="1121" y="31"/>
                  <a:pt x="1120" y="37"/>
                  <a:pt x="1119" y="41"/>
                </a:cubicBezTo>
                <a:cubicBezTo>
                  <a:pt x="1118" y="49"/>
                  <a:pt x="1117" y="54"/>
                  <a:pt x="1117" y="55"/>
                </a:cubicBezTo>
                <a:cubicBezTo>
                  <a:pt x="1117" y="56"/>
                  <a:pt x="1118" y="57"/>
                  <a:pt x="1118" y="58"/>
                </a:cubicBezTo>
                <a:cubicBezTo>
                  <a:pt x="1119" y="59"/>
                  <a:pt x="1120" y="59"/>
                  <a:pt x="1122" y="59"/>
                </a:cubicBezTo>
                <a:cubicBezTo>
                  <a:pt x="1124" y="59"/>
                  <a:pt x="1125" y="59"/>
                  <a:pt x="1127" y="58"/>
                </a:cubicBezTo>
                <a:cubicBezTo>
                  <a:pt x="1128" y="57"/>
                  <a:pt x="1129" y="55"/>
                  <a:pt x="1130" y="54"/>
                </a:cubicBezTo>
                <a:cubicBezTo>
                  <a:pt x="1129" y="53"/>
                  <a:pt x="1129" y="53"/>
                  <a:pt x="1129" y="53"/>
                </a:cubicBezTo>
                <a:cubicBezTo>
                  <a:pt x="1128" y="54"/>
                  <a:pt x="1128" y="54"/>
                  <a:pt x="1127" y="54"/>
                </a:cubicBezTo>
                <a:cubicBezTo>
                  <a:pt x="1126" y="55"/>
                  <a:pt x="1126" y="55"/>
                  <a:pt x="1125" y="55"/>
                </a:cubicBezTo>
                <a:cubicBezTo>
                  <a:pt x="1125" y="55"/>
                  <a:pt x="1125" y="55"/>
                  <a:pt x="1125" y="54"/>
                </a:cubicBezTo>
                <a:cubicBezTo>
                  <a:pt x="1124" y="54"/>
                  <a:pt x="1124" y="54"/>
                  <a:pt x="1124" y="53"/>
                </a:cubicBezTo>
                <a:lnTo>
                  <a:pt x="1124" y="52"/>
                </a:lnTo>
                <a:close/>
                <a:moveTo>
                  <a:pt x="1127" y="11"/>
                </a:moveTo>
                <a:cubicBezTo>
                  <a:pt x="1128" y="11"/>
                  <a:pt x="1129" y="11"/>
                  <a:pt x="1130" y="10"/>
                </a:cubicBezTo>
                <a:cubicBezTo>
                  <a:pt x="1131" y="9"/>
                  <a:pt x="1131" y="7"/>
                  <a:pt x="1131" y="6"/>
                </a:cubicBezTo>
                <a:cubicBezTo>
                  <a:pt x="1131" y="5"/>
                  <a:pt x="1131" y="4"/>
                  <a:pt x="1130" y="3"/>
                </a:cubicBezTo>
                <a:cubicBezTo>
                  <a:pt x="1130" y="3"/>
                  <a:pt x="1129" y="2"/>
                  <a:pt x="1128" y="2"/>
                </a:cubicBezTo>
                <a:cubicBezTo>
                  <a:pt x="1126" y="2"/>
                  <a:pt x="1125" y="3"/>
                  <a:pt x="1124" y="4"/>
                </a:cubicBezTo>
                <a:cubicBezTo>
                  <a:pt x="1123" y="5"/>
                  <a:pt x="1123" y="6"/>
                  <a:pt x="1123" y="7"/>
                </a:cubicBezTo>
                <a:cubicBezTo>
                  <a:pt x="1123" y="8"/>
                  <a:pt x="1123" y="9"/>
                  <a:pt x="1124" y="10"/>
                </a:cubicBezTo>
                <a:cubicBezTo>
                  <a:pt x="1125" y="11"/>
                  <a:pt x="1126" y="11"/>
                  <a:pt x="1127" y="11"/>
                </a:cubicBezTo>
                <a:close/>
                <a:moveTo>
                  <a:pt x="1166" y="52"/>
                </a:moveTo>
                <a:cubicBezTo>
                  <a:pt x="1165" y="49"/>
                  <a:pt x="1165" y="49"/>
                  <a:pt x="1165" y="49"/>
                </a:cubicBezTo>
                <a:cubicBezTo>
                  <a:pt x="1163" y="51"/>
                  <a:pt x="1161" y="52"/>
                  <a:pt x="1159" y="53"/>
                </a:cubicBezTo>
                <a:cubicBezTo>
                  <a:pt x="1157" y="54"/>
                  <a:pt x="1155" y="55"/>
                  <a:pt x="1153" y="55"/>
                </a:cubicBezTo>
                <a:cubicBezTo>
                  <a:pt x="1150" y="55"/>
                  <a:pt x="1148" y="54"/>
                  <a:pt x="1147" y="51"/>
                </a:cubicBezTo>
                <a:cubicBezTo>
                  <a:pt x="1145" y="49"/>
                  <a:pt x="1145" y="46"/>
                  <a:pt x="1145" y="43"/>
                </a:cubicBezTo>
                <a:cubicBezTo>
                  <a:pt x="1148" y="43"/>
                  <a:pt x="1151" y="42"/>
                  <a:pt x="1155" y="41"/>
                </a:cubicBezTo>
                <a:cubicBezTo>
                  <a:pt x="1158" y="40"/>
                  <a:pt x="1162" y="38"/>
                  <a:pt x="1164" y="36"/>
                </a:cubicBezTo>
                <a:cubicBezTo>
                  <a:pt x="1167" y="33"/>
                  <a:pt x="1168" y="31"/>
                  <a:pt x="1168" y="27"/>
                </a:cubicBezTo>
                <a:cubicBezTo>
                  <a:pt x="1168" y="25"/>
                  <a:pt x="1167" y="23"/>
                  <a:pt x="1166" y="21"/>
                </a:cubicBezTo>
                <a:cubicBezTo>
                  <a:pt x="1164" y="19"/>
                  <a:pt x="1162" y="19"/>
                  <a:pt x="1158" y="19"/>
                </a:cubicBezTo>
                <a:cubicBezTo>
                  <a:pt x="1154" y="19"/>
                  <a:pt x="1151" y="20"/>
                  <a:pt x="1148" y="22"/>
                </a:cubicBezTo>
                <a:cubicBezTo>
                  <a:pt x="1145" y="24"/>
                  <a:pt x="1142" y="28"/>
                  <a:pt x="1140" y="31"/>
                </a:cubicBezTo>
                <a:cubicBezTo>
                  <a:pt x="1138" y="35"/>
                  <a:pt x="1138" y="40"/>
                  <a:pt x="1138" y="44"/>
                </a:cubicBezTo>
                <a:cubicBezTo>
                  <a:pt x="1138" y="47"/>
                  <a:pt x="1138" y="49"/>
                  <a:pt x="1139" y="52"/>
                </a:cubicBezTo>
                <a:cubicBezTo>
                  <a:pt x="1140" y="54"/>
                  <a:pt x="1142" y="56"/>
                  <a:pt x="1144" y="57"/>
                </a:cubicBezTo>
                <a:cubicBezTo>
                  <a:pt x="1146" y="59"/>
                  <a:pt x="1148" y="59"/>
                  <a:pt x="1151" y="59"/>
                </a:cubicBezTo>
                <a:cubicBezTo>
                  <a:pt x="1155" y="59"/>
                  <a:pt x="1158" y="58"/>
                  <a:pt x="1160" y="57"/>
                </a:cubicBezTo>
                <a:cubicBezTo>
                  <a:pt x="1163" y="55"/>
                  <a:pt x="1165" y="54"/>
                  <a:pt x="1166" y="52"/>
                </a:cubicBezTo>
                <a:close/>
                <a:moveTo>
                  <a:pt x="1157" y="22"/>
                </a:moveTo>
                <a:cubicBezTo>
                  <a:pt x="1158" y="22"/>
                  <a:pt x="1159" y="23"/>
                  <a:pt x="1160" y="24"/>
                </a:cubicBezTo>
                <a:cubicBezTo>
                  <a:pt x="1161" y="25"/>
                  <a:pt x="1161" y="26"/>
                  <a:pt x="1161" y="28"/>
                </a:cubicBezTo>
                <a:cubicBezTo>
                  <a:pt x="1161" y="30"/>
                  <a:pt x="1161" y="32"/>
                  <a:pt x="1159" y="34"/>
                </a:cubicBezTo>
                <a:cubicBezTo>
                  <a:pt x="1157" y="35"/>
                  <a:pt x="1155" y="37"/>
                  <a:pt x="1152" y="38"/>
                </a:cubicBezTo>
                <a:cubicBezTo>
                  <a:pt x="1150" y="39"/>
                  <a:pt x="1147" y="39"/>
                  <a:pt x="1145" y="39"/>
                </a:cubicBezTo>
                <a:cubicBezTo>
                  <a:pt x="1145" y="37"/>
                  <a:pt x="1146" y="34"/>
                  <a:pt x="1147" y="32"/>
                </a:cubicBezTo>
                <a:cubicBezTo>
                  <a:pt x="1148" y="29"/>
                  <a:pt x="1149" y="27"/>
                  <a:pt x="1151" y="25"/>
                </a:cubicBezTo>
                <a:cubicBezTo>
                  <a:pt x="1152" y="23"/>
                  <a:pt x="1154" y="22"/>
                  <a:pt x="1157" y="22"/>
                </a:cubicBezTo>
                <a:close/>
                <a:moveTo>
                  <a:pt x="1187" y="28"/>
                </a:moveTo>
                <a:cubicBezTo>
                  <a:pt x="1188" y="19"/>
                  <a:pt x="1188" y="19"/>
                  <a:pt x="1188" y="19"/>
                </a:cubicBezTo>
                <a:cubicBezTo>
                  <a:pt x="1186" y="19"/>
                  <a:pt x="1186" y="19"/>
                  <a:pt x="1186" y="19"/>
                </a:cubicBezTo>
                <a:cubicBezTo>
                  <a:pt x="1178" y="20"/>
                  <a:pt x="1178" y="20"/>
                  <a:pt x="1178" y="20"/>
                </a:cubicBezTo>
                <a:cubicBezTo>
                  <a:pt x="1177" y="23"/>
                  <a:pt x="1177" y="23"/>
                  <a:pt x="1177" y="23"/>
                </a:cubicBezTo>
                <a:cubicBezTo>
                  <a:pt x="1180" y="25"/>
                  <a:pt x="1180" y="25"/>
                  <a:pt x="1180" y="25"/>
                </a:cubicBezTo>
                <a:cubicBezTo>
                  <a:pt x="1176" y="58"/>
                  <a:pt x="1176" y="58"/>
                  <a:pt x="1176" y="58"/>
                </a:cubicBezTo>
                <a:cubicBezTo>
                  <a:pt x="1183" y="58"/>
                  <a:pt x="1183" y="58"/>
                  <a:pt x="1183" y="58"/>
                </a:cubicBezTo>
                <a:cubicBezTo>
                  <a:pt x="1186" y="33"/>
                  <a:pt x="1186" y="33"/>
                  <a:pt x="1186" y="33"/>
                </a:cubicBezTo>
                <a:cubicBezTo>
                  <a:pt x="1188" y="31"/>
                  <a:pt x="1190" y="28"/>
                  <a:pt x="1192" y="26"/>
                </a:cubicBezTo>
                <a:cubicBezTo>
                  <a:pt x="1194" y="25"/>
                  <a:pt x="1196" y="24"/>
                  <a:pt x="1198" y="24"/>
                </a:cubicBezTo>
                <a:cubicBezTo>
                  <a:pt x="1200" y="24"/>
                  <a:pt x="1201" y="24"/>
                  <a:pt x="1202" y="25"/>
                </a:cubicBezTo>
                <a:cubicBezTo>
                  <a:pt x="1202" y="26"/>
                  <a:pt x="1203" y="27"/>
                  <a:pt x="1203" y="29"/>
                </a:cubicBezTo>
                <a:cubicBezTo>
                  <a:pt x="1203" y="31"/>
                  <a:pt x="1202" y="33"/>
                  <a:pt x="1202" y="35"/>
                </a:cubicBezTo>
                <a:cubicBezTo>
                  <a:pt x="1202" y="37"/>
                  <a:pt x="1201" y="39"/>
                  <a:pt x="1201" y="41"/>
                </a:cubicBezTo>
                <a:cubicBezTo>
                  <a:pt x="1201" y="43"/>
                  <a:pt x="1201" y="43"/>
                  <a:pt x="1201" y="43"/>
                </a:cubicBezTo>
                <a:cubicBezTo>
                  <a:pt x="1200" y="46"/>
                  <a:pt x="1200" y="46"/>
                  <a:pt x="1200" y="46"/>
                </a:cubicBezTo>
                <a:cubicBezTo>
                  <a:pt x="1199" y="51"/>
                  <a:pt x="1199" y="54"/>
                  <a:pt x="1199" y="55"/>
                </a:cubicBezTo>
                <a:cubicBezTo>
                  <a:pt x="1199" y="58"/>
                  <a:pt x="1200" y="59"/>
                  <a:pt x="1203" y="59"/>
                </a:cubicBezTo>
                <a:cubicBezTo>
                  <a:pt x="1205" y="59"/>
                  <a:pt x="1206" y="59"/>
                  <a:pt x="1207" y="58"/>
                </a:cubicBezTo>
                <a:cubicBezTo>
                  <a:pt x="1208" y="58"/>
                  <a:pt x="1209" y="57"/>
                  <a:pt x="1210" y="57"/>
                </a:cubicBezTo>
                <a:cubicBezTo>
                  <a:pt x="1210" y="56"/>
                  <a:pt x="1211" y="55"/>
                  <a:pt x="1211" y="55"/>
                </a:cubicBezTo>
                <a:cubicBezTo>
                  <a:pt x="1210" y="53"/>
                  <a:pt x="1210" y="53"/>
                  <a:pt x="1210" y="53"/>
                </a:cubicBezTo>
                <a:cubicBezTo>
                  <a:pt x="1209" y="54"/>
                  <a:pt x="1208" y="55"/>
                  <a:pt x="1207" y="55"/>
                </a:cubicBezTo>
                <a:cubicBezTo>
                  <a:pt x="1206" y="55"/>
                  <a:pt x="1206" y="54"/>
                  <a:pt x="1206" y="53"/>
                </a:cubicBezTo>
                <a:cubicBezTo>
                  <a:pt x="1206" y="51"/>
                  <a:pt x="1206" y="48"/>
                  <a:pt x="1207" y="45"/>
                </a:cubicBezTo>
                <a:cubicBezTo>
                  <a:pt x="1208" y="41"/>
                  <a:pt x="1208" y="41"/>
                  <a:pt x="1208" y="41"/>
                </a:cubicBezTo>
                <a:cubicBezTo>
                  <a:pt x="1208" y="40"/>
                  <a:pt x="1208" y="40"/>
                  <a:pt x="1208" y="40"/>
                </a:cubicBezTo>
                <a:cubicBezTo>
                  <a:pt x="1209" y="34"/>
                  <a:pt x="1210" y="31"/>
                  <a:pt x="1210" y="29"/>
                </a:cubicBezTo>
                <a:cubicBezTo>
                  <a:pt x="1210" y="25"/>
                  <a:pt x="1209" y="23"/>
                  <a:pt x="1207" y="21"/>
                </a:cubicBezTo>
                <a:cubicBezTo>
                  <a:pt x="1206" y="19"/>
                  <a:pt x="1204" y="19"/>
                  <a:pt x="1201" y="19"/>
                </a:cubicBezTo>
                <a:cubicBezTo>
                  <a:pt x="1199" y="19"/>
                  <a:pt x="1196" y="19"/>
                  <a:pt x="1193" y="21"/>
                </a:cubicBezTo>
                <a:cubicBezTo>
                  <a:pt x="1191" y="23"/>
                  <a:pt x="1189" y="25"/>
                  <a:pt x="1187" y="28"/>
                </a:cubicBezTo>
                <a:close/>
                <a:moveTo>
                  <a:pt x="1243" y="27"/>
                </a:moveTo>
                <a:cubicBezTo>
                  <a:pt x="1245" y="27"/>
                  <a:pt x="1245" y="27"/>
                  <a:pt x="1245" y="27"/>
                </a:cubicBezTo>
                <a:cubicBezTo>
                  <a:pt x="1247" y="20"/>
                  <a:pt x="1247" y="20"/>
                  <a:pt x="1247" y="20"/>
                </a:cubicBezTo>
                <a:cubicBezTo>
                  <a:pt x="1246" y="20"/>
                  <a:pt x="1244" y="19"/>
                  <a:pt x="1243" y="19"/>
                </a:cubicBezTo>
                <a:cubicBezTo>
                  <a:pt x="1241" y="19"/>
                  <a:pt x="1240" y="19"/>
                  <a:pt x="1239" y="19"/>
                </a:cubicBezTo>
                <a:cubicBezTo>
                  <a:pt x="1234" y="19"/>
                  <a:pt x="1231" y="20"/>
                  <a:pt x="1228" y="22"/>
                </a:cubicBezTo>
                <a:cubicBezTo>
                  <a:pt x="1224" y="25"/>
                  <a:pt x="1222" y="28"/>
                  <a:pt x="1220" y="32"/>
                </a:cubicBezTo>
                <a:cubicBezTo>
                  <a:pt x="1219" y="36"/>
                  <a:pt x="1218" y="40"/>
                  <a:pt x="1218" y="43"/>
                </a:cubicBezTo>
                <a:cubicBezTo>
                  <a:pt x="1218" y="48"/>
                  <a:pt x="1219" y="52"/>
                  <a:pt x="1221" y="55"/>
                </a:cubicBezTo>
                <a:cubicBezTo>
                  <a:pt x="1224" y="58"/>
                  <a:pt x="1227" y="59"/>
                  <a:pt x="1231" y="59"/>
                </a:cubicBezTo>
                <a:cubicBezTo>
                  <a:pt x="1234" y="59"/>
                  <a:pt x="1236" y="59"/>
                  <a:pt x="1239" y="57"/>
                </a:cubicBezTo>
                <a:cubicBezTo>
                  <a:pt x="1241" y="56"/>
                  <a:pt x="1243" y="54"/>
                  <a:pt x="1244" y="53"/>
                </a:cubicBezTo>
                <a:cubicBezTo>
                  <a:pt x="1242" y="50"/>
                  <a:pt x="1242" y="50"/>
                  <a:pt x="1242" y="50"/>
                </a:cubicBezTo>
                <a:cubicBezTo>
                  <a:pt x="1241" y="52"/>
                  <a:pt x="1239" y="53"/>
                  <a:pt x="1238" y="54"/>
                </a:cubicBezTo>
                <a:cubicBezTo>
                  <a:pt x="1236" y="54"/>
                  <a:pt x="1235" y="55"/>
                  <a:pt x="1233" y="55"/>
                </a:cubicBezTo>
                <a:cubicBezTo>
                  <a:pt x="1230" y="55"/>
                  <a:pt x="1228" y="54"/>
                  <a:pt x="1227" y="52"/>
                </a:cubicBezTo>
                <a:cubicBezTo>
                  <a:pt x="1226" y="50"/>
                  <a:pt x="1225" y="47"/>
                  <a:pt x="1225" y="43"/>
                </a:cubicBezTo>
                <a:cubicBezTo>
                  <a:pt x="1225" y="39"/>
                  <a:pt x="1226" y="35"/>
                  <a:pt x="1227" y="32"/>
                </a:cubicBezTo>
                <a:cubicBezTo>
                  <a:pt x="1228" y="30"/>
                  <a:pt x="1229" y="27"/>
                  <a:pt x="1231" y="26"/>
                </a:cubicBezTo>
                <a:cubicBezTo>
                  <a:pt x="1233" y="24"/>
                  <a:pt x="1235" y="23"/>
                  <a:pt x="1237" y="23"/>
                </a:cubicBezTo>
                <a:cubicBezTo>
                  <a:pt x="1239" y="23"/>
                  <a:pt x="1241" y="24"/>
                  <a:pt x="1243" y="27"/>
                </a:cubicBezTo>
                <a:close/>
                <a:moveTo>
                  <a:pt x="1279" y="52"/>
                </a:moveTo>
                <a:cubicBezTo>
                  <a:pt x="1277" y="49"/>
                  <a:pt x="1277" y="49"/>
                  <a:pt x="1277" y="49"/>
                </a:cubicBezTo>
                <a:cubicBezTo>
                  <a:pt x="1276" y="51"/>
                  <a:pt x="1274" y="52"/>
                  <a:pt x="1272" y="53"/>
                </a:cubicBezTo>
                <a:cubicBezTo>
                  <a:pt x="1270" y="54"/>
                  <a:pt x="1268" y="55"/>
                  <a:pt x="1266" y="55"/>
                </a:cubicBezTo>
                <a:cubicBezTo>
                  <a:pt x="1263" y="55"/>
                  <a:pt x="1261" y="54"/>
                  <a:pt x="1259" y="51"/>
                </a:cubicBezTo>
                <a:cubicBezTo>
                  <a:pt x="1258" y="49"/>
                  <a:pt x="1257" y="46"/>
                  <a:pt x="1258" y="43"/>
                </a:cubicBezTo>
                <a:cubicBezTo>
                  <a:pt x="1260" y="43"/>
                  <a:pt x="1264" y="42"/>
                  <a:pt x="1267" y="41"/>
                </a:cubicBezTo>
                <a:cubicBezTo>
                  <a:pt x="1271" y="40"/>
                  <a:pt x="1274" y="38"/>
                  <a:pt x="1277" y="36"/>
                </a:cubicBezTo>
                <a:cubicBezTo>
                  <a:pt x="1280" y="33"/>
                  <a:pt x="1281" y="31"/>
                  <a:pt x="1281" y="27"/>
                </a:cubicBezTo>
                <a:cubicBezTo>
                  <a:pt x="1281" y="25"/>
                  <a:pt x="1280" y="23"/>
                  <a:pt x="1278" y="21"/>
                </a:cubicBezTo>
                <a:cubicBezTo>
                  <a:pt x="1277" y="19"/>
                  <a:pt x="1274" y="19"/>
                  <a:pt x="1271" y="19"/>
                </a:cubicBezTo>
                <a:cubicBezTo>
                  <a:pt x="1267" y="19"/>
                  <a:pt x="1264" y="20"/>
                  <a:pt x="1260" y="22"/>
                </a:cubicBezTo>
                <a:cubicBezTo>
                  <a:pt x="1257" y="24"/>
                  <a:pt x="1255" y="28"/>
                  <a:pt x="1253" y="31"/>
                </a:cubicBezTo>
                <a:cubicBezTo>
                  <a:pt x="1251" y="35"/>
                  <a:pt x="1250" y="40"/>
                  <a:pt x="1250" y="44"/>
                </a:cubicBezTo>
                <a:cubicBezTo>
                  <a:pt x="1250" y="47"/>
                  <a:pt x="1251" y="49"/>
                  <a:pt x="1252" y="52"/>
                </a:cubicBezTo>
                <a:cubicBezTo>
                  <a:pt x="1253" y="54"/>
                  <a:pt x="1254" y="56"/>
                  <a:pt x="1256" y="57"/>
                </a:cubicBezTo>
                <a:cubicBezTo>
                  <a:pt x="1258" y="59"/>
                  <a:pt x="1261" y="59"/>
                  <a:pt x="1264" y="59"/>
                </a:cubicBezTo>
                <a:cubicBezTo>
                  <a:pt x="1267" y="59"/>
                  <a:pt x="1270" y="58"/>
                  <a:pt x="1273" y="57"/>
                </a:cubicBezTo>
                <a:cubicBezTo>
                  <a:pt x="1276" y="55"/>
                  <a:pt x="1278" y="54"/>
                  <a:pt x="1279" y="52"/>
                </a:cubicBezTo>
                <a:close/>
                <a:moveTo>
                  <a:pt x="1269" y="22"/>
                </a:moveTo>
                <a:cubicBezTo>
                  <a:pt x="1271" y="22"/>
                  <a:pt x="1272" y="23"/>
                  <a:pt x="1273" y="24"/>
                </a:cubicBezTo>
                <a:cubicBezTo>
                  <a:pt x="1274" y="25"/>
                  <a:pt x="1274" y="26"/>
                  <a:pt x="1274" y="28"/>
                </a:cubicBezTo>
                <a:cubicBezTo>
                  <a:pt x="1274" y="30"/>
                  <a:pt x="1273" y="32"/>
                  <a:pt x="1272" y="34"/>
                </a:cubicBezTo>
                <a:cubicBezTo>
                  <a:pt x="1270" y="35"/>
                  <a:pt x="1268" y="37"/>
                  <a:pt x="1265" y="38"/>
                </a:cubicBezTo>
                <a:cubicBezTo>
                  <a:pt x="1263" y="39"/>
                  <a:pt x="1260" y="39"/>
                  <a:pt x="1258" y="39"/>
                </a:cubicBezTo>
                <a:cubicBezTo>
                  <a:pt x="1258" y="37"/>
                  <a:pt x="1259" y="34"/>
                  <a:pt x="1259" y="32"/>
                </a:cubicBezTo>
                <a:cubicBezTo>
                  <a:pt x="1260" y="29"/>
                  <a:pt x="1262" y="27"/>
                  <a:pt x="1263" y="25"/>
                </a:cubicBezTo>
                <a:cubicBezTo>
                  <a:pt x="1265" y="23"/>
                  <a:pt x="1267" y="22"/>
                  <a:pt x="1269" y="22"/>
                </a:cubicBezTo>
                <a:close/>
                <a:moveTo>
                  <a:pt x="1310" y="25"/>
                </a:moveTo>
                <a:cubicBezTo>
                  <a:pt x="1311" y="20"/>
                  <a:pt x="1311" y="20"/>
                  <a:pt x="1311" y="20"/>
                </a:cubicBezTo>
                <a:cubicBezTo>
                  <a:pt x="1311" y="20"/>
                  <a:pt x="1309" y="19"/>
                  <a:pt x="1308" y="19"/>
                </a:cubicBezTo>
                <a:cubicBezTo>
                  <a:pt x="1306" y="19"/>
                  <a:pt x="1304" y="19"/>
                  <a:pt x="1303" y="19"/>
                </a:cubicBezTo>
                <a:cubicBezTo>
                  <a:pt x="1300" y="19"/>
                  <a:pt x="1298" y="19"/>
                  <a:pt x="1296" y="20"/>
                </a:cubicBezTo>
                <a:cubicBezTo>
                  <a:pt x="1293" y="21"/>
                  <a:pt x="1292" y="22"/>
                  <a:pt x="1291" y="24"/>
                </a:cubicBezTo>
                <a:cubicBezTo>
                  <a:pt x="1289" y="26"/>
                  <a:pt x="1289" y="27"/>
                  <a:pt x="1289" y="30"/>
                </a:cubicBezTo>
                <a:cubicBezTo>
                  <a:pt x="1289" y="34"/>
                  <a:pt x="1291" y="38"/>
                  <a:pt x="1296" y="41"/>
                </a:cubicBezTo>
                <a:cubicBezTo>
                  <a:pt x="1298" y="43"/>
                  <a:pt x="1300" y="44"/>
                  <a:pt x="1301" y="45"/>
                </a:cubicBezTo>
                <a:cubicBezTo>
                  <a:pt x="1302" y="46"/>
                  <a:pt x="1303" y="48"/>
                  <a:pt x="1303" y="50"/>
                </a:cubicBezTo>
                <a:cubicBezTo>
                  <a:pt x="1303" y="51"/>
                  <a:pt x="1302" y="53"/>
                  <a:pt x="1301" y="54"/>
                </a:cubicBezTo>
                <a:cubicBezTo>
                  <a:pt x="1299" y="55"/>
                  <a:pt x="1297" y="55"/>
                  <a:pt x="1295" y="55"/>
                </a:cubicBezTo>
                <a:cubicBezTo>
                  <a:pt x="1293" y="55"/>
                  <a:pt x="1292" y="55"/>
                  <a:pt x="1290" y="54"/>
                </a:cubicBezTo>
                <a:cubicBezTo>
                  <a:pt x="1288" y="53"/>
                  <a:pt x="1287" y="53"/>
                  <a:pt x="1286" y="52"/>
                </a:cubicBezTo>
                <a:cubicBezTo>
                  <a:pt x="1285" y="57"/>
                  <a:pt x="1285" y="57"/>
                  <a:pt x="1285" y="57"/>
                </a:cubicBezTo>
                <a:cubicBezTo>
                  <a:pt x="1285" y="58"/>
                  <a:pt x="1287" y="58"/>
                  <a:pt x="1289" y="58"/>
                </a:cubicBezTo>
                <a:cubicBezTo>
                  <a:pt x="1291" y="59"/>
                  <a:pt x="1293" y="59"/>
                  <a:pt x="1295" y="59"/>
                </a:cubicBezTo>
                <a:cubicBezTo>
                  <a:pt x="1299" y="59"/>
                  <a:pt x="1303" y="58"/>
                  <a:pt x="1305" y="56"/>
                </a:cubicBezTo>
                <a:cubicBezTo>
                  <a:pt x="1308" y="54"/>
                  <a:pt x="1309" y="52"/>
                  <a:pt x="1309" y="48"/>
                </a:cubicBezTo>
                <a:cubicBezTo>
                  <a:pt x="1309" y="46"/>
                  <a:pt x="1309" y="45"/>
                  <a:pt x="1308" y="43"/>
                </a:cubicBezTo>
                <a:cubicBezTo>
                  <a:pt x="1307" y="42"/>
                  <a:pt x="1306" y="41"/>
                  <a:pt x="1305" y="40"/>
                </a:cubicBezTo>
                <a:cubicBezTo>
                  <a:pt x="1304" y="39"/>
                  <a:pt x="1303" y="38"/>
                  <a:pt x="1301" y="36"/>
                </a:cubicBezTo>
                <a:cubicBezTo>
                  <a:pt x="1299" y="35"/>
                  <a:pt x="1298" y="34"/>
                  <a:pt x="1297" y="32"/>
                </a:cubicBezTo>
                <a:cubicBezTo>
                  <a:pt x="1296" y="31"/>
                  <a:pt x="1295" y="30"/>
                  <a:pt x="1295" y="28"/>
                </a:cubicBezTo>
                <a:cubicBezTo>
                  <a:pt x="1295" y="26"/>
                  <a:pt x="1296" y="25"/>
                  <a:pt x="1297" y="24"/>
                </a:cubicBezTo>
                <a:cubicBezTo>
                  <a:pt x="1299" y="23"/>
                  <a:pt x="1300" y="23"/>
                  <a:pt x="1303" y="23"/>
                </a:cubicBezTo>
                <a:cubicBezTo>
                  <a:pt x="1304" y="23"/>
                  <a:pt x="1306" y="23"/>
                  <a:pt x="1307" y="24"/>
                </a:cubicBezTo>
                <a:cubicBezTo>
                  <a:pt x="1309" y="24"/>
                  <a:pt x="1310" y="25"/>
                  <a:pt x="1310" y="25"/>
                </a:cubicBezTo>
                <a:close/>
                <a:moveTo>
                  <a:pt x="1047" y="110"/>
                </a:moveTo>
                <a:cubicBezTo>
                  <a:pt x="1052" y="111"/>
                  <a:pt x="1052" y="111"/>
                  <a:pt x="1052" y="111"/>
                </a:cubicBezTo>
                <a:cubicBezTo>
                  <a:pt x="1046" y="156"/>
                  <a:pt x="1046" y="156"/>
                  <a:pt x="1046" y="156"/>
                </a:cubicBezTo>
                <a:cubicBezTo>
                  <a:pt x="1041" y="157"/>
                  <a:pt x="1041" y="157"/>
                  <a:pt x="1041" y="157"/>
                </a:cubicBezTo>
                <a:cubicBezTo>
                  <a:pt x="1041" y="159"/>
                  <a:pt x="1041" y="159"/>
                  <a:pt x="1041" y="159"/>
                </a:cubicBezTo>
                <a:cubicBezTo>
                  <a:pt x="1078" y="159"/>
                  <a:pt x="1078" y="159"/>
                  <a:pt x="1078" y="159"/>
                </a:cubicBezTo>
                <a:cubicBezTo>
                  <a:pt x="1081" y="147"/>
                  <a:pt x="1081" y="147"/>
                  <a:pt x="1081" y="147"/>
                </a:cubicBezTo>
                <a:cubicBezTo>
                  <a:pt x="1077" y="146"/>
                  <a:pt x="1077" y="146"/>
                  <a:pt x="1077" y="146"/>
                </a:cubicBezTo>
                <a:cubicBezTo>
                  <a:pt x="1073" y="155"/>
                  <a:pt x="1073" y="155"/>
                  <a:pt x="1073" y="155"/>
                </a:cubicBezTo>
                <a:cubicBezTo>
                  <a:pt x="1053" y="156"/>
                  <a:pt x="1053" y="156"/>
                  <a:pt x="1053" y="156"/>
                </a:cubicBezTo>
                <a:cubicBezTo>
                  <a:pt x="1056" y="134"/>
                  <a:pt x="1056" y="134"/>
                  <a:pt x="1056" y="134"/>
                </a:cubicBezTo>
                <a:cubicBezTo>
                  <a:pt x="1072" y="135"/>
                  <a:pt x="1072" y="135"/>
                  <a:pt x="1072" y="135"/>
                </a:cubicBezTo>
                <a:cubicBezTo>
                  <a:pt x="1073" y="130"/>
                  <a:pt x="1073" y="130"/>
                  <a:pt x="1073" y="130"/>
                </a:cubicBezTo>
                <a:cubicBezTo>
                  <a:pt x="1057" y="130"/>
                  <a:pt x="1057" y="130"/>
                  <a:pt x="1057" y="130"/>
                </a:cubicBezTo>
                <a:cubicBezTo>
                  <a:pt x="1059" y="110"/>
                  <a:pt x="1059" y="110"/>
                  <a:pt x="1059" y="110"/>
                </a:cubicBezTo>
                <a:cubicBezTo>
                  <a:pt x="1075" y="111"/>
                  <a:pt x="1075" y="111"/>
                  <a:pt x="1075" y="111"/>
                </a:cubicBezTo>
                <a:cubicBezTo>
                  <a:pt x="1076" y="118"/>
                  <a:pt x="1076" y="118"/>
                  <a:pt x="1076" y="118"/>
                </a:cubicBezTo>
                <a:cubicBezTo>
                  <a:pt x="1080" y="118"/>
                  <a:pt x="1080" y="118"/>
                  <a:pt x="1080" y="118"/>
                </a:cubicBezTo>
                <a:cubicBezTo>
                  <a:pt x="1081" y="107"/>
                  <a:pt x="1081" y="107"/>
                  <a:pt x="1081" y="107"/>
                </a:cubicBezTo>
                <a:cubicBezTo>
                  <a:pt x="1048" y="107"/>
                  <a:pt x="1048" y="107"/>
                  <a:pt x="1048" y="107"/>
                </a:cubicBezTo>
                <a:lnTo>
                  <a:pt x="1047" y="110"/>
                </a:lnTo>
                <a:close/>
                <a:moveTo>
                  <a:pt x="1100" y="129"/>
                </a:moveTo>
                <a:cubicBezTo>
                  <a:pt x="1100" y="120"/>
                  <a:pt x="1100" y="120"/>
                  <a:pt x="1100" y="120"/>
                </a:cubicBezTo>
                <a:cubicBezTo>
                  <a:pt x="1099" y="119"/>
                  <a:pt x="1099" y="119"/>
                  <a:pt x="1099" y="119"/>
                </a:cubicBezTo>
                <a:cubicBezTo>
                  <a:pt x="1090" y="121"/>
                  <a:pt x="1090" y="121"/>
                  <a:pt x="1090" y="121"/>
                </a:cubicBezTo>
                <a:cubicBezTo>
                  <a:pt x="1090" y="124"/>
                  <a:pt x="1090" y="124"/>
                  <a:pt x="1090" y="124"/>
                </a:cubicBezTo>
                <a:cubicBezTo>
                  <a:pt x="1093" y="125"/>
                  <a:pt x="1093" y="125"/>
                  <a:pt x="1093" y="125"/>
                </a:cubicBezTo>
                <a:cubicBezTo>
                  <a:pt x="1089" y="159"/>
                  <a:pt x="1089" y="159"/>
                  <a:pt x="1089" y="159"/>
                </a:cubicBezTo>
                <a:cubicBezTo>
                  <a:pt x="1095" y="159"/>
                  <a:pt x="1095" y="159"/>
                  <a:pt x="1095" y="159"/>
                </a:cubicBezTo>
                <a:cubicBezTo>
                  <a:pt x="1099" y="134"/>
                  <a:pt x="1099" y="134"/>
                  <a:pt x="1099" y="134"/>
                </a:cubicBezTo>
                <a:cubicBezTo>
                  <a:pt x="1101" y="131"/>
                  <a:pt x="1103" y="129"/>
                  <a:pt x="1105" y="127"/>
                </a:cubicBezTo>
                <a:cubicBezTo>
                  <a:pt x="1107" y="125"/>
                  <a:pt x="1109" y="124"/>
                  <a:pt x="1111" y="124"/>
                </a:cubicBezTo>
                <a:cubicBezTo>
                  <a:pt x="1113" y="124"/>
                  <a:pt x="1114" y="125"/>
                  <a:pt x="1114" y="126"/>
                </a:cubicBezTo>
                <a:cubicBezTo>
                  <a:pt x="1115" y="127"/>
                  <a:pt x="1115" y="128"/>
                  <a:pt x="1115" y="130"/>
                </a:cubicBezTo>
                <a:cubicBezTo>
                  <a:pt x="1115" y="132"/>
                  <a:pt x="1115" y="134"/>
                  <a:pt x="1115" y="135"/>
                </a:cubicBezTo>
                <a:cubicBezTo>
                  <a:pt x="1115" y="137"/>
                  <a:pt x="1114" y="140"/>
                  <a:pt x="1114" y="142"/>
                </a:cubicBezTo>
                <a:cubicBezTo>
                  <a:pt x="1114" y="144"/>
                  <a:pt x="1114" y="144"/>
                  <a:pt x="1114" y="144"/>
                </a:cubicBezTo>
                <a:cubicBezTo>
                  <a:pt x="1113" y="147"/>
                  <a:pt x="1113" y="147"/>
                  <a:pt x="1113" y="147"/>
                </a:cubicBezTo>
                <a:cubicBezTo>
                  <a:pt x="1112" y="151"/>
                  <a:pt x="1112" y="154"/>
                  <a:pt x="1112" y="156"/>
                </a:cubicBezTo>
                <a:cubicBezTo>
                  <a:pt x="1112" y="159"/>
                  <a:pt x="1113" y="160"/>
                  <a:pt x="1116" y="160"/>
                </a:cubicBezTo>
                <a:cubicBezTo>
                  <a:pt x="1117" y="160"/>
                  <a:pt x="1119" y="160"/>
                  <a:pt x="1120" y="159"/>
                </a:cubicBezTo>
                <a:cubicBezTo>
                  <a:pt x="1121" y="159"/>
                  <a:pt x="1122" y="158"/>
                  <a:pt x="1123" y="157"/>
                </a:cubicBezTo>
                <a:cubicBezTo>
                  <a:pt x="1123" y="157"/>
                  <a:pt x="1124" y="156"/>
                  <a:pt x="1124" y="156"/>
                </a:cubicBezTo>
                <a:cubicBezTo>
                  <a:pt x="1123" y="154"/>
                  <a:pt x="1123" y="154"/>
                  <a:pt x="1123" y="154"/>
                </a:cubicBezTo>
                <a:cubicBezTo>
                  <a:pt x="1122" y="155"/>
                  <a:pt x="1121" y="156"/>
                  <a:pt x="1120" y="156"/>
                </a:cubicBezTo>
                <a:cubicBezTo>
                  <a:pt x="1119" y="156"/>
                  <a:pt x="1119" y="155"/>
                  <a:pt x="1119" y="154"/>
                </a:cubicBezTo>
                <a:cubicBezTo>
                  <a:pt x="1119" y="152"/>
                  <a:pt x="1119" y="149"/>
                  <a:pt x="1120" y="145"/>
                </a:cubicBezTo>
                <a:cubicBezTo>
                  <a:pt x="1121" y="142"/>
                  <a:pt x="1121" y="142"/>
                  <a:pt x="1121" y="142"/>
                </a:cubicBezTo>
                <a:cubicBezTo>
                  <a:pt x="1121" y="140"/>
                  <a:pt x="1121" y="140"/>
                  <a:pt x="1121" y="140"/>
                </a:cubicBezTo>
                <a:cubicBezTo>
                  <a:pt x="1122" y="135"/>
                  <a:pt x="1122" y="132"/>
                  <a:pt x="1122" y="130"/>
                </a:cubicBezTo>
                <a:cubicBezTo>
                  <a:pt x="1122" y="126"/>
                  <a:pt x="1122" y="123"/>
                  <a:pt x="1120" y="122"/>
                </a:cubicBezTo>
                <a:cubicBezTo>
                  <a:pt x="1119" y="120"/>
                  <a:pt x="1117" y="119"/>
                  <a:pt x="1114" y="119"/>
                </a:cubicBezTo>
                <a:cubicBezTo>
                  <a:pt x="1112" y="119"/>
                  <a:pt x="1109" y="120"/>
                  <a:pt x="1106" y="122"/>
                </a:cubicBezTo>
                <a:cubicBezTo>
                  <a:pt x="1104" y="124"/>
                  <a:pt x="1102" y="126"/>
                  <a:pt x="1100" y="129"/>
                </a:cubicBezTo>
                <a:close/>
                <a:moveTo>
                  <a:pt x="1159" y="162"/>
                </a:moveTo>
                <a:cubicBezTo>
                  <a:pt x="1165" y="119"/>
                  <a:pt x="1165" y="119"/>
                  <a:pt x="1165" y="119"/>
                </a:cubicBezTo>
                <a:cubicBezTo>
                  <a:pt x="1160" y="121"/>
                  <a:pt x="1160" y="121"/>
                  <a:pt x="1160" y="121"/>
                </a:cubicBezTo>
                <a:cubicBezTo>
                  <a:pt x="1159" y="121"/>
                  <a:pt x="1158" y="120"/>
                  <a:pt x="1157" y="120"/>
                </a:cubicBezTo>
                <a:cubicBezTo>
                  <a:pt x="1155" y="120"/>
                  <a:pt x="1154" y="119"/>
                  <a:pt x="1153" y="119"/>
                </a:cubicBezTo>
                <a:cubicBezTo>
                  <a:pt x="1148" y="119"/>
                  <a:pt x="1144" y="121"/>
                  <a:pt x="1141" y="123"/>
                </a:cubicBezTo>
                <a:cubicBezTo>
                  <a:pt x="1137" y="126"/>
                  <a:pt x="1135" y="129"/>
                  <a:pt x="1133" y="133"/>
                </a:cubicBezTo>
                <a:cubicBezTo>
                  <a:pt x="1131" y="137"/>
                  <a:pt x="1130" y="141"/>
                  <a:pt x="1130" y="145"/>
                </a:cubicBezTo>
                <a:cubicBezTo>
                  <a:pt x="1130" y="150"/>
                  <a:pt x="1131" y="153"/>
                  <a:pt x="1133" y="156"/>
                </a:cubicBezTo>
                <a:cubicBezTo>
                  <a:pt x="1135" y="159"/>
                  <a:pt x="1138" y="160"/>
                  <a:pt x="1142" y="160"/>
                </a:cubicBezTo>
                <a:cubicBezTo>
                  <a:pt x="1144" y="160"/>
                  <a:pt x="1146" y="159"/>
                  <a:pt x="1148" y="158"/>
                </a:cubicBezTo>
                <a:cubicBezTo>
                  <a:pt x="1150" y="157"/>
                  <a:pt x="1152" y="156"/>
                  <a:pt x="1153" y="155"/>
                </a:cubicBezTo>
                <a:cubicBezTo>
                  <a:pt x="1151" y="164"/>
                  <a:pt x="1151" y="164"/>
                  <a:pt x="1151" y="164"/>
                </a:cubicBezTo>
                <a:cubicBezTo>
                  <a:pt x="1151" y="167"/>
                  <a:pt x="1150" y="169"/>
                  <a:pt x="1149" y="170"/>
                </a:cubicBezTo>
                <a:cubicBezTo>
                  <a:pt x="1147" y="172"/>
                  <a:pt x="1145" y="172"/>
                  <a:pt x="1142" y="172"/>
                </a:cubicBezTo>
                <a:cubicBezTo>
                  <a:pt x="1140" y="172"/>
                  <a:pt x="1139" y="172"/>
                  <a:pt x="1137" y="171"/>
                </a:cubicBezTo>
                <a:cubicBezTo>
                  <a:pt x="1136" y="171"/>
                  <a:pt x="1134" y="170"/>
                  <a:pt x="1133" y="170"/>
                </a:cubicBezTo>
                <a:cubicBezTo>
                  <a:pt x="1132" y="175"/>
                  <a:pt x="1132" y="175"/>
                  <a:pt x="1132" y="175"/>
                </a:cubicBezTo>
                <a:cubicBezTo>
                  <a:pt x="1132" y="176"/>
                  <a:pt x="1134" y="176"/>
                  <a:pt x="1135" y="176"/>
                </a:cubicBezTo>
                <a:cubicBezTo>
                  <a:pt x="1137" y="177"/>
                  <a:pt x="1138" y="177"/>
                  <a:pt x="1140" y="177"/>
                </a:cubicBezTo>
                <a:cubicBezTo>
                  <a:pt x="1142" y="177"/>
                  <a:pt x="1145" y="176"/>
                  <a:pt x="1148" y="175"/>
                </a:cubicBezTo>
                <a:cubicBezTo>
                  <a:pt x="1150" y="174"/>
                  <a:pt x="1153" y="173"/>
                  <a:pt x="1155" y="170"/>
                </a:cubicBezTo>
                <a:cubicBezTo>
                  <a:pt x="1157" y="168"/>
                  <a:pt x="1158" y="165"/>
                  <a:pt x="1159" y="162"/>
                </a:cubicBezTo>
                <a:close/>
                <a:moveTo>
                  <a:pt x="1157" y="125"/>
                </a:moveTo>
                <a:cubicBezTo>
                  <a:pt x="1154" y="150"/>
                  <a:pt x="1154" y="150"/>
                  <a:pt x="1154" y="150"/>
                </a:cubicBezTo>
                <a:cubicBezTo>
                  <a:pt x="1152" y="151"/>
                  <a:pt x="1151" y="153"/>
                  <a:pt x="1149" y="154"/>
                </a:cubicBezTo>
                <a:cubicBezTo>
                  <a:pt x="1148" y="155"/>
                  <a:pt x="1146" y="155"/>
                  <a:pt x="1144" y="155"/>
                </a:cubicBezTo>
                <a:cubicBezTo>
                  <a:pt x="1142" y="155"/>
                  <a:pt x="1140" y="155"/>
                  <a:pt x="1139" y="153"/>
                </a:cubicBezTo>
                <a:cubicBezTo>
                  <a:pt x="1138" y="151"/>
                  <a:pt x="1138" y="148"/>
                  <a:pt x="1138" y="145"/>
                </a:cubicBezTo>
                <a:cubicBezTo>
                  <a:pt x="1138" y="142"/>
                  <a:pt x="1138" y="138"/>
                  <a:pt x="1139" y="135"/>
                </a:cubicBezTo>
                <a:cubicBezTo>
                  <a:pt x="1140" y="132"/>
                  <a:pt x="1142" y="129"/>
                  <a:pt x="1144" y="127"/>
                </a:cubicBezTo>
                <a:cubicBezTo>
                  <a:pt x="1146" y="124"/>
                  <a:pt x="1149" y="123"/>
                  <a:pt x="1152" y="123"/>
                </a:cubicBezTo>
                <a:cubicBezTo>
                  <a:pt x="1154" y="123"/>
                  <a:pt x="1156" y="124"/>
                  <a:pt x="1157" y="125"/>
                </a:cubicBezTo>
                <a:close/>
                <a:moveTo>
                  <a:pt x="1181" y="153"/>
                </a:moveTo>
                <a:cubicBezTo>
                  <a:pt x="1185" y="120"/>
                  <a:pt x="1185" y="120"/>
                  <a:pt x="1185" y="120"/>
                </a:cubicBezTo>
                <a:cubicBezTo>
                  <a:pt x="1184" y="119"/>
                  <a:pt x="1184" y="119"/>
                  <a:pt x="1184" y="119"/>
                </a:cubicBezTo>
                <a:cubicBezTo>
                  <a:pt x="1174" y="121"/>
                  <a:pt x="1174" y="121"/>
                  <a:pt x="1174" y="121"/>
                </a:cubicBezTo>
                <a:cubicBezTo>
                  <a:pt x="1173" y="123"/>
                  <a:pt x="1173" y="123"/>
                  <a:pt x="1173" y="123"/>
                </a:cubicBezTo>
                <a:cubicBezTo>
                  <a:pt x="1178" y="125"/>
                  <a:pt x="1178" y="125"/>
                  <a:pt x="1178" y="125"/>
                </a:cubicBezTo>
                <a:cubicBezTo>
                  <a:pt x="1177" y="132"/>
                  <a:pt x="1176" y="138"/>
                  <a:pt x="1175" y="142"/>
                </a:cubicBezTo>
                <a:cubicBezTo>
                  <a:pt x="1174" y="150"/>
                  <a:pt x="1174" y="154"/>
                  <a:pt x="1173" y="156"/>
                </a:cubicBezTo>
                <a:cubicBezTo>
                  <a:pt x="1173" y="157"/>
                  <a:pt x="1174" y="158"/>
                  <a:pt x="1174" y="159"/>
                </a:cubicBezTo>
                <a:cubicBezTo>
                  <a:pt x="1175" y="160"/>
                  <a:pt x="1176" y="160"/>
                  <a:pt x="1178" y="160"/>
                </a:cubicBezTo>
                <a:cubicBezTo>
                  <a:pt x="1180" y="160"/>
                  <a:pt x="1182" y="159"/>
                  <a:pt x="1183" y="158"/>
                </a:cubicBezTo>
                <a:cubicBezTo>
                  <a:pt x="1184" y="157"/>
                  <a:pt x="1185" y="156"/>
                  <a:pt x="1186" y="155"/>
                </a:cubicBezTo>
                <a:cubicBezTo>
                  <a:pt x="1185" y="154"/>
                  <a:pt x="1185" y="154"/>
                  <a:pt x="1185" y="154"/>
                </a:cubicBezTo>
                <a:cubicBezTo>
                  <a:pt x="1184" y="154"/>
                  <a:pt x="1184" y="155"/>
                  <a:pt x="1183" y="155"/>
                </a:cubicBezTo>
                <a:cubicBezTo>
                  <a:pt x="1183" y="156"/>
                  <a:pt x="1182" y="156"/>
                  <a:pt x="1182" y="156"/>
                </a:cubicBezTo>
                <a:cubicBezTo>
                  <a:pt x="1181" y="156"/>
                  <a:pt x="1181" y="156"/>
                  <a:pt x="1181" y="155"/>
                </a:cubicBezTo>
                <a:cubicBezTo>
                  <a:pt x="1181" y="155"/>
                  <a:pt x="1180" y="155"/>
                  <a:pt x="1180" y="154"/>
                </a:cubicBezTo>
                <a:lnTo>
                  <a:pt x="1181" y="153"/>
                </a:lnTo>
                <a:close/>
                <a:moveTo>
                  <a:pt x="1183" y="112"/>
                </a:moveTo>
                <a:cubicBezTo>
                  <a:pt x="1184" y="112"/>
                  <a:pt x="1185" y="111"/>
                  <a:pt x="1186" y="110"/>
                </a:cubicBezTo>
                <a:cubicBezTo>
                  <a:pt x="1187" y="109"/>
                  <a:pt x="1188" y="108"/>
                  <a:pt x="1188" y="107"/>
                </a:cubicBezTo>
                <a:cubicBezTo>
                  <a:pt x="1188" y="106"/>
                  <a:pt x="1187" y="105"/>
                  <a:pt x="1187" y="104"/>
                </a:cubicBezTo>
                <a:cubicBezTo>
                  <a:pt x="1186" y="103"/>
                  <a:pt x="1185" y="103"/>
                  <a:pt x="1184" y="103"/>
                </a:cubicBezTo>
                <a:cubicBezTo>
                  <a:pt x="1182" y="103"/>
                  <a:pt x="1181" y="103"/>
                  <a:pt x="1180" y="104"/>
                </a:cubicBezTo>
                <a:cubicBezTo>
                  <a:pt x="1180" y="105"/>
                  <a:pt x="1179" y="107"/>
                  <a:pt x="1179" y="108"/>
                </a:cubicBezTo>
                <a:cubicBezTo>
                  <a:pt x="1179" y="109"/>
                  <a:pt x="1179" y="110"/>
                  <a:pt x="1180" y="111"/>
                </a:cubicBezTo>
                <a:cubicBezTo>
                  <a:pt x="1181" y="111"/>
                  <a:pt x="1182" y="112"/>
                  <a:pt x="1183" y="112"/>
                </a:cubicBezTo>
                <a:close/>
                <a:moveTo>
                  <a:pt x="1207" y="129"/>
                </a:moveTo>
                <a:cubicBezTo>
                  <a:pt x="1208" y="120"/>
                  <a:pt x="1208" y="120"/>
                  <a:pt x="1208" y="120"/>
                </a:cubicBezTo>
                <a:cubicBezTo>
                  <a:pt x="1207" y="119"/>
                  <a:pt x="1207" y="119"/>
                  <a:pt x="1207" y="119"/>
                </a:cubicBezTo>
                <a:cubicBezTo>
                  <a:pt x="1198" y="121"/>
                  <a:pt x="1198" y="121"/>
                  <a:pt x="1198" y="121"/>
                </a:cubicBezTo>
                <a:cubicBezTo>
                  <a:pt x="1198" y="124"/>
                  <a:pt x="1198" y="124"/>
                  <a:pt x="1198" y="124"/>
                </a:cubicBezTo>
                <a:cubicBezTo>
                  <a:pt x="1201" y="125"/>
                  <a:pt x="1201" y="125"/>
                  <a:pt x="1201" y="125"/>
                </a:cubicBezTo>
                <a:cubicBezTo>
                  <a:pt x="1196" y="159"/>
                  <a:pt x="1196" y="159"/>
                  <a:pt x="1196" y="159"/>
                </a:cubicBezTo>
                <a:cubicBezTo>
                  <a:pt x="1203" y="159"/>
                  <a:pt x="1203" y="159"/>
                  <a:pt x="1203" y="159"/>
                </a:cubicBezTo>
                <a:cubicBezTo>
                  <a:pt x="1207" y="134"/>
                  <a:pt x="1207" y="134"/>
                  <a:pt x="1207" y="134"/>
                </a:cubicBezTo>
                <a:cubicBezTo>
                  <a:pt x="1208" y="131"/>
                  <a:pt x="1210" y="129"/>
                  <a:pt x="1213" y="127"/>
                </a:cubicBezTo>
                <a:cubicBezTo>
                  <a:pt x="1215" y="125"/>
                  <a:pt x="1217" y="124"/>
                  <a:pt x="1219" y="124"/>
                </a:cubicBezTo>
                <a:cubicBezTo>
                  <a:pt x="1220" y="124"/>
                  <a:pt x="1221" y="125"/>
                  <a:pt x="1222" y="126"/>
                </a:cubicBezTo>
                <a:cubicBezTo>
                  <a:pt x="1223" y="127"/>
                  <a:pt x="1223" y="128"/>
                  <a:pt x="1223" y="130"/>
                </a:cubicBezTo>
                <a:cubicBezTo>
                  <a:pt x="1223" y="132"/>
                  <a:pt x="1223" y="134"/>
                  <a:pt x="1223" y="135"/>
                </a:cubicBezTo>
                <a:cubicBezTo>
                  <a:pt x="1222" y="137"/>
                  <a:pt x="1222" y="140"/>
                  <a:pt x="1222" y="142"/>
                </a:cubicBezTo>
                <a:cubicBezTo>
                  <a:pt x="1221" y="144"/>
                  <a:pt x="1221" y="144"/>
                  <a:pt x="1221" y="144"/>
                </a:cubicBezTo>
                <a:cubicBezTo>
                  <a:pt x="1221" y="147"/>
                  <a:pt x="1221" y="147"/>
                  <a:pt x="1221" y="147"/>
                </a:cubicBezTo>
                <a:cubicBezTo>
                  <a:pt x="1220" y="151"/>
                  <a:pt x="1219" y="154"/>
                  <a:pt x="1219" y="156"/>
                </a:cubicBezTo>
                <a:cubicBezTo>
                  <a:pt x="1219" y="159"/>
                  <a:pt x="1221" y="160"/>
                  <a:pt x="1224" y="160"/>
                </a:cubicBezTo>
                <a:cubicBezTo>
                  <a:pt x="1225" y="160"/>
                  <a:pt x="1226" y="160"/>
                  <a:pt x="1227" y="159"/>
                </a:cubicBezTo>
                <a:cubicBezTo>
                  <a:pt x="1228" y="159"/>
                  <a:pt x="1229" y="158"/>
                  <a:pt x="1230" y="157"/>
                </a:cubicBezTo>
                <a:cubicBezTo>
                  <a:pt x="1231" y="157"/>
                  <a:pt x="1231" y="156"/>
                  <a:pt x="1232" y="156"/>
                </a:cubicBezTo>
                <a:cubicBezTo>
                  <a:pt x="1231" y="154"/>
                  <a:pt x="1231" y="154"/>
                  <a:pt x="1231" y="154"/>
                </a:cubicBezTo>
                <a:cubicBezTo>
                  <a:pt x="1229" y="155"/>
                  <a:pt x="1228" y="156"/>
                  <a:pt x="1227" y="156"/>
                </a:cubicBezTo>
                <a:cubicBezTo>
                  <a:pt x="1227" y="156"/>
                  <a:pt x="1227" y="155"/>
                  <a:pt x="1227" y="154"/>
                </a:cubicBezTo>
                <a:cubicBezTo>
                  <a:pt x="1227" y="152"/>
                  <a:pt x="1227" y="149"/>
                  <a:pt x="1228" y="145"/>
                </a:cubicBezTo>
                <a:cubicBezTo>
                  <a:pt x="1228" y="142"/>
                  <a:pt x="1228" y="142"/>
                  <a:pt x="1228" y="142"/>
                </a:cubicBezTo>
                <a:cubicBezTo>
                  <a:pt x="1229" y="140"/>
                  <a:pt x="1229" y="140"/>
                  <a:pt x="1229" y="140"/>
                </a:cubicBezTo>
                <a:cubicBezTo>
                  <a:pt x="1230" y="135"/>
                  <a:pt x="1230" y="132"/>
                  <a:pt x="1230" y="130"/>
                </a:cubicBezTo>
                <a:cubicBezTo>
                  <a:pt x="1230" y="126"/>
                  <a:pt x="1229" y="123"/>
                  <a:pt x="1228" y="122"/>
                </a:cubicBezTo>
                <a:cubicBezTo>
                  <a:pt x="1227" y="120"/>
                  <a:pt x="1225" y="119"/>
                  <a:pt x="1222" y="119"/>
                </a:cubicBezTo>
                <a:cubicBezTo>
                  <a:pt x="1219" y="119"/>
                  <a:pt x="1217" y="120"/>
                  <a:pt x="1214" y="122"/>
                </a:cubicBezTo>
                <a:cubicBezTo>
                  <a:pt x="1211" y="124"/>
                  <a:pt x="1209" y="126"/>
                  <a:pt x="1207" y="129"/>
                </a:cubicBezTo>
                <a:close/>
                <a:moveTo>
                  <a:pt x="1267" y="153"/>
                </a:moveTo>
                <a:cubicBezTo>
                  <a:pt x="1266" y="150"/>
                  <a:pt x="1266" y="150"/>
                  <a:pt x="1266" y="150"/>
                </a:cubicBezTo>
                <a:cubicBezTo>
                  <a:pt x="1264" y="152"/>
                  <a:pt x="1262" y="153"/>
                  <a:pt x="1260" y="154"/>
                </a:cubicBezTo>
                <a:cubicBezTo>
                  <a:pt x="1258" y="155"/>
                  <a:pt x="1256" y="156"/>
                  <a:pt x="1254" y="156"/>
                </a:cubicBezTo>
                <a:cubicBezTo>
                  <a:pt x="1251" y="156"/>
                  <a:pt x="1249" y="154"/>
                  <a:pt x="1248" y="152"/>
                </a:cubicBezTo>
                <a:cubicBezTo>
                  <a:pt x="1246" y="150"/>
                  <a:pt x="1246" y="147"/>
                  <a:pt x="1246" y="143"/>
                </a:cubicBezTo>
                <a:cubicBezTo>
                  <a:pt x="1249" y="143"/>
                  <a:pt x="1252" y="143"/>
                  <a:pt x="1256" y="142"/>
                </a:cubicBezTo>
                <a:cubicBezTo>
                  <a:pt x="1259" y="140"/>
                  <a:pt x="1263" y="139"/>
                  <a:pt x="1265" y="136"/>
                </a:cubicBezTo>
                <a:cubicBezTo>
                  <a:pt x="1268" y="134"/>
                  <a:pt x="1269" y="131"/>
                  <a:pt x="1269" y="128"/>
                </a:cubicBezTo>
                <a:cubicBezTo>
                  <a:pt x="1269" y="125"/>
                  <a:pt x="1268" y="123"/>
                  <a:pt x="1267" y="122"/>
                </a:cubicBezTo>
                <a:cubicBezTo>
                  <a:pt x="1265" y="120"/>
                  <a:pt x="1263" y="119"/>
                  <a:pt x="1259" y="119"/>
                </a:cubicBezTo>
                <a:cubicBezTo>
                  <a:pt x="1255" y="119"/>
                  <a:pt x="1252" y="121"/>
                  <a:pt x="1249" y="123"/>
                </a:cubicBezTo>
                <a:cubicBezTo>
                  <a:pt x="1246" y="125"/>
                  <a:pt x="1243" y="128"/>
                  <a:pt x="1241" y="132"/>
                </a:cubicBezTo>
                <a:cubicBezTo>
                  <a:pt x="1240" y="136"/>
                  <a:pt x="1239" y="140"/>
                  <a:pt x="1239" y="145"/>
                </a:cubicBezTo>
                <a:cubicBezTo>
                  <a:pt x="1239" y="147"/>
                  <a:pt x="1239" y="150"/>
                  <a:pt x="1240" y="152"/>
                </a:cubicBezTo>
                <a:cubicBezTo>
                  <a:pt x="1241" y="155"/>
                  <a:pt x="1243" y="156"/>
                  <a:pt x="1245" y="158"/>
                </a:cubicBezTo>
                <a:cubicBezTo>
                  <a:pt x="1247" y="159"/>
                  <a:pt x="1249" y="160"/>
                  <a:pt x="1253" y="160"/>
                </a:cubicBezTo>
                <a:cubicBezTo>
                  <a:pt x="1256" y="160"/>
                  <a:pt x="1259" y="159"/>
                  <a:pt x="1261" y="158"/>
                </a:cubicBezTo>
                <a:cubicBezTo>
                  <a:pt x="1264" y="156"/>
                  <a:pt x="1266" y="154"/>
                  <a:pt x="1267" y="153"/>
                </a:cubicBezTo>
                <a:close/>
                <a:moveTo>
                  <a:pt x="1258" y="123"/>
                </a:moveTo>
                <a:cubicBezTo>
                  <a:pt x="1259" y="123"/>
                  <a:pt x="1260" y="124"/>
                  <a:pt x="1261" y="125"/>
                </a:cubicBezTo>
                <a:cubicBezTo>
                  <a:pt x="1262" y="125"/>
                  <a:pt x="1263" y="127"/>
                  <a:pt x="1263" y="129"/>
                </a:cubicBezTo>
                <a:cubicBezTo>
                  <a:pt x="1263" y="131"/>
                  <a:pt x="1262" y="133"/>
                  <a:pt x="1260" y="135"/>
                </a:cubicBezTo>
                <a:cubicBezTo>
                  <a:pt x="1258" y="136"/>
                  <a:pt x="1256" y="138"/>
                  <a:pt x="1253" y="139"/>
                </a:cubicBezTo>
                <a:cubicBezTo>
                  <a:pt x="1251" y="139"/>
                  <a:pt x="1248" y="140"/>
                  <a:pt x="1246" y="140"/>
                </a:cubicBezTo>
                <a:cubicBezTo>
                  <a:pt x="1246" y="138"/>
                  <a:pt x="1247" y="135"/>
                  <a:pt x="1248" y="132"/>
                </a:cubicBezTo>
                <a:cubicBezTo>
                  <a:pt x="1249" y="130"/>
                  <a:pt x="1250" y="127"/>
                  <a:pt x="1252" y="126"/>
                </a:cubicBezTo>
                <a:cubicBezTo>
                  <a:pt x="1254" y="124"/>
                  <a:pt x="1255" y="123"/>
                  <a:pt x="1258" y="123"/>
                </a:cubicBezTo>
                <a:close/>
                <a:moveTo>
                  <a:pt x="1303" y="153"/>
                </a:moveTo>
                <a:cubicBezTo>
                  <a:pt x="1302" y="150"/>
                  <a:pt x="1302" y="150"/>
                  <a:pt x="1302" y="150"/>
                </a:cubicBezTo>
                <a:cubicBezTo>
                  <a:pt x="1300" y="152"/>
                  <a:pt x="1298" y="153"/>
                  <a:pt x="1296" y="154"/>
                </a:cubicBezTo>
                <a:cubicBezTo>
                  <a:pt x="1294" y="155"/>
                  <a:pt x="1292" y="156"/>
                  <a:pt x="1290" y="156"/>
                </a:cubicBezTo>
                <a:cubicBezTo>
                  <a:pt x="1287" y="156"/>
                  <a:pt x="1285" y="154"/>
                  <a:pt x="1284" y="152"/>
                </a:cubicBezTo>
                <a:cubicBezTo>
                  <a:pt x="1282" y="150"/>
                  <a:pt x="1282" y="147"/>
                  <a:pt x="1282" y="143"/>
                </a:cubicBezTo>
                <a:cubicBezTo>
                  <a:pt x="1285" y="143"/>
                  <a:pt x="1288" y="143"/>
                  <a:pt x="1292" y="142"/>
                </a:cubicBezTo>
                <a:cubicBezTo>
                  <a:pt x="1295" y="140"/>
                  <a:pt x="1299" y="139"/>
                  <a:pt x="1301" y="136"/>
                </a:cubicBezTo>
                <a:cubicBezTo>
                  <a:pt x="1304" y="134"/>
                  <a:pt x="1305" y="131"/>
                  <a:pt x="1305" y="128"/>
                </a:cubicBezTo>
                <a:cubicBezTo>
                  <a:pt x="1305" y="125"/>
                  <a:pt x="1304" y="123"/>
                  <a:pt x="1303" y="122"/>
                </a:cubicBezTo>
                <a:cubicBezTo>
                  <a:pt x="1301" y="120"/>
                  <a:pt x="1299" y="119"/>
                  <a:pt x="1295" y="119"/>
                </a:cubicBezTo>
                <a:cubicBezTo>
                  <a:pt x="1291" y="119"/>
                  <a:pt x="1288" y="121"/>
                  <a:pt x="1285" y="123"/>
                </a:cubicBezTo>
                <a:cubicBezTo>
                  <a:pt x="1282" y="125"/>
                  <a:pt x="1279" y="128"/>
                  <a:pt x="1277" y="132"/>
                </a:cubicBezTo>
                <a:cubicBezTo>
                  <a:pt x="1275" y="136"/>
                  <a:pt x="1275" y="140"/>
                  <a:pt x="1275" y="145"/>
                </a:cubicBezTo>
                <a:cubicBezTo>
                  <a:pt x="1275" y="147"/>
                  <a:pt x="1275" y="150"/>
                  <a:pt x="1276" y="152"/>
                </a:cubicBezTo>
                <a:cubicBezTo>
                  <a:pt x="1277" y="155"/>
                  <a:pt x="1279" y="156"/>
                  <a:pt x="1281" y="158"/>
                </a:cubicBezTo>
                <a:cubicBezTo>
                  <a:pt x="1283" y="159"/>
                  <a:pt x="1285" y="160"/>
                  <a:pt x="1288" y="160"/>
                </a:cubicBezTo>
                <a:cubicBezTo>
                  <a:pt x="1292" y="160"/>
                  <a:pt x="1295" y="159"/>
                  <a:pt x="1297" y="158"/>
                </a:cubicBezTo>
                <a:cubicBezTo>
                  <a:pt x="1300" y="156"/>
                  <a:pt x="1302" y="154"/>
                  <a:pt x="1303" y="153"/>
                </a:cubicBezTo>
                <a:close/>
                <a:moveTo>
                  <a:pt x="1294" y="123"/>
                </a:moveTo>
                <a:cubicBezTo>
                  <a:pt x="1295" y="123"/>
                  <a:pt x="1296" y="124"/>
                  <a:pt x="1297" y="125"/>
                </a:cubicBezTo>
                <a:cubicBezTo>
                  <a:pt x="1298" y="125"/>
                  <a:pt x="1298" y="127"/>
                  <a:pt x="1298" y="129"/>
                </a:cubicBezTo>
                <a:cubicBezTo>
                  <a:pt x="1298" y="131"/>
                  <a:pt x="1298" y="133"/>
                  <a:pt x="1296" y="135"/>
                </a:cubicBezTo>
                <a:cubicBezTo>
                  <a:pt x="1294" y="136"/>
                  <a:pt x="1292" y="138"/>
                  <a:pt x="1289" y="139"/>
                </a:cubicBezTo>
                <a:cubicBezTo>
                  <a:pt x="1287" y="139"/>
                  <a:pt x="1284" y="140"/>
                  <a:pt x="1282" y="140"/>
                </a:cubicBezTo>
                <a:cubicBezTo>
                  <a:pt x="1282" y="138"/>
                  <a:pt x="1283" y="135"/>
                  <a:pt x="1284" y="132"/>
                </a:cubicBezTo>
                <a:cubicBezTo>
                  <a:pt x="1285" y="130"/>
                  <a:pt x="1286" y="127"/>
                  <a:pt x="1288" y="126"/>
                </a:cubicBezTo>
                <a:cubicBezTo>
                  <a:pt x="1289" y="124"/>
                  <a:pt x="1291" y="123"/>
                  <a:pt x="1294" y="123"/>
                </a:cubicBezTo>
                <a:close/>
                <a:moveTo>
                  <a:pt x="1322" y="129"/>
                </a:moveTo>
                <a:cubicBezTo>
                  <a:pt x="1323" y="127"/>
                  <a:pt x="1323" y="127"/>
                  <a:pt x="1323" y="127"/>
                </a:cubicBezTo>
                <a:cubicBezTo>
                  <a:pt x="1323" y="120"/>
                  <a:pt x="1323" y="120"/>
                  <a:pt x="1323" y="120"/>
                </a:cubicBezTo>
                <a:cubicBezTo>
                  <a:pt x="1322" y="119"/>
                  <a:pt x="1322" y="119"/>
                  <a:pt x="1322" y="119"/>
                </a:cubicBezTo>
                <a:cubicBezTo>
                  <a:pt x="1314" y="121"/>
                  <a:pt x="1314" y="121"/>
                  <a:pt x="1314" y="121"/>
                </a:cubicBezTo>
                <a:cubicBezTo>
                  <a:pt x="1313" y="124"/>
                  <a:pt x="1313" y="124"/>
                  <a:pt x="1313" y="124"/>
                </a:cubicBezTo>
                <a:cubicBezTo>
                  <a:pt x="1317" y="125"/>
                  <a:pt x="1317" y="125"/>
                  <a:pt x="1317" y="125"/>
                </a:cubicBezTo>
                <a:cubicBezTo>
                  <a:pt x="1312" y="159"/>
                  <a:pt x="1312" y="159"/>
                  <a:pt x="1312" y="159"/>
                </a:cubicBezTo>
                <a:cubicBezTo>
                  <a:pt x="1319" y="159"/>
                  <a:pt x="1319" y="159"/>
                  <a:pt x="1319" y="159"/>
                </a:cubicBezTo>
                <a:cubicBezTo>
                  <a:pt x="1322" y="134"/>
                  <a:pt x="1322" y="134"/>
                  <a:pt x="1322" y="134"/>
                </a:cubicBezTo>
                <a:cubicBezTo>
                  <a:pt x="1323" y="132"/>
                  <a:pt x="1325" y="130"/>
                  <a:pt x="1327" y="129"/>
                </a:cubicBezTo>
                <a:cubicBezTo>
                  <a:pt x="1329" y="127"/>
                  <a:pt x="1331" y="127"/>
                  <a:pt x="1333" y="127"/>
                </a:cubicBezTo>
                <a:cubicBezTo>
                  <a:pt x="1334" y="127"/>
                  <a:pt x="1335" y="127"/>
                  <a:pt x="1336" y="127"/>
                </a:cubicBezTo>
                <a:cubicBezTo>
                  <a:pt x="1338" y="120"/>
                  <a:pt x="1338" y="120"/>
                  <a:pt x="1338" y="120"/>
                </a:cubicBezTo>
                <a:cubicBezTo>
                  <a:pt x="1337" y="120"/>
                  <a:pt x="1336" y="119"/>
                  <a:pt x="1335" y="119"/>
                </a:cubicBezTo>
                <a:cubicBezTo>
                  <a:pt x="1333" y="119"/>
                  <a:pt x="1331" y="120"/>
                  <a:pt x="1330" y="121"/>
                </a:cubicBezTo>
                <a:cubicBezTo>
                  <a:pt x="1328" y="122"/>
                  <a:pt x="1326" y="123"/>
                  <a:pt x="1325" y="125"/>
                </a:cubicBezTo>
                <a:cubicBezTo>
                  <a:pt x="1324" y="126"/>
                  <a:pt x="1323" y="128"/>
                  <a:pt x="1322" y="129"/>
                </a:cubicBezTo>
                <a:close/>
                <a:moveTo>
                  <a:pt x="1349" y="153"/>
                </a:moveTo>
                <a:cubicBezTo>
                  <a:pt x="1354" y="120"/>
                  <a:pt x="1354" y="120"/>
                  <a:pt x="1354" y="120"/>
                </a:cubicBezTo>
                <a:cubicBezTo>
                  <a:pt x="1352" y="119"/>
                  <a:pt x="1352" y="119"/>
                  <a:pt x="1352" y="119"/>
                </a:cubicBezTo>
                <a:cubicBezTo>
                  <a:pt x="1342" y="121"/>
                  <a:pt x="1342" y="121"/>
                  <a:pt x="1342" y="121"/>
                </a:cubicBezTo>
                <a:cubicBezTo>
                  <a:pt x="1342" y="123"/>
                  <a:pt x="1342" y="123"/>
                  <a:pt x="1342" y="123"/>
                </a:cubicBezTo>
                <a:cubicBezTo>
                  <a:pt x="1346" y="125"/>
                  <a:pt x="1346" y="125"/>
                  <a:pt x="1346" y="125"/>
                </a:cubicBezTo>
                <a:cubicBezTo>
                  <a:pt x="1345" y="132"/>
                  <a:pt x="1345" y="138"/>
                  <a:pt x="1344" y="142"/>
                </a:cubicBezTo>
                <a:cubicBezTo>
                  <a:pt x="1343" y="150"/>
                  <a:pt x="1342" y="154"/>
                  <a:pt x="1342" y="156"/>
                </a:cubicBezTo>
                <a:cubicBezTo>
                  <a:pt x="1342" y="157"/>
                  <a:pt x="1342" y="158"/>
                  <a:pt x="1343" y="159"/>
                </a:cubicBezTo>
                <a:cubicBezTo>
                  <a:pt x="1344" y="160"/>
                  <a:pt x="1345" y="160"/>
                  <a:pt x="1347" y="160"/>
                </a:cubicBezTo>
                <a:cubicBezTo>
                  <a:pt x="1349" y="160"/>
                  <a:pt x="1350" y="159"/>
                  <a:pt x="1352" y="158"/>
                </a:cubicBezTo>
                <a:cubicBezTo>
                  <a:pt x="1353" y="157"/>
                  <a:pt x="1354" y="156"/>
                  <a:pt x="1355" y="155"/>
                </a:cubicBezTo>
                <a:cubicBezTo>
                  <a:pt x="1354" y="154"/>
                  <a:pt x="1354" y="154"/>
                  <a:pt x="1354" y="154"/>
                </a:cubicBezTo>
                <a:cubicBezTo>
                  <a:pt x="1353" y="154"/>
                  <a:pt x="1352" y="155"/>
                  <a:pt x="1352" y="155"/>
                </a:cubicBezTo>
                <a:cubicBezTo>
                  <a:pt x="1351" y="156"/>
                  <a:pt x="1351" y="156"/>
                  <a:pt x="1350" y="156"/>
                </a:cubicBezTo>
                <a:cubicBezTo>
                  <a:pt x="1350" y="156"/>
                  <a:pt x="1350" y="156"/>
                  <a:pt x="1349" y="155"/>
                </a:cubicBezTo>
                <a:cubicBezTo>
                  <a:pt x="1349" y="155"/>
                  <a:pt x="1349" y="155"/>
                  <a:pt x="1349" y="154"/>
                </a:cubicBezTo>
                <a:lnTo>
                  <a:pt x="1349" y="153"/>
                </a:lnTo>
                <a:close/>
                <a:moveTo>
                  <a:pt x="1351" y="112"/>
                </a:moveTo>
                <a:cubicBezTo>
                  <a:pt x="1353" y="112"/>
                  <a:pt x="1354" y="111"/>
                  <a:pt x="1355" y="110"/>
                </a:cubicBezTo>
                <a:cubicBezTo>
                  <a:pt x="1356" y="109"/>
                  <a:pt x="1356" y="108"/>
                  <a:pt x="1356" y="107"/>
                </a:cubicBezTo>
                <a:cubicBezTo>
                  <a:pt x="1356" y="106"/>
                  <a:pt x="1356" y="105"/>
                  <a:pt x="1355" y="104"/>
                </a:cubicBezTo>
                <a:cubicBezTo>
                  <a:pt x="1354" y="103"/>
                  <a:pt x="1353" y="103"/>
                  <a:pt x="1352" y="103"/>
                </a:cubicBezTo>
                <a:cubicBezTo>
                  <a:pt x="1351" y="103"/>
                  <a:pt x="1350" y="103"/>
                  <a:pt x="1349" y="104"/>
                </a:cubicBezTo>
                <a:cubicBezTo>
                  <a:pt x="1348" y="105"/>
                  <a:pt x="1348" y="107"/>
                  <a:pt x="1348" y="108"/>
                </a:cubicBezTo>
                <a:cubicBezTo>
                  <a:pt x="1348" y="109"/>
                  <a:pt x="1348" y="110"/>
                  <a:pt x="1349" y="111"/>
                </a:cubicBezTo>
                <a:cubicBezTo>
                  <a:pt x="1350" y="111"/>
                  <a:pt x="1350" y="112"/>
                  <a:pt x="1351" y="112"/>
                </a:cubicBezTo>
                <a:close/>
                <a:moveTo>
                  <a:pt x="1374" y="129"/>
                </a:moveTo>
                <a:cubicBezTo>
                  <a:pt x="1375" y="120"/>
                  <a:pt x="1375" y="120"/>
                  <a:pt x="1375" y="120"/>
                </a:cubicBezTo>
                <a:cubicBezTo>
                  <a:pt x="1374" y="119"/>
                  <a:pt x="1374" y="119"/>
                  <a:pt x="1374" y="119"/>
                </a:cubicBezTo>
                <a:cubicBezTo>
                  <a:pt x="1365" y="121"/>
                  <a:pt x="1365" y="121"/>
                  <a:pt x="1365" y="121"/>
                </a:cubicBezTo>
                <a:cubicBezTo>
                  <a:pt x="1365" y="124"/>
                  <a:pt x="1365" y="124"/>
                  <a:pt x="1365" y="124"/>
                </a:cubicBezTo>
                <a:cubicBezTo>
                  <a:pt x="1368" y="125"/>
                  <a:pt x="1368" y="125"/>
                  <a:pt x="1368" y="125"/>
                </a:cubicBezTo>
                <a:cubicBezTo>
                  <a:pt x="1364" y="159"/>
                  <a:pt x="1364" y="159"/>
                  <a:pt x="1364" y="159"/>
                </a:cubicBezTo>
                <a:cubicBezTo>
                  <a:pt x="1370" y="159"/>
                  <a:pt x="1370" y="159"/>
                  <a:pt x="1370" y="159"/>
                </a:cubicBezTo>
                <a:cubicBezTo>
                  <a:pt x="1374" y="134"/>
                  <a:pt x="1374" y="134"/>
                  <a:pt x="1374" y="134"/>
                </a:cubicBezTo>
                <a:cubicBezTo>
                  <a:pt x="1375" y="131"/>
                  <a:pt x="1377" y="129"/>
                  <a:pt x="1380" y="127"/>
                </a:cubicBezTo>
                <a:cubicBezTo>
                  <a:pt x="1382" y="125"/>
                  <a:pt x="1384" y="124"/>
                  <a:pt x="1386" y="124"/>
                </a:cubicBezTo>
                <a:cubicBezTo>
                  <a:pt x="1388" y="124"/>
                  <a:pt x="1389" y="125"/>
                  <a:pt x="1389" y="126"/>
                </a:cubicBezTo>
                <a:cubicBezTo>
                  <a:pt x="1390" y="127"/>
                  <a:pt x="1390" y="128"/>
                  <a:pt x="1390" y="130"/>
                </a:cubicBezTo>
                <a:cubicBezTo>
                  <a:pt x="1390" y="132"/>
                  <a:pt x="1390" y="134"/>
                  <a:pt x="1390" y="135"/>
                </a:cubicBezTo>
                <a:cubicBezTo>
                  <a:pt x="1390" y="137"/>
                  <a:pt x="1389" y="140"/>
                  <a:pt x="1389" y="142"/>
                </a:cubicBezTo>
                <a:cubicBezTo>
                  <a:pt x="1388" y="144"/>
                  <a:pt x="1388" y="144"/>
                  <a:pt x="1388" y="144"/>
                </a:cubicBezTo>
                <a:cubicBezTo>
                  <a:pt x="1388" y="147"/>
                  <a:pt x="1388" y="147"/>
                  <a:pt x="1388" y="147"/>
                </a:cubicBezTo>
                <a:cubicBezTo>
                  <a:pt x="1387" y="151"/>
                  <a:pt x="1387" y="154"/>
                  <a:pt x="1387" y="156"/>
                </a:cubicBezTo>
                <a:cubicBezTo>
                  <a:pt x="1387" y="159"/>
                  <a:pt x="1388" y="160"/>
                  <a:pt x="1391" y="160"/>
                </a:cubicBezTo>
                <a:cubicBezTo>
                  <a:pt x="1392" y="160"/>
                  <a:pt x="1394" y="160"/>
                  <a:pt x="1395" y="159"/>
                </a:cubicBezTo>
                <a:cubicBezTo>
                  <a:pt x="1396" y="159"/>
                  <a:pt x="1397" y="158"/>
                  <a:pt x="1397" y="157"/>
                </a:cubicBezTo>
                <a:cubicBezTo>
                  <a:pt x="1398" y="157"/>
                  <a:pt x="1399" y="156"/>
                  <a:pt x="1399" y="156"/>
                </a:cubicBezTo>
                <a:cubicBezTo>
                  <a:pt x="1398" y="154"/>
                  <a:pt x="1398" y="154"/>
                  <a:pt x="1398" y="154"/>
                </a:cubicBezTo>
                <a:cubicBezTo>
                  <a:pt x="1397" y="155"/>
                  <a:pt x="1396" y="156"/>
                  <a:pt x="1395" y="156"/>
                </a:cubicBezTo>
                <a:cubicBezTo>
                  <a:pt x="1394" y="156"/>
                  <a:pt x="1394" y="155"/>
                  <a:pt x="1394" y="154"/>
                </a:cubicBezTo>
                <a:cubicBezTo>
                  <a:pt x="1394" y="152"/>
                  <a:pt x="1394" y="149"/>
                  <a:pt x="1395" y="145"/>
                </a:cubicBezTo>
                <a:cubicBezTo>
                  <a:pt x="1395" y="142"/>
                  <a:pt x="1395" y="142"/>
                  <a:pt x="1395" y="142"/>
                </a:cubicBezTo>
                <a:cubicBezTo>
                  <a:pt x="1396" y="140"/>
                  <a:pt x="1396" y="140"/>
                  <a:pt x="1396" y="140"/>
                </a:cubicBezTo>
                <a:cubicBezTo>
                  <a:pt x="1397" y="135"/>
                  <a:pt x="1397" y="132"/>
                  <a:pt x="1397" y="130"/>
                </a:cubicBezTo>
                <a:cubicBezTo>
                  <a:pt x="1397" y="126"/>
                  <a:pt x="1397" y="123"/>
                  <a:pt x="1395" y="122"/>
                </a:cubicBezTo>
                <a:cubicBezTo>
                  <a:pt x="1394" y="120"/>
                  <a:pt x="1392" y="119"/>
                  <a:pt x="1389" y="119"/>
                </a:cubicBezTo>
                <a:cubicBezTo>
                  <a:pt x="1386" y="119"/>
                  <a:pt x="1384" y="120"/>
                  <a:pt x="1381" y="122"/>
                </a:cubicBezTo>
                <a:cubicBezTo>
                  <a:pt x="1379" y="124"/>
                  <a:pt x="1376" y="126"/>
                  <a:pt x="1374" y="129"/>
                </a:cubicBezTo>
                <a:close/>
                <a:moveTo>
                  <a:pt x="1433" y="162"/>
                </a:moveTo>
                <a:cubicBezTo>
                  <a:pt x="1440" y="119"/>
                  <a:pt x="1440" y="119"/>
                  <a:pt x="1440" y="119"/>
                </a:cubicBezTo>
                <a:cubicBezTo>
                  <a:pt x="1435" y="121"/>
                  <a:pt x="1435" y="121"/>
                  <a:pt x="1435" y="121"/>
                </a:cubicBezTo>
                <a:cubicBezTo>
                  <a:pt x="1434" y="121"/>
                  <a:pt x="1433" y="120"/>
                  <a:pt x="1432" y="120"/>
                </a:cubicBezTo>
                <a:cubicBezTo>
                  <a:pt x="1430" y="120"/>
                  <a:pt x="1429" y="119"/>
                  <a:pt x="1428" y="119"/>
                </a:cubicBezTo>
                <a:cubicBezTo>
                  <a:pt x="1423" y="119"/>
                  <a:pt x="1419" y="121"/>
                  <a:pt x="1416" y="123"/>
                </a:cubicBezTo>
                <a:cubicBezTo>
                  <a:pt x="1412" y="126"/>
                  <a:pt x="1410" y="129"/>
                  <a:pt x="1408" y="133"/>
                </a:cubicBezTo>
                <a:cubicBezTo>
                  <a:pt x="1406" y="137"/>
                  <a:pt x="1405" y="141"/>
                  <a:pt x="1405" y="145"/>
                </a:cubicBezTo>
                <a:cubicBezTo>
                  <a:pt x="1405" y="150"/>
                  <a:pt x="1406" y="153"/>
                  <a:pt x="1408" y="156"/>
                </a:cubicBezTo>
                <a:cubicBezTo>
                  <a:pt x="1410" y="159"/>
                  <a:pt x="1413" y="160"/>
                  <a:pt x="1417" y="160"/>
                </a:cubicBezTo>
                <a:cubicBezTo>
                  <a:pt x="1419" y="160"/>
                  <a:pt x="1421" y="159"/>
                  <a:pt x="1423" y="158"/>
                </a:cubicBezTo>
                <a:cubicBezTo>
                  <a:pt x="1425" y="157"/>
                  <a:pt x="1426" y="156"/>
                  <a:pt x="1428" y="155"/>
                </a:cubicBezTo>
                <a:cubicBezTo>
                  <a:pt x="1426" y="164"/>
                  <a:pt x="1426" y="164"/>
                  <a:pt x="1426" y="164"/>
                </a:cubicBezTo>
                <a:cubicBezTo>
                  <a:pt x="1426" y="167"/>
                  <a:pt x="1425" y="169"/>
                  <a:pt x="1424" y="170"/>
                </a:cubicBezTo>
                <a:cubicBezTo>
                  <a:pt x="1422" y="172"/>
                  <a:pt x="1420" y="172"/>
                  <a:pt x="1417" y="172"/>
                </a:cubicBezTo>
                <a:cubicBezTo>
                  <a:pt x="1415" y="172"/>
                  <a:pt x="1414" y="172"/>
                  <a:pt x="1412" y="171"/>
                </a:cubicBezTo>
                <a:cubicBezTo>
                  <a:pt x="1410" y="171"/>
                  <a:pt x="1409" y="170"/>
                  <a:pt x="1408" y="170"/>
                </a:cubicBezTo>
                <a:cubicBezTo>
                  <a:pt x="1406" y="175"/>
                  <a:pt x="1406" y="175"/>
                  <a:pt x="1406" y="175"/>
                </a:cubicBezTo>
                <a:cubicBezTo>
                  <a:pt x="1407" y="176"/>
                  <a:pt x="1408" y="176"/>
                  <a:pt x="1410" y="176"/>
                </a:cubicBezTo>
                <a:cubicBezTo>
                  <a:pt x="1411" y="177"/>
                  <a:pt x="1413" y="177"/>
                  <a:pt x="1414" y="177"/>
                </a:cubicBezTo>
                <a:cubicBezTo>
                  <a:pt x="1417" y="177"/>
                  <a:pt x="1420" y="176"/>
                  <a:pt x="1423" y="175"/>
                </a:cubicBezTo>
                <a:cubicBezTo>
                  <a:pt x="1425" y="174"/>
                  <a:pt x="1428" y="173"/>
                  <a:pt x="1430" y="170"/>
                </a:cubicBezTo>
                <a:cubicBezTo>
                  <a:pt x="1432" y="168"/>
                  <a:pt x="1433" y="165"/>
                  <a:pt x="1433" y="162"/>
                </a:cubicBezTo>
                <a:close/>
                <a:moveTo>
                  <a:pt x="1432" y="125"/>
                </a:moveTo>
                <a:cubicBezTo>
                  <a:pt x="1428" y="150"/>
                  <a:pt x="1428" y="150"/>
                  <a:pt x="1428" y="150"/>
                </a:cubicBezTo>
                <a:cubicBezTo>
                  <a:pt x="1427" y="151"/>
                  <a:pt x="1426" y="153"/>
                  <a:pt x="1424" y="154"/>
                </a:cubicBezTo>
                <a:cubicBezTo>
                  <a:pt x="1423" y="155"/>
                  <a:pt x="1421" y="155"/>
                  <a:pt x="1419" y="155"/>
                </a:cubicBezTo>
                <a:cubicBezTo>
                  <a:pt x="1417" y="155"/>
                  <a:pt x="1415" y="155"/>
                  <a:pt x="1414" y="153"/>
                </a:cubicBezTo>
                <a:cubicBezTo>
                  <a:pt x="1413" y="151"/>
                  <a:pt x="1412" y="148"/>
                  <a:pt x="1412" y="145"/>
                </a:cubicBezTo>
                <a:cubicBezTo>
                  <a:pt x="1412" y="142"/>
                  <a:pt x="1413" y="138"/>
                  <a:pt x="1414" y="135"/>
                </a:cubicBezTo>
                <a:cubicBezTo>
                  <a:pt x="1415" y="132"/>
                  <a:pt x="1417" y="129"/>
                  <a:pt x="1419" y="127"/>
                </a:cubicBezTo>
                <a:cubicBezTo>
                  <a:pt x="1421" y="124"/>
                  <a:pt x="1424" y="123"/>
                  <a:pt x="1427" y="123"/>
                </a:cubicBezTo>
                <a:cubicBezTo>
                  <a:pt x="1429" y="123"/>
                  <a:pt x="1431" y="124"/>
                  <a:pt x="1432" y="125"/>
                </a:cubicBezTo>
                <a:close/>
                <a:moveTo>
                  <a:pt x="1076" y="242"/>
                </a:moveTo>
                <a:cubicBezTo>
                  <a:pt x="1072" y="249"/>
                  <a:pt x="1072" y="249"/>
                  <a:pt x="1072" y="249"/>
                </a:cubicBezTo>
                <a:cubicBezTo>
                  <a:pt x="1072" y="242"/>
                  <a:pt x="1072" y="242"/>
                  <a:pt x="1072" y="242"/>
                </a:cubicBezTo>
                <a:cubicBezTo>
                  <a:pt x="1066" y="208"/>
                  <a:pt x="1066" y="208"/>
                  <a:pt x="1066" y="208"/>
                </a:cubicBezTo>
                <a:cubicBezTo>
                  <a:pt x="1050" y="208"/>
                  <a:pt x="1050" y="208"/>
                  <a:pt x="1050" y="208"/>
                </a:cubicBezTo>
                <a:cubicBezTo>
                  <a:pt x="1049" y="211"/>
                  <a:pt x="1049" y="211"/>
                  <a:pt x="1049" y="211"/>
                </a:cubicBezTo>
                <a:cubicBezTo>
                  <a:pt x="1056" y="212"/>
                  <a:pt x="1056" y="212"/>
                  <a:pt x="1056" y="212"/>
                </a:cubicBezTo>
                <a:cubicBezTo>
                  <a:pt x="1045" y="256"/>
                  <a:pt x="1045" y="256"/>
                  <a:pt x="1045" y="256"/>
                </a:cubicBezTo>
                <a:cubicBezTo>
                  <a:pt x="1039" y="257"/>
                  <a:pt x="1039" y="257"/>
                  <a:pt x="1039" y="257"/>
                </a:cubicBezTo>
                <a:cubicBezTo>
                  <a:pt x="1039" y="260"/>
                  <a:pt x="1039" y="260"/>
                  <a:pt x="1039" y="260"/>
                </a:cubicBezTo>
                <a:cubicBezTo>
                  <a:pt x="1057" y="260"/>
                  <a:pt x="1057" y="260"/>
                  <a:pt x="1057" y="260"/>
                </a:cubicBezTo>
                <a:cubicBezTo>
                  <a:pt x="1057" y="257"/>
                  <a:pt x="1057" y="257"/>
                  <a:pt x="1057" y="257"/>
                </a:cubicBezTo>
                <a:cubicBezTo>
                  <a:pt x="1050" y="256"/>
                  <a:pt x="1050" y="256"/>
                  <a:pt x="1050" y="256"/>
                </a:cubicBezTo>
                <a:cubicBezTo>
                  <a:pt x="1057" y="225"/>
                  <a:pt x="1057" y="225"/>
                  <a:pt x="1057" y="225"/>
                </a:cubicBezTo>
                <a:cubicBezTo>
                  <a:pt x="1060" y="211"/>
                  <a:pt x="1060" y="211"/>
                  <a:pt x="1060" y="211"/>
                </a:cubicBezTo>
                <a:cubicBezTo>
                  <a:pt x="1062" y="225"/>
                  <a:pt x="1062" y="225"/>
                  <a:pt x="1062" y="225"/>
                </a:cubicBezTo>
                <a:cubicBezTo>
                  <a:pt x="1068" y="261"/>
                  <a:pt x="1068" y="261"/>
                  <a:pt x="1068" y="261"/>
                </a:cubicBezTo>
                <a:cubicBezTo>
                  <a:pt x="1072" y="260"/>
                  <a:pt x="1072" y="260"/>
                  <a:pt x="1072" y="260"/>
                </a:cubicBezTo>
                <a:cubicBezTo>
                  <a:pt x="1088" y="224"/>
                  <a:pt x="1088" y="224"/>
                  <a:pt x="1088" y="224"/>
                </a:cubicBezTo>
                <a:cubicBezTo>
                  <a:pt x="1094" y="211"/>
                  <a:pt x="1094" y="211"/>
                  <a:pt x="1094" y="211"/>
                </a:cubicBezTo>
                <a:cubicBezTo>
                  <a:pt x="1093" y="225"/>
                  <a:pt x="1093" y="225"/>
                  <a:pt x="1093" y="225"/>
                </a:cubicBezTo>
                <a:cubicBezTo>
                  <a:pt x="1091" y="256"/>
                  <a:pt x="1091" y="256"/>
                  <a:pt x="1091" y="256"/>
                </a:cubicBezTo>
                <a:cubicBezTo>
                  <a:pt x="1085" y="257"/>
                  <a:pt x="1085" y="257"/>
                  <a:pt x="1085" y="257"/>
                </a:cubicBezTo>
                <a:cubicBezTo>
                  <a:pt x="1084" y="260"/>
                  <a:pt x="1084" y="260"/>
                  <a:pt x="1084" y="260"/>
                </a:cubicBezTo>
                <a:cubicBezTo>
                  <a:pt x="1104" y="260"/>
                  <a:pt x="1104" y="260"/>
                  <a:pt x="1104" y="260"/>
                </a:cubicBezTo>
                <a:cubicBezTo>
                  <a:pt x="1104" y="257"/>
                  <a:pt x="1104" y="257"/>
                  <a:pt x="1104" y="257"/>
                </a:cubicBezTo>
                <a:cubicBezTo>
                  <a:pt x="1098" y="256"/>
                  <a:pt x="1098" y="256"/>
                  <a:pt x="1098" y="256"/>
                </a:cubicBezTo>
                <a:cubicBezTo>
                  <a:pt x="1099" y="212"/>
                  <a:pt x="1099" y="212"/>
                  <a:pt x="1099" y="212"/>
                </a:cubicBezTo>
                <a:cubicBezTo>
                  <a:pt x="1106" y="211"/>
                  <a:pt x="1106" y="211"/>
                  <a:pt x="1106" y="211"/>
                </a:cubicBezTo>
                <a:cubicBezTo>
                  <a:pt x="1106" y="208"/>
                  <a:pt x="1106" y="208"/>
                  <a:pt x="1106" y="208"/>
                </a:cubicBezTo>
                <a:cubicBezTo>
                  <a:pt x="1091" y="208"/>
                  <a:pt x="1091" y="208"/>
                  <a:pt x="1091" y="208"/>
                </a:cubicBezTo>
                <a:cubicBezTo>
                  <a:pt x="1090" y="211"/>
                  <a:pt x="1087" y="217"/>
                  <a:pt x="1083" y="225"/>
                </a:cubicBezTo>
                <a:cubicBezTo>
                  <a:pt x="1079" y="233"/>
                  <a:pt x="1077" y="239"/>
                  <a:pt x="1076" y="242"/>
                </a:cubicBezTo>
                <a:close/>
                <a:moveTo>
                  <a:pt x="1138" y="253"/>
                </a:moveTo>
                <a:cubicBezTo>
                  <a:pt x="1136" y="251"/>
                  <a:pt x="1136" y="251"/>
                  <a:pt x="1136" y="251"/>
                </a:cubicBezTo>
                <a:cubicBezTo>
                  <a:pt x="1134" y="253"/>
                  <a:pt x="1133" y="254"/>
                  <a:pt x="1131" y="255"/>
                </a:cubicBezTo>
                <a:cubicBezTo>
                  <a:pt x="1129" y="256"/>
                  <a:pt x="1126" y="256"/>
                  <a:pt x="1124" y="256"/>
                </a:cubicBezTo>
                <a:cubicBezTo>
                  <a:pt x="1121" y="256"/>
                  <a:pt x="1119" y="255"/>
                  <a:pt x="1118" y="253"/>
                </a:cubicBezTo>
                <a:cubicBezTo>
                  <a:pt x="1117" y="250"/>
                  <a:pt x="1116" y="247"/>
                  <a:pt x="1116" y="244"/>
                </a:cubicBezTo>
                <a:cubicBezTo>
                  <a:pt x="1119" y="244"/>
                  <a:pt x="1123" y="244"/>
                  <a:pt x="1126" y="242"/>
                </a:cubicBezTo>
                <a:cubicBezTo>
                  <a:pt x="1130" y="241"/>
                  <a:pt x="1133" y="240"/>
                  <a:pt x="1136" y="237"/>
                </a:cubicBezTo>
                <a:cubicBezTo>
                  <a:pt x="1138" y="235"/>
                  <a:pt x="1140" y="232"/>
                  <a:pt x="1140" y="229"/>
                </a:cubicBezTo>
                <a:cubicBezTo>
                  <a:pt x="1140" y="226"/>
                  <a:pt x="1139" y="224"/>
                  <a:pt x="1137" y="223"/>
                </a:cubicBezTo>
                <a:cubicBezTo>
                  <a:pt x="1135" y="221"/>
                  <a:pt x="1133" y="220"/>
                  <a:pt x="1130" y="220"/>
                </a:cubicBezTo>
                <a:cubicBezTo>
                  <a:pt x="1126" y="220"/>
                  <a:pt x="1122" y="221"/>
                  <a:pt x="1119" y="224"/>
                </a:cubicBezTo>
                <a:cubicBezTo>
                  <a:pt x="1116" y="226"/>
                  <a:pt x="1114" y="229"/>
                  <a:pt x="1112" y="233"/>
                </a:cubicBezTo>
                <a:cubicBezTo>
                  <a:pt x="1110" y="237"/>
                  <a:pt x="1109" y="241"/>
                  <a:pt x="1109" y="246"/>
                </a:cubicBezTo>
                <a:cubicBezTo>
                  <a:pt x="1109" y="248"/>
                  <a:pt x="1110" y="251"/>
                  <a:pt x="1111" y="253"/>
                </a:cubicBezTo>
                <a:cubicBezTo>
                  <a:pt x="1111" y="255"/>
                  <a:pt x="1113" y="257"/>
                  <a:pt x="1115" y="259"/>
                </a:cubicBezTo>
                <a:cubicBezTo>
                  <a:pt x="1117" y="260"/>
                  <a:pt x="1120" y="261"/>
                  <a:pt x="1123" y="261"/>
                </a:cubicBezTo>
                <a:cubicBezTo>
                  <a:pt x="1126" y="261"/>
                  <a:pt x="1129" y="260"/>
                  <a:pt x="1132" y="258"/>
                </a:cubicBezTo>
                <a:cubicBezTo>
                  <a:pt x="1135" y="257"/>
                  <a:pt x="1136" y="255"/>
                  <a:pt x="1138" y="253"/>
                </a:cubicBezTo>
                <a:close/>
                <a:moveTo>
                  <a:pt x="1128" y="224"/>
                </a:moveTo>
                <a:cubicBezTo>
                  <a:pt x="1130" y="224"/>
                  <a:pt x="1131" y="224"/>
                  <a:pt x="1132" y="225"/>
                </a:cubicBezTo>
                <a:cubicBezTo>
                  <a:pt x="1132" y="226"/>
                  <a:pt x="1133" y="228"/>
                  <a:pt x="1133" y="229"/>
                </a:cubicBezTo>
                <a:cubicBezTo>
                  <a:pt x="1133" y="232"/>
                  <a:pt x="1132" y="234"/>
                  <a:pt x="1130" y="235"/>
                </a:cubicBezTo>
                <a:cubicBezTo>
                  <a:pt x="1129" y="237"/>
                  <a:pt x="1126" y="238"/>
                  <a:pt x="1124" y="239"/>
                </a:cubicBezTo>
                <a:cubicBezTo>
                  <a:pt x="1121" y="240"/>
                  <a:pt x="1119" y="241"/>
                  <a:pt x="1116" y="241"/>
                </a:cubicBezTo>
                <a:cubicBezTo>
                  <a:pt x="1117" y="238"/>
                  <a:pt x="1117" y="236"/>
                  <a:pt x="1118" y="233"/>
                </a:cubicBezTo>
                <a:cubicBezTo>
                  <a:pt x="1119" y="230"/>
                  <a:pt x="1121" y="228"/>
                  <a:pt x="1122" y="226"/>
                </a:cubicBezTo>
                <a:cubicBezTo>
                  <a:pt x="1124" y="225"/>
                  <a:pt x="1126" y="224"/>
                  <a:pt x="1128" y="224"/>
                </a:cubicBezTo>
                <a:close/>
                <a:moveTo>
                  <a:pt x="1175" y="254"/>
                </a:moveTo>
                <a:cubicBezTo>
                  <a:pt x="1182" y="204"/>
                  <a:pt x="1182" y="204"/>
                  <a:pt x="1182" y="204"/>
                </a:cubicBezTo>
                <a:cubicBezTo>
                  <a:pt x="1181" y="204"/>
                  <a:pt x="1181" y="204"/>
                  <a:pt x="1181" y="204"/>
                </a:cubicBezTo>
                <a:cubicBezTo>
                  <a:pt x="1171" y="205"/>
                  <a:pt x="1171" y="205"/>
                  <a:pt x="1171" y="205"/>
                </a:cubicBezTo>
                <a:cubicBezTo>
                  <a:pt x="1170" y="207"/>
                  <a:pt x="1170" y="207"/>
                  <a:pt x="1170" y="207"/>
                </a:cubicBezTo>
                <a:cubicBezTo>
                  <a:pt x="1175" y="208"/>
                  <a:pt x="1175" y="208"/>
                  <a:pt x="1175" y="208"/>
                </a:cubicBezTo>
                <a:cubicBezTo>
                  <a:pt x="1173" y="221"/>
                  <a:pt x="1173" y="221"/>
                  <a:pt x="1173" y="221"/>
                </a:cubicBezTo>
                <a:cubicBezTo>
                  <a:pt x="1171" y="220"/>
                  <a:pt x="1169" y="220"/>
                  <a:pt x="1168" y="220"/>
                </a:cubicBezTo>
                <a:cubicBezTo>
                  <a:pt x="1163" y="220"/>
                  <a:pt x="1159" y="222"/>
                  <a:pt x="1156" y="224"/>
                </a:cubicBezTo>
                <a:cubicBezTo>
                  <a:pt x="1152" y="227"/>
                  <a:pt x="1150" y="230"/>
                  <a:pt x="1148" y="234"/>
                </a:cubicBezTo>
                <a:cubicBezTo>
                  <a:pt x="1146" y="238"/>
                  <a:pt x="1145" y="242"/>
                  <a:pt x="1145" y="246"/>
                </a:cubicBezTo>
                <a:cubicBezTo>
                  <a:pt x="1145" y="250"/>
                  <a:pt x="1146" y="254"/>
                  <a:pt x="1148" y="257"/>
                </a:cubicBezTo>
                <a:cubicBezTo>
                  <a:pt x="1150" y="259"/>
                  <a:pt x="1153" y="261"/>
                  <a:pt x="1157" y="261"/>
                </a:cubicBezTo>
                <a:cubicBezTo>
                  <a:pt x="1159" y="261"/>
                  <a:pt x="1162" y="260"/>
                  <a:pt x="1163" y="259"/>
                </a:cubicBezTo>
                <a:cubicBezTo>
                  <a:pt x="1165" y="258"/>
                  <a:pt x="1167" y="256"/>
                  <a:pt x="1168" y="255"/>
                </a:cubicBezTo>
                <a:cubicBezTo>
                  <a:pt x="1168" y="256"/>
                  <a:pt x="1168" y="256"/>
                  <a:pt x="1168" y="256"/>
                </a:cubicBezTo>
                <a:cubicBezTo>
                  <a:pt x="1168" y="259"/>
                  <a:pt x="1170" y="261"/>
                  <a:pt x="1173" y="261"/>
                </a:cubicBezTo>
                <a:cubicBezTo>
                  <a:pt x="1174" y="261"/>
                  <a:pt x="1176" y="260"/>
                  <a:pt x="1177" y="259"/>
                </a:cubicBezTo>
                <a:cubicBezTo>
                  <a:pt x="1178" y="258"/>
                  <a:pt x="1179" y="257"/>
                  <a:pt x="1180" y="256"/>
                </a:cubicBezTo>
                <a:cubicBezTo>
                  <a:pt x="1179" y="255"/>
                  <a:pt x="1179" y="255"/>
                  <a:pt x="1179" y="255"/>
                </a:cubicBezTo>
                <a:cubicBezTo>
                  <a:pt x="1178" y="256"/>
                  <a:pt x="1177" y="256"/>
                  <a:pt x="1176" y="256"/>
                </a:cubicBezTo>
                <a:cubicBezTo>
                  <a:pt x="1175" y="256"/>
                  <a:pt x="1175" y="256"/>
                  <a:pt x="1175" y="255"/>
                </a:cubicBezTo>
                <a:cubicBezTo>
                  <a:pt x="1175" y="254"/>
                  <a:pt x="1175" y="254"/>
                  <a:pt x="1175" y="254"/>
                </a:cubicBezTo>
                <a:close/>
                <a:moveTo>
                  <a:pt x="1172" y="225"/>
                </a:moveTo>
                <a:cubicBezTo>
                  <a:pt x="1169" y="250"/>
                  <a:pt x="1169" y="250"/>
                  <a:pt x="1169" y="250"/>
                </a:cubicBezTo>
                <a:cubicBezTo>
                  <a:pt x="1168" y="252"/>
                  <a:pt x="1166" y="253"/>
                  <a:pt x="1164" y="254"/>
                </a:cubicBezTo>
                <a:cubicBezTo>
                  <a:pt x="1163" y="256"/>
                  <a:pt x="1161" y="256"/>
                  <a:pt x="1159" y="256"/>
                </a:cubicBezTo>
                <a:cubicBezTo>
                  <a:pt x="1157" y="256"/>
                  <a:pt x="1155" y="255"/>
                  <a:pt x="1154" y="253"/>
                </a:cubicBezTo>
                <a:cubicBezTo>
                  <a:pt x="1153" y="252"/>
                  <a:pt x="1153" y="249"/>
                  <a:pt x="1153" y="246"/>
                </a:cubicBezTo>
                <a:cubicBezTo>
                  <a:pt x="1153" y="242"/>
                  <a:pt x="1153" y="239"/>
                  <a:pt x="1154" y="236"/>
                </a:cubicBezTo>
                <a:cubicBezTo>
                  <a:pt x="1155" y="232"/>
                  <a:pt x="1157" y="230"/>
                  <a:pt x="1159" y="227"/>
                </a:cubicBezTo>
                <a:cubicBezTo>
                  <a:pt x="1161" y="225"/>
                  <a:pt x="1164" y="224"/>
                  <a:pt x="1167" y="224"/>
                </a:cubicBezTo>
                <a:cubicBezTo>
                  <a:pt x="1169" y="224"/>
                  <a:pt x="1171" y="224"/>
                  <a:pt x="1172" y="225"/>
                </a:cubicBezTo>
                <a:close/>
                <a:moveTo>
                  <a:pt x="1198" y="254"/>
                </a:moveTo>
                <a:cubicBezTo>
                  <a:pt x="1202" y="221"/>
                  <a:pt x="1202" y="221"/>
                  <a:pt x="1202" y="221"/>
                </a:cubicBezTo>
                <a:cubicBezTo>
                  <a:pt x="1201" y="220"/>
                  <a:pt x="1201" y="220"/>
                  <a:pt x="1201" y="220"/>
                </a:cubicBezTo>
                <a:cubicBezTo>
                  <a:pt x="1191" y="222"/>
                  <a:pt x="1191" y="222"/>
                  <a:pt x="1191" y="222"/>
                </a:cubicBezTo>
                <a:cubicBezTo>
                  <a:pt x="1190" y="224"/>
                  <a:pt x="1190" y="224"/>
                  <a:pt x="1190" y="224"/>
                </a:cubicBezTo>
                <a:cubicBezTo>
                  <a:pt x="1195" y="226"/>
                  <a:pt x="1195" y="226"/>
                  <a:pt x="1195" y="226"/>
                </a:cubicBezTo>
                <a:cubicBezTo>
                  <a:pt x="1194" y="233"/>
                  <a:pt x="1193" y="239"/>
                  <a:pt x="1192" y="243"/>
                </a:cubicBezTo>
                <a:cubicBezTo>
                  <a:pt x="1191" y="251"/>
                  <a:pt x="1191" y="255"/>
                  <a:pt x="1191" y="256"/>
                </a:cubicBezTo>
                <a:cubicBezTo>
                  <a:pt x="1190" y="258"/>
                  <a:pt x="1191" y="259"/>
                  <a:pt x="1192" y="260"/>
                </a:cubicBezTo>
                <a:cubicBezTo>
                  <a:pt x="1192" y="260"/>
                  <a:pt x="1194" y="261"/>
                  <a:pt x="1195" y="261"/>
                </a:cubicBezTo>
                <a:cubicBezTo>
                  <a:pt x="1197" y="261"/>
                  <a:pt x="1199" y="260"/>
                  <a:pt x="1200" y="259"/>
                </a:cubicBezTo>
                <a:cubicBezTo>
                  <a:pt x="1202" y="258"/>
                  <a:pt x="1203" y="257"/>
                  <a:pt x="1203" y="256"/>
                </a:cubicBezTo>
                <a:cubicBezTo>
                  <a:pt x="1202" y="254"/>
                  <a:pt x="1202" y="254"/>
                  <a:pt x="1202" y="254"/>
                </a:cubicBezTo>
                <a:cubicBezTo>
                  <a:pt x="1202" y="255"/>
                  <a:pt x="1201" y="256"/>
                  <a:pt x="1200" y="256"/>
                </a:cubicBezTo>
                <a:cubicBezTo>
                  <a:pt x="1200" y="256"/>
                  <a:pt x="1199" y="256"/>
                  <a:pt x="1199" y="256"/>
                </a:cubicBezTo>
                <a:cubicBezTo>
                  <a:pt x="1198" y="256"/>
                  <a:pt x="1198" y="256"/>
                  <a:pt x="1198" y="256"/>
                </a:cubicBezTo>
                <a:cubicBezTo>
                  <a:pt x="1198" y="256"/>
                  <a:pt x="1198" y="255"/>
                  <a:pt x="1198" y="255"/>
                </a:cubicBezTo>
                <a:lnTo>
                  <a:pt x="1198" y="254"/>
                </a:lnTo>
                <a:close/>
                <a:moveTo>
                  <a:pt x="1200" y="213"/>
                </a:moveTo>
                <a:cubicBezTo>
                  <a:pt x="1201" y="213"/>
                  <a:pt x="1202" y="212"/>
                  <a:pt x="1203" y="211"/>
                </a:cubicBezTo>
                <a:cubicBezTo>
                  <a:pt x="1204" y="210"/>
                  <a:pt x="1205" y="209"/>
                  <a:pt x="1205" y="207"/>
                </a:cubicBezTo>
                <a:cubicBezTo>
                  <a:pt x="1205" y="206"/>
                  <a:pt x="1204" y="206"/>
                  <a:pt x="1204" y="205"/>
                </a:cubicBezTo>
                <a:cubicBezTo>
                  <a:pt x="1203" y="204"/>
                  <a:pt x="1202" y="204"/>
                  <a:pt x="1201" y="204"/>
                </a:cubicBezTo>
                <a:cubicBezTo>
                  <a:pt x="1200" y="204"/>
                  <a:pt x="1198" y="204"/>
                  <a:pt x="1198" y="205"/>
                </a:cubicBezTo>
                <a:cubicBezTo>
                  <a:pt x="1197" y="206"/>
                  <a:pt x="1196" y="207"/>
                  <a:pt x="1196" y="209"/>
                </a:cubicBezTo>
                <a:cubicBezTo>
                  <a:pt x="1196" y="210"/>
                  <a:pt x="1197" y="211"/>
                  <a:pt x="1197" y="212"/>
                </a:cubicBezTo>
                <a:cubicBezTo>
                  <a:pt x="1198" y="212"/>
                  <a:pt x="1199" y="213"/>
                  <a:pt x="1200" y="213"/>
                </a:cubicBezTo>
                <a:close/>
                <a:moveTo>
                  <a:pt x="1237" y="228"/>
                </a:moveTo>
                <a:cubicBezTo>
                  <a:pt x="1238" y="229"/>
                  <a:pt x="1238" y="229"/>
                  <a:pt x="1238" y="229"/>
                </a:cubicBezTo>
                <a:cubicBezTo>
                  <a:pt x="1240" y="222"/>
                  <a:pt x="1240" y="222"/>
                  <a:pt x="1240" y="222"/>
                </a:cubicBezTo>
                <a:cubicBezTo>
                  <a:pt x="1239" y="221"/>
                  <a:pt x="1238" y="221"/>
                  <a:pt x="1237" y="221"/>
                </a:cubicBezTo>
                <a:cubicBezTo>
                  <a:pt x="1235" y="220"/>
                  <a:pt x="1234" y="220"/>
                  <a:pt x="1232" y="220"/>
                </a:cubicBezTo>
                <a:cubicBezTo>
                  <a:pt x="1228" y="220"/>
                  <a:pt x="1224" y="221"/>
                  <a:pt x="1221" y="224"/>
                </a:cubicBezTo>
                <a:cubicBezTo>
                  <a:pt x="1218" y="227"/>
                  <a:pt x="1216" y="230"/>
                  <a:pt x="1214" y="234"/>
                </a:cubicBezTo>
                <a:cubicBezTo>
                  <a:pt x="1213" y="237"/>
                  <a:pt x="1212" y="241"/>
                  <a:pt x="1212" y="245"/>
                </a:cubicBezTo>
                <a:cubicBezTo>
                  <a:pt x="1212" y="250"/>
                  <a:pt x="1213" y="254"/>
                  <a:pt x="1215" y="257"/>
                </a:cubicBezTo>
                <a:cubicBezTo>
                  <a:pt x="1217" y="259"/>
                  <a:pt x="1220" y="261"/>
                  <a:pt x="1224" y="261"/>
                </a:cubicBezTo>
                <a:cubicBezTo>
                  <a:pt x="1227" y="261"/>
                  <a:pt x="1230" y="260"/>
                  <a:pt x="1232" y="259"/>
                </a:cubicBezTo>
                <a:cubicBezTo>
                  <a:pt x="1235" y="257"/>
                  <a:pt x="1236" y="256"/>
                  <a:pt x="1238" y="254"/>
                </a:cubicBezTo>
                <a:cubicBezTo>
                  <a:pt x="1236" y="252"/>
                  <a:pt x="1236" y="252"/>
                  <a:pt x="1236" y="252"/>
                </a:cubicBezTo>
                <a:cubicBezTo>
                  <a:pt x="1235" y="253"/>
                  <a:pt x="1233" y="254"/>
                  <a:pt x="1232" y="255"/>
                </a:cubicBezTo>
                <a:cubicBezTo>
                  <a:pt x="1230" y="256"/>
                  <a:pt x="1229" y="256"/>
                  <a:pt x="1227" y="256"/>
                </a:cubicBezTo>
                <a:cubicBezTo>
                  <a:pt x="1224" y="256"/>
                  <a:pt x="1222" y="255"/>
                  <a:pt x="1221" y="253"/>
                </a:cubicBezTo>
                <a:cubicBezTo>
                  <a:pt x="1220" y="251"/>
                  <a:pt x="1219" y="248"/>
                  <a:pt x="1219" y="244"/>
                </a:cubicBezTo>
                <a:cubicBezTo>
                  <a:pt x="1219" y="240"/>
                  <a:pt x="1219" y="237"/>
                  <a:pt x="1221" y="234"/>
                </a:cubicBezTo>
                <a:cubicBezTo>
                  <a:pt x="1222" y="231"/>
                  <a:pt x="1223" y="229"/>
                  <a:pt x="1225" y="227"/>
                </a:cubicBezTo>
                <a:cubicBezTo>
                  <a:pt x="1227" y="225"/>
                  <a:pt x="1229" y="225"/>
                  <a:pt x="1231" y="225"/>
                </a:cubicBezTo>
                <a:cubicBezTo>
                  <a:pt x="1232" y="225"/>
                  <a:pt x="1235" y="226"/>
                  <a:pt x="1237" y="228"/>
                </a:cubicBezTo>
                <a:close/>
                <a:moveTo>
                  <a:pt x="1255" y="254"/>
                </a:moveTo>
                <a:cubicBezTo>
                  <a:pt x="1260" y="221"/>
                  <a:pt x="1260" y="221"/>
                  <a:pt x="1260" y="221"/>
                </a:cubicBezTo>
                <a:cubicBezTo>
                  <a:pt x="1259" y="220"/>
                  <a:pt x="1259" y="220"/>
                  <a:pt x="1259" y="220"/>
                </a:cubicBezTo>
                <a:cubicBezTo>
                  <a:pt x="1249" y="222"/>
                  <a:pt x="1249" y="222"/>
                  <a:pt x="1249" y="222"/>
                </a:cubicBezTo>
                <a:cubicBezTo>
                  <a:pt x="1248" y="224"/>
                  <a:pt x="1248" y="224"/>
                  <a:pt x="1248" y="224"/>
                </a:cubicBezTo>
                <a:cubicBezTo>
                  <a:pt x="1253" y="226"/>
                  <a:pt x="1253" y="226"/>
                  <a:pt x="1253" y="226"/>
                </a:cubicBezTo>
                <a:cubicBezTo>
                  <a:pt x="1252" y="233"/>
                  <a:pt x="1251" y="239"/>
                  <a:pt x="1250" y="243"/>
                </a:cubicBezTo>
                <a:cubicBezTo>
                  <a:pt x="1249" y="251"/>
                  <a:pt x="1248" y="255"/>
                  <a:pt x="1248" y="256"/>
                </a:cubicBezTo>
                <a:cubicBezTo>
                  <a:pt x="1248" y="258"/>
                  <a:pt x="1249" y="259"/>
                  <a:pt x="1249" y="260"/>
                </a:cubicBezTo>
                <a:cubicBezTo>
                  <a:pt x="1250" y="260"/>
                  <a:pt x="1251" y="261"/>
                  <a:pt x="1253" y="261"/>
                </a:cubicBezTo>
                <a:cubicBezTo>
                  <a:pt x="1255" y="261"/>
                  <a:pt x="1256" y="260"/>
                  <a:pt x="1258" y="259"/>
                </a:cubicBezTo>
                <a:cubicBezTo>
                  <a:pt x="1259" y="258"/>
                  <a:pt x="1260" y="257"/>
                  <a:pt x="1261" y="256"/>
                </a:cubicBezTo>
                <a:cubicBezTo>
                  <a:pt x="1260" y="254"/>
                  <a:pt x="1260" y="254"/>
                  <a:pt x="1260" y="254"/>
                </a:cubicBezTo>
                <a:cubicBezTo>
                  <a:pt x="1259" y="255"/>
                  <a:pt x="1259" y="256"/>
                  <a:pt x="1258" y="256"/>
                </a:cubicBezTo>
                <a:cubicBezTo>
                  <a:pt x="1258" y="256"/>
                  <a:pt x="1257" y="256"/>
                  <a:pt x="1256" y="256"/>
                </a:cubicBezTo>
                <a:cubicBezTo>
                  <a:pt x="1256" y="256"/>
                  <a:pt x="1256" y="256"/>
                  <a:pt x="1256" y="256"/>
                </a:cubicBezTo>
                <a:cubicBezTo>
                  <a:pt x="1255" y="256"/>
                  <a:pt x="1255" y="255"/>
                  <a:pt x="1255" y="255"/>
                </a:cubicBezTo>
                <a:lnTo>
                  <a:pt x="1255" y="254"/>
                </a:lnTo>
                <a:close/>
                <a:moveTo>
                  <a:pt x="1258" y="213"/>
                </a:moveTo>
                <a:cubicBezTo>
                  <a:pt x="1259" y="213"/>
                  <a:pt x="1260" y="212"/>
                  <a:pt x="1261" y="211"/>
                </a:cubicBezTo>
                <a:cubicBezTo>
                  <a:pt x="1262" y="210"/>
                  <a:pt x="1262" y="209"/>
                  <a:pt x="1262" y="207"/>
                </a:cubicBezTo>
                <a:cubicBezTo>
                  <a:pt x="1262" y="206"/>
                  <a:pt x="1262" y="206"/>
                  <a:pt x="1261" y="205"/>
                </a:cubicBezTo>
                <a:cubicBezTo>
                  <a:pt x="1261" y="204"/>
                  <a:pt x="1260" y="204"/>
                  <a:pt x="1259" y="204"/>
                </a:cubicBezTo>
                <a:cubicBezTo>
                  <a:pt x="1257" y="204"/>
                  <a:pt x="1256" y="204"/>
                  <a:pt x="1255" y="205"/>
                </a:cubicBezTo>
                <a:cubicBezTo>
                  <a:pt x="1254" y="206"/>
                  <a:pt x="1254" y="207"/>
                  <a:pt x="1254" y="209"/>
                </a:cubicBezTo>
                <a:cubicBezTo>
                  <a:pt x="1254" y="210"/>
                  <a:pt x="1254" y="211"/>
                  <a:pt x="1255" y="212"/>
                </a:cubicBezTo>
                <a:cubicBezTo>
                  <a:pt x="1256" y="212"/>
                  <a:pt x="1257" y="213"/>
                  <a:pt x="1258" y="213"/>
                </a:cubicBezTo>
                <a:close/>
                <a:moveTo>
                  <a:pt x="1282" y="229"/>
                </a:moveTo>
                <a:cubicBezTo>
                  <a:pt x="1283" y="221"/>
                  <a:pt x="1283" y="221"/>
                  <a:pt x="1283" y="221"/>
                </a:cubicBezTo>
                <a:cubicBezTo>
                  <a:pt x="1281" y="220"/>
                  <a:pt x="1281" y="220"/>
                  <a:pt x="1281" y="220"/>
                </a:cubicBezTo>
                <a:cubicBezTo>
                  <a:pt x="1273" y="222"/>
                  <a:pt x="1273" y="222"/>
                  <a:pt x="1273" y="222"/>
                </a:cubicBezTo>
                <a:cubicBezTo>
                  <a:pt x="1272" y="224"/>
                  <a:pt x="1272" y="224"/>
                  <a:pt x="1272" y="224"/>
                </a:cubicBezTo>
                <a:cubicBezTo>
                  <a:pt x="1275" y="226"/>
                  <a:pt x="1275" y="226"/>
                  <a:pt x="1275" y="226"/>
                </a:cubicBezTo>
                <a:cubicBezTo>
                  <a:pt x="1271" y="260"/>
                  <a:pt x="1271" y="260"/>
                  <a:pt x="1271" y="260"/>
                </a:cubicBezTo>
                <a:cubicBezTo>
                  <a:pt x="1278" y="260"/>
                  <a:pt x="1278" y="260"/>
                  <a:pt x="1278" y="260"/>
                </a:cubicBezTo>
                <a:cubicBezTo>
                  <a:pt x="1281" y="235"/>
                  <a:pt x="1281" y="235"/>
                  <a:pt x="1281" y="235"/>
                </a:cubicBezTo>
                <a:cubicBezTo>
                  <a:pt x="1283" y="232"/>
                  <a:pt x="1285" y="230"/>
                  <a:pt x="1287" y="228"/>
                </a:cubicBezTo>
                <a:cubicBezTo>
                  <a:pt x="1289" y="226"/>
                  <a:pt x="1291" y="225"/>
                  <a:pt x="1293" y="225"/>
                </a:cubicBezTo>
                <a:cubicBezTo>
                  <a:pt x="1295" y="225"/>
                  <a:pt x="1296" y="226"/>
                  <a:pt x="1297" y="226"/>
                </a:cubicBezTo>
                <a:cubicBezTo>
                  <a:pt x="1297" y="227"/>
                  <a:pt x="1298" y="229"/>
                  <a:pt x="1298" y="231"/>
                </a:cubicBezTo>
                <a:cubicBezTo>
                  <a:pt x="1298" y="233"/>
                  <a:pt x="1297" y="234"/>
                  <a:pt x="1297" y="236"/>
                </a:cubicBezTo>
                <a:cubicBezTo>
                  <a:pt x="1297" y="238"/>
                  <a:pt x="1297" y="240"/>
                  <a:pt x="1296" y="243"/>
                </a:cubicBezTo>
                <a:cubicBezTo>
                  <a:pt x="1296" y="245"/>
                  <a:pt x="1296" y="245"/>
                  <a:pt x="1296" y="245"/>
                </a:cubicBezTo>
                <a:cubicBezTo>
                  <a:pt x="1295" y="248"/>
                  <a:pt x="1295" y="248"/>
                  <a:pt x="1295" y="248"/>
                </a:cubicBezTo>
                <a:cubicBezTo>
                  <a:pt x="1294" y="252"/>
                  <a:pt x="1294" y="255"/>
                  <a:pt x="1294" y="256"/>
                </a:cubicBezTo>
                <a:cubicBezTo>
                  <a:pt x="1294" y="259"/>
                  <a:pt x="1295" y="261"/>
                  <a:pt x="1298" y="261"/>
                </a:cubicBezTo>
                <a:cubicBezTo>
                  <a:pt x="1300" y="261"/>
                  <a:pt x="1301" y="260"/>
                  <a:pt x="1302" y="260"/>
                </a:cubicBezTo>
                <a:cubicBezTo>
                  <a:pt x="1303" y="259"/>
                  <a:pt x="1304" y="259"/>
                  <a:pt x="1305" y="258"/>
                </a:cubicBezTo>
                <a:cubicBezTo>
                  <a:pt x="1305" y="258"/>
                  <a:pt x="1306" y="257"/>
                  <a:pt x="1306" y="257"/>
                </a:cubicBezTo>
                <a:cubicBezTo>
                  <a:pt x="1305" y="255"/>
                  <a:pt x="1305" y="255"/>
                  <a:pt x="1305" y="255"/>
                </a:cubicBezTo>
                <a:cubicBezTo>
                  <a:pt x="1304" y="256"/>
                  <a:pt x="1303" y="256"/>
                  <a:pt x="1302" y="256"/>
                </a:cubicBezTo>
                <a:cubicBezTo>
                  <a:pt x="1301" y="256"/>
                  <a:pt x="1301" y="256"/>
                  <a:pt x="1301" y="255"/>
                </a:cubicBezTo>
                <a:cubicBezTo>
                  <a:pt x="1301" y="253"/>
                  <a:pt x="1301" y="250"/>
                  <a:pt x="1302" y="246"/>
                </a:cubicBezTo>
                <a:cubicBezTo>
                  <a:pt x="1303" y="243"/>
                  <a:pt x="1303" y="243"/>
                  <a:pt x="1303" y="243"/>
                </a:cubicBezTo>
                <a:cubicBezTo>
                  <a:pt x="1303" y="241"/>
                  <a:pt x="1303" y="241"/>
                  <a:pt x="1303" y="241"/>
                </a:cubicBezTo>
                <a:cubicBezTo>
                  <a:pt x="1304" y="236"/>
                  <a:pt x="1305" y="232"/>
                  <a:pt x="1305" y="230"/>
                </a:cubicBezTo>
                <a:cubicBezTo>
                  <a:pt x="1305" y="227"/>
                  <a:pt x="1304" y="224"/>
                  <a:pt x="1302" y="223"/>
                </a:cubicBezTo>
                <a:cubicBezTo>
                  <a:pt x="1301" y="221"/>
                  <a:pt x="1299" y="220"/>
                  <a:pt x="1296" y="220"/>
                </a:cubicBezTo>
                <a:cubicBezTo>
                  <a:pt x="1294" y="220"/>
                  <a:pt x="1291" y="221"/>
                  <a:pt x="1289" y="223"/>
                </a:cubicBezTo>
                <a:cubicBezTo>
                  <a:pt x="1286" y="224"/>
                  <a:pt x="1284" y="227"/>
                  <a:pt x="1282" y="229"/>
                </a:cubicBezTo>
                <a:close/>
                <a:moveTo>
                  <a:pt x="1342" y="253"/>
                </a:moveTo>
                <a:cubicBezTo>
                  <a:pt x="1340" y="251"/>
                  <a:pt x="1340" y="251"/>
                  <a:pt x="1340" y="251"/>
                </a:cubicBezTo>
                <a:cubicBezTo>
                  <a:pt x="1339" y="253"/>
                  <a:pt x="1337" y="254"/>
                  <a:pt x="1335" y="255"/>
                </a:cubicBezTo>
                <a:cubicBezTo>
                  <a:pt x="1333" y="256"/>
                  <a:pt x="1331" y="256"/>
                  <a:pt x="1329" y="256"/>
                </a:cubicBezTo>
                <a:cubicBezTo>
                  <a:pt x="1326" y="256"/>
                  <a:pt x="1323" y="255"/>
                  <a:pt x="1322" y="253"/>
                </a:cubicBezTo>
                <a:cubicBezTo>
                  <a:pt x="1321" y="250"/>
                  <a:pt x="1320" y="247"/>
                  <a:pt x="1320" y="244"/>
                </a:cubicBezTo>
                <a:cubicBezTo>
                  <a:pt x="1323" y="244"/>
                  <a:pt x="1327" y="244"/>
                  <a:pt x="1330" y="242"/>
                </a:cubicBezTo>
                <a:cubicBezTo>
                  <a:pt x="1334" y="241"/>
                  <a:pt x="1337" y="240"/>
                  <a:pt x="1340" y="237"/>
                </a:cubicBezTo>
                <a:cubicBezTo>
                  <a:pt x="1342" y="235"/>
                  <a:pt x="1344" y="232"/>
                  <a:pt x="1344" y="229"/>
                </a:cubicBezTo>
                <a:cubicBezTo>
                  <a:pt x="1344" y="226"/>
                  <a:pt x="1343" y="224"/>
                  <a:pt x="1341" y="223"/>
                </a:cubicBezTo>
                <a:cubicBezTo>
                  <a:pt x="1340" y="221"/>
                  <a:pt x="1337" y="220"/>
                  <a:pt x="1334" y="220"/>
                </a:cubicBezTo>
                <a:cubicBezTo>
                  <a:pt x="1330" y="220"/>
                  <a:pt x="1326" y="221"/>
                  <a:pt x="1323" y="224"/>
                </a:cubicBezTo>
                <a:cubicBezTo>
                  <a:pt x="1320" y="226"/>
                  <a:pt x="1318" y="229"/>
                  <a:pt x="1316" y="233"/>
                </a:cubicBezTo>
                <a:cubicBezTo>
                  <a:pt x="1314" y="237"/>
                  <a:pt x="1313" y="241"/>
                  <a:pt x="1313" y="246"/>
                </a:cubicBezTo>
                <a:cubicBezTo>
                  <a:pt x="1313" y="248"/>
                  <a:pt x="1314" y="251"/>
                  <a:pt x="1315" y="253"/>
                </a:cubicBezTo>
                <a:cubicBezTo>
                  <a:pt x="1316" y="255"/>
                  <a:pt x="1317" y="257"/>
                  <a:pt x="1319" y="259"/>
                </a:cubicBezTo>
                <a:cubicBezTo>
                  <a:pt x="1321" y="260"/>
                  <a:pt x="1324" y="261"/>
                  <a:pt x="1327" y="261"/>
                </a:cubicBezTo>
                <a:cubicBezTo>
                  <a:pt x="1330" y="261"/>
                  <a:pt x="1333" y="260"/>
                  <a:pt x="1336" y="258"/>
                </a:cubicBezTo>
                <a:cubicBezTo>
                  <a:pt x="1339" y="257"/>
                  <a:pt x="1341" y="255"/>
                  <a:pt x="1342" y="253"/>
                </a:cubicBezTo>
                <a:close/>
                <a:moveTo>
                  <a:pt x="1332" y="224"/>
                </a:moveTo>
                <a:cubicBezTo>
                  <a:pt x="1334" y="224"/>
                  <a:pt x="1335" y="224"/>
                  <a:pt x="1336" y="225"/>
                </a:cubicBezTo>
                <a:cubicBezTo>
                  <a:pt x="1337" y="226"/>
                  <a:pt x="1337" y="228"/>
                  <a:pt x="1337" y="229"/>
                </a:cubicBezTo>
                <a:cubicBezTo>
                  <a:pt x="1337" y="232"/>
                  <a:pt x="1336" y="234"/>
                  <a:pt x="1334" y="235"/>
                </a:cubicBezTo>
                <a:cubicBezTo>
                  <a:pt x="1333" y="237"/>
                  <a:pt x="1331" y="238"/>
                  <a:pt x="1328" y="239"/>
                </a:cubicBezTo>
                <a:cubicBezTo>
                  <a:pt x="1325" y="240"/>
                  <a:pt x="1323" y="241"/>
                  <a:pt x="1321" y="241"/>
                </a:cubicBezTo>
                <a:cubicBezTo>
                  <a:pt x="1321" y="238"/>
                  <a:pt x="1321" y="236"/>
                  <a:pt x="1322" y="233"/>
                </a:cubicBezTo>
                <a:cubicBezTo>
                  <a:pt x="1323" y="230"/>
                  <a:pt x="1325" y="228"/>
                  <a:pt x="1326" y="226"/>
                </a:cubicBezTo>
                <a:cubicBezTo>
                  <a:pt x="1328" y="225"/>
                  <a:pt x="1330" y="224"/>
                  <a:pt x="1332" y="22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180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CA018DF-7EFB-4D08-89D5-E61FB47F425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996940" y="4886690"/>
            <a:ext cx="2416810" cy="117148"/>
          </a:xfrm>
        </p:spPr>
        <p:txBody>
          <a:bodyPr wrap="square">
            <a:spAutoFit/>
          </a:bodyPr>
          <a:lstStyle>
            <a:lvl1pPr marL="0" indent="0">
              <a:buNone/>
              <a:defRPr sz="750" cap="all" spc="110" baseline="0">
                <a:solidFill>
                  <a:schemeClr val="tx2"/>
                </a:solidFill>
              </a:defRPr>
            </a:lvl1pPr>
          </a:lstStyle>
          <a:p>
            <a:pPr lvl="0">
              <a:buNone/>
            </a:pPr>
            <a:r>
              <a:t>CLICK TO EDIT MASTER TEXT</a:t>
            </a: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Light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2927F7C-53AC-400F-8DAD-235A2AF61FB8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0" y="1"/>
            <a:ext cx="9144000" cy="471011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2D74F39-96DB-4808-8693-9F55A9D7DB98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2" y="1172309"/>
            <a:ext cx="5802922" cy="3971191"/>
          </a:xfrm>
          <a:prstGeom prst="rect">
            <a:avLst/>
          </a:prstGeom>
          <a:solidFill>
            <a:srgbClr val="E2E1E7"/>
          </a:solidFill>
        </p:spPr>
        <p:txBody>
          <a:bodyPr lIns="502920" tIns="274320" rIns="457200" bIns="457200"/>
          <a:lstStyle>
            <a:lvl1pPr marL="0" indent="0">
              <a:lnSpc>
                <a:spcPct val="100000"/>
              </a:lnSpc>
              <a:buNone/>
              <a:defRPr sz="30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  <a:lvl2pPr marL="0" indent="0">
              <a:spcBef>
                <a:spcPts val="900"/>
              </a:spcBef>
              <a:buNone/>
              <a:defRPr sz="15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2pPr>
            <a:lvl3pPr marL="457189" indent="0">
              <a:buNone/>
              <a:defRPr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3pPr>
            <a:lvl4pPr marL="692133" indent="0">
              <a:buNone/>
              <a:defRPr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4pPr>
            <a:lvl5pPr marL="914378" indent="0">
              <a:buNone/>
              <a:defRPr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F4989A-12A1-47D7-BC5C-7725062A72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5780" y="3566160"/>
            <a:ext cx="4846320" cy="156646"/>
          </a:xfrm>
        </p:spPr>
        <p:txBody>
          <a:bodyPr anchor="b">
            <a:spAutoFit/>
          </a:bodyPr>
          <a:lstStyle>
            <a:lvl1pPr marL="0" indent="0" algn="l">
              <a:buNone/>
              <a:defRPr sz="1000" i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t>Click to edit Master subtitle style</a:t>
            </a:r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6EF64205-A64B-4137-BA41-5E5CFE0F359E}"/>
              </a:ext>
            </a:extLst>
          </p:cNvPr>
          <p:cNvSpPr>
            <a:spLocks noGrp="1"/>
          </p:cNvSpPr>
          <p:nvPr/>
        </p:nvSpPr>
        <p:spPr>
          <a:xfrm>
            <a:off x="482707" y="433839"/>
            <a:ext cx="2192207" cy="410518"/>
          </a:xfrm>
          <a:custGeom>
            <a:avLst/>
            <a:gdLst>
              <a:gd name="T0" fmla="*/ 225 w 1440"/>
              <a:gd name="T1" fmla="*/ 110 h 267"/>
              <a:gd name="T2" fmla="*/ 317 w 1440"/>
              <a:gd name="T3" fmla="*/ 7 h 267"/>
              <a:gd name="T4" fmla="*/ 475 w 1440"/>
              <a:gd name="T5" fmla="*/ 19 h 267"/>
              <a:gd name="T6" fmla="*/ 830 w 1440"/>
              <a:gd name="T7" fmla="*/ 7 h 267"/>
              <a:gd name="T8" fmla="*/ 130 w 1440"/>
              <a:gd name="T9" fmla="*/ 210 h 267"/>
              <a:gd name="T10" fmla="*/ 437 w 1440"/>
              <a:gd name="T11" fmla="*/ 209 h 267"/>
              <a:gd name="T12" fmla="*/ 493 w 1440"/>
              <a:gd name="T13" fmla="*/ 198 h 267"/>
              <a:gd name="T14" fmla="*/ 866 w 1440"/>
              <a:gd name="T15" fmla="*/ 171 h 267"/>
              <a:gd name="T16" fmla="*/ 737 w 1440"/>
              <a:gd name="T17" fmla="*/ 261 h 267"/>
              <a:gd name="T18" fmla="*/ 958 w 1440"/>
              <a:gd name="T19" fmla="*/ 172 h 267"/>
              <a:gd name="T20" fmla="*/ 906 w 1440"/>
              <a:gd name="T21" fmla="*/ 254 h 267"/>
              <a:gd name="T22" fmla="*/ 309 w 1440"/>
              <a:gd name="T23" fmla="*/ 260 h 267"/>
              <a:gd name="T24" fmla="*/ 1053 w 1440"/>
              <a:gd name="T25" fmla="*/ 31 h 267"/>
              <a:gd name="T26" fmla="*/ 1075 w 1440"/>
              <a:gd name="T27" fmla="*/ 44 h 267"/>
              <a:gd name="T28" fmla="*/ 1091 w 1440"/>
              <a:gd name="T29" fmla="*/ 22 h 267"/>
              <a:gd name="T30" fmla="*/ 1107 w 1440"/>
              <a:gd name="T31" fmla="*/ 27 h 267"/>
              <a:gd name="T32" fmla="*/ 1125 w 1440"/>
              <a:gd name="T33" fmla="*/ 55 h 267"/>
              <a:gd name="T34" fmla="*/ 1159 w 1440"/>
              <a:gd name="T35" fmla="*/ 53 h 267"/>
              <a:gd name="T36" fmla="*/ 1160 w 1440"/>
              <a:gd name="T37" fmla="*/ 57 h 267"/>
              <a:gd name="T38" fmla="*/ 1177 w 1440"/>
              <a:gd name="T39" fmla="*/ 23 h 267"/>
              <a:gd name="T40" fmla="*/ 1207 w 1440"/>
              <a:gd name="T41" fmla="*/ 58 h 267"/>
              <a:gd name="T42" fmla="*/ 1245 w 1440"/>
              <a:gd name="T43" fmla="*/ 27 h 267"/>
              <a:gd name="T44" fmla="*/ 1225 w 1440"/>
              <a:gd name="T45" fmla="*/ 43 h 267"/>
              <a:gd name="T46" fmla="*/ 1271 w 1440"/>
              <a:gd name="T47" fmla="*/ 19 h 267"/>
              <a:gd name="T48" fmla="*/ 1259 w 1440"/>
              <a:gd name="T49" fmla="*/ 32 h 267"/>
              <a:gd name="T50" fmla="*/ 1290 w 1440"/>
              <a:gd name="T51" fmla="*/ 54 h 267"/>
              <a:gd name="T52" fmla="*/ 1310 w 1440"/>
              <a:gd name="T53" fmla="*/ 25 h 267"/>
              <a:gd name="T54" fmla="*/ 1059 w 1440"/>
              <a:gd name="T55" fmla="*/ 110 h 267"/>
              <a:gd name="T56" fmla="*/ 1099 w 1440"/>
              <a:gd name="T57" fmla="*/ 134 h 267"/>
              <a:gd name="T58" fmla="*/ 1120 w 1440"/>
              <a:gd name="T59" fmla="*/ 156 h 267"/>
              <a:gd name="T60" fmla="*/ 1141 w 1440"/>
              <a:gd name="T61" fmla="*/ 123 h 267"/>
              <a:gd name="T62" fmla="*/ 1148 w 1440"/>
              <a:gd name="T63" fmla="*/ 175 h 267"/>
              <a:gd name="T64" fmla="*/ 1184 w 1440"/>
              <a:gd name="T65" fmla="*/ 119 h 267"/>
              <a:gd name="T66" fmla="*/ 1181 w 1440"/>
              <a:gd name="T67" fmla="*/ 153 h 267"/>
              <a:gd name="T68" fmla="*/ 1201 w 1440"/>
              <a:gd name="T69" fmla="*/ 125 h 267"/>
              <a:gd name="T70" fmla="*/ 1230 w 1440"/>
              <a:gd name="T71" fmla="*/ 157 h 267"/>
              <a:gd name="T72" fmla="*/ 1260 w 1440"/>
              <a:gd name="T73" fmla="*/ 154 h 267"/>
              <a:gd name="T74" fmla="*/ 1261 w 1440"/>
              <a:gd name="T75" fmla="*/ 158 h 267"/>
              <a:gd name="T76" fmla="*/ 1284 w 1440"/>
              <a:gd name="T77" fmla="*/ 152 h 267"/>
              <a:gd name="T78" fmla="*/ 1294 w 1440"/>
              <a:gd name="T79" fmla="*/ 123 h 267"/>
              <a:gd name="T80" fmla="*/ 1317 w 1440"/>
              <a:gd name="T81" fmla="*/ 125 h 267"/>
              <a:gd name="T82" fmla="*/ 1342 w 1440"/>
              <a:gd name="T83" fmla="*/ 121 h 267"/>
              <a:gd name="T84" fmla="*/ 1351 w 1440"/>
              <a:gd name="T85" fmla="*/ 112 h 267"/>
              <a:gd name="T86" fmla="*/ 1364 w 1440"/>
              <a:gd name="T87" fmla="*/ 159 h 267"/>
              <a:gd name="T88" fmla="*/ 1399 w 1440"/>
              <a:gd name="T89" fmla="*/ 156 h 267"/>
              <a:gd name="T90" fmla="*/ 1432 w 1440"/>
              <a:gd name="T91" fmla="*/ 120 h 267"/>
              <a:gd name="T92" fmla="*/ 1410 w 1440"/>
              <a:gd name="T93" fmla="*/ 176 h 267"/>
              <a:gd name="T94" fmla="*/ 1076 w 1440"/>
              <a:gd name="T95" fmla="*/ 242 h 267"/>
              <a:gd name="T96" fmla="*/ 1062 w 1440"/>
              <a:gd name="T97" fmla="*/ 225 h 267"/>
              <a:gd name="T98" fmla="*/ 1091 w 1440"/>
              <a:gd name="T99" fmla="*/ 208 h 267"/>
              <a:gd name="T100" fmla="*/ 1112 w 1440"/>
              <a:gd name="T101" fmla="*/ 233 h 267"/>
              <a:gd name="T102" fmla="*/ 1128 w 1440"/>
              <a:gd name="T103" fmla="*/ 224 h 267"/>
              <a:gd name="T104" fmla="*/ 1168 w 1440"/>
              <a:gd name="T105" fmla="*/ 255 h 267"/>
              <a:gd name="T106" fmla="*/ 1154 w 1440"/>
              <a:gd name="T107" fmla="*/ 236 h 267"/>
              <a:gd name="T108" fmla="*/ 1203 w 1440"/>
              <a:gd name="T109" fmla="*/ 256 h 267"/>
              <a:gd name="T110" fmla="*/ 1200 w 1440"/>
              <a:gd name="T111" fmla="*/ 213 h 267"/>
              <a:gd name="T112" fmla="*/ 1227 w 1440"/>
              <a:gd name="T113" fmla="*/ 256 h 267"/>
              <a:gd name="T114" fmla="*/ 1249 w 1440"/>
              <a:gd name="T115" fmla="*/ 260 h 267"/>
              <a:gd name="T116" fmla="*/ 1255 w 1440"/>
              <a:gd name="T117" fmla="*/ 205 h 267"/>
              <a:gd name="T118" fmla="*/ 1297 w 1440"/>
              <a:gd name="T119" fmla="*/ 226 h 267"/>
              <a:gd name="T120" fmla="*/ 1303 w 1440"/>
              <a:gd name="T121" fmla="*/ 243 h 267"/>
              <a:gd name="T122" fmla="*/ 1344 w 1440"/>
              <a:gd name="T123" fmla="*/ 229 h 267"/>
              <a:gd name="T124" fmla="*/ 1328 w 1440"/>
              <a:gd name="T125" fmla="*/ 239 h 267"/>
            </a:gdLst>
            <a:ahLst/>
            <a:cxnLst/>
            <a:rect l="0" t="0" r="r" b="b"/>
            <a:pathLst>
              <a:path w="1440" h="267">
                <a:moveTo>
                  <a:pt x="17" y="110"/>
                </a:moveTo>
                <a:cubicBezTo>
                  <a:pt x="3" y="110"/>
                  <a:pt x="3" y="110"/>
                  <a:pt x="3" y="110"/>
                </a:cubicBezTo>
                <a:cubicBezTo>
                  <a:pt x="3" y="1"/>
                  <a:pt x="3" y="1"/>
                  <a:pt x="3" y="1"/>
                </a:cubicBezTo>
                <a:cubicBezTo>
                  <a:pt x="81" y="83"/>
                  <a:pt x="81" y="83"/>
                  <a:pt x="81" y="83"/>
                </a:cubicBezTo>
                <a:cubicBezTo>
                  <a:pt x="81" y="7"/>
                  <a:pt x="81" y="7"/>
                  <a:pt x="81" y="7"/>
                </a:cubicBezTo>
                <a:cubicBezTo>
                  <a:pt x="95" y="7"/>
                  <a:pt x="95" y="7"/>
                  <a:pt x="95" y="7"/>
                </a:cubicBezTo>
                <a:cubicBezTo>
                  <a:pt x="95" y="117"/>
                  <a:pt x="95" y="117"/>
                  <a:pt x="95" y="117"/>
                </a:cubicBezTo>
                <a:cubicBezTo>
                  <a:pt x="17" y="35"/>
                  <a:pt x="17" y="35"/>
                  <a:pt x="17" y="35"/>
                </a:cubicBezTo>
                <a:lnTo>
                  <a:pt x="17" y="110"/>
                </a:lnTo>
                <a:close/>
                <a:moveTo>
                  <a:pt x="130" y="110"/>
                </a:moveTo>
                <a:cubicBezTo>
                  <a:pt x="145" y="110"/>
                  <a:pt x="145" y="110"/>
                  <a:pt x="145" y="110"/>
                </a:cubicBezTo>
                <a:cubicBezTo>
                  <a:pt x="178" y="33"/>
                  <a:pt x="178" y="33"/>
                  <a:pt x="178" y="33"/>
                </a:cubicBezTo>
                <a:cubicBezTo>
                  <a:pt x="210" y="109"/>
                  <a:pt x="210" y="109"/>
                  <a:pt x="210" y="109"/>
                </a:cubicBezTo>
                <a:cubicBezTo>
                  <a:pt x="210" y="110"/>
                  <a:pt x="210" y="110"/>
                  <a:pt x="210" y="110"/>
                </a:cubicBezTo>
                <a:cubicBezTo>
                  <a:pt x="225" y="110"/>
                  <a:pt x="225" y="110"/>
                  <a:pt x="225" y="110"/>
                </a:cubicBezTo>
                <a:cubicBezTo>
                  <a:pt x="178" y="0"/>
                  <a:pt x="178" y="0"/>
                  <a:pt x="178" y="0"/>
                </a:cubicBezTo>
                <a:lnTo>
                  <a:pt x="130" y="110"/>
                </a:lnTo>
                <a:close/>
                <a:moveTo>
                  <a:pt x="700" y="110"/>
                </a:moveTo>
                <a:cubicBezTo>
                  <a:pt x="715" y="110"/>
                  <a:pt x="715" y="110"/>
                  <a:pt x="715" y="110"/>
                </a:cubicBezTo>
                <a:cubicBezTo>
                  <a:pt x="748" y="33"/>
                  <a:pt x="748" y="33"/>
                  <a:pt x="748" y="33"/>
                </a:cubicBezTo>
                <a:cubicBezTo>
                  <a:pt x="780" y="109"/>
                  <a:pt x="780" y="109"/>
                  <a:pt x="780" y="109"/>
                </a:cubicBezTo>
                <a:cubicBezTo>
                  <a:pt x="780" y="110"/>
                  <a:pt x="780" y="110"/>
                  <a:pt x="780" y="110"/>
                </a:cubicBezTo>
                <a:cubicBezTo>
                  <a:pt x="795" y="110"/>
                  <a:pt x="795" y="110"/>
                  <a:pt x="795" y="110"/>
                </a:cubicBezTo>
                <a:cubicBezTo>
                  <a:pt x="748" y="0"/>
                  <a:pt x="748" y="0"/>
                  <a:pt x="748" y="0"/>
                </a:cubicBezTo>
                <a:lnTo>
                  <a:pt x="700" y="110"/>
                </a:lnTo>
                <a:close/>
                <a:moveTo>
                  <a:pt x="273" y="110"/>
                </a:moveTo>
                <a:cubicBezTo>
                  <a:pt x="286" y="110"/>
                  <a:pt x="286" y="110"/>
                  <a:pt x="286" y="110"/>
                </a:cubicBezTo>
                <a:cubicBezTo>
                  <a:pt x="286" y="20"/>
                  <a:pt x="286" y="20"/>
                  <a:pt x="286" y="20"/>
                </a:cubicBezTo>
                <a:cubicBezTo>
                  <a:pt x="317" y="20"/>
                  <a:pt x="317" y="20"/>
                  <a:pt x="317" y="20"/>
                </a:cubicBezTo>
                <a:cubicBezTo>
                  <a:pt x="317" y="7"/>
                  <a:pt x="317" y="7"/>
                  <a:pt x="317" y="7"/>
                </a:cubicBezTo>
                <a:cubicBezTo>
                  <a:pt x="242" y="7"/>
                  <a:pt x="242" y="7"/>
                  <a:pt x="242" y="7"/>
                </a:cubicBezTo>
                <a:cubicBezTo>
                  <a:pt x="242" y="20"/>
                  <a:pt x="242" y="20"/>
                  <a:pt x="242" y="20"/>
                </a:cubicBezTo>
                <a:cubicBezTo>
                  <a:pt x="273" y="20"/>
                  <a:pt x="273" y="20"/>
                  <a:pt x="273" y="20"/>
                </a:cubicBezTo>
                <a:lnTo>
                  <a:pt x="273" y="110"/>
                </a:lnTo>
                <a:close/>
                <a:moveTo>
                  <a:pt x="374" y="7"/>
                </a:moveTo>
                <a:cubicBezTo>
                  <a:pt x="360" y="7"/>
                  <a:pt x="360" y="7"/>
                  <a:pt x="360" y="7"/>
                </a:cubicBezTo>
                <a:cubicBezTo>
                  <a:pt x="360" y="110"/>
                  <a:pt x="360" y="110"/>
                  <a:pt x="360" y="110"/>
                </a:cubicBezTo>
                <a:cubicBezTo>
                  <a:pt x="374" y="110"/>
                  <a:pt x="374" y="110"/>
                  <a:pt x="374" y="110"/>
                </a:cubicBezTo>
                <a:lnTo>
                  <a:pt x="374" y="7"/>
                </a:lnTo>
                <a:close/>
                <a:moveTo>
                  <a:pt x="475" y="112"/>
                </a:moveTo>
                <a:cubicBezTo>
                  <a:pt x="445" y="112"/>
                  <a:pt x="421" y="88"/>
                  <a:pt x="421" y="59"/>
                </a:cubicBezTo>
                <a:cubicBezTo>
                  <a:pt x="421" y="29"/>
                  <a:pt x="445" y="5"/>
                  <a:pt x="475" y="5"/>
                </a:cubicBezTo>
                <a:cubicBezTo>
                  <a:pt x="505" y="5"/>
                  <a:pt x="528" y="29"/>
                  <a:pt x="528" y="59"/>
                </a:cubicBezTo>
                <a:cubicBezTo>
                  <a:pt x="528" y="88"/>
                  <a:pt x="505" y="112"/>
                  <a:pt x="475" y="112"/>
                </a:cubicBezTo>
                <a:close/>
                <a:moveTo>
                  <a:pt x="475" y="19"/>
                </a:moveTo>
                <a:cubicBezTo>
                  <a:pt x="453" y="19"/>
                  <a:pt x="435" y="37"/>
                  <a:pt x="435" y="59"/>
                </a:cubicBezTo>
                <a:cubicBezTo>
                  <a:pt x="435" y="81"/>
                  <a:pt x="453" y="99"/>
                  <a:pt x="475" y="99"/>
                </a:cubicBezTo>
                <a:cubicBezTo>
                  <a:pt x="497" y="99"/>
                  <a:pt x="514" y="81"/>
                  <a:pt x="514" y="59"/>
                </a:cubicBezTo>
                <a:cubicBezTo>
                  <a:pt x="514" y="37"/>
                  <a:pt x="497" y="19"/>
                  <a:pt x="475" y="19"/>
                </a:cubicBezTo>
                <a:close/>
                <a:moveTo>
                  <a:pt x="586" y="35"/>
                </a:moveTo>
                <a:cubicBezTo>
                  <a:pt x="664" y="117"/>
                  <a:pt x="664" y="117"/>
                  <a:pt x="664" y="117"/>
                </a:cubicBezTo>
                <a:cubicBezTo>
                  <a:pt x="664" y="7"/>
                  <a:pt x="664" y="7"/>
                  <a:pt x="664" y="7"/>
                </a:cubicBezTo>
                <a:cubicBezTo>
                  <a:pt x="650" y="7"/>
                  <a:pt x="650" y="7"/>
                  <a:pt x="650" y="7"/>
                </a:cubicBezTo>
                <a:cubicBezTo>
                  <a:pt x="650" y="83"/>
                  <a:pt x="650" y="83"/>
                  <a:pt x="650" y="83"/>
                </a:cubicBezTo>
                <a:cubicBezTo>
                  <a:pt x="572" y="1"/>
                  <a:pt x="572" y="1"/>
                  <a:pt x="572" y="1"/>
                </a:cubicBezTo>
                <a:cubicBezTo>
                  <a:pt x="572" y="110"/>
                  <a:pt x="572" y="110"/>
                  <a:pt x="572" y="110"/>
                </a:cubicBezTo>
                <a:cubicBezTo>
                  <a:pt x="586" y="110"/>
                  <a:pt x="586" y="110"/>
                  <a:pt x="586" y="110"/>
                </a:cubicBezTo>
                <a:lnTo>
                  <a:pt x="586" y="35"/>
                </a:lnTo>
                <a:close/>
                <a:moveTo>
                  <a:pt x="843" y="7"/>
                </a:moveTo>
                <a:cubicBezTo>
                  <a:pt x="830" y="7"/>
                  <a:pt x="830" y="7"/>
                  <a:pt x="830" y="7"/>
                </a:cubicBezTo>
                <a:cubicBezTo>
                  <a:pt x="830" y="110"/>
                  <a:pt x="830" y="110"/>
                  <a:pt x="830" y="110"/>
                </a:cubicBezTo>
                <a:cubicBezTo>
                  <a:pt x="885" y="110"/>
                  <a:pt x="885" y="110"/>
                  <a:pt x="885" y="110"/>
                </a:cubicBezTo>
                <a:cubicBezTo>
                  <a:pt x="885" y="97"/>
                  <a:pt x="885" y="97"/>
                  <a:pt x="885" y="97"/>
                </a:cubicBezTo>
                <a:cubicBezTo>
                  <a:pt x="843" y="97"/>
                  <a:pt x="843" y="97"/>
                  <a:pt x="843" y="97"/>
                </a:cubicBezTo>
                <a:lnTo>
                  <a:pt x="843" y="7"/>
                </a:lnTo>
                <a:close/>
                <a:moveTo>
                  <a:pt x="169" y="156"/>
                </a:moveTo>
                <a:cubicBezTo>
                  <a:pt x="139" y="156"/>
                  <a:pt x="116" y="179"/>
                  <a:pt x="116" y="209"/>
                </a:cubicBezTo>
                <a:cubicBezTo>
                  <a:pt x="116" y="240"/>
                  <a:pt x="139" y="262"/>
                  <a:pt x="169" y="262"/>
                </a:cubicBezTo>
                <a:cubicBezTo>
                  <a:pt x="175" y="262"/>
                  <a:pt x="188" y="261"/>
                  <a:pt x="200" y="252"/>
                </a:cubicBezTo>
                <a:cubicBezTo>
                  <a:pt x="200" y="252"/>
                  <a:pt x="200" y="252"/>
                  <a:pt x="200" y="252"/>
                </a:cubicBezTo>
                <a:cubicBezTo>
                  <a:pt x="200" y="234"/>
                  <a:pt x="200" y="234"/>
                  <a:pt x="200" y="234"/>
                </a:cubicBezTo>
                <a:cubicBezTo>
                  <a:pt x="198" y="236"/>
                  <a:pt x="198" y="236"/>
                  <a:pt x="198" y="236"/>
                </a:cubicBezTo>
                <a:cubicBezTo>
                  <a:pt x="196" y="239"/>
                  <a:pt x="192" y="242"/>
                  <a:pt x="187" y="245"/>
                </a:cubicBezTo>
                <a:cubicBezTo>
                  <a:pt x="181" y="247"/>
                  <a:pt x="175" y="249"/>
                  <a:pt x="169" y="249"/>
                </a:cubicBezTo>
                <a:cubicBezTo>
                  <a:pt x="142" y="249"/>
                  <a:pt x="130" y="226"/>
                  <a:pt x="130" y="210"/>
                </a:cubicBezTo>
                <a:cubicBezTo>
                  <a:pt x="130" y="187"/>
                  <a:pt x="147" y="169"/>
                  <a:pt x="169" y="169"/>
                </a:cubicBezTo>
                <a:cubicBezTo>
                  <a:pt x="174" y="169"/>
                  <a:pt x="180" y="170"/>
                  <a:pt x="185" y="173"/>
                </a:cubicBezTo>
                <a:cubicBezTo>
                  <a:pt x="190" y="175"/>
                  <a:pt x="194" y="178"/>
                  <a:pt x="198" y="182"/>
                </a:cubicBezTo>
                <a:cubicBezTo>
                  <a:pt x="200" y="184"/>
                  <a:pt x="200" y="184"/>
                  <a:pt x="200" y="184"/>
                </a:cubicBezTo>
                <a:cubicBezTo>
                  <a:pt x="200" y="166"/>
                  <a:pt x="200" y="166"/>
                  <a:pt x="200" y="166"/>
                </a:cubicBezTo>
                <a:cubicBezTo>
                  <a:pt x="200" y="166"/>
                  <a:pt x="200" y="166"/>
                  <a:pt x="200" y="166"/>
                </a:cubicBezTo>
                <a:cubicBezTo>
                  <a:pt x="191" y="159"/>
                  <a:pt x="181" y="156"/>
                  <a:pt x="169" y="156"/>
                </a:cubicBezTo>
                <a:close/>
                <a:moveTo>
                  <a:pt x="437" y="209"/>
                </a:moveTo>
                <a:cubicBezTo>
                  <a:pt x="437" y="225"/>
                  <a:pt x="431" y="238"/>
                  <a:pt x="419" y="249"/>
                </a:cubicBezTo>
                <a:cubicBezTo>
                  <a:pt x="409" y="257"/>
                  <a:pt x="399" y="261"/>
                  <a:pt x="382" y="261"/>
                </a:cubicBezTo>
                <a:cubicBezTo>
                  <a:pt x="360" y="261"/>
                  <a:pt x="360" y="261"/>
                  <a:pt x="360" y="261"/>
                </a:cubicBezTo>
                <a:cubicBezTo>
                  <a:pt x="360" y="157"/>
                  <a:pt x="360" y="157"/>
                  <a:pt x="360" y="157"/>
                </a:cubicBezTo>
                <a:cubicBezTo>
                  <a:pt x="382" y="157"/>
                  <a:pt x="382" y="157"/>
                  <a:pt x="382" y="157"/>
                </a:cubicBezTo>
                <a:cubicBezTo>
                  <a:pt x="393" y="157"/>
                  <a:pt x="407" y="159"/>
                  <a:pt x="420" y="170"/>
                </a:cubicBezTo>
                <a:cubicBezTo>
                  <a:pt x="426" y="175"/>
                  <a:pt x="437" y="187"/>
                  <a:pt x="437" y="209"/>
                </a:cubicBezTo>
                <a:close/>
                <a:moveTo>
                  <a:pt x="423" y="209"/>
                </a:moveTo>
                <a:cubicBezTo>
                  <a:pt x="423" y="186"/>
                  <a:pt x="407" y="171"/>
                  <a:pt x="382" y="171"/>
                </a:cubicBezTo>
                <a:cubicBezTo>
                  <a:pt x="374" y="171"/>
                  <a:pt x="374" y="171"/>
                  <a:pt x="374" y="171"/>
                </a:cubicBezTo>
                <a:cubicBezTo>
                  <a:pt x="374" y="247"/>
                  <a:pt x="374" y="247"/>
                  <a:pt x="374" y="247"/>
                </a:cubicBezTo>
                <a:cubicBezTo>
                  <a:pt x="382" y="247"/>
                  <a:pt x="382" y="247"/>
                  <a:pt x="382" y="247"/>
                </a:cubicBezTo>
                <a:cubicBezTo>
                  <a:pt x="390" y="247"/>
                  <a:pt x="401" y="246"/>
                  <a:pt x="410" y="239"/>
                </a:cubicBezTo>
                <a:cubicBezTo>
                  <a:pt x="416" y="234"/>
                  <a:pt x="423" y="224"/>
                  <a:pt x="423" y="209"/>
                </a:cubicBezTo>
                <a:close/>
                <a:moveTo>
                  <a:pt x="479" y="261"/>
                </a:moveTo>
                <a:cubicBezTo>
                  <a:pt x="541" y="261"/>
                  <a:pt x="541" y="261"/>
                  <a:pt x="541" y="261"/>
                </a:cubicBezTo>
                <a:cubicBezTo>
                  <a:pt x="541" y="247"/>
                  <a:pt x="541" y="247"/>
                  <a:pt x="541" y="247"/>
                </a:cubicBezTo>
                <a:cubicBezTo>
                  <a:pt x="493" y="247"/>
                  <a:pt x="493" y="247"/>
                  <a:pt x="493" y="247"/>
                </a:cubicBezTo>
                <a:cubicBezTo>
                  <a:pt x="493" y="211"/>
                  <a:pt x="493" y="211"/>
                  <a:pt x="493" y="211"/>
                </a:cubicBezTo>
                <a:cubicBezTo>
                  <a:pt x="535" y="211"/>
                  <a:pt x="535" y="211"/>
                  <a:pt x="535" y="211"/>
                </a:cubicBezTo>
                <a:cubicBezTo>
                  <a:pt x="535" y="198"/>
                  <a:pt x="535" y="198"/>
                  <a:pt x="535" y="198"/>
                </a:cubicBezTo>
                <a:cubicBezTo>
                  <a:pt x="493" y="198"/>
                  <a:pt x="493" y="198"/>
                  <a:pt x="493" y="198"/>
                </a:cubicBezTo>
                <a:cubicBezTo>
                  <a:pt x="493" y="171"/>
                  <a:pt x="493" y="171"/>
                  <a:pt x="493" y="171"/>
                </a:cubicBezTo>
                <a:cubicBezTo>
                  <a:pt x="541" y="171"/>
                  <a:pt x="541" y="171"/>
                  <a:pt x="541" y="171"/>
                </a:cubicBezTo>
                <a:cubicBezTo>
                  <a:pt x="541" y="157"/>
                  <a:pt x="541" y="157"/>
                  <a:pt x="541" y="157"/>
                </a:cubicBezTo>
                <a:cubicBezTo>
                  <a:pt x="479" y="157"/>
                  <a:pt x="479" y="157"/>
                  <a:pt x="479" y="157"/>
                </a:cubicBezTo>
                <a:lnTo>
                  <a:pt x="479" y="261"/>
                </a:lnTo>
                <a:close/>
                <a:moveTo>
                  <a:pt x="805" y="261"/>
                </a:moveTo>
                <a:cubicBezTo>
                  <a:pt x="866" y="261"/>
                  <a:pt x="866" y="261"/>
                  <a:pt x="866" y="261"/>
                </a:cubicBezTo>
                <a:cubicBezTo>
                  <a:pt x="866" y="247"/>
                  <a:pt x="866" y="247"/>
                  <a:pt x="866" y="247"/>
                </a:cubicBezTo>
                <a:cubicBezTo>
                  <a:pt x="819" y="247"/>
                  <a:pt x="819" y="247"/>
                  <a:pt x="819" y="247"/>
                </a:cubicBezTo>
                <a:cubicBezTo>
                  <a:pt x="819" y="211"/>
                  <a:pt x="819" y="211"/>
                  <a:pt x="819" y="211"/>
                </a:cubicBezTo>
                <a:cubicBezTo>
                  <a:pt x="860" y="211"/>
                  <a:pt x="860" y="211"/>
                  <a:pt x="860" y="211"/>
                </a:cubicBezTo>
                <a:cubicBezTo>
                  <a:pt x="860" y="198"/>
                  <a:pt x="860" y="198"/>
                  <a:pt x="860" y="198"/>
                </a:cubicBezTo>
                <a:cubicBezTo>
                  <a:pt x="819" y="198"/>
                  <a:pt x="819" y="198"/>
                  <a:pt x="819" y="198"/>
                </a:cubicBezTo>
                <a:cubicBezTo>
                  <a:pt x="819" y="171"/>
                  <a:pt x="819" y="171"/>
                  <a:pt x="819" y="171"/>
                </a:cubicBezTo>
                <a:cubicBezTo>
                  <a:pt x="866" y="171"/>
                  <a:pt x="866" y="171"/>
                  <a:pt x="866" y="171"/>
                </a:cubicBezTo>
                <a:cubicBezTo>
                  <a:pt x="866" y="157"/>
                  <a:pt x="866" y="157"/>
                  <a:pt x="866" y="157"/>
                </a:cubicBezTo>
                <a:cubicBezTo>
                  <a:pt x="805" y="157"/>
                  <a:pt x="805" y="157"/>
                  <a:pt x="805" y="157"/>
                </a:cubicBezTo>
                <a:lnTo>
                  <a:pt x="805" y="261"/>
                </a:lnTo>
                <a:close/>
                <a:moveTo>
                  <a:pt x="634" y="235"/>
                </a:moveTo>
                <a:cubicBezTo>
                  <a:pt x="595" y="149"/>
                  <a:pt x="595" y="149"/>
                  <a:pt x="595" y="149"/>
                </a:cubicBezTo>
                <a:cubicBezTo>
                  <a:pt x="578" y="261"/>
                  <a:pt x="578" y="261"/>
                  <a:pt x="578" y="261"/>
                </a:cubicBezTo>
                <a:cubicBezTo>
                  <a:pt x="592" y="261"/>
                  <a:pt x="592" y="261"/>
                  <a:pt x="592" y="261"/>
                </a:cubicBezTo>
                <a:cubicBezTo>
                  <a:pt x="601" y="194"/>
                  <a:pt x="601" y="194"/>
                  <a:pt x="601" y="194"/>
                </a:cubicBezTo>
                <a:cubicBezTo>
                  <a:pt x="634" y="267"/>
                  <a:pt x="634" y="267"/>
                  <a:pt x="634" y="267"/>
                </a:cubicBezTo>
                <a:cubicBezTo>
                  <a:pt x="668" y="194"/>
                  <a:pt x="668" y="194"/>
                  <a:pt x="668" y="194"/>
                </a:cubicBezTo>
                <a:cubicBezTo>
                  <a:pt x="677" y="261"/>
                  <a:pt x="677" y="261"/>
                  <a:pt x="677" y="261"/>
                </a:cubicBezTo>
                <a:cubicBezTo>
                  <a:pt x="691" y="261"/>
                  <a:pt x="691" y="261"/>
                  <a:pt x="691" y="261"/>
                </a:cubicBezTo>
                <a:cubicBezTo>
                  <a:pt x="674" y="148"/>
                  <a:pt x="674" y="148"/>
                  <a:pt x="674" y="148"/>
                </a:cubicBezTo>
                <a:lnTo>
                  <a:pt x="634" y="235"/>
                </a:lnTo>
                <a:close/>
                <a:moveTo>
                  <a:pt x="737" y="261"/>
                </a:moveTo>
                <a:cubicBezTo>
                  <a:pt x="751" y="261"/>
                  <a:pt x="751" y="261"/>
                  <a:pt x="751" y="261"/>
                </a:cubicBezTo>
                <a:cubicBezTo>
                  <a:pt x="751" y="157"/>
                  <a:pt x="751" y="157"/>
                  <a:pt x="751" y="157"/>
                </a:cubicBezTo>
                <a:cubicBezTo>
                  <a:pt x="737" y="157"/>
                  <a:pt x="737" y="157"/>
                  <a:pt x="737" y="157"/>
                </a:cubicBezTo>
                <a:lnTo>
                  <a:pt x="737" y="261"/>
                </a:lnTo>
                <a:close/>
                <a:moveTo>
                  <a:pt x="955" y="211"/>
                </a:moveTo>
                <a:cubicBezTo>
                  <a:pt x="950" y="207"/>
                  <a:pt x="945" y="204"/>
                  <a:pt x="939" y="201"/>
                </a:cubicBezTo>
                <a:cubicBezTo>
                  <a:pt x="929" y="197"/>
                  <a:pt x="929" y="197"/>
                  <a:pt x="929" y="197"/>
                </a:cubicBezTo>
                <a:cubicBezTo>
                  <a:pt x="925" y="195"/>
                  <a:pt x="922" y="194"/>
                  <a:pt x="919" y="191"/>
                </a:cubicBezTo>
                <a:cubicBezTo>
                  <a:pt x="916" y="189"/>
                  <a:pt x="916" y="187"/>
                  <a:pt x="916" y="183"/>
                </a:cubicBezTo>
                <a:cubicBezTo>
                  <a:pt x="916" y="175"/>
                  <a:pt x="922" y="169"/>
                  <a:pt x="931" y="169"/>
                </a:cubicBezTo>
                <a:cubicBezTo>
                  <a:pt x="936" y="169"/>
                  <a:pt x="940" y="171"/>
                  <a:pt x="942" y="172"/>
                </a:cubicBezTo>
                <a:cubicBezTo>
                  <a:pt x="944" y="174"/>
                  <a:pt x="946" y="177"/>
                  <a:pt x="947" y="179"/>
                </a:cubicBezTo>
                <a:cubicBezTo>
                  <a:pt x="948" y="181"/>
                  <a:pt x="948" y="181"/>
                  <a:pt x="948" y="181"/>
                </a:cubicBezTo>
                <a:cubicBezTo>
                  <a:pt x="959" y="173"/>
                  <a:pt x="959" y="173"/>
                  <a:pt x="959" y="173"/>
                </a:cubicBezTo>
                <a:cubicBezTo>
                  <a:pt x="958" y="172"/>
                  <a:pt x="958" y="172"/>
                  <a:pt x="958" y="172"/>
                </a:cubicBezTo>
                <a:cubicBezTo>
                  <a:pt x="956" y="167"/>
                  <a:pt x="952" y="163"/>
                  <a:pt x="948" y="161"/>
                </a:cubicBezTo>
                <a:cubicBezTo>
                  <a:pt x="943" y="157"/>
                  <a:pt x="938" y="156"/>
                  <a:pt x="931" y="156"/>
                </a:cubicBezTo>
                <a:cubicBezTo>
                  <a:pt x="914" y="156"/>
                  <a:pt x="902" y="167"/>
                  <a:pt x="902" y="183"/>
                </a:cubicBezTo>
                <a:cubicBezTo>
                  <a:pt x="902" y="190"/>
                  <a:pt x="904" y="195"/>
                  <a:pt x="909" y="200"/>
                </a:cubicBezTo>
                <a:cubicBezTo>
                  <a:pt x="913" y="205"/>
                  <a:pt x="918" y="207"/>
                  <a:pt x="922" y="209"/>
                </a:cubicBezTo>
                <a:cubicBezTo>
                  <a:pt x="932" y="213"/>
                  <a:pt x="932" y="213"/>
                  <a:pt x="932" y="213"/>
                </a:cubicBezTo>
                <a:cubicBezTo>
                  <a:pt x="937" y="215"/>
                  <a:pt x="941" y="217"/>
                  <a:pt x="944" y="220"/>
                </a:cubicBezTo>
                <a:cubicBezTo>
                  <a:pt x="947" y="223"/>
                  <a:pt x="948" y="226"/>
                  <a:pt x="948" y="231"/>
                </a:cubicBezTo>
                <a:cubicBezTo>
                  <a:pt x="948" y="240"/>
                  <a:pt x="942" y="249"/>
                  <a:pt x="929" y="249"/>
                </a:cubicBezTo>
                <a:cubicBezTo>
                  <a:pt x="924" y="249"/>
                  <a:pt x="919" y="247"/>
                  <a:pt x="916" y="244"/>
                </a:cubicBezTo>
                <a:cubicBezTo>
                  <a:pt x="913" y="241"/>
                  <a:pt x="911" y="236"/>
                  <a:pt x="910" y="232"/>
                </a:cubicBezTo>
                <a:cubicBezTo>
                  <a:pt x="910" y="230"/>
                  <a:pt x="910" y="230"/>
                  <a:pt x="910" y="230"/>
                </a:cubicBezTo>
                <a:cubicBezTo>
                  <a:pt x="896" y="234"/>
                  <a:pt x="896" y="234"/>
                  <a:pt x="896" y="234"/>
                </a:cubicBezTo>
                <a:cubicBezTo>
                  <a:pt x="897" y="235"/>
                  <a:pt x="897" y="235"/>
                  <a:pt x="897" y="235"/>
                </a:cubicBezTo>
                <a:cubicBezTo>
                  <a:pt x="898" y="243"/>
                  <a:pt x="902" y="249"/>
                  <a:pt x="906" y="254"/>
                </a:cubicBezTo>
                <a:cubicBezTo>
                  <a:pt x="912" y="260"/>
                  <a:pt x="920" y="262"/>
                  <a:pt x="929" y="262"/>
                </a:cubicBezTo>
                <a:cubicBezTo>
                  <a:pt x="948" y="262"/>
                  <a:pt x="962" y="249"/>
                  <a:pt x="962" y="230"/>
                </a:cubicBezTo>
                <a:cubicBezTo>
                  <a:pt x="962" y="222"/>
                  <a:pt x="960" y="216"/>
                  <a:pt x="955" y="211"/>
                </a:cubicBezTo>
                <a:close/>
                <a:moveTo>
                  <a:pt x="0" y="261"/>
                </a:moveTo>
                <a:cubicBezTo>
                  <a:pt x="15" y="261"/>
                  <a:pt x="15" y="261"/>
                  <a:pt x="15" y="261"/>
                </a:cubicBezTo>
                <a:cubicBezTo>
                  <a:pt x="48" y="184"/>
                  <a:pt x="48" y="184"/>
                  <a:pt x="48" y="184"/>
                </a:cubicBezTo>
                <a:cubicBezTo>
                  <a:pt x="79" y="260"/>
                  <a:pt x="79" y="260"/>
                  <a:pt x="79" y="260"/>
                </a:cubicBezTo>
                <a:cubicBezTo>
                  <a:pt x="80" y="261"/>
                  <a:pt x="80" y="261"/>
                  <a:pt x="80" y="261"/>
                </a:cubicBezTo>
                <a:cubicBezTo>
                  <a:pt x="95" y="261"/>
                  <a:pt x="95" y="261"/>
                  <a:pt x="95" y="261"/>
                </a:cubicBezTo>
                <a:cubicBezTo>
                  <a:pt x="48" y="151"/>
                  <a:pt x="48" y="151"/>
                  <a:pt x="48" y="151"/>
                </a:cubicBezTo>
                <a:lnTo>
                  <a:pt x="0" y="261"/>
                </a:lnTo>
                <a:close/>
                <a:moveTo>
                  <a:pt x="229" y="261"/>
                </a:moveTo>
                <a:cubicBezTo>
                  <a:pt x="244" y="261"/>
                  <a:pt x="244" y="261"/>
                  <a:pt x="244" y="261"/>
                </a:cubicBezTo>
                <a:cubicBezTo>
                  <a:pt x="277" y="184"/>
                  <a:pt x="277" y="184"/>
                  <a:pt x="277" y="184"/>
                </a:cubicBezTo>
                <a:cubicBezTo>
                  <a:pt x="309" y="260"/>
                  <a:pt x="309" y="260"/>
                  <a:pt x="309" y="260"/>
                </a:cubicBezTo>
                <a:cubicBezTo>
                  <a:pt x="309" y="261"/>
                  <a:pt x="309" y="261"/>
                  <a:pt x="309" y="261"/>
                </a:cubicBezTo>
                <a:cubicBezTo>
                  <a:pt x="324" y="261"/>
                  <a:pt x="324" y="261"/>
                  <a:pt x="324" y="261"/>
                </a:cubicBezTo>
                <a:cubicBezTo>
                  <a:pt x="277" y="151"/>
                  <a:pt x="277" y="151"/>
                  <a:pt x="277" y="151"/>
                </a:cubicBezTo>
                <a:lnTo>
                  <a:pt x="229" y="261"/>
                </a:lnTo>
                <a:close/>
                <a:moveTo>
                  <a:pt x="1071" y="11"/>
                </a:moveTo>
                <a:cubicBezTo>
                  <a:pt x="1071" y="18"/>
                  <a:pt x="1071" y="18"/>
                  <a:pt x="1071" y="18"/>
                </a:cubicBezTo>
                <a:cubicBezTo>
                  <a:pt x="1075" y="18"/>
                  <a:pt x="1075" y="18"/>
                  <a:pt x="1075" y="18"/>
                </a:cubicBezTo>
                <a:cubicBezTo>
                  <a:pt x="1077" y="9"/>
                  <a:pt x="1077" y="9"/>
                  <a:pt x="1077" y="9"/>
                </a:cubicBezTo>
                <a:cubicBezTo>
                  <a:pt x="1076" y="8"/>
                  <a:pt x="1074" y="7"/>
                  <a:pt x="1072" y="6"/>
                </a:cubicBezTo>
                <a:cubicBezTo>
                  <a:pt x="1070" y="6"/>
                  <a:pt x="1067" y="6"/>
                  <a:pt x="1064" y="6"/>
                </a:cubicBezTo>
                <a:cubicBezTo>
                  <a:pt x="1061" y="6"/>
                  <a:pt x="1058" y="6"/>
                  <a:pt x="1056" y="7"/>
                </a:cubicBezTo>
                <a:cubicBezTo>
                  <a:pt x="1053" y="9"/>
                  <a:pt x="1051" y="10"/>
                  <a:pt x="1049" y="12"/>
                </a:cubicBezTo>
                <a:cubicBezTo>
                  <a:pt x="1048" y="14"/>
                  <a:pt x="1047" y="17"/>
                  <a:pt x="1047" y="20"/>
                </a:cubicBezTo>
                <a:cubicBezTo>
                  <a:pt x="1047" y="22"/>
                  <a:pt x="1048" y="24"/>
                  <a:pt x="1049" y="26"/>
                </a:cubicBezTo>
                <a:cubicBezTo>
                  <a:pt x="1050" y="28"/>
                  <a:pt x="1051" y="30"/>
                  <a:pt x="1053" y="31"/>
                </a:cubicBezTo>
                <a:cubicBezTo>
                  <a:pt x="1055" y="32"/>
                  <a:pt x="1057" y="34"/>
                  <a:pt x="1059" y="35"/>
                </a:cubicBezTo>
                <a:cubicBezTo>
                  <a:pt x="1062" y="37"/>
                  <a:pt x="1064" y="39"/>
                  <a:pt x="1066" y="40"/>
                </a:cubicBezTo>
                <a:cubicBezTo>
                  <a:pt x="1067" y="42"/>
                  <a:pt x="1068" y="44"/>
                  <a:pt x="1068" y="47"/>
                </a:cubicBezTo>
                <a:cubicBezTo>
                  <a:pt x="1068" y="49"/>
                  <a:pt x="1067" y="52"/>
                  <a:pt x="1065" y="53"/>
                </a:cubicBezTo>
                <a:cubicBezTo>
                  <a:pt x="1062" y="55"/>
                  <a:pt x="1060" y="56"/>
                  <a:pt x="1057" y="56"/>
                </a:cubicBezTo>
                <a:cubicBezTo>
                  <a:pt x="1055" y="56"/>
                  <a:pt x="1053" y="56"/>
                  <a:pt x="1052" y="55"/>
                </a:cubicBezTo>
                <a:cubicBezTo>
                  <a:pt x="1050" y="55"/>
                  <a:pt x="1049" y="54"/>
                  <a:pt x="1048" y="54"/>
                </a:cubicBezTo>
                <a:cubicBezTo>
                  <a:pt x="1048" y="46"/>
                  <a:pt x="1048" y="46"/>
                  <a:pt x="1048" y="46"/>
                </a:cubicBezTo>
                <a:cubicBezTo>
                  <a:pt x="1044" y="46"/>
                  <a:pt x="1044" y="46"/>
                  <a:pt x="1044" y="46"/>
                </a:cubicBezTo>
                <a:cubicBezTo>
                  <a:pt x="1042" y="56"/>
                  <a:pt x="1042" y="56"/>
                  <a:pt x="1042" y="56"/>
                </a:cubicBezTo>
                <a:cubicBezTo>
                  <a:pt x="1043" y="57"/>
                  <a:pt x="1045" y="58"/>
                  <a:pt x="1048" y="58"/>
                </a:cubicBezTo>
                <a:cubicBezTo>
                  <a:pt x="1051" y="59"/>
                  <a:pt x="1054" y="59"/>
                  <a:pt x="1057" y="59"/>
                </a:cubicBezTo>
                <a:cubicBezTo>
                  <a:pt x="1060" y="59"/>
                  <a:pt x="1063" y="59"/>
                  <a:pt x="1066" y="57"/>
                </a:cubicBezTo>
                <a:cubicBezTo>
                  <a:pt x="1069" y="56"/>
                  <a:pt x="1071" y="54"/>
                  <a:pt x="1073" y="52"/>
                </a:cubicBezTo>
                <a:cubicBezTo>
                  <a:pt x="1074" y="50"/>
                  <a:pt x="1075" y="47"/>
                  <a:pt x="1075" y="44"/>
                </a:cubicBezTo>
                <a:cubicBezTo>
                  <a:pt x="1075" y="42"/>
                  <a:pt x="1074" y="40"/>
                  <a:pt x="1073" y="38"/>
                </a:cubicBezTo>
                <a:cubicBezTo>
                  <a:pt x="1072" y="36"/>
                  <a:pt x="1071" y="35"/>
                  <a:pt x="1069" y="34"/>
                </a:cubicBezTo>
                <a:cubicBezTo>
                  <a:pt x="1068" y="32"/>
                  <a:pt x="1066" y="31"/>
                  <a:pt x="1064" y="29"/>
                </a:cubicBezTo>
                <a:cubicBezTo>
                  <a:pt x="1060" y="27"/>
                  <a:pt x="1058" y="25"/>
                  <a:pt x="1056" y="24"/>
                </a:cubicBezTo>
                <a:cubicBezTo>
                  <a:pt x="1055" y="22"/>
                  <a:pt x="1054" y="20"/>
                  <a:pt x="1054" y="17"/>
                </a:cubicBezTo>
                <a:cubicBezTo>
                  <a:pt x="1054" y="15"/>
                  <a:pt x="1055" y="13"/>
                  <a:pt x="1057" y="11"/>
                </a:cubicBezTo>
                <a:cubicBezTo>
                  <a:pt x="1059" y="10"/>
                  <a:pt x="1061" y="9"/>
                  <a:pt x="1064" y="9"/>
                </a:cubicBezTo>
                <a:cubicBezTo>
                  <a:pt x="1065" y="9"/>
                  <a:pt x="1067" y="9"/>
                  <a:pt x="1068" y="10"/>
                </a:cubicBezTo>
                <a:cubicBezTo>
                  <a:pt x="1069" y="10"/>
                  <a:pt x="1070" y="10"/>
                  <a:pt x="1071" y="11"/>
                </a:cubicBezTo>
                <a:close/>
                <a:moveTo>
                  <a:pt x="1107" y="27"/>
                </a:moveTo>
                <a:cubicBezTo>
                  <a:pt x="1108" y="27"/>
                  <a:pt x="1108" y="27"/>
                  <a:pt x="1108" y="27"/>
                </a:cubicBezTo>
                <a:cubicBezTo>
                  <a:pt x="1110" y="20"/>
                  <a:pt x="1110" y="20"/>
                  <a:pt x="1110" y="20"/>
                </a:cubicBezTo>
                <a:cubicBezTo>
                  <a:pt x="1109" y="20"/>
                  <a:pt x="1108" y="19"/>
                  <a:pt x="1107" y="19"/>
                </a:cubicBezTo>
                <a:cubicBezTo>
                  <a:pt x="1105" y="19"/>
                  <a:pt x="1104" y="19"/>
                  <a:pt x="1102" y="19"/>
                </a:cubicBezTo>
                <a:cubicBezTo>
                  <a:pt x="1098" y="19"/>
                  <a:pt x="1094" y="20"/>
                  <a:pt x="1091" y="22"/>
                </a:cubicBezTo>
                <a:cubicBezTo>
                  <a:pt x="1088" y="25"/>
                  <a:pt x="1086" y="28"/>
                  <a:pt x="1084" y="32"/>
                </a:cubicBezTo>
                <a:cubicBezTo>
                  <a:pt x="1083" y="36"/>
                  <a:pt x="1082" y="40"/>
                  <a:pt x="1082" y="43"/>
                </a:cubicBezTo>
                <a:cubicBezTo>
                  <a:pt x="1082" y="48"/>
                  <a:pt x="1083" y="52"/>
                  <a:pt x="1085" y="55"/>
                </a:cubicBezTo>
                <a:cubicBezTo>
                  <a:pt x="1087" y="58"/>
                  <a:pt x="1091" y="59"/>
                  <a:pt x="1094" y="59"/>
                </a:cubicBezTo>
                <a:cubicBezTo>
                  <a:pt x="1098" y="59"/>
                  <a:pt x="1100" y="59"/>
                  <a:pt x="1102" y="57"/>
                </a:cubicBezTo>
                <a:cubicBezTo>
                  <a:pt x="1105" y="56"/>
                  <a:pt x="1106" y="54"/>
                  <a:pt x="1108" y="53"/>
                </a:cubicBezTo>
                <a:cubicBezTo>
                  <a:pt x="1106" y="50"/>
                  <a:pt x="1106" y="50"/>
                  <a:pt x="1106" y="50"/>
                </a:cubicBezTo>
                <a:cubicBezTo>
                  <a:pt x="1105" y="52"/>
                  <a:pt x="1103" y="53"/>
                  <a:pt x="1102" y="54"/>
                </a:cubicBezTo>
                <a:cubicBezTo>
                  <a:pt x="1100" y="54"/>
                  <a:pt x="1099" y="55"/>
                  <a:pt x="1097" y="55"/>
                </a:cubicBezTo>
                <a:cubicBezTo>
                  <a:pt x="1094" y="55"/>
                  <a:pt x="1092" y="54"/>
                  <a:pt x="1091" y="52"/>
                </a:cubicBezTo>
                <a:cubicBezTo>
                  <a:pt x="1090" y="50"/>
                  <a:pt x="1089" y="47"/>
                  <a:pt x="1089" y="43"/>
                </a:cubicBezTo>
                <a:cubicBezTo>
                  <a:pt x="1089" y="39"/>
                  <a:pt x="1090" y="35"/>
                  <a:pt x="1091" y="32"/>
                </a:cubicBezTo>
                <a:cubicBezTo>
                  <a:pt x="1092" y="30"/>
                  <a:pt x="1093" y="27"/>
                  <a:pt x="1095" y="26"/>
                </a:cubicBezTo>
                <a:cubicBezTo>
                  <a:pt x="1097" y="24"/>
                  <a:pt x="1099" y="23"/>
                  <a:pt x="1101" y="23"/>
                </a:cubicBezTo>
                <a:cubicBezTo>
                  <a:pt x="1102" y="23"/>
                  <a:pt x="1105" y="24"/>
                  <a:pt x="1107" y="27"/>
                </a:cubicBezTo>
                <a:close/>
                <a:moveTo>
                  <a:pt x="1124" y="52"/>
                </a:moveTo>
                <a:cubicBezTo>
                  <a:pt x="1129" y="19"/>
                  <a:pt x="1129" y="19"/>
                  <a:pt x="1129" y="19"/>
                </a:cubicBezTo>
                <a:cubicBezTo>
                  <a:pt x="1128" y="19"/>
                  <a:pt x="1128" y="19"/>
                  <a:pt x="1128" y="19"/>
                </a:cubicBezTo>
                <a:cubicBezTo>
                  <a:pt x="1118" y="20"/>
                  <a:pt x="1118" y="20"/>
                  <a:pt x="1118" y="20"/>
                </a:cubicBezTo>
                <a:cubicBezTo>
                  <a:pt x="1117" y="23"/>
                  <a:pt x="1117" y="23"/>
                  <a:pt x="1117" y="23"/>
                </a:cubicBezTo>
                <a:cubicBezTo>
                  <a:pt x="1122" y="24"/>
                  <a:pt x="1122" y="24"/>
                  <a:pt x="1122" y="24"/>
                </a:cubicBezTo>
                <a:cubicBezTo>
                  <a:pt x="1121" y="31"/>
                  <a:pt x="1120" y="37"/>
                  <a:pt x="1119" y="41"/>
                </a:cubicBezTo>
                <a:cubicBezTo>
                  <a:pt x="1118" y="49"/>
                  <a:pt x="1117" y="54"/>
                  <a:pt x="1117" y="55"/>
                </a:cubicBezTo>
                <a:cubicBezTo>
                  <a:pt x="1117" y="56"/>
                  <a:pt x="1118" y="57"/>
                  <a:pt x="1118" y="58"/>
                </a:cubicBezTo>
                <a:cubicBezTo>
                  <a:pt x="1119" y="59"/>
                  <a:pt x="1120" y="59"/>
                  <a:pt x="1122" y="59"/>
                </a:cubicBezTo>
                <a:cubicBezTo>
                  <a:pt x="1124" y="59"/>
                  <a:pt x="1125" y="59"/>
                  <a:pt x="1127" y="58"/>
                </a:cubicBezTo>
                <a:cubicBezTo>
                  <a:pt x="1128" y="57"/>
                  <a:pt x="1129" y="55"/>
                  <a:pt x="1130" y="54"/>
                </a:cubicBezTo>
                <a:cubicBezTo>
                  <a:pt x="1129" y="53"/>
                  <a:pt x="1129" y="53"/>
                  <a:pt x="1129" y="53"/>
                </a:cubicBezTo>
                <a:cubicBezTo>
                  <a:pt x="1128" y="54"/>
                  <a:pt x="1128" y="54"/>
                  <a:pt x="1127" y="54"/>
                </a:cubicBezTo>
                <a:cubicBezTo>
                  <a:pt x="1126" y="55"/>
                  <a:pt x="1126" y="55"/>
                  <a:pt x="1125" y="55"/>
                </a:cubicBezTo>
                <a:cubicBezTo>
                  <a:pt x="1125" y="55"/>
                  <a:pt x="1125" y="55"/>
                  <a:pt x="1125" y="54"/>
                </a:cubicBezTo>
                <a:cubicBezTo>
                  <a:pt x="1124" y="54"/>
                  <a:pt x="1124" y="54"/>
                  <a:pt x="1124" y="53"/>
                </a:cubicBezTo>
                <a:lnTo>
                  <a:pt x="1124" y="52"/>
                </a:lnTo>
                <a:close/>
                <a:moveTo>
                  <a:pt x="1127" y="11"/>
                </a:moveTo>
                <a:cubicBezTo>
                  <a:pt x="1128" y="11"/>
                  <a:pt x="1129" y="11"/>
                  <a:pt x="1130" y="10"/>
                </a:cubicBezTo>
                <a:cubicBezTo>
                  <a:pt x="1131" y="9"/>
                  <a:pt x="1131" y="7"/>
                  <a:pt x="1131" y="6"/>
                </a:cubicBezTo>
                <a:cubicBezTo>
                  <a:pt x="1131" y="5"/>
                  <a:pt x="1131" y="4"/>
                  <a:pt x="1130" y="3"/>
                </a:cubicBezTo>
                <a:cubicBezTo>
                  <a:pt x="1130" y="3"/>
                  <a:pt x="1129" y="2"/>
                  <a:pt x="1128" y="2"/>
                </a:cubicBezTo>
                <a:cubicBezTo>
                  <a:pt x="1126" y="2"/>
                  <a:pt x="1125" y="3"/>
                  <a:pt x="1124" y="4"/>
                </a:cubicBezTo>
                <a:cubicBezTo>
                  <a:pt x="1123" y="5"/>
                  <a:pt x="1123" y="6"/>
                  <a:pt x="1123" y="7"/>
                </a:cubicBezTo>
                <a:cubicBezTo>
                  <a:pt x="1123" y="8"/>
                  <a:pt x="1123" y="9"/>
                  <a:pt x="1124" y="10"/>
                </a:cubicBezTo>
                <a:cubicBezTo>
                  <a:pt x="1125" y="11"/>
                  <a:pt x="1126" y="11"/>
                  <a:pt x="1127" y="11"/>
                </a:cubicBezTo>
                <a:close/>
                <a:moveTo>
                  <a:pt x="1166" y="52"/>
                </a:moveTo>
                <a:cubicBezTo>
                  <a:pt x="1165" y="49"/>
                  <a:pt x="1165" y="49"/>
                  <a:pt x="1165" y="49"/>
                </a:cubicBezTo>
                <a:cubicBezTo>
                  <a:pt x="1163" y="51"/>
                  <a:pt x="1161" y="52"/>
                  <a:pt x="1159" y="53"/>
                </a:cubicBezTo>
                <a:cubicBezTo>
                  <a:pt x="1157" y="54"/>
                  <a:pt x="1155" y="55"/>
                  <a:pt x="1153" y="55"/>
                </a:cubicBezTo>
                <a:cubicBezTo>
                  <a:pt x="1150" y="55"/>
                  <a:pt x="1148" y="54"/>
                  <a:pt x="1147" y="51"/>
                </a:cubicBezTo>
                <a:cubicBezTo>
                  <a:pt x="1145" y="49"/>
                  <a:pt x="1145" y="46"/>
                  <a:pt x="1145" y="43"/>
                </a:cubicBezTo>
                <a:cubicBezTo>
                  <a:pt x="1148" y="43"/>
                  <a:pt x="1151" y="42"/>
                  <a:pt x="1155" y="41"/>
                </a:cubicBezTo>
                <a:cubicBezTo>
                  <a:pt x="1158" y="40"/>
                  <a:pt x="1162" y="38"/>
                  <a:pt x="1164" y="36"/>
                </a:cubicBezTo>
                <a:cubicBezTo>
                  <a:pt x="1167" y="33"/>
                  <a:pt x="1168" y="31"/>
                  <a:pt x="1168" y="27"/>
                </a:cubicBezTo>
                <a:cubicBezTo>
                  <a:pt x="1168" y="25"/>
                  <a:pt x="1167" y="23"/>
                  <a:pt x="1166" y="21"/>
                </a:cubicBezTo>
                <a:cubicBezTo>
                  <a:pt x="1164" y="19"/>
                  <a:pt x="1162" y="19"/>
                  <a:pt x="1158" y="19"/>
                </a:cubicBezTo>
                <a:cubicBezTo>
                  <a:pt x="1154" y="19"/>
                  <a:pt x="1151" y="20"/>
                  <a:pt x="1148" y="22"/>
                </a:cubicBezTo>
                <a:cubicBezTo>
                  <a:pt x="1145" y="24"/>
                  <a:pt x="1142" y="28"/>
                  <a:pt x="1140" y="31"/>
                </a:cubicBezTo>
                <a:cubicBezTo>
                  <a:pt x="1138" y="35"/>
                  <a:pt x="1138" y="40"/>
                  <a:pt x="1138" y="44"/>
                </a:cubicBezTo>
                <a:cubicBezTo>
                  <a:pt x="1138" y="47"/>
                  <a:pt x="1138" y="49"/>
                  <a:pt x="1139" y="52"/>
                </a:cubicBezTo>
                <a:cubicBezTo>
                  <a:pt x="1140" y="54"/>
                  <a:pt x="1142" y="56"/>
                  <a:pt x="1144" y="57"/>
                </a:cubicBezTo>
                <a:cubicBezTo>
                  <a:pt x="1146" y="59"/>
                  <a:pt x="1148" y="59"/>
                  <a:pt x="1151" y="59"/>
                </a:cubicBezTo>
                <a:cubicBezTo>
                  <a:pt x="1155" y="59"/>
                  <a:pt x="1158" y="58"/>
                  <a:pt x="1160" y="57"/>
                </a:cubicBezTo>
                <a:cubicBezTo>
                  <a:pt x="1163" y="55"/>
                  <a:pt x="1165" y="54"/>
                  <a:pt x="1166" y="52"/>
                </a:cubicBezTo>
                <a:close/>
                <a:moveTo>
                  <a:pt x="1157" y="22"/>
                </a:moveTo>
                <a:cubicBezTo>
                  <a:pt x="1158" y="22"/>
                  <a:pt x="1159" y="23"/>
                  <a:pt x="1160" y="24"/>
                </a:cubicBezTo>
                <a:cubicBezTo>
                  <a:pt x="1161" y="25"/>
                  <a:pt x="1161" y="26"/>
                  <a:pt x="1161" y="28"/>
                </a:cubicBezTo>
                <a:cubicBezTo>
                  <a:pt x="1161" y="30"/>
                  <a:pt x="1161" y="32"/>
                  <a:pt x="1159" y="34"/>
                </a:cubicBezTo>
                <a:cubicBezTo>
                  <a:pt x="1157" y="35"/>
                  <a:pt x="1155" y="37"/>
                  <a:pt x="1152" y="38"/>
                </a:cubicBezTo>
                <a:cubicBezTo>
                  <a:pt x="1150" y="39"/>
                  <a:pt x="1147" y="39"/>
                  <a:pt x="1145" y="39"/>
                </a:cubicBezTo>
                <a:cubicBezTo>
                  <a:pt x="1145" y="37"/>
                  <a:pt x="1146" y="34"/>
                  <a:pt x="1147" y="32"/>
                </a:cubicBezTo>
                <a:cubicBezTo>
                  <a:pt x="1148" y="29"/>
                  <a:pt x="1149" y="27"/>
                  <a:pt x="1151" y="25"/>
                </a:cubicBezTo>
                <a:cubicBezTo>
                  <a:pt x="1152" y="23"/>
                  <a:pt x="1154" y="22"/>
                  <a:pt x="1157" y="22"/>
                </a:cubicBezTo>
                <a:close/>
                <a:moveTo>
                  <a:pt x="1187" y="28"/>
                </a:moveTo>
                <a:cubicBezTo>
                  <a:pt x="1188" y="19"/>
                  <a:pt x="1188" y="19"/>
                  <a:pt x="1188" y="19"/>
                </a:cubicBezTo>
                <a:cubicBezTo>
                  <a:pt x="1186" y="19"/>
                  <a:pt x="1186" y="19"/>
                  <a:pt x="1186" y="19"/>
                </a:cubicBezTo>
                <a:cubicBezTo>
                  <a:pt x="1178" y="20"/>
                  <a:pt x="1178" y="20"/>
                  <a:pt x="1178" y="20"/>
                </a:cubicBezTo>
                <a:cubicBezTo>
                  <a:pt x="1177" y="23"/>
                  <a:pt x="1177" y="23"/>
                  <a:pt x="1177" y="23"/>
                </a:cubicBezTo>
                <a:cubicBezTo>
                  <a:pt x="1180" y="25"/>
                  <a:pt x="1180" y="25"/>
                  <a:pt x="1180" y="25"/>
                </a:cubicBezTo>
                <a:cubicBezTo>
                  <a:pt x="1176" y="58"/>
                  <a:pt x="1176" y="58"/>
                  <a:pt x="1176" y="58"/>
                </a:cubicBezTo>
                <a:cubicBezTo>
                  <a:pt x="1183" y="58"/>
                  <a:pt x="1183" y="58"/>
                  <a:pt x="1183" y="58"/>
                </a:cubicBezTo>
                <a:cubicBezTo>
                  <a:pt x="1186" y="33"/>
                  <a:pt x="1186" y="33"/>
                  <a:pt x="1186" y="33"/>
                </a:cubicBezTo>
                <a:cubicBezTo>
                  <a:pt x="1188" y="31"/>
                  <a:pt x="1190" y="28"/>
                  <a:pt x="1192" y="26"/>
                </a:cubicBezTo>
                <a:cubicBezTo>
                  <a:pt x="1194" y="25"/>
                  <a:pt x="1196" y="24"/>
                  <a:pt x="1198" y="24"/>
                </a:cubicBezTo>
                <a:cubicBezTo>
                  <a:pt x="1200" y="24"/>
                  <a:pt x="1201" y="24"/>
                  <a:pt x="1202" y="25"/>
                </a:cubicBezTo>
                <a:cubicBezTo>
                  <a:pt x="1202" y="26"/>
                  <a:pt x="1203" y="27"/>
                  <a:pt x="1203" y="29"/>
                </a:cubicBezTo>
                <a:cubicBezTo>
                  <a:pt x="1203" y="31"/>
                  <a:pt x="1202" y="33"/>
                  <a:pt x="1202" y="35"/>
                </a:cubicBezTo>
                <a:cubicBezTo>
                  <a:pt x="1202" y="37"/>
                  <a:pt x="1201" y="39"/>
                  <a:pt x="1201" y="41"/>
                </a:cubicBezTo>
                <a:cubicBezTo>
                  <a:pt x="1201" y="43"/>
                  <a:pt x="1201" y="43"/>
                  <a:pt x="1201" y="43"/>
                </a:cubicBezTo>
                <a:cubicBezTo>
                  <a:pt x="1200" y="46"/>
                  <a:pt x="1200" y="46"/>
                  <a:pt x="1200" y="46"/>
                </a:cubicBezTo>
                <a:cubicBezTo>
                  <a:pt x="1199" y="51"/>
                  <a:pt x="1199" y="54"/>
                  <a:pt x="1199" y="55"/>
                </a:cubicBezTo>
                <a:cubicBezTo>
                  <a:pt x="1199" y="58"/>
                  <a:pt x="1200" y="59"/>
                  <a:pt x="1203" y="59"/>
                </a:cubicBezTo>
                <a:cubicBezTo>
                  <a:pt x="1205" y="59"/>
                  <a:pt x="1206" y="59"/>
                  <a:pt x="1207" y="58"/>
                </a:cubicBezTo>
                <a:cubicBezTo>
                  <a:pt x="1208" y="58"/>
                  <a:pt x="1209" y="57"/>
                  <a:pt x="1210" y="57"/>
                </a:cubicBezTo>
                <a:cubicBezTo>
                  <a:pt x="1210" y="56"/>
                  <a:pt x="1211" y="55"/>
                  <a:pt x="1211" y="55"/>
                </a:cubicBezTo>
                <a:cubicBezTo>
                  <a:pt x="1210" y="53"/>
                  <a:pt x="1210" y="53"/>
                  <a:pt x="1210" y="53"/>
                </a:cubicBezTo>
                <a:cubicBezTo>
                  <a:pt x="1209" y="54"/>
                  <a:pt x="1208" y="55"/>
                  <a:pt x="1207" y="55"/>
                </a:cubicBezTo>
                <a:cubicBezTo>
                  <a:pt x="1206" y="55"/>
                  <a:pt x="1206" y="54"/>
                  <a:pt x="1206" y="53"/>
                </a:cubicBezTo>
                <a:cubicBezTo>
                  <a:pt x="1206" y="51"/>
                  <a:pt x="1206" y="48"/>
                  <a:pt x="1207" y="45"/>
                </a:cubicBezTo>
                <a:cubicBezTo>
                  <a:pt x="1208" y="41"/>
                  <a:pt x="1208" y="41"/>
                  <a:pt x="1208" y="41"/>
                </a:cubicBezTo>
                <a:cubicBezTo>
                  <a:pt x="1208" y="40"/>
                  <a:pt x="1208" y="40"/>
                  <a:pt x="1208" y="40"/>
                </a:cubicBezTo>
                <a:cubicBezTo>
                  <a:pt x="1209" y="34"/>
                  <a:pt x="1210" y="31"/>
                  <a:pt x="1210" y="29"/>
                </a:cubicBezTo>
                <a:cubicBezTo>
                  <a:pt x="1210" y="25"/>
                  <a:pt x="1209" y="23"/>
                  <a:pt x="1207" y="21"/>
                </a:cubicBezTo>
                <a:cubicBezTo>
                  <a:pt x="1206" y="19"/>
                  <a:pt x="1204" y="19"/>
                  <a:pt x="1201" y="19"/>
                </a:cubicBezTo>
                <a:cubicBezTo>
                  <a:pt x="1199" y="19"/>
                  <a:pt x="1196" y="19"/>
                  <a:pt x="1193" y="21"/>
                </a:cubicBezTo>
                <a:cubicBezTo>
                  <a:pt x="1191" y="23"/>
                  <a:pt x="1189" y="25"/>
                  <a:pt x="1187" y="28"/>
                </a:cubicBezTo>
                <a:close/>
                <a:moveTo>
                  <a:pt x="1243" y="27"/>
                </a:moveTo>
                <a:cubicBezTo>
                  <a:pt x="1245" y="27"/>
                  <a:pt x="1245" y="27"/>
                  <a:pt x="1245" y="27"/>
                </a:cubicBezTo>
                <a:cubicBezTo>
                  <a:pt x="1247" y="20"/>
                  <a:pt x="1247" y="20"/>
                  <a:pt x="1247" y="20"/>
                </a:cubicBezTo>
                <a:cubicBezTo>
                  <a:pt x="1246" y="20"/>
                  <a:pt x="1244" y="19"/>
                  <a:pt x="1243" y="19"/>
                </a:cubicBezTo>
                <a:cubicBezTo>
                  <a:pt x="1241" y="19"/>
                  <a:pt x="1240" y="19"/>
                  <a:pt x="1239" y="19"/>
                </a:cubicBezTo>
                <a:cubicBezTo>
                  <a:pt x="1234" y="19"/>
                  <a:pt x="1231" y="20"/>
                  <a:pt x="1228" y="22"/>
                </a:cubicBezTo>
                <a:cubicBezTo>
                  <a:pt x="1224" y="25"/>
                  <a:pt x="1222" y="28"/>
                  <a:pt x="1220" y="32"/>
                </a:cubicBezTo>
                <a:cubicBezTo>
                  <a:pt x="1219" y="36"/>
                  <a:pt x="1218" y="40"/>
                  <a:pt x="1218" y="43"/>
                </a:cubicBezTo>
                <a:cubicBezTo>
                  <a:pt x="1218" y="48"/>
                  <a:pt x="1219" y="52"/>
                  <a:pt x="1221" y="55"/>
                </a:cubicBezTo>
                <a:cubicBezTo>
                  <a:pt x="1224" y="58"/>
                  <a:pt x="1227" y="59"/>
                  <a:pt x="1231" y="59"/>
                </a:cubicBezTo>
                <a:cubicBezTo>
                  <a:pt x="1234" y="59"/>
                  <a:pt x="1236" y="59"/>
                  <a:pt x="1239" y="57"/>
                </a:cubicBezTo>
                <a:cubicBezTo>
                  <a:pt x="1241" y="56"/>
                  <a:pt x="1243" y="54"/>
                  <a:pt x="1244" y="53"/>
                </a:cubicBezTo>
                <a:cubicBezTo>
                  <a:pt x="1242" y="50"/>
                  <a:pt x="1242" y="50"/>
                  <a:pt x="1242" y="50"/>
                </a:cubicBezTo>
                <a:cubicBezTo>
                  <a:pt x="1241" y="52"/>
                  <a:pt x="1239" y="53"/>
                  <a:pt x="1238" y="54"/>
                </a:cubicBezTo>
                <a:cubicBezTo>
                  <a:pt x="1236" y="54"/>
                  <a:pt x="1235" y="55"/>
                  <a:pt x="1233" y="55"/>
                </a:cubicBezTo>
                <a:cubicBezTo>
                  <a:pt x="1230" y="55"/>
                  <a:pt x="1228" y="54"/>
                  <a:pt x="1227" y="52"/>
                </a:cubicBezTo>
                <a:cubicBezTo>
                  <a:pt x="1226" y="50"/>
                  <a:pt x="1225" y="47"/>
                  <a:pt x="1225" y="43"/>
                </a:cubicBezTo>
                <a:cubicBezTo>
                  <a:pt x="1225" y="39"/>
                  <a:pt x="1226" y="35"/>
                  <a:pt x="1227" y="32"/>
                </a:cubicBezTo>
                <a:cubicBezTo>
                  <a:pt x="1228" y="30"/>
                  <a:pt x="1229" y="27"/>
                  <a:pt x="1231" y="26"/>
                </a:cubicBezTo>
                <a:cubicBezTo>
                  <a:pt x="1233" y="24"/>
                  <a:pt x="1235" y="23"/>
                  <a:pt x="1237" y="23"/>
                </a:cubicBezTo>
                <a:cubicBezTo>
                  <a:pt x="1239" y="23"/>
                  <a:pt x="1241" y="24"/>
                  <a:pt x="1243" y="27"/>
                </a:cubicBezTo>
                <a:close/>
                <a:moveTo>
                  <a:pt x="1279" y="52"/>
                </a:moveTo>
                <a:cubicBezTo>
                  <a:pt x="1277" y="49"/>
                  <a:pt x="1277" y="49"/>
                  <a:pt x="1277" y="49"/>
                </a:cubicBezTo>
                <a:cubicBezTo>
                  <a:pt x="1276" y="51"/>
                  <a:pt x="1274" y="52"/>
                  <a:pt x="1272" y="53"/>
                </a:cubicBezTo>
                <a:cubicBezTo>
                  <a:pt x="1270" y="54"/>
                  <a:pt x="1268" y="55"/>
                  <a:pt x="1266" y="55"/>
                </a:cubicBezTo>
                <a:cubicBezTo>
                  <a:pt x="1263" y="55"/>
                  <a:pt x="1261" y="54"/>
                  <a:pt x="1259" y="51"/>
                </a:cubicBezTo>
                <a:cubicBezTo>
                  <a:pt x="1258" y="49"/>
                  <a:pt x="1257" y="46"/>
                  <a:pt x="1258" y="43"/>
                </a:cubicBezTo>
                <a:cubicBezTo>
                  <a:pt x="1260" y="43"/>
                  <a:pt x="1264" y="42"/>
                  <a:pt x="1267" y="41"/>
                </a:cubicBezTo>
                <a:cubicBezTo>
                  <a:pt x="1271" y="40"/>
                  <a:pt x="1274" y="38"/>
                  <a:pt x="1277" y="36"/>
                </a:cubicBezTo>
                <a:cubicBezTo>
                  <a:pt x="1280" y="33"/>
                  <a:pt x="1281" y="31"/>
                  <a:pt x="1281" y="27"/>
                </a:cubicBezTo>
                <a:cubicBezTo>
                  <a:pt x="1281" y="25"/>
                  <a:pt x="1280" y="23"/>
                  <a:pt x="1278" y="21"/>
                </a:cubicBezTo>
                <a:cubicBezTo>
                  <a:pt x="1277" y="19"/>
                  <a:pt x="1274" y="19"/>
                  <a:pt x="1271" y="19"/>
                </a:cubicBezTo>
                <a:cubicBezTo>
                  <a:pt x="1267" y="19"/>
                  <a:pt x="1264" y="20"/>
                  <a:pt x="1260" y="22"/>
                </a:cubicBezTo>
                <a:cubicBezTo>
                  <a:pt x="1257" y="24"/>
                  <a:pt x="1255" y="28"/>
                  <a:pt x="1253" y="31"/>
                </a:cubicBezTo>
                <a:cubicBezTo>
                  <a:pt x="1251" y="35"/>
                  <a:pt x="1250" y="40"/>
                  <a:pt x="1250" y="44"/>
                </a:cubicBezTo>
                <a:cubicBezTo>
                  <a:pt x="1250" y="47"/>
                  <a:pt x="1251" y="49"/>
                  <a:pt x="1252" y="52"/>
                </a:cubicBezTo>
                <a:cubicBezTo>
                  <a:pt x="1253" y="54"/>
                  <a:pt x="1254" y="56"/>
                  <a:pt x="1256" y="57"/>
                </a:cubicBezTo>
                <a:cubicBezTo>
                  <a:pt x="1258" y="59"/>
                  <a:pt x="1261" y="59"/>
                  <a:pt x="1264" y="59"/>
                </a:cubicBezTo>
                <a:cubicBezTo>
                  <a:pt x="1267" y="59"/>
                  <a:pt x="1270" y="58"/>
                  <a:pt x="1273" y="57"/>
                </a:cubicBezTo>
                <a:cubicBezTo>
                  <a:pt x="1276" y="55"/>
                  <a:pt x="1278" y="54"/>
                  <a:pt x="1279" y="52"/>
                </a:cubicBezTo>
                <a:close/>
                <a:moveTo>
                  <a:pt x="1269" y="22"/>
                </a:moveTo>
                <a:cubicBezTo>
                  <a:pt x="1271" y="22"/>
                  <a:pt x="1272" y="23"/>
                  <a:pt x="1273" y="24"/>
                </a:cubicBezTo>
                <a:cubicBezTo>
                  <a:pt x="1274" y="25"/>
                  <a:pt x="1274" y="26"/>
                  <a:pt x="1274" y="28"/>
                </a:cubicBezTo>
                <a:cubicBezTo>
                  <a:pt x="1274" y="30"/>
                  <a:pt x="1273" y="32"/>
                  <a:pt x="1272" y="34"/>
                </a:cubicBezTo>
                <a:cubicBezTo>
                  <a:pt x="1270" y="35"/>
                  <a:pt x="1268" y="37"/>
                  <a:pt x="1265" y="38"/>
                </a:cubicBezTo>
                <a:cubicBezTo>
                  <a:pt x="1263" y="39"/>
                  <a:pt x="1260" y="39"/>
                  <a:pt x="1258" y="39"/>
                </a:cubicBezTo>
                <a:cubicBezTo>
                  <a:pt x="1258" y="37"/>
                  <a:pt x="1259" y="34"/>
                  <a:pt x="1259" y="32"/>
                </a:cubicBezTo>
                <a:cubicBezTo>
                  <a:pt x="1260" y="29"/>
                  <a:pt x="1262" y="27"/>
                  <a:pt x="1263" y="25"/>
                </a:cubicBezTo>
                <a:cubicBezTo>
                  <a:pt x="1265" y="23"/>
                  <a:pt x="1267" y="22"/>
                  <a:pt x="1269" y="22"/>
                </a:cubicBezTo>
                <a:close/>
                <a:moveTo>
                  <a:pt x="1310" y="25"/>
                </a:moveTo>
                <a:cubicBezTo>
                  <a:pt x="1311" y="20"/>
                  <a:pt x="1311" y="20"/>
                  <a:pt x="1311" y="20"/>
                </a:cubicBezTo>
                <a:cubicBezTo>
                  <a:pt x="1311" y="20"/>
                  <a:pt x="1309" y="19"/>
                  <a:pt x="1308" y="19"/>
                </a:cubicBezTo>
                <a:cubicBezTo>
                  <a:pt x="1306" y="19"/>
                  <a:pt x="1304" y="19"/>
                  <a:pt x="1303" y="19"/>
                </a:cubicBezTo>
                <a:cubicBezTo>
                  <a:pt x="1300" y="19"/>
                  <a:pt x="1298" y="19"/>
                  <a:pt x="1296" y="20"/>
                </a:cubicBezTo>
                <a:cubicBezTo>
                  <a:pt x="1293" y="21"/>
                  <a:pt x="1292" y="22"/>
                  <a:pt x="1291" y="24"/>
                </a:cubicBezTo>
                <a:cubicBezTo>
                  <a:pt x="1289" y="26"/>
                  <a:pt x="1289" y="27"/>
                  <a:pt x="1289" y="30"/>
                </a:cubicBezTo>
                <a:cubicBezTo>
                  <a:pt x="1289" y="34"/>
                  <a:pt x="1291" y="38"/>
                  <a:pt x="1296" y="41"/>
                </a:cubicBezTo>
                <a:cubicBezTo>
                  <a:pt x="1298" y="43"/>
                  <a:pt x="1300" y="44"/>
                  <a:pt x="1301" y="45"/>
                </a:cubicBezTo>
                <a:cubicBezTo>
                  <a:pt x="1302" y="46"/>
                  <a:pt x="1303" y="48"/>
                  <a:pt x="1303" y="50"/>
                </a:cubicBezTo>
                <a:cubicBezTo>
                  <a:pt x="1303" y="51"/>
                  <a:pt x="1302" y="53"/>
                  <a:pt x="1301" y="54"/>
                </a:cubicBezTo>
                <a:cubicBezTo>
                  <a:pt x="1299" y="55"/>
                  <a:pt x="1297" y="55"/>
                  <a:pt x="1295" y="55"/>
                </a:cubicBezTo>
                <a:cubicBezTo>
                  <a:pt x="1293" y="55"/>
                  <a:pt x="1292" y="55"/>
                  <a:pt x="1290" y="54"/>
                </a:cubicBezTo>
                <a:cubicBezTo>
                  <a:pt x="1288" y="53"/>
                  <a:pt x="1287" y="53"/>
                  <a:pt x="1286" y="52"/>
                </a:cubicBezTo>
                <a:cubicBezTo>
                  <a:pt x="1285" y="57"/>
                  <a:pt x="1285" y="57"/>
                  <a:pt x="1285" y="57"/>
                </a:cubicBezTo>
                <a:cubicBezTo>
                  <a:pt x="1285" y="58"/>
                  <a:pt x="1287" y="58"/>
                  <a:pt x="1289" y="58"/>
                </a:cubicBezTo>
                <a:cubicBezTo>
                  <a:pt x="1291" y="59"/>
                  <a:pt x="1293" y="59"/>
                  <a:pt x="1295" y="59"/>
                </a:cubicBezTo>
                <a:cubicBezTo>
                  <a:pt x="1299" y="59"/>
                  <a:pt x="1303" y="58"/>
                  <a:pt x="1305" y="56"/>
                </a:cubicBezTo>
                <a:cubicBezTo>
                  <a:pt x="1308" y="54"/>
                  <a:pt x="1309" y="52"/>
                  <a:pt x="1309" y="48"/>
                </a:cubicBezTo>
                <a:cubicBezTo>
                  <a:pt x="1309" y="46"/>
                  <a:pt x="1309" y="45"/>
                  <a:pt x="1308" y="43"/>
                </a:cubicBezTo>
                <a:cubicBezTo>
                  <a:pt x="1307" y="42"/>
                  <a:pt x="1306" y="41"/>
                  <a:pt x="1305" y="40"/>
                </a:cubicBezTo>
                <a:cubicBezTo>
                  <a:pt x="1304" y="39"/>
                  <a:pt x="1303" y="38"/>
                  <a:pt x="1301" y="36"/>
                </a:cubicBezTo>
                <a:cubicBezTo>
                  <a:pt x="1299" y="35"/>
                  <a:pt x="1298" y="34"/>
                  <a:pt x="1297" y="32"/>
                </a:cubicBezTo>
                <a:cubicBezTo>
                  <a:pt x="1296" y="31"/>
                  <a:pt x="1295" y="30"/>
                  <a:pt x="1295" y="28"/>
                </a:cubicBezTo>
                <a:cubicBezTo>
                  <a:pt x="1295" y="26"/>
                  <a:pt x="1296" y="25"/>
                  <a:pt x="1297" y="24"/>
                </a:cubicBezTo>
                <a:cubicBezTo>
                  <a:pt x="1299" y="23"/>
                  <a:pt x="1300" y="23"/>
                  <a:pt x="1303" y="23"/>
                </a:cubicBezTo>
                <a:cubicBezTo>
                  <a:pt x="1304" y="23"/>
                  <a:pt x="1306" y="23"/>
                  <a:pt x="1307" y="24"/>
                </a:cubicBezTo>
                <a:cubicBezTo>
                  <a:pt x="1309" y="24"/>
                  <a:pt x="1310" y="25"/>
                  <a:pt x="1310" y="25"/>
                </a:cubicBezTo>
                <a:close/>
                <a:moveTo>
                  <a:pt x="1047" y="110"/>
                </a:moveTo>
                <a:cubicBezTo>
                  <a:pt x="1052" y="111"/>
                  <a:pt x="1052" y="111"/>
                  <a:pt x="1052" y="111"/>
                </a:cubicBezTo>
                <a:cubicBezTo>
                  <a:pt x="1046" y="156"/>
                  <a:pt x="1046" y="156"/>
                  <a:pt x="1046" y="156"/>
                </a:cubicBezTo>
                <a:cubicBezTo>
                  <a:pt x="1041" y="157"/>
                  <a:pt x="1041" y="157"/>
                  <a:pt x="1041" y="157"/>
                </a:cubicBezTo>
                <a:cubicBezTo>
                  <a:pt x="1041" y="159"/>
                  <a:pt x="1041" y="159"/>
                  <a:pt x="1041" y="159"/>
                </a:cubicBezTo>
                <a:cubicBezTo>
                  <a:pt x="1078" y="159"/>
                  <a:pt x="1078" y="159"/>
                  <a:pt x="1078" y="159"/>
                </a:cubicBezTo>
                <a:cubicBezTo>
                  <a:pt x="1081" y="147"/>
                  <a:pt x="1081" y="147"/>
                  <a:pt x="1081" y="147"/>
                </a:cubicBezTo>
                <a:cubicBezTo>
                  <a:pt x="1077" y="146"/>
                  <a:pt x="1077" y="146"/>
                  <a:pt x="1077" y="146"/>
                </a:cubicBezTo>
                <a:cubicBezTo>
                  <a:pt x="1073" y="155"/>
                  <a:pt x="1073" y="155"/>
                  <a:pt x="1073" y="155"/>
                </a:cubicBezTo>
                <a:cubicBezTo>
                  <a:pt x="1053" y="156"/>
                  <a:pt x="1053" y="156"/>
                  <a:pt x="1053" y="156"/>
                </a:cubicBezTo>
                <a:cubicBezTo>
                  <a:pt x="1056" y="134"/>
                  <a:pt x="1056" y="134"/>
                  <a:pt x="1056" y="134"/>
                </a:cubicBezTo>
                <a:cubicBezTo>
                  <a:pt x="1072" y="135"/>
                  <a:pt x="1072" y="135"/>
                  <a:pt x="1072" y="135"/>
                </a:cubicBezTo>
                <a:cubicBezTo>
                  <a:pt x="1073" y="130"/>
                  <a:pt x="1073" y="130"/>
                  <a:pt x="1073" y="130"/>
                </a:cubicBezTo>
                <a:cubicBezTo>
                  <a:pt x="1057" y="130"/>
                  <a:pt x="1057" y="130"/>
                  <a:pt x="1057" y="130"/>
                </a:cubicBezTo>
                <a:cubicBezTo>
                  <a:pt x="1059" y="110"/>
                  <a:pt x="1059" y="110"/>
                  <a:pt x="1059" y="110"/>
                </a:cubicBezTo>
                <a:cubicBezTo>
                  <a:pt x="1075" y="111"/>
                  <a:pt x="1075" y="111"/>
                  <a:pt x="1075" y="111"/>
                </a:cubicBezTo>
                <a:cubicBezTo>
                  <a:pt x="1076" y="118"/>
                  <a:pt x="1076" y="118"/>
                  <a:pt x="1076" y="118"/>
                </a:cubicBezTo>
                <a:cubicBezTo>
                  <a:pt x="1080" y="118"/>
                  <a:pt x="1080" y="118"/>
                  <a:pt x="1080" y="118"/>
                </a:cubicBezTo>
                <a:cubicBezTo>
                  <a:pt x="1081" y="107"/>
                  <a:pt x="1081" y="107"/>
                  <a:pt x="1081" y="107"/>
                </a:cubicBezTo>
                <a:cubicBezTo>
                  <a:pt x="1048" y="107"/>
                  <a:pt x="1048" y="107"/>
                  <a:pt x="1048" y="107"/>
                </a:cubicBezTo>
                <a:lnTo>
                  <a:pt x="1047" y="110"/>
                </a:lnTo>
                <a:close/>
                <a:moveTo>
                  <a:pt x="1100" y="129"/>
                </a:moveTo>
                <a:cubicBezTo>
                  <a:pt x="1100" y="120"/>
                  <a:pt x="1100" y="120"/>
                  <a:pt x="1100" y="120"/>
                </a:cubicBezTo>
                <a:cubicBezTo>
                  <a:pt x="1099" y="119"/>
                  <a:pt x="1099" y="119"/>
                  <a:pt x="1099" y="119"/>
                </a:cubicBezTo>
                <a:cubicBezTo>
                  <a:pt x="1090" y="121"/>
                  <a:pt x="1090" y="121"/>
                  <a:pt x="1090" y="121"/>
                </a:cubicBezTo>
                <a:cubicBezTo>
                  <a:pt x="1090" y="124"/>
                  <a:pt x="1090" y="124"/>
                  <a:pt x="1090" y="124"/>
                </a:cubicBezTo>
                <a:cubicBezTo>
                  <a:pt x="1093" y="125"/>
                  <a:pt x="1093" y="125"/>
                  <a:pt x="1093" y="125"/>
                </a:cubicBezTo>
                <a:cubicBezTo>
                  <a:pt x="1089" y="159"/>
                  <a:pt x="1089" y="159"/>
                  <a:pt x="1089" y="159"/>
                </a:cubicBezTo>
                <a:cubicBezTo>
                  <a:pt x="1095" y="159"/>
                  <a:pt x="1095" y="159"/>
                  <a:pt x="1095" y="159"/>
                </a:cubicBezTo>
                <a:cubicBezTo>
                  <a:pt x="1099" y="134"/>
                  <a:pt x="1099" y="134"/>
                  <a:pt x="1099" y="134"/>
                </a:cubicBezTo>
                <a:cubicBezTo>
                  <a:pt x="1101" y="131"/>
                  <a:pt x="1103" y="129"/>
                  <a:pt x="1105" y="127"/>
                </a:cubicBezTo>
                <a:cubicBezTo>
                  <a:pt x="1107" y="125"/>
                  <a:pt x="1109" y="124"/>
                  <a:pt x="1111" y="124"/>
                </a:cubicBezTo>
                <a:cubicBezTo>
                  <a:pt x="1113" y="124"/>
                  <a:pt x="1114" y="125"/>
                  <a:pt x="1114" y="126"/>
                </a:cubicBezTo>
                <a:cubicBezTo>
                  <a:pt x="1115" y="127"/>
                  <a:pt x="1115" y="128"/>
                  <a:pt x="1115" y="130"/>
                </a:cubicBezTo>
                <a:cubicBezTo>
                  <a:pt x="1115" y="132"/>
                  <a:pt x="1115" y="134"/>
                  <a:pt x="1115" y="135"/>
                </a:cubicBezTo>
                <a:cubicBezTo>
                  <a:pt x="1115" y="137"/>
                  <a:pt x="1114" y="140"/>
                  <a:pt x="1114" y="142"/>
                </a:cubicBezTo>
                <a:cubicBezTo>
                  <a:pt x="1114" y="144"/>
                  <a:pt x="1114" y="144"/>
                  <a:pt x="1114" y="144"/>
                </a:cubicBezTo>
                <a:cubicBezTo>
                  <a:pt x="1113" y="147"/>
                  <a:pt x="1113" y="147"/>
                  <a:pt x="1113" y="147"/>
                </a:cubicBezTo>
                <a:cubicBezTo>
                  <a:pt x="1112" y="151"/>
                  <a:pt x="1112" y="154"/>
                  <a:pt x="1112" y="156"/>
                </a:cubicBezTo>
                <a:cubicBezTo>
                  <a:pt x="1112" y="159"/>
                  <a:pt x="1113" y="160"/>
                  <a:pt x="1116" y="160"/>
                </a:cubicBezTo>
                <a:cubicBezTo>
                  <a:pt x="1117" y="160"/>
                  <a:pt x="1119" y="160"/>
                  <a:pt x="1120" y="159"/>
                </a:cubicBezTo>
                <a:cubicBezTo>
                  <a:pt x="1121" y="159"/>
                  <a:pt x="1122" y="158"/>
                  <a:pt x="1123" y="157"/>
                </a:cubicBezTo>
                <a:cubicBezTo>
                  <a:pt x="1123" y="157"/>
                  <a:pt x="1124" y="156"/>
                  <a:pt x="1124" y="156"/>
                </a:cubicBezTo>
                <a:cubicBezTo>
                  <a:pt x="1123" y="154"/>
                  <a:pt x="1123" y="154"/>
                  <a:pt x="1123" y="154"/>
                </a:cubicBezTo>
                <a:cubicBezTo>
                  <a:pt x="1122" y="155"/>
                  <a:pt x="1121" y="156"/>
                  <a:pt x="1120" y="156"/>
                </a:cubicBezTo>
                <a:cubicBezTo>
                  <a:pt x="1119" y="156"/>
                  <a:pt x="1119" y="155"/>
                  <a:pt x="1119" y="154"/>
                </a:cubicBezTo>
                <a:cubicBezTo>
                  <a:pt x="1119" y="152"/>
                  <a:pt x="1119" y="149"/>
                  <a:pt x="1120" y="145"/>
                </a:cubicBezTo>
                <a:cubicBezTo>
                  <a:pt x="1121" y="142"/>
                  <a:pt x="1121" y="142"/>
                  <a:pt x="1121" y="142"/>
                </a:cubicBezTo>
                <a:cubicBezTo>
                  <a:pt x="1121" y="140"/>
                  <a:pt x="1121" y="140"/>
                  <a:pt x="1121" y="140"/>
                </a:cubicBezTo>
                <a:cubicBezTo>
                  <a:pt x="1122" y="135"/>
                  <a:pt x="1122" y="132"/>
                  <a:pt x="1122" y="130"/>
                </a:cubicBezTo>
                <a:cubicBezTo>
                  <a:pt x="1122" y="126"/>
                  <a:pt x="1122" y="123"/>
                  <a:pt x="1120" y="122"/>
                </a:cubicBezTo>
                <a:cubicBezTo>
                  <a:pt x="1119" y="120"/>
                  <a:pt x="1117" y="119"/>
                  <a:pt x="1114" y="119"/>
                </a:cubicBezTo>
                <a:cubicBezTo>
                  <a:pt x="1112" y="119"/>
                  <a:pt x="1109" y="120"/>
                  <a:pt x="1106" y="122"/>
                </a:cubicBezTo>
                <a:cubicBezTo>
                  <a:pt x="1104" y="124"/>
                  <a:pt x="1102" y="126"/>
                  <a:pt x="1100" y="129"/>
                </a:cubicBezTo>
                <a:close/>
                <a:moveTo>
                  <a:pt x="1159" y="162"/>
                </a:moveTo>
                <a:cubicBezTo>
                  <a:pt x="1165" y="119"/>
                  <a:pt x="1165" y="119"/>
                  <a:pt x="1165" y="119"/>
                </a:cubicBezTo>
                <a:cubicBezTo>
                  <a:pt x="1160" y="121"/>
                  <a:pt x="1160" y="121"/>
                  <a:pt x="1160" y="121"/>
                </a:cubicBezTo>
                <a:cubicBezTo>
                  <a:pt x="1159" y="121"/>
                  <a:pt x="1158" y="120"/>
                  <a:pt x="1157" y="120"/>
                </a:cubicBezTo>
                <a:cubicBezTo>
                  <a:pt x="1155" y="120"/>
                  <a:pt x="1154" y="119"/>
                  <a:pt x="1153" y="119"/>
                </a:cubicBezTo>
                <a:cubicBezTo>
                  <a:pt x="1148" y="119"/>
                  <a:pt x="1144" y="121"/>
                  <a:pt x="1141" y="123"/>
                </a:cubicBezTo>
                <a:cubicBezTo>
                  <a:pt x="1137" y="126"/>
                  <a:pt x="1135" y="129"/>
                  <a:pt x="1133" y="133"/>
                </a:cubicBezTo>
                <a:cubicBezTo>
                  <a:pt x="1131" y="137"/>
                  <a:pt x="1130" y="141"/>
                  <a:pt x="1130" y="145"/>
                </a:cubicBezTo>
                <a:cubicBezTo>
                  <a:pt x="1130" y="150"/>
                  <a:pt x="1131" y="153"/>
                  <a:pt x="1133" y="156"/>
                </a:cubicBezTo>
                <a:cubicBezTo>
                  <a:pt x="1135" y="159"/>
                  <a:pt x="1138" y="160"/>
                  <a:pt x="1142" y="160"/>
                </a:cubicBezTo>
                <a:cubicBezTo>
                  <a:pt x="1144" y="160"/>
                  <a:pt x="1146" y="159"/>
                  <a:pt x="1148" y="158"/>
                </a:cubicBezTo>
                <a:cubicBezTo>
                  <a:pt x="1150" y="157"/>
                  <a:pt x="1152" y="156"/>
                  <a:pt x="1153" y="155"/>
                </a:cubicBezTo>
                <a:cubicBezTo>
                  <a:pt x="1151" y="164"/>
                  <a:pt x="1151" y="164"/>
                  <a:pt x="1151" y="164"/>
                </a:cubicBezTo>
                <a:cubicBezTo>
                  <a:pt x="1151" y="167"/>
                  <a:pt x="1150" y="169"/>
                  <a:pt x="1149" y="170"/>
                </a:cubicBezTo>
                <a:cubicBezTo>
                  <a:pt x="1147" y="172"/>
                  <a:pt x="1145" y="172"/>
                  <a:pt x="1142" y="172"/>
                </a:cubicBezTo>
                <a:cubicBezTo>
                  <a:pt x="1140" y="172"/>
                  <a:pt x="1139" y="172"/>
                  <a:pt x="1137" y="171"/>
                </a:cubicBezTo>
                <a:cubicBezTo>
                  <a:pt x="1136" y="171"/>
                  <a:pt x="1134" y="170"/>
                  <a:pt x="1133" y="170"/>
                </a:cubicBezTo>
                <a:cubicBezTo>
                  <a:pt x="1132" y="175"/>
                  <a:pt x="1132" y="175"/>
                  <a:pt x="1132" y="175"/>
                </a:cubicBezTo>
                <a:cubicBezTo>
                  <a:pt x="1132" y="176"/>
                  <a:pt x="1134" y="176"/>
                  <a:pt x="1135" y="176"/>
                </a:cubicBezTo>
                <a:cubicBezTo>
                  <a:pt x="1137" y="177"/>
                  <a:pt x="1138" y="177"/>
                  <a:pt x="1140" y="177"/>
                </a:cubicBezTo>
                <a:cubicBezTo>
                  <a:pt x="1142" y="177"/>
                  <a:pt x="1145" y="176"/>
                  <a:pt x="1148" y="175"/>
                </a:cubicBezTo>
                <a:cubicBezTo>
                  <a:pt x="1150" y="174"/>
                  <a:pt x="1153" y="173"/>
                  <a:pt x="1155" y="170"/>
                </a:cubicBezTo>
                <a:cubicBezTo>
                  <a:pt x="1157" y="168"/>
                  <a:pt x="1158" y="165"/>
                  <a:pt x="1159" y="162"/>
                </a:cubicBezTo>
                <a:close/>
                <a:moveTo>
                  <a:pt x="1157" y="125"/>
                </a:moveTo>
                <a:cubicBezTo>
                  <a:pt x="1154" y="150"/>
                  <a:pt x="1154" y="150"/>
                  <a:pt x="1154" y="150"/>
                </a:cubicBezTo>
                <a:cubicBezTo>
                  <a:pt x="1152" y="151"/>
                  <a:pt x="1151" y="153"/>
                  <a:pt x="1149" y="154"/>
                </a:cubicBezTo>
                <a:cubicBezTo>
                  <a:pt x="1148" y="155"/>
                  <a:pt x="1146" y="155"/>
                  <a:pt x="1144" y="155"/>
                </a:cubicBezTo>
                <a:cubicBezTo>
                  <a:pt x="1142" y="155"/>
                  <a:pt x="1140" y="155"/>
                  <a:pt x="1139" y="153"/>
                </a:cubicBezTo>
                <a:cubicBezTo>
                  <a:pt x="1138" y="151"/>
                  <a:pt x="1138" y="148"/>
                  <a:pt x="1138" y="145"/>
                </a:cubicBezTo>
                <a:cubicBezTo>
                  <a:pt x="1138" y="142"/>
                  <a:pt x="1138" y="138"/>
                  <a:pt x="1139" y="135"/>
                </a:cubicBezTo>
                <a:cubicBezTo>
                  <a:pt x="1140" y="132"/>
                  <a:pt x="1142" y="129"/>
                  <a:pt x="1144" y="127"/>
                </a:cubicBezTo>
                <a:cubicBezTo>
                  <a:pt x="1146" y="124"/>
                  <a:pt x="1149" y="123"/>
                  <a:pt x="1152" y="123"/>
                </a:cubicBezTo>
                <a:cubicBezTo>
                  <a:pt x="1154" y="123"/>
                  <a:pt x="1156" y="124"/>
                  <a:pt x="1157" y="125"/>
                </a:cubicBezTo>
                <a:close/>
                <a:moveTo>
                  <a:pt x="1181" y="153"/>
                </a:moveTo>
                <a:cubicBezTo>
                  <a:pt x="1185" y="120"/>
                  <a:pt x="1185" y="120"/>
                  <a:pt x="1185" y="120"/>
                </a:cubicBezTo>
                <a:cubicBezTo>
                  <a:pt x="1184" y="119"/>
                  <a:pt x="1184" y="119"/>
                  <a:pt x="1184" y="119"/>
                </a:cubicBezTo>
                <a:cubicBezTo>
                  <a:pt x="1174" y="121"/>
                  <a:pt x="1174" y="121"/>
                  <a:pt x="1174" y="121"/>
                </a:cubicBezTo>
                <a:cubicBezTo>
                  <a:pt x="1173" y="123"/>
                  <a:pt x="1173" y="123"/>
                  <a:pt x="1173" y="123"/>
                </a:cubicBezTo>
                <a:cubicBezTo>
                  <a:pt x="1178" y="125"/>
                  <a:pt x="1178" y="125"/>
                  <a:pt x="1178" y="125"/>
                </a:cubicBezTo>
                <a:cubicBezTo>
                  <a:pt x="1177" y="132"/>
                  <a:pt x="1176" y="138"/>
                  <a:pt x="1175" y="142"/>
                </a:cubicBezTo>
                <a:cubicBezTo>
                  <a:pt x="1174" y="150"/>
                  <a:pt x="1174" y="154"/>
                  <a:pt x="1173" y="156"/>
                </a:cubicBezTo>
                <a:cubicBezTo>
                  <a:pt x="1173" y="157"/>
                  <a:pt x="1174" y="158"/>
                  <a:pt x="1174" y="159"/>
                </a:cubicBezTo>
                <a:cubicBezTo>
                  <a:pt x="1175" y="160"/>
                  <a:pt x="1176" y="160"/>
                  <a:pt x="1178" y="160"/>
                </a:cubicBezTo>
                <a:cubicBezTo>
                  <a:pt x="1180" y="160"/>
                  <a:pt x="1182" y="159"/>
                  <a:pt x="1183" y="158"/>
                </a:cubicBezTo>
                <a:cubicBezTo>
                  <a:pt x="1184" y="157"/>
                  <a:pt x="1185" y="156"/>
                  <a:pt x="1186" y="155"/>
                </a:cubicBezTo>
                <a:cubicBezTo>
                  <a:pt x="1185" y="154"/>
                  <a:pt x="1185" y="154"/>
                  <a:pt x="1185" y="154"/>
                </a:cubicBezTo>
                <a:cubicBezTo>
                  <a:pt x="1184" y="154"/>
                  <a:pt x="1184" y="155"/>
                  <a:pt x="1183" y="155"/>
                </a:cubicBezTo>
                <a:cubicBezTo>
                  <a:pt x="1183" y="156"/>
                  <a:pt x="1182" y="156"/>
                  <a:pt x="1182" y="156"/>
                </a:cubicBezTo>
                <a:cubicBezTo>
                  <a:pt x="1181" y="156"/>
                  <a:pt x="1181" y="156"/>
                  <a:pt x="1181" y="155"/>
                </a:cubicBezTo>
                <a:cubicBezTo>
                  <a:pt x="1181" y="155"/>
                  <a:pt x="1180" y="155"/>
                  <a:pt x="1180" y="154"/>
                </a:cubicBezTo>
                <a:lnTo>
                  <a:pt x="1181" y="153"/>
                </a:lnTo>
                <a:close/>
                <a:moveTo>
                  <a:pt x="1183" y="112"/>
                </a:moveTo>
                <a:cubicBezTo>
                  <a:pt x="1184" y="112"/>
                  <a:pt x="1185" y="111"/>
                  <a:pt x="1186" y="110"/>
                </a:cubicBezTo>
                <a:cubicBezTo>
                  <a:pt x="1187" y="109"/>
                  <a:pt x="1188" y="108"/>
                  <a:pt x="1188" y="107"/>
                </a:cubicBezTo>
                <a:cubicBezTo>
                  <a:pt x="1188" y="106"/>
                  <a:pt x="1187" y="105"/>
                  <a:pt x="1187" y="104"/>
                </a:cubicBezTo>
                <a:cubicBezTo>
                  <a:pt x="1186" y="103"/>
                  <a:pt x="1185" y="103"/>
                  <a:pt x="1184" y="103"/>
                </a:cubicBezTo>
                <a:cubicBezTo>
                  <a:pt x="1182" y="103"/>
                  <a:pt x="1181" y="103"/>
                  <a:pt x="1180" y="104"/>
                </a:cubicBezTo>
                <a:cubicBezTo>
                  <a:pt x="1180" y="105"/>
                  <a:pt x="1179" y="107"/>
                  <a:pt x="1179" y="108"/>
                </a:cubicBezTo>
                <a:cubicBezTo>
                  <a:pt x="1179" y="109"/>
                  <a:pt x="1179" y="110"/>
                  <a:pt x="1180" y="111"/>
                </a:cubicBezTo>
                <a:cubicBezTo>
                  <a:pt x="1181" y="111"/>
                  <a:pt x="1182" y="112"/>
                  <a:pt x="1183" y="112"/>
                </a:cubicBezTo>
                <a:close/>
                <a:moveTo>
                  <a:pt x="1207" y="129"/>
                </a:moveTo>
                <a:cubicBezTo>
                  <a:pt x="1208" y="120"/>
                  <a:pt x="1208" y="120"/>
                  <a:pt x="1208" y="120"/>
                </a:cubicBezTo>
                <a:cubicBezTo>
                  <a:pt x="1207" y="119"/>
                  <a:pt x="1207" y="119"/>
                  <a:pt x="1207" y="119"/>
                </a:cubicBezTo>
                <a:cubicBezTo>
                  <a:pt x="1198" y="121"/>
                  <a:pt x="1198" y="121"/>
                  <a:pt x="1198" y="121"/>
                </a:cubicBezTo>
                <a:cubicBezTo>
                  <a:pt x="1198" y="124"/>
                  <a:pt x="1198" y="124"/>
                  <a:pt x="1198" y="124"/>
                </a:cubicBezTo>
                <a:cubicBezTo>
                  <a:pt x="1201" y="125"/>
                  <a:pt x="1201" y="125"/>
                  <a:pt x="1201" y="125"/>
                </a:cubicBezTo>
                <a:cubicBezTo>
                  <a:pt x="1196" y="159"/>
                  <a:pt x="1196" y="159"/>
                  <a:pt x="1196" y="159"/>
                </a:cubicBezTo>
                <a:cubicBezTo>
                  <a:pt x="1203" y="159"/>
                  <a:pt x="1203" y="159"/>
                  <a:pt x="1203" y="159"/>
                </a:cubicBezTo>
                <a:cubicBezTo>
                  <a:pt x="1207" y="134"/>
                  <a:pt x="1207" y="134"/>
                  <a:pt x="1207" y="134"/>
                </a:cubicBezTo>
                <a:cubicBezTo>
                  <a:pt x="1208" y="131"/>
                  <a:pt x="1210" y="129"/>
                  <a:pt x="1213" y="127"/>
                </a:cubicBezTo>
                <a:cubicBezTo>
                  <a:pt x="1215" y="125"/>
                  <a:pt x="1217" y="124"/>
                  <a:pt x="1219" y="124"/>
                </a:cubicBezTo>
                <a:cubicBezTo>
                  <a:pt x="1220" y="124"/>
                  <a:pt x="1221" y="125"/>
                  <a:pt x="1222" y="126"/>
                </a:cubicBezTo>
                <a:cubicBezTo>
                  <a:pt x="1223" y="127"/>
                  <a:pt x="1223" y="128"/>
                  <a:pt x="1223" y="130"/>
                </a:cubicBezTo>
                <a:cubicBezTo>
                  <a:pt x="1223" y="132"/>
                  <a:pt x="1223" y="134"/>
                  <a:pt x="1223" y="135"/>
                </a:cubicBezTo>
                <a:cubicBezTo>
                  <a:pt x="1222" y="137"/>
                  <a:pt x="1222" y="140"/>
                  <a:pt x="1222" y="142"/>
                </a:cubicBezTo>
                <a:cubicBezTo>
                  <a:pt x="1221" y="144"/>
                  <a:pt x="1221" y="144"/>
                  <a:pt x="1221" y="144"/>
                </a:cubicBezTo>
                <a:cubicBezTo>
                  <a:pt x="1221" y="147"/>
                  <a:pt x="1221" y="147"/>
                  <a:pt x="1221" y="147"/>
                </a:cubicBezTo>
                <a:cubicBezTo>
                  <a:pt x="1220" y="151"/>
                  <a:pt x="1219" y="154"/>
                  <a:pt x="1219" y="156"/>
                </a:cubicBezTo>
                <a:cubicBezTo>
                  <a:pt x="1219" y="159"/>
                  <a:pt x="1221" y="160"/>
                  <a:pt x="1224" y="160"/>
                </a:cubicBezTo>
                <a:cubicBezTo>
                  <a:pt x="1225" y="160"/>
                  <a:pt x="1226" y="160"/>
                  <a:pt x="1227" y="159"/>
                </a:cubicBezTo>
                <a:cubicBezTo>
                  <a:pt x="1228" y="159"/>
                  <a:pt x="1229" y="158"/>
                  <a:pt x="1230" y="157"/>
                </a:cubicBezTo>
                <a:cubicBezTo>
                  <a:pt x="1231" y="157"/>
                  <a:pt x="1231" y="156"/>
                  <a:pt x="1232" y="156"/>
                </a:cubicBezTo>
                <a:cubicBezTo>
                  <a:pt x="1231" y="154"/>
                  <a:pt x="1231" y="154"/>
                  <a:pt x="1231" y="154"/>
                </a:cubicBezTo>
                <a:cubicBezTo>
                  <a:pt x="1229" y="155"/>
                  <a:pt x="1228" y="156"/>
                  <a:pt x="1227" y="156"/>
                </a:cubicBezTo>
                <a:cubicBezTo>
                  <a:pt x="1227" y="156"/>
                  <a:pt x="1227" y="155"/>
                  <a:pt x="1227" y="154"/>
                </a:cubicBezTo>
                <a:cubicBezTo>
                  <a:pt x="1227" y="152"/>
                  <a:pt x="1227" y="149"/>
                  <a:pt x="1228" y="145"/>
                </a:cubicBezTo>
                <a:cubicBezTo>
                  <a:pt x="1228" y="142"/>
                  <a:pt x="1228" y="142"/>
                  <a:pt x="1228" y="142"/>
                </a:cubicBezTo>
                <a:cubicBezTo>
                  <a:pt x="1229" y="140"/>
                  <a:pt x="1229" y="140"/>
                  <a:pt x="1229" y="140"/>
                </a:cubicBezTo>
                <a:cubicBezTo>
                  <a:pt x="1230" y="135"/>
                  <a:pt x="1230" y="132"/>
                  <a:pt x="1230" y="130"/>
                </a:cubicBezTo>
                <a:cubicBezTo>
                  <a:pt x="1230" y="126"/>
                  <a:pt x="1229" y="123"/>
                  <a:pt x="1228" y="122"/>
                </a:cubicBezTo>
                <a:cubicBezTo>
                  <a:pt x="1227" y="120"/>
                  <a:pt x="1225" y="119"/>
                  <a:pt x="1222" y="119"/>
                </a:cubicBezTo>
                <a:cubicBezTo>
                  <a:pt x="1219" y="119"/>
                  <a:pt x="1217" y="120"/>
                  <a:pt x="1214" y="122"/>
                </a:cubicBezTo>
                <a:cubicBezTo>
                  <a:pt x="1211" y="124"/>
                  <a:pt x="1209" y="126"/>
                  <a:pt x="1207" y="129"/>
                </a:cubicBezTo>
                <a:close/>
                <a:moveTo>
                  <a:pt x="1267" y="153"/>
                </a:moveTo>
                <a:cubicBezTo>
                  <a:pt x="1266" y="150"/>
                  <a:pt x="1266" y="150"/>
                  <a:pt x="1266" y="150"/>
                </a:cubicBezTo>
                <a:cubicBezTo>
                  <a:pt x="1264" y="152"/>
                  <a:pt x="1262" y="153"/>
                  <a:pt x="1260" y="154"/>
                </a:cubicBezTo>
                <a:cubicBezTo>
                  <a:pt x="1258" y="155"/>
                  <a:pt x="1256" y="156"/>
                  <a:pt x="1254" y="156"/>
                </a:cubicBezTo>
                <a:cubicBezTo>
                  <a:pt x="1251" y="156"/>
                  <a:pt x="1249" y="154"/>
                  <a:pt x="1248" y="152"/>
                </a:cubicBezTo>
                <a:cubicBezTo>
                  <a:pt x="1246" y="150"/>
                  <a:pt x="1246" y="147"/>
                  <a:pt x="1246" y="143"/>
                </a:cubicBezTo>
                <a:cubicBezTo>
                  <a:pt x="1249" y="143"/>
                  <a:pt x="1252" y="143"/>
                  <a:pt x="1256" y="142"/>
                </a:cubicBezTo>
                <a:cubicBezTo>
                  <a:pt x="1259" y="140"/>
                  <a:pt x="1263" y="139"/>
                  <a:pt x="1265" y="136"/>
                </a:cubicBezTo>
                <a:cubicBezTo>
                  <a:pt x="1268" y="134"/>
                  <a:pt x="1269" y="131"/>
                  <a:pt x="1269" y="128"/>
                </a:cubicBezTo>
                <a:cubicBezTo>
                  <a:pt x="1269" y="125"/>
                  <a:pt x="1268" y="123"/>
                  <a:pt x="1267" y="122"/>
                </a:cubicBezTo>
                <a:cubicBezTo>
                  <a:pt x="1265" y="120"/>
                  <a:pt x="1263" y="119"/>
                  <a:pt x="1259" y="119"/>
                </a:cubicBezTo>
                <a:cubicBezTo>
                  <a:pt x="1255" y="119"/>
                  <a:pt x="1252" y="121"/>
                  <a:pt x="1249" y="123"/>
                </a:cubicBezTo>
                <a:cubicBezTo>
                  <a:pt x="1246" y="125"/>
                  <a:pt x="1243" y="128"/>
                  <a:pt x="1241" y="132"/>
                </a:cubicBezTo>
                <a:cubicBezTo>
                  <a:pt x="1240" y="136"/>
                  <a:pt x="1239" y="140"/>
                  <a:pt x="1239" y="145"/>
                </a:cubicBezTo>
                <a:cubicBezTo>
                  <a:pt x="1239" y="147"/>
                  <a:pt x="1239" y="150"/>
                  <a:pt x="1240" y="152"/>
                </a:cubicBezTo>
                <a:cubicBezTo>
                  <a:pt x="1241" y="155"/>
                  <a:pt x="1243" y="156"/>
                  <a:pt x="1245" y="158"/>
                </a:cubicBezTo>
                <a:cubicBezTo>
                  <a:pt x="1247" y="159"/>
                  <a:pt x="1249" y="160"/>
                  <a:pt x="1253" y="160"/>
                </a:cubicBezTo>
                <a:cubicBezTo>
                  <a:pt x="1256" y="160"/>
                  <a:pt x="1259" y="159"/>
                  <a:pt x="1261" y="158"/>
                </a:cubicBezTo>
                <a:cubicBezTo>
                  <a:pt x="1264" y="156"/>
                  <a:pt x="1266" y="154"/>
                  <a:pt x="1267" y="153"/>
                </a:cubicBezTo>
                <a:close/>
                <a:moveTo>
                  <a:pt x="1258" y="123"/>
                </a:moveTo>
                <a:cubicBezTo>
                  <a:pt x="1259" y="123"/>
                  <a:pt x="1260" y="124"/>
                  <a:pt x="1261" y="125"/>
                </a:cubicBezTo>
                <a:cubicBezTo>
                  <a:pt x="1262" y="125"/>
                  <a:pt x="1263" y="127"/>
                  <a:pt x="1263" y="129"/>
                </a:cubicBezTo>
                <a:cubicBezTo>
                  <a:pt x="1263" y="131"/>
                  <a:pt x="1262" y="133"/>
                  <a:pt x="1260" y="135"/>
                </a:cubicBezTo>
                <a:cubicBezTo>
                  <a:pt x="1258" y="136"/>
                  <a:pt x="1256" y="138"/>
                  <a:pt x="1253" y="139"/>
                </a:cubicBezTo>
                <a:cubicBezTo>
                  <a:pt x="1251" y="139"/>
                  <a:pt x="1248" y="140"/>
                  <a:pt x="1246" y="140"/>
                </a:cubicBezTo>
                <a:cubicBezTo>
                  <a:pt x="1246" y="138"/>
                  <a:pt x="1247" y="135"/>
                  <a:pt x="1248" y="132"/>
                </a:cubicBezTo>
                <a:cubicBezTo>
                  <a:pt x="1249" y="130"/>
                  <a:pt x="1250" y="127"/>
                  <a:pt x="1252" y="126"/>
                </a:cubicBezTo>
                <a:cubicBezTo>
                  <a:pt x="1254" y="124"/>
                  <a:pt x="1255" y="123"/>
                  <a:pt x="1258" y="123"/>
                </a:cubicBezTo>
                <a:close/>
                <a:moveTo>
                  <a:pt x="1303" y="153"/>
                </a:moveTo>
                <a:cubicBezTo>
                  <a:pt x="1302" y="150"/>
                  <a:pt x="1302" y="150"/>
                  <a:pt x="1302" y="150"/>
                </a:cubicBezTo>
                <a:cubicBezTo>
                  <a:pt x="1300" y="152"/>
                  <a:pt x="1298" y="153"/>
                  <a:pt x="1296" y="154"/>
                </a:cubicBezTo>
                <a:cubicBezTo>
                  <a:pt x="1294" y="155"/>
                  <a:pt x="1292" y="156"/>
                  <a:pt x="1290" y="156"/>
                </a:cubicBezTo>
                <a:cubicBezTo>
                  <a:pt x="1287" y="156"/>
                  <a:pt x="1285" y="154"/>
                  <a:pt x="1284" y="152"/>
                </a:cubicBezTo>
                <a:cubicBezTo>
                  <a:pt x="1282" y="150"/>
                  <a:pt x="1282" y="147"/>
                  <a:pt x="1282" y="143"/>
                </a:cubicBezTo>
                <a:cubicBezTo>
                  <a:pt x="1285" y="143"/>
                  <a:pt x="1288" y="143"/>
                  <a:pt x="1292" y="142"/>
                </a:cubicBezTo>
                <a:cubicBezTo>
                  <a:pt x="1295" y="140"/>
                  <a:pt x="1299" y="139"/>
                  <a:pt x="1301" y="136"/>
                </a:cubicBezTo>
                <a:cubicBezTo>
                  <a:pt x="1304" y="134"/>
                  <a:pt x="1305" y="131"/>
                  <a:pt x="1305" y="128"/>
                </a:cubicBezTo>
                <a:cubicBezTo>
                  <a:pt x="1305" y="125"/>
                  <a:pt x="1304" y="123"/>
                  <a:pt x="1303" y="122"/>
                </a:cubicBezTo>
                <a:cubicBezTo>
                  <a:pt x="1301" y="120"/>
                  <a:pt x="1299" y="119"/>
                  <a:pt x="1295" y="119"/>
                </a:cubicBezTo>
                <a:cubicBezTo>
                  <a:pt x="1291" y="119"/>
                  <a:pt x="1288" y="121"/>
                  <a:pt x="1285" y="123"/>
                </a:cubicBezTo>
                <a:cubicBezTo>
                  <a:pt x="1282" y="125"/>
                  <a:pt x="1279" y="128"/>
                  <a:pt x="1277" y="132"/>
                </a:cubicBezTo>
                <a:cubicBezTo>
                  <a:pt x="1275" y="136"/>
                  <a:pt x="1275" y="140"/>
                  <a:pt x="1275" y="145"/>
                </a:cubicBezTo>
                <a:cubicBezTo>
                  <a:pt x="1275" y="147"/>
                  <a:pt x="1275" y="150"/>
                  <a:pt x="1276" y="152"/>
                </a:cubicBezTo>
                <a:cubicBezTo>
                  <a:pt x="1277" y="155"/>
                  <a:pt x="1279" y="156"/>
                  <a:pt x="1281" y="158"/>
                </a:cubicBezTo>
                <a:cubicBezTo>
                  <a:pt x="1283" y="159"/>
                  <a:pt x="1285" y="160"/>
                  <a:pt x="1288" y="160"/>
                </a:cubicBezTo>
                <a:cubicBezTo>
                  <a:pt x="1292" y="160"/>
                  <a:pt x="1295" y="159"/>
                  <a:pt x="1297" y="158"/>
                </a:cubicBezTo>
                <a:cubicBezTo>
                  <a:pt x="1300" y="156"/>
                  <a:pt x="1302" y="154"/>
                  <a:pt x="1303" y="153"/>
                </a:cubicBezTo>
                <a:close/>
                <a:moveTo>
                  <a:pt x="1294" y="123"/>
                </a:moveTo>
                <a:cubicBezTo>
                  <a:pt x="1295" y="123"/>
                  <a:pt x="1296" y="124"/>
                  <a:pt x="1297" y="125"/>
                </a:cubicBezTo>
                <a:cubicBezTo>
                  <a:pt x="1298" y="125"/>
                  <a:pt x="1298" y="127"/>
                  <a:pt x="1298" y="129"/>
                </a:cubicBezTo>
                <a:cubicBezTo>
                  <a:pt x="1298" y="131"/>
                  <a:pt x="1298" y="133"/>
                  <a:pt x="1296" y="135"/>
                </a:cubicBezTo>
                <a:cubicBezTo>
                  <a:pt x="1294" y="136"/>
                  <a:pt x="1292" y="138"/>
                  <a:pt x="1289" y="139"/>
                </a:cubicBezTo>
                <a:cubicBezTo>
                  <a:pt x="1287" y="139"/>
                  <a:pt x="1284" y="140"/>
                  <a:pt x="1282" y="140"/>
                </a:cubicBezTo>
                <a:cubicBezTo>
                  <a:pt x="1282" y="138"/>
                  <a:pt x="1283" y="135"/>
                  <a:pt x="1284" y="132"/>
                </a:cubicBezTo>
                <a:cubicBezTo>
                  <a:pt x="1285" y="130"/>
                  <a:pt x="1286" y="127"/>
                  <a:pt x="1288" y="126"/>
                </a:cubicBezTo>
                <a:cubicBezTo>
                  <a:pt x="1289" y="124"/>
                  <a:pt x="1291" y="123"/>
                  <a:pt x="1294" y="123"/>
                </a:cubicBezTo>
                <a:close/>
                <a:moveTo>
                  <a:pt x="1322" y="129"/>
                </a:moveTo>
                <a:cubicBezTo>
                  <a:pt x="1323" y="127"/>
                  <a:pt x="1323" y="127"/>
                  <a:pt x="1323" y="127"/>
                </a:cubicBezTo>
                <a:cubicBezTo>
                  <a:pt x="1323" y="120"/>
                  <a:pt x="1323" y="120"/>
                  <a:pt x="1323" y="120"/>
                </a:cubicBezTo>
                <a:cubicBezTo>
                  <a:pt x="1322" y="119"/>
                  <a:pt x="1322" y="119"/>
                  <a:pt x="1322" y="119"/>
                </a:cubicBezTo>
                <a:cubicBezTo>
                  <a:pt x="1314" y="121"/>
                  <a:pt x="1314" y="121"/>
                  <a:pt x="1314" y="121"/>
                </a:cubicBezTo>
                <a:cubicBezTo>
                  <a:pt x="1313" y="124"/>
                  <a:pt x="1313" y="124"/>
                  <a:pt x="1313" y="124"/>
                </a:cubicBezTo>
                <a:cubicBezTo>
                  <a:pt x="1317" y="125"/>
                  <a:pt x="1317" y="125"/>
                  <a:pt x="1317" y="125"/>
                </a:cubicBezTo>
                <a:cubicBezTo>
                  <a:pt x="1312" y="159"/>
                  <a:pt x="1312" y="159"/>
                  <a:pt x="1312" y="159"/>
                </a:cubicBezTo>
                <a:cubicBezTo>
                  <a:pt x="1319" y="159"/>
                  <a:pt x="1319" y="159"/>
                  <a:pt x="1319" y="159"/>
                </a:cubicBezTo>
                <a:cubicBezTo>
                  <a:pt x="1322" y="134"/>
                  <a:pt x="1322" y="134"/>
                  <a:pt x="1322" y="134"/>
                </a:cubicBezTo>
                <a:cubicBezTo>
                  <a:pt x="1323" y="132"/>
                  <a:pt x="1325" y="130"/>
                  <a:pt x="1327" y="129"/>
                </a:cubicBezTo>
                <a:cubicBezTo>
                  <a:pt x="1329" y="127"/>
                  <a:pt x="1331" y="127"/>
                  <a:pt x="1333" y="127"/>
                </a:cubicBezTo>
                <a:cubicBezTo>
                  <a:pt x="1334" y="127"/>
                  <a:pt x="1335" y="127"/>
                  <a:pt x="1336" y="127"/>
                </a:cubicBezTo>
                <a:cubicBezTo>
                  <a:pt x="1338" y="120"/>
                  <a:pt x="1338" y="120"/>
                  <a:pt x="1338" y="120"/>
                </a:cubicBezTo>
                <a:cubicBezTo>
                  <a:pt x="1337" y="120"/>
                  <a:pt x="1336" y="119"/>
                  <a:pt x="1335" y="119"/>
                </a:cubicBezTo>
                <a:cubicBezTo>
                  <a:pt x="1333" y="119"/>
                  <a:pt x="1331" y="120"/>
                  <a:pt x="1330" y="121"/>
                </a:cubicBezTo>
                <a:cubicBezTo>
                  <a:pt x="1328" y="122"/>
                  <a:pt x="1326" y="123"/>
                  <a:pt x="1325" y="125"/>
                </a:cubicBezTo>
                <a:cubicBezTo>
                  <a:pt x="1324" y="126"/>
                  <a:pt x="1323" y="128"/>
                  <a:pt x="1322" y="129"/>
                </a:cubicBezTo>
                <a:close/>
                <a:moveTo>
                  <a:pt x="1349" y="153"/>
                </a:moveTo>
                <a:cubicBezTo>
                  <a:pt x="1354" y="120"/>
                  <a:pt x="1354" y="120"/>
                  <a:pt x="1354" y="120"/>
                </a:cubicBezTo>
                <a:cubicBezTo>
                  <a:pt x="1352" y="119"/>
                  <a:pt x="1352" y="119"/>
                  <a:pt x="1352" y="119"/>
                </a:cubicBezTo>
                <a:cubicBezTo>
                  <a:pt x="1342" y="121"/>
                  <a:pt x="1342" y="121"/>
                  <a:pt x="1342" y="121"/>
                </a:cubicBezTo>
                <a:cubicBezTo>
                  <a:pt x="1342" y="123"/>
                  <a:pt x="1342" y="123"/>
                  <a:pt x="1342" y="123"/>
                </a:cubicBezTo>
                <a:cubicBezTo>
                  <a:pt x="1346" y="125"/>
                  <a:pt x="1346" y="125"/>
                  <a:pt x="1346" y="125"/>
                </a:cubicBezTo>
                <a:cubicBezTo>
                  <a:pt x="1345" y="132"/>
                  <a:pt x="1345" y="138"/>
                  <a:pt x="1344" y="142"/>
                </a:cubicBezTo>
                <a:cubicBezTo>
                  <a:pt x="1343" y="150"/>
                  <a:pt x="1342" y="154"/>
                  <a:pt x="1342" y="156"/>
                </a:cubicBezTo>
                <a:cubicBezTo>
                  <a:pt x="1342" y="157"/>
                  <a:pt x="1342" y="158"/>
                  <a:pt x="1343" y="159"/>
                </a:cubicBezTo>
                <a:cubicBezTo>
                  <a:pt x="1344" y="160"/>
                  <a:pt x="1345" y="160"/>
                  <a:pt x="1347" y="160"/>
                </a:cubicBezTo>
                <a:cubicBezTo>
                  <a:pt x="1349" y="160"/>
                  <a:pt x="1350" y="159"/>
                  <a:pt x="1352" y="158"/>
                </a:cubicBezTo>
                <a:cubicBezTo>
                  <a:pt x="1353" y="157"/>
                  <a:pt x="1354" y="156"/>
                  <a:pt x="1355" y="155"/>
                </a:cubicBezTo>
                <a:cubicBezTo>
                  <a:pt x="1354" y="154"/>
                  <a:pt x="1354" y="154"/>
                  <a:pt x="1354" y="154"/>
                </a:cubicBezTo>
                <a:cubicBezTo>
                  <a:pt x="1353" y="154"/>
                  <a:pt x="1352" y="155"/>
                  <a:pt x="1352" y="155"/>
                </a:cubicBezTo>
                <a:cubicBezTo>
                  <a:pt x="1351" y="156"/>
                  <a:pt x="1351" y="156"/>
                  <a:pt x="1350" y="156"/>
                </a:cubicBezTo>
                <a:cubicBezTo>
                  <a:pt x="1350" y="156"/>
                  <a:pt x="1350" y="156"/>
                  <a:pt x="1349" y="155"/>
                </a:cubicBezTo>
                <a:cubicBezTo>
                  <a:pt x="1349" y="155"/>
                  <a:pt x="1349" y="155"/>
                  <a:pt x="1349" y="154"/>
                </a:cubicBezTo>
                <a:lnTo>
                  <a:pt x="1349" y="153"/>
                </a:lnTo>
                <a:close/>
                <a:moveTo>
                  <a:pt x="1351" y="112"/>
                </a:moveTo>
                <a:cubicBezTo>
                  <a:pt x="1353" y="112"/>
                  <a:pt x="1354" y="111"/>
                  <a:pt x="1355" y="110"/>
                </a:cubicBezTo>
                <a:cubicBezTo>
                  <a:pt x="1356" y="109"/>
                  <a:pt x="1356" y="108"/>
                  <a:pt x="1356" y="107"/>
                </a:cubicBezTo>
                <a:cubicBezTo>
                  <a:pt x="1356" y="106"/>
                  <a:pt x="1356" y="105"/>
                  <a:pt x="1355" y="104"/>
                </a:cubicBezTo>
                <a:cubicBezTo>
                  <a:pt x="1354" y="103"/>
                  <a:pt x="1353" y="103"/>
                  <a:pt x="1352" y="103"/>
                </a:cubicBezTo>
                <a:cubicBezTo>
                  <a:pt x="1351" y="103"/>
                  <a:pt x="1350" y="103"/>
                  <a:pt x="1349" y="104"/>
                </a:cubicBezTo>
                <a:cubicBezTo>
                  <a:pt x="1348" y="105"/>
                  <a:pt x="1348" y="107"/>
                  <a:pt x="1348" y="108"/>
                </a:cubicBezTo>
                <a:cubicBezTo>
                  <a:pt x="1348" y="109"/>
                  <a:pt x="1348" y="110"/>
                  <a:pt x="1349" y="111"/>
                </a:cubicBezTo>
                <a:cubicBezTo>
                  <a:pt x="1350" y="111"/>
                  <a:pt x="1350" y="112"/>
                  <a:pt x="1351" y="112"/>
                </a:cubicBezTo>
                <a:close/>
                <a:moveTo>
                  <a:pt x="1374" y="129"/>
                </a:moveTo>
                <a:cubicBezTo>
                  <a:pt x="1375" y="120"/>
                  <a:pt x="1375" y="120"/>
                  <a:pt x="1375" y="120"/>
                </a:cubicBezTo>
                <a:cubicBezTo>
                  <a:pt x="1374" y="119"/>
                  <a:pt x="1374" y="119"/>
                  <a:pt x="1374" y="119"/>
                </a:cubicBezTo>
                <a:cubicBezTo>
                  <a:pt x="1365" y="121"/>
                  <a:pt x="1365" y="121"/>
                  <a:pt x="1365" y="121"/>
                </a:cubicBezTo>
                <a:cubicBezTo>
                  <a:pt x="1365" y="124"/>
                  <a:pt x="1365" y="124"/>
                  <a:pt x="1365" y="124"/>
                </a:cubicBezTo>
                <a:cubicBezTo>
                  <a:pt x="1368" y="125"/>
                  <a:pt x="1368" y="125"/>
                  <a:pt x="1368" y="125"/>
                </a:cubicBezTo>
                <a:cubicBezTo>
                  <a:pt x="1364" y="159"/>
                  <a:pt x="1364" y="159"/>
                  <a:pt x="1364" y="159"/>
                </a:cubicBezTo>
                <a:cubicBezTo>
                  <a:pt x="1370" y="159"/>
                  <a:pt x="1370" y="159"/>
                  <a:pt x="1370" y="159"/>
                </a:cubicBezTo>
                <a:cubicBezTo>
                  <a:pt x="1374" y="134"/>
                  <a:pt x="1374" y="134"/>
                  <a:pt x="1374" y="134"/>
                </a:cubicBezTo>
                <a:cubicBezTo>
                  <a:pt x="1375" y="131"/>
                  <a:pt x="1377" y="129"/>
                  <a:pt x="1380" y="127"/>
                </a:cubicBezTo>
                <a:cubicBezTo>
                  <a:pt x="1382" y="125"/>
                  <a:pt x="1384" y="124"/>
                  <a:pt x="1386" y="124"/>
                </a:cubicBezTo>
                <a:cubicBezTo>
                  <a:pt x="1388" y="124"/>
                  <a:pt x="1389" y="125"/>
                  <a:pt x="1389" y="126"/>
                </a:cubicBezTo>
                <a:cubicBezTo>
                  <a:pt x="1390" y="127"/>
                  <a:pt x="1390" y="128"/>
                  <a:pt x="1390" y="130"/>
                </a:cubicBezTo>
                <a:cubicBezTo>
                  <a:pt x="1390" y="132"/>
                  <a:pt x="1390" y="134"/>
                  <a:pt x="1390" y="135"/>
                </a:cubicBezTo>
                <a:cubicBezTo>
                  <a:pt x="1390" y="137"/>
                  <a:pt x="1389" y="140"/>
                  <a:pt x="1389" y="142"/>
                </a:cubicBezTo>
                <a:cubicBezTo>
                  <a:pt x="1388" y="144"/>
                  <a:pt x="1388" y="144"/>
                  <a:pt x="1388" y="144"/>
                </a:cubicBezTo>
                <a:cubicBezTo>
                  <a:pt x="1388" y="147"/>
                  <a:pt x="1388" y="147"/>
                  <a:pt x="1388" y="147"/>
                </a:cubicBezTo>
                <a:cubicBezTo>
                  <a:pt x="1387" y="151"/>
                  <a:pt x="1387" y="154"/>
                  <a:pt x="1387" y="156"/>
                </a:cubicBezTo>
                <a:cubicBezTo>
                  <a:pt x="1387" y="159"/>
                  <a:pt x="1388" y="160"/>
                  <a:pt x="1391" y="160"/>
                </a:cubicBezTo>
                <a:cubicBezTo>
                  <a:pt x="1392" y="160"/>
                  <a:pt x="1394" y="160"/>
                  <a:pt x="1395" y="159"/>
                </a:cubicBezTo>
                <a:cubicBezTo>
                  <a:pt x="1396" y="159"/>
                  <a:pt x="1397" y="158"/>
                  <a:pt x="1397" y="157"/>
                </a:cubicBezTo>
                <a:cubicBezTo>
                  <a:pt x="1398" y="157"/>
                  <a:pt x="1399" y="156"/>
                  <a:pt x="1399" y="156"/>
                </a:cubicBezTo>
                <a:cubicBezTo>
                  <a:pt x="1398" y="154"/>
                  <a:pt x="1398" y="154"/>
                  <a:pt x="1398" y="154"/>
                </a:cubicBezTo>
                <a:cubicBezTo>
                  <a:pt x="1397" y="155"/>
                  <a:pt x="1396" y="156"/>
                  <a:pt x="1395" y="156"/>
                </a:cubicBezTo>
                <a:cubicBezTo>
                  <a:pt x="1394" y="156"/>
                  <a:pt x="1394" y="155"/>
                  <a:pt x="1394" y="154"/>
                </a:cubicBezTo>
                <a:cubicBezTo>
                  <a:pt x="1394" y="152"/>
                  <a:pt x="1394" y="149"/>
                  <a:pt x="1395" y="145"/>
                </a:cubicBezTo>
                <a:cubicBezTo>
                  <a:pt x="1395" y="142"/>
                  <a:pt x="1395" y="142"/>
                  <a:pt x="1395" y="142"/>
                </a:cubicBezTo>
                <a:cubicBezTo>
                  <a:pt x="1396" y="140"/>
                  <a:pt x="1396" y="140"/>
                  <a:pt x="1396" y="140"/>
                </a:cubicBezTo>
                <a:cubicBezTo>
                  <a:pt x="1397" y="135"/>
                  <a:pt x="1397" y="132"/>
                  <a:pt x="1397" y="130"/>
                </a:cubicBezTo>
                <a:cubicBezTo>
                  <a:pt x="1397" y="126"/>
                  <a:pt x="1397" y="123"/>
                  <a:pt x="1395" y="122"/>
                </a:cubicBezTo>
                <a:cubicBezTo>
                  <a:pt x="1394" y="120"/>
                  <a:pt x="1392" y="119"/>
                  <a:pt x="1389" y="119"/>
                </a:cubicBezTo>
                <a:cubicBezTo>
                  <a:pt x="1386" y="119"/>
                  <a:pt x="1384" y="120"/>
                  <a:pt x="1381" y="122"/>
                </a:cubicBezTo>
                <a:cubicBezTo>
                  <a:pt x="1379" y="124"/>
                  <a:pt x="1376" y="126"/>
                  <a:pt x="1374" y="129"/>
                </a:cubicBezTo>
                <a:close/>
                <a:moveTo>
                  <a:pt x="1433" y="162"/>
                </a:moveTo>
                <a:cubicBezTo>
                  <a:pt x="1440" y="119"/>
                  <a:pt x="1440" y="119"/>
                  <a:pt x="1440" y="119"/>
                </a:cubicBezTo>
                <a:cubicBezTo>
                  <a:pt x="1435" y="121"/>
                  <a:pt x="1435" y="121"/>
                  <a:pt x="1435" y="121"/>
                </a:cubicBezTo>
                <a:cubicBezTo>
                  <a:pt x="1434" y="121"/>
                  <a:pt x="1433" y="120"/>
                  <a:pt x="1432" y="120"/>
                </a:cubicBezTo>
                <a:cubicBezTo>
                  <a:pt x="1430" y="120"/>
                  <a:pt x="1429" y="119"/>
                  <a:pt x="1428" y="119"/>
                </a:cubicBezTo>
                <a:cubicBezTo>
                  <a:pt x="1423" y="119"/>
                  <a:pt x="1419" y="121"/>
                  <a:pt x="1416" y="123"/>
                </a:cubicBezTo>
                <a:cubicBezTo>
                  <a:pt x="1412" y="126"/>
                  <a:pt x="1410" y="129"/>
                  <a:pt x="1408" y="133"/>
                </a:cubicBezTo>
                <a:cubicBezTo>
                  <a:pt x="1406" y="137"/>
                  <a:pt x="1405" y="141"/>
                  <a:pt x="1405" y="145"/>
                </a:cubicBezTo>
                <a:cubicBezTo>
                  <a:pt x="1405" y="150"/>
                  <a:pt x="1406" y="153"/>
                  <a:pt x="1408" y="156"/>
                </a:cubicBezTo>
                <a:cubicBezTo>
                  <a:pt x="1410" y="159"/>
                  <a:pt x="1413" y="160"/>
                  <a:pt x="1417" y="160"/>
                </a:cubicBezTo>
                <a:cubicBezTo>
                  <a:pt x="1419" y="160"/>
                  <a:pt x="1421" y="159"/>
                  <a:pt x="1423" y="158"/>
                </a:cubicBezTo>
                <a:cubicBezTo>
                  <a:pt x="1425" y="157"/>
                  <a:pt x="1426" y="156"/>
                  <a:pt x="1428" y="155"/>
                </a:cubicBezTo>
                <a:cubicBezTo>
                  <a:pt x="1426" y="164"/>
                  <a:pt x="1426" y="164"/>
                  <a:pt x="1426" y="164"/>
                </a:cubicBezTo>
                <a:cubicBezTo>
                  <a:pt x="1426" y="167"/>
                  <a:pt x="1425" y="169"/>
                  <a:pt x="1424" y="170"/>
                </a:cubicBezTo>
                <a:cubicBezTo>
                  <a:pt x="1422" y="172"/>
                  <a:pt x="1420" y="172"/>
                  <a:pt x="1417" y="172"/>
                </a:cubicBezTo>
                <a:cubicBezTo>
                  <a:pt x="1415" y="172"/>
                  <a:pt x="1414" y="172"/>
                  <a:pt x="1412" y="171"/>
                </a:cubicBezTo>
                <a:cubicBezTo>
                  <a:pt x="1410" y="171"/>
                  <a:pt x="1409" y="170"/>
                  <a:pt x="1408" y="170"/>
                </a:cubicBezTo>
                <a:cubicBezTo>
                  <a:pt x="1406" y="175"/>
                  <a:pt x="1406" y="175"/>
                  <a:pt x="1406" y="175"/>
                </a:cubicBezTo>
                <a:cubicBezTo>
                  <a:pt x="1407" y="176"/>
                  <a:pt x="1408" y="176"/>
                  <a:pt x="1410" y="176"/>
                </a:cubicBezTo>
                <a:cubicBezTo>
                  <a:pt x="1411" y="177"/>
                  <a:pt x="1413" y="177"/>
                  <a:pt x="1414" y="177"/>
                </a:cubicBezTo>
                <a:cubicBezTo>
                  <a:pt x="1417" y="177"/>
                  <a:pt x="1420" y="176"/>
                  <a:pt x="1423" y="175"/>
                </a:cubicBezTo>
                <a:cubicBezTo>
                  <a:pt x="1425" y="174"/>
                  <a:pt x="1428" y="173"/>
                  <a:pt x="1430" y="170"/>
                </a:cubicBezTo>
                <a:cubicBezTo>
                  <a:pt x="1432" y="168"/>
                  <a:pt x="1433" y="165"/>
                  <a:pt x="1433" y="162"/>
                </a:cubicBezTo>
                <a:close/>
                <a:moveTo>
                  <a:pt x="1432" y="125"/>
                </a:moveTo>
                <a:cubicBezTo>
                  <a:pt x="1428" y="150"/>
                  <a:pt x="1428" y="150"/>
                  <a:pt x="1428" y="150"/>
                </a:cubicBezTo>
                <a:cubicBezTo>
                  <a:pt x="1427" y="151"/>
                  <a:pt x="1426" y="153"/>
                  <a:pt x="1424" y="154"/>
                </a:cubicBezTo>
                <a:cubicBezTo>
                  <a:pt x="1423" y="155"/>
                  <a:pt x="1421" y="155"/>
                  <a:pt x="1419" y="155"/>
                </a:cubicBezTo>
                <a:cubicBezTo>
                  <a:pt x="1417" y="155"/>
                  <a:pt x="1415" y="155"/>
                  <a:pt x="1414" y="153"/>
                </a:cubicBezTo>
                <a:cubicBezTo>
                  <a:pt x="1413" y="151"/>
                  <a:pt x="1412" y="148"/>
                  <a:pt x="1412" y="145"/>
                </a:cubicBezTo>
                <a:cubicBezTo>
                  <a:pt x="1412" y="142"/>
                  <a:pt x="1413" y="138"/>
                  <a:pt x="1414" y="135"/>
                </a:cubicBezTo>
                <a:cubicBezTo>
                  <a:pt x="1415" y="132"/>
                  <a:pt x="1417" y="129"/>
                  <a:pt x="1419" y="127"/>
                </a:cubicBezTo>
                <a:cubicBezTo>
                  <a:pt x="1421" y="124"/>
                  <a:pt x="1424" y="123"/>
                  <a:pt x="1427" y="123"/>
                </a:cubicBezTo>
                <a:cubicBezTo>
                  <a:pt x="1429" y="123"/>
                  <a:pt x="1431" y="124"/>
                  <a:pt x="1432" y="125"/>
                </a:cubicBezTo>
                <a:close/>
                <a:moveTo>
                  <a:pt x="1076" y="242"/>
                </a:moveTo>
                <a:cubicBezTo>
                  <a:pt x="1072" y="249"/>
                  <a:pt x="1072" y="249"/>
                  <a:pt x="1072" y="249"/>
                </a:cubicBezTo>
                <a:cubicBezTo>
                  <a:pt x="1072" y="242"/>
                  <a:pt x="1072" y="242"/>
                  <a:pt x="1072" y="242"/>
                </a:cubicBezTo>
                <a:cubicBezTo>
                  <a:pt x="1066" y="208"/>
                  <a:pt x="1066" y="208"/>
                  <a:pt x="1066" y="208"/>
                </a:cubicBezTo>
                <a:cubicBezTo>
                  <a:pt x="1050" y="208"/>
                  <a:pt x="1050" y="208"/>
                  <a:pt x="1050" y="208"/>
                </a:cubicBezTo>
                <a:cubicBezTo>
                  <a:pt x="1049" y="211"/>
                  <a:pt x="1049" y="211"/>
                  <a:pt x="1049" y="211"/>
                </a:cubicBezTo>
                <a:cubicBezTo>
                  <a:pt x="1056" y="212"/>
                  <a:pt x="1056" y="212"/>
                  <a:pt x="1056" y="212"/>
                </a:cubicBezTo>
                <a:cubicBezTo>
                  <a:pt x="1045" y="256"/>
                  <a:pt x="1045" y="256"/>
                  <a:pt x="1045" y="256"/>
                </a:cubicBezTo>
                <a:cubicBezTo>
                  <a:pt x="1039" y="257"/>
                  <a:pt x="1039" y="257"/>
                  <a:pt x="1039" y="257"/>
                </a:cubicBezTo>
                <a:cubicBezTo>
                  <a:pt x="1039" y="260"/>
                  <a:pt x="1039" y="260"/>
                  <a:pt x="1039" y="260"/>
                </a:cubicBezTo>
                <a:cubicBezTo>
                  <a:pt x="1057" y="260"/>
                  <a:pt x="1057" y="260"/>
                  <a:pt x="1057" y="260"/>
                </a:cubicBezTo>
                <a:cubicBezTo>
                  <a:pt x="1057" y="257"/>
                  <a:pt x="1057" y="257"/>
                  <a:pt x="1057" y="257"/>
                </a:cubicBezTo>
                <a:cubicBezTo>
                  <a:pt x="1050" y="256"/>
                  <a:pt x="1050" y="256"/>
                  <a:pt x="1050" y="256"/>
                </a:cubicBezTo>
                <a:cubicBezTo>
                  <a:pt x="1057" y="225"/>
                  <a:pt x="1057" y="225"/>
                  <a:pt x="1057" y="225"/>
                </a:cubicBezTo>
                <a:cubicBezTo>
                  <a:pt x="1060" y="211"/>
                  <a:pt x="1060" y="211"/>
                  <a:pt x="1060" y="211"/>
                </a:cubicBezTo>
                <a:cubicBezTo>
                  <a:pt x="1062" y="225"/>
                  <a:pt x="1062" y="225"/>
                  <a:pt x="1062" y="225"/>
                </a:cubicBezTo>
                <a:cubicBezTo>
                  <a:pt x="1068" y="261"/>
                  <a:pt x="1068" y="261"/>
                  <a:pt x="1068" y="261"/>
                </a:cubicBezTo>
                <a:cubicBezTo>
                  <a:pt x="1072" y="260"/>
                  <a:pt x="1072" y="260"/>
                  <a:pt x="1072" y="260"/>
                </a:cubicBezTo>
                <a:cubicBezTo>
                  <a:pt x="1088" y="224"/>
                  <a:pt x="1088" y="224"/>
                  <a:pt x="1088" y="224"/>
                </a:cubicBezTo>
                <a:cubicBezTo>
                  <a:pt x="1094" y="211"/>
                  <a:pt x="1094" y="211"/>
                  <a:pt x="1094" y="211"/>
                </a:cubicBezTo>
                <a:cubicBezTo>
                  <a:pt x="1093" y="225"/>
                  <a:pt x="1093" y="225"/>
                  <a:pt x="1093" y="225"/>
                </a:cubicBezTo>
                <a:cubicBezTo>
                  <a:pt x="1091" y="256"/>
                  <a:pt x="1091" y="256"/>
                  <a:pt x="1091" y="256"/>
                </a:cubicBezTo>
                <a:cubicBezTo>
                  <a:pt x="1085" y="257"/>
                  <a:pt x="1085" y="257"/>
                  <a:pt x="1085" y="257"/>
                </a:cubicBezTo>
                <a:cubicBezTo>
                  <a:pt x="1084" y="260"/>
                  <a:pt x="1084" y="260"/>
                  <a:pt x="1084" y="260"/>
                </a:cubicBezTo>
                <a:cubicBezTo>
                  <a:pt x="1104" y="260"/>
                  <a:pt x="1104" y="260"/>
                  <a:pt x="1104" y="260"/>
                </a:cubicBezTo>
                <a:cubicBezTo>
                  <a:pt x="1104" y="257"/>
                  <a:pt x="1104" y="257"/>
                  <a:pt x="1104" y="257"/>
                </a:cubicBezTo>
                <a:cubicBezTo>
                  <a:pt x="1098" y="256"/>
                  <a:pt x="1098" y="256"/>
                  <a:pt x="1098" y="256"/>
                </a:cubicBezTo>
                <a:cubicBezTo>
                  <a:pt x="1099" y="212"/>
                  <a:pt x="1099" y="212"/>
                  <a:pt x="1099" y="212"/>
                </a:cubicBezTo>
                <a:cubicBezTo>
                  <a:pt x="1106" y="211"/>
                  <a:pt x="1106" y="211"/>
                  <a:pt x="1106" y="211"/>
                </a:cubicBezTo>
                <a:cubicBezTo>
                  <a:pt x="1106" y="208"/>
                  <a:pt x="1106" y="208"/>
                  <a:pt x="1106" y="208"/>
                </a:cubicBezTo>
                <a:cubicBezTo>
                  <a:pt x="1091" y="208"/>
                  <a:pt x="1091" y="208"/>
                  <a:pt x="1091" y="208"/>
                </a:cubicBezTo>
                <a:cubicBezTo>
                  <a:pt x="1090" y="211"/>
                  <a:pt x="1087" y="217"/>
                  <a:pt x="1083" y="225"/>
                </a:cubicBezTo>
                <a:cubicBezTo>
                  <a:pt x="1079" y="233"/>
                  <a:pt x="1077" y="239"/>
                  <a:pt x="1076" y="242"/>
                </a:cubicBezTo>
                <a:close/>
                <a:moveTo>
                  <a:pt x="1138" y="253"/>
                </a:moveTo>
                <a:cubicBezTo>
                  <a:pt x="1136" y="251"/>
                  <a:pt x="1136" y="251"/>
                  <a:pt x="1136" y="251"/>
                </a:cubicBezTo>
                <a:cubicBezTo>
                  <a:pt x="1134" y="253"/>
                  <a:pt x="1133" y="254"/>
                  <a:pt x="1131" y="255"/>
                </a:cubicBezTo>
                <a:cubicBezTo>
                  <a:pt x="1129" y="256"/>
                  <a:pt x="1126" y="256"/>
                  <a:pt x="1124" y="256"/>
                </a:cubicBezTo>
                <a:cubicBezTo>
                  <a:pt x="1121" y="256"/>
                  <a:pt x="1119" y="255"/>
                  <a:pt x="1118" y="253"/>
                </a:cubicBezTo>
                <a:cubicBezTo>
                  <a:pt x="1117" y="250"/>
                  <a:pt x="1116" y="247"/>
                  <a:pt x="1116" y="244"/>
                </a:cubicBezTo>
                <a:cubicBezTo>
                  <a:pt x="1119" y="244"/>
                  <a:pt x="1123" y="244"/>
                  <a:pt x="1126" y="242"/>
                </a:cubicBezTo>
                <a:cubicBezTo>
                  <a:pt x="1130" y="241"/>
                  <a:pt x="1133" y="240"/>
                  <a:pt x="1136" y="237"/>
                </a:cubicBezTo>
                <a:cubicBezTo>
                  <a:pt x="1138" y="235"/>
                  <a:pt x="1140" y="232"/>
                  <a:pt x="1140" y="229"/>
                </a:cubicBezTo>
                <a:cubicBezTo>
                  <a:pt x="1140" y="226"/>
                  <a:pt x="1139" y="224"/>
                  <a:pt x="1137" y="223"/>
                </a:cubicBezTo>
                <a:cubicBezTo>
                  <a:pt x="1135" y="221"/>
                  <a:pt x="1133" y="220"/>
                  <a:pt x="1130" y="220"/>
                </a:cubicBezTo>
                <a:cubicBezTo>
                  <a:pt x="1126" y="220"/>
                  <a:pt x="1122" y="221"/>
                  <a:pt x="1119" y="224"/>
                </a:cubicBezTo>
                <a:cubicBezTo>
                  <a:pt x="1116" y="226"/>
                  <a:pt x="1114" y="229"/>
                  <a:pt x="1112" y="233"/>
                </a:cubicBezTo>
                <a:cubicBezTo>
                  <a:pt x="1110" y="237"/>
                  <a:pt x="1109" y="241"/>
                  <a:pt x="1109" y="246"/>
                </a:cubicBezTo>
                <a:cubicBezTo>
                  <a:pt x="1109" y="248"/>
                  <a:pt x="1110" y="251"/>
                  <a:pt x="1111" y="253"/>
                </a:cubicBezTo>
                <a:cubicBezTo>
                  <a:pt x="1111" y="255"/>
                  <a:pt x="1113" y="257"/>
                  <a:pt x="1115" y="259"/>
                </a:cubicBezTo>
                <a:cubicBezTo>
                  <a:pt x="1117" y="260"/>
                  <a:pt x="1120" y="261"/>
                  <a:pt x="1123" y="261"/>
                </a:cubicBezTo>
                <a:cubicBezTo>
                  <a:pt x="1126" y="261"/>
                  <a:pt x="1129" y="260"/>
                  <a:pt x="1132" y="258"/>
                </a:cubicBezTo>
                <a:cubicBezTo>
                  <a:pt x="1135" y="257"/>
                  <a:pt x="1136" y="255"/>
                  <a:pt x="1138" y="253"/>
                </a:cubicBezTo>
                <a:close/>
                <a:moveTo>
                  <a:pt x="1128" y="224"/>
                </a:moveTo>
                <a:cubicBezTo>
                  <a:pt x="1130" y="224"/>
                  <a:pt x="1131" y="224"/>
                  <a:pt x="1132" y="225"/>
                </a:cubicBezTo>
                <a:cubicBezTo>
                  <a:pt x="1132" y="226"/>
                  <a:pt x="1133" y="228"/>
                  <a:pt x="1133" y="229"/>
                </a:cubicBezTo>
                <a:cubicBezTo>
                  <a:pt x="1133" y="232"/>
                  <a:pt x="1132" y="234"/>
                  <a:pt x="1130" y="235"/>
                </a:cubicBezTo>
                <a:cubicBezTo>
                  <a:pt x="1129" y="237"/>
                  <a:pt x="1126" y="238"/>
                  <a:pt x="1124" y="239"/>
                </a:cubicBezTo>
                <a:cubicBezTo>
                  <a:pt x="1121" y="240"/>
                  <a:pt x="1119" y="241"/>
                  <a:pt x="1116" y="241"/>
                </a:cubicBezTo>
                <a:cubicBezTo>
                  <a:pt x="1117" y="238"/>
                  <a:pt x="1117" y="236"/>
                  <a:pt x="1118" y="233"/>
                </a:cubicBezTo>
                <a:cubicBezTo>
                  <a:pt x="1119" y="230"/>
                  <a:pt x="1121" y="228"/>
                  <a:pt x="1122" y="226"/>
                </a:cubicBezTo>
                <a:cubicBezTo>
                  <a:pt x="1124" y="225"/>
                  <a:pt x="1126" y="224"/>
                  <a:pt x="1128" y="224"/>
                </a:cubicBezTo>
                <a:close/>
                <a:moveTo>
                  <a:pt x="1175" y="254"/>
                </a:moveTo>
                <a:cubicBezTo>
                  <a:pt x="1182" y="204"/>
                  <a:pt x="1182" y="204"/>
                  <a:pt x="1182" y="204"/>
                </a:cubicBezTo>
                <a:cubicBezTo>
                  <a:pt x="1181" y="204"/>
                  <a:pt x="1181" y="204"/>
                  <a:pt x="1181" y="204"/>
                </a:cubicBezTo>
                <a:cubicBezTo>
                  <a:pt x="1171" y="205"/>
                  <a:pt x="1171" y="205"/>
                  <a:pt x="1171" y="205"/>
                </a:cubicBezTo>
                <a:cubicBezTo>
                  <a:pt x="1170" y="207"/>
                  <a:pt x="1170" y="207"/>
                  <a:pt x="1170" y="207"/>
                </a:cubicBezTo>
                <a:cubicBezTo>
                  <a:pt x="1175" y="208"/>
                  <a:pt x="1175" y="208"/>
                  <a:pt x="1175" y="208"/>
                </a:cubicBezTo>
                <a:cubicBezTo>
                  <a:pt x="1173" y="221"/>
                  <a:pt x="1173" y="221"/>
                  <a:pt x="1173" y="221"/>
                </a:cubicBezTo>
                <a:cubicBezTo>
                  <a:pt x="1171" y="220"/>
                  <a:pt x="1169" y="220"/>
                  <a:pt x="1168" y="220"/>
                </a:cubicBezTo>
                <a:cubicBezTo>
                  <a:pt x="1163" y="220"/>
                  <a:pt x="1159" y="222"/>
                  <a:pt x="1156" y="224"/>
                </a:cubicBezTo>
                <a:cubicBezTo>
                  <a:pt x="1152" y="227"/>
                  <a:pt x="1150" y="230"/>
                  <a:pt x="1148" y="234"/>
                </a:cubicBezTo>
                <a:cubicBezTo>
                  <a:pt x="1146" y="238"/>
                  <a:pt x="1145" y="242"/>
                  <a:pt x="1145" y="246"/>
                </a:cubicBezTo>
                <a:cubicBezTo>
                  <a:pt x="1145" y="250"/>
                  <a:pt x="1146" y="254"/>
                  <a:pt x="1148" y="257"/>
                </a:cubicBezTo>
                <a:cubicBezTo>
                  <a:pt x="1150" y="259"/>
                  <a:pt x="1153" y="261"/>
                  <a:pt x="1157" y="261"/>
                </a:cubicBezTo>
                <a:cubicBezTo>
                  <a:pt x="1159" y="261"/>
                  <a:pt x="1162" y="260"/>
                  <a:pt x="1163" y="259"/>
                </a:cubicBezTo>
                <a:cubicBezTo>
                  <a:pt x="1165" y="258"/>
                  <a:pt x="1167" y="256"/>
                  <a:pt x="1168" y="255"/>
                </a:cubicBezTo>
                <a:cubicBezTo>
                  <a:pt x="1168" y="256"/>
                  <a:pt x="1168" y="256"/>
                  <a:pt x="1168" y="256"/>
                </a:cubicBezTo>
                <a:cubicBezTo>
                  <a:pt x="1168" y="259"/>
                  <a:pt x="1170" y="261"/>
                  <a:pt x="1173" y="261"/>
                </a:cubicBezTo>
                <a:cubicBezTo>
                  <a:pt x="1174" y="261"/>
                  <a:pt x="1176" y="260"/>
                  <a:pt x="1177" y="259"/>
                </a:cubicBezTo>
                <a:cubicBezTo>
                  <a:pt x="1178" y="258"/>
                  <a:pt x="1179" y="257"/>
                  <a:pt x="1180" y="256"/>
                </a:cubicBezTo>
                <a:cubicBezTo>
                  <a:pt x="1179" y="255"/>
                  <a:pt x="1179" y="255"/>
                  <a:pt x="1179" y="255"/>
                </a:cubicBezTo>
                <a:cubicBezTo>
                  <a:pt x="1178" y="256"/>
                  <a:pt x="1177" y="256"/>
                  <a:pt x="1176" y="256"/>
                </a:cubicBezTo>
                <a:cubicBezTo>
                  <a:pt x="1175" y="256"/>
                  <a:pt x="1175" y="256"/>
                  <a:pt x="1175" y="255"/>
                </a:cubicBezTo>
                <a:cubicBezTo>
                  <a:pt x="1175" y="254"/>
                  <a:pt x="1175" y="254"/>
                  <a:pt x="1175" y="254"/>
                </a:cubicBezTo>
                <a:close/>
                <a:moveTo>
                  <a:pt x="1172" y="225"/>
                </a:moveTo>
                <a:cubicBezTo>
                  <a:pt x="1169" y="250"/>
                  <a:pt x="1169" y="250"/>
                  <a:pt x="1169" y="250"/>
                </a:cubicBezTo>
                <a:cubicBezTo>
                  <a:pt x="1168" y="252"/>
                  <a:pt x="1166" y="253"/>
                  <a:pt x="1164" y="254"/>
                </a:cubicBezTo>
                <a:cubicBezTo>
                  <a:pt x="1163" y="256"/>
                  <a:pt x="1161" y="256"/>
                  <a:pt x="1159" y="256"/>
                </a:cubicBezTo>
                <a:cubicBezTo>
                  <a:pt x="1157" y="256"/>
                  <a:pt x="1155" y="255"/>
                  <a:pt x="1154" y="253"/>
                </a:cubicBezTo>
                <a:cubicBezTo>
                  <a:pt x="1153" y="252"/>
                  <a:pt x="1153" y="249"/>
                  <a:pt x="1153" y="246"/>
                </a:cubicBezTo>
                <a:cubicBezTo>
                  <a:pt x="1153" y="242"/>
                  <a:pt x="1153" y="239"/>
                  <a:pt x="1154" y="236"/>
                </a:cubicBezTo>
                <a:cubicBezTo>
                  <a:pt x="1155" y="232"/>
                  <a:pt x="1157" y="230"/>
                  <a:pt x="1159" y="227"/>
                </a:cubicBezTo>
                <a:cubicBezTo>
                  <a:pt x="1161" y="225"/>
                  <a:pt x="1164" y="224"/>
                  <a:pt x="1167" y="224"/>
                </a:cubicBezTo>
                <a:cubicBezTo>
                  <a:pt x="1169" y="224"/>
                  <a:pt x="1171" y="224"/>
                  <a:pt x="1172" y="225"/>
                </a:cubicBezTo>
                <a:close/>
                <a:moveTo>
                  <a:pt x="1198" y="254"/>
                </a:moveTo>
                <a:cubicBezTo>
                  <a:pt x="1202" y="221"/>
                  <a:pt x="1202" y="221"/>
                  <a:pt x="1202" y="221"/>
                </a:cubicBezTo>
                <a:cubicBezTo>
                  <a:pt x="1201" y="220"/>
                  <a:pt x="1201" y="220"/>
                  <a:pt x="1201" y="220"/>
                </a:cubicBezTo>
                <a:cubicBezTo>
                  <a:pt x="1191" y="222"/>
                  <a:pt x="1191" y="222"/>
                  <a:pt x="1191" y="222"/>
                </a:cubicBezTo>
                <a:cubicBezTo>
                  <a:pt x="1190" y="224"/>
                  <a:pt x="1190" y="224"/>
                  <a:pt x="1190" y="224"/>
                </a:cubicBezTo>
                <a:cubicBezTo>
                  <a:pt x="1195" y="226"/>
                  <a:pt x="1195" y="226"/>
                  <a:pt x="1195" y="226"/>
                </a:cubicBezTo>
                <a:cubicBezTo>
                  <a:pt x="1194" y="233"/>
                  <a:pt x="1193" y="239"/>
                  <a:pt x="1192" y="243"/>
                </a:cubicBezTo>
                <a:cubicBezTo>
                  <a:pt x="1191" y="251"/>
                  <a:pt x="1191" y="255"/>
                  <a:pt x="1191" y="256"/>
                </a:cubicBezTo>
                <a:cubicBezTo>
                  <a:pt x="1190" y="258"/>
                  <a:pt x="1191" y="259"/>
                  <a:pt x="1192" y="260"/>
                </a:cubicBezTo>
                <a:cubicBezTo>
                  <a:pt x="1192" y="260"/>
                  <a:pt x="1194" y="261"/>
                  <a:pt x="1195" y="261"/>
                </a:cubicBezTo>
                <a:cubicBezTo>
                  <a:pt x="1197" y="261"/>
                  <a:pt x="1199" y="260"/>
                  <a:pt x="1200" y="259"/>
                </a:cubicBezTo>
                <a:cubicBezTo>
                  <a:pt x="1202" y="258"/>
                  <a:pt x="1203" y="257"/>
                  <a:pt x="1203" y="256"/>
                </a:cubicBezTo>
                <a:cubicBezTo>
                  <a:pt x="1202" y="254"/>
                  <a:pt x="1202" y="254"/>
                  <a:pt x="1202" y="254"/>
                </a:cubicBezTo>
                <a:cubicBezTo>
                  <a:pt x="1202" y="255"/>
                  <a:pt x="1201" y="256"/>
                  <a:pt x="1200" y="256"/>
                </a:cubicBezTo>
                <a:cubicBezTo>
                  <a:pt x="1200" y="256"/>
                  <a:pt x="1199" y="256"/>
                  <a:pt x="1199" y="256"/>
                </a:cubicBezTo>
                <a:cubicBezTo>
                  <a:pt x="1198" y="256"/>
                  <a:pt x="1198" y="256"/>
                  <a:pt x="1198" y="256"/>
                </a:cubicBezTo>
                <a:cubicBezTo>
                  <a:pt x="1198" y="256"/>
                  <a:pt x="1198" y="255"/>
                  <a:pt x="1198" y="255"/>
                </a:cubicBezTo>
                <a:lnTo>
                  <a:pt x="1198" y="254"/>
                </a:lnTo>
                <a:close/>
                <a:moveTo>
                  <a:pt x="1200" y="213"/>
                </a:moveTo>
                <a:cubicBezTo>
                  <a:pt x="1201" y="213"/>
                  <a:pt x="1202" y="212"/>
                  <a:pt x="1203" y="211"/>
                </a:cubicBezTo>
                <a:cubicBezTo>
                  <a:pt x="1204" y="210"/>
                  <a:pt x="1205" y="209"/>
                  <a:pt x="1205" y="207"/>
                </a:cubicBezTo>
                <a:cubicBezTo>
                  <a:pt x="1205" y="206"/>
                  <a:pt x="1204" y="206"/>
                  <a:pt x="1204" y="205"/>
                </a:cubicBezTo>
                <a:cubicBezTo>
                  <a:pt x="1203" y="204"/>
                  <a:pt x="1202" y="204"/>
                  <a:pt x="1201" y="204"/>
                </a:cubicBezTo>
                <a:cubicBezTo>
                  <a:pt x="1200" y="204"/>
                  <a:pt x="1198" y="204"/>
                  <a:pt x="1198" y="205"/>
                </a:cubicBezTo>
                <a:cubicBezTo>
                  <a:pt x="1197" y="206"/>
                  <a:pt x="1196" y="207"/>
                  <a:pt x="1196" y="209"/>
                </a:cubicBezTo>
                <a:cubicBezTo>
                  <a:pt x="1196" y="210"/>
                  <a:pt x="1197" y="211"/>
                  <a:pt x="1197" y="212"/>
                </a:cubicBezTo>
                <a:cubicBezTo>
                  <a:pt x="1198" y="212"/>
                  <a:pt x="1199" y="213"/>
                  <a:pt x="1200" y="213"/>
                </a:cubicBezTo>
                <a:close/>
                <a:moveTo>
                  <a:pt x="1237" y="228"/>
                </a:moveTo>
                <a:cubicBezTo>
                  <a:pt x="1238" y="229"/>
                  <a:pt x="1238" y="229"/>
                  <a:pt x="1238" y="229"/>
                </a:cubicBezTo>
                <a:cubicBezTo>
                  <a:pt x="1240" y="222"/>
                  <a:pt x="1240" y="222"/>
                  <a:pt x="1240" y="222"/>
                </a:cubicBezTo>
                <a:cubicBezTo>
                  <a:pt x="1239" y="221"/>
                  <a:pt x="1238" y="221"/>
                  <a:pt x="1237" y="221"/>
                </a:cubicBezTo>
                <a:cubicBezTo>
                  <a:pt x="1235" y="220"/>
                  <a:pt x="1234" y="220"/>
                  <a:pt x="1232" y="220"/>
                </a:cubicBezTo>
                <a:cubicBezTo>
                  <a:pt x="1228" y="220"/>
                  <a:pt x="1224" y="221"/>
                  <a:pt x="1221" y="224"/>
                </a:cubicBezTo>
                <a:cubicBezTo>
                  <a:pt x="1218" y="227"/>
                  <a:pt x="1216" y="230"/>
                  <a:pt x="1214" y="234"/>
                </a:cubicBezTo>
                <a:cubicBezTo>
                  <a:pt x="1213" y="237"/>
                  <a:pt x="1212" y="241"/>
                  <a:pt x="1212" y="245"/>
                </a:cubicBezTo>
                <a:cubicBezTo>
                  <a:pt x="1212" y="250"/>
                  <a:pt x="1213" y="254"/>
                  <a:pt x="1215" y="257"/>
                </a:cubicBezTo>
                <a:cubicBezTo>
                  <a:pt x="1217" y="259"/>
                  <a:pt x="1220" y="261"/>
                  <a:pt x="1224" y="261"/>
                </a:cubicBezTo>
                <a:cubicBezTo>
                  <a:pt x="1227" y="261"/>
                  <a:pt x="1230" y="260"/>
                  <a:pt x="1232" y="259"/>
                </a:cubicBezTo>
                <a:cubicBezTo>
                  <a:pt x="1235" y="257"/>
                  <a:pt x="1236" y="256"/>
                  <a:pt x="1238" y="254"/>
                </a:cubicBezTo>
                <a:cubicBezTo>
                  <a:pt x="1236" y="252"/>
                  <a:pt x="1236" y="252"/>
                  <a:pt x="1236" y="252"/>
                </a:cubicBezTo>
                <a:cubicBezTo>
                  <a:pt x="1235" y="253"/>
                  <a:pt x="1233" y="254"/>
                  <a:pt x="1232" y="255"/>
                </a:cubicBezTo>
                <a:cubicBezTo>
                  <a:pt x="1230" y="256"/>
                  <a:pt x="1229" y="256"/>
                  <a:pt x="1227" y="256"/>
                </a:cubicBezTo>
                <a:cubicBezTo>
                  <a:pt x="1224" y="256"/>
                  <a:pt x="1222" y="255"/>
                  <a:pt x="1221" y="253"/>
                </a:cubicBezTo>
                <a:cubicBezTo>
                  <a:pt x="1220" y="251"/>
                  <a:pt x="1219" y="248"/>
                  <a:pt x="1219" y="244"/>
                </a:cubicBezTo>
                <a:cubicBezTo>
                  <a:pt x="1219" y="240"/>
                  <a:pt x="1219" y="237"/>
                  <a:pt x="1221" y="234"/>
                </a:cubicBezTo>
                <a:cubicBezTo>
                  <a:pt x="1222" y="231"/>
                  <a:pt x="1223" y="229"/>
                  <a:pt x="1225" y="227"/>
                </a:cubicBezTo>
                <a:cubicBezTo>
                  <a:pt x="1227" y="225"/>
                  <a:pt x="1229" y="225"/>
                  <a:pt x="1231" y="225"/>
                </a:cubicBezTo>
                <a:cubicBezTo>
                  <a:pt x="1232" y="225"/>
                  <a:pt x="1235" y="226"/>
                  <a:pt x="1237" y="228"/>
                </a:cubicBezTo>
                <a:close/>
                <a:moveTo>
                  <a:pt x="1255" y="254"/>
                </a:moveTo>
                <a:cubicBezTo>
                  <a:pt x="1260" y="221"/>
                  <a:pt x="1260" y="221"/>
                  <a:pt x="1260" y="221"/>
                </a:cubicBezTo>
                <a:cubicBezTo>
                  <a:pt x="1259" y="220"/>
                  <a:pt x="1259" y="220"/>
                  <a:pt x="1259" y="220"/>
                </a:cubicBezTo>
                <a:cubicBezTo>
                  <a:pt x="1249" y="222"/>
                  <a:pt x="1249" y="222"/>
                  <a:pt x="1249" y="222"/>
                </a:cubicBezTo>
                <a:cubicBezTo>
                  <a:pt x="1248" y="224"/>
                  <a:pt x="1248" y="224"/>
                  <a:pt x="1248" y="224"/>
                </a:cubicBezTo>
                <a:cubicBezTo>
                  <a:pt x="1253" y="226"/>
                  <a:pt x="1253" y="226"/>
                  <a:pt x="1253" y="226"/>
                </a:cubicBezTo>
                <a:cubicBezTo>
                  <a:pt x="1252" y="233"/>
                  <a:pt x="1251" y="239"/>
                  <a:pt x="1250" y="243"/>
                </a:cubicBezTo>
                <a:cubicBezTo>
                  <a:pt x="1249" y="251"/>
                  <a:pt x="1248" y="255"/>
                  <a:pt x="1248" y="256"/>
                </a:cubicBezTo>
                <a:cubicBezTo>
                  <a:pt x="1248" y="258"/>
                  <a:pt x="1249" y="259"/>
                  <a:pt x="1249" y="260"/>
                </a:cubicBezTo>
                <a:cubicBezTo>
                  <a:pt x="1250" y="260"/>
                  <a:pt x="1251" y="261"/>
                  <a:pt x="1253" y="261"/>
                </a:cubicBezTo>
                <a:cubicBezTo>
                  <a:pt x="1255" y="261"/>
                  <a:pt x="1256" y="260"/>
                  <a:pt x="1258" y="259"/>
                </a:cubicBezTo>
                <a:cubicBezTo>
                  <a:pt x="1259" y="258"/>
                  <a:pt x="1260" y="257"/>
                  <a:pt x="1261" y="256"/>
                </a:cubicBezTo>
                <a:cubicBezTo>
                  <a:pt x="1260" y="254"/>
                  <a:pt x="1260" y="254"/>
                  <a:pt x="1260" y="254"/>
                </a:cubicBezTo>
                <a:cubicBezTo>
                  <a:pt x="1259" y="255"/>
                  <a:pt x="1259" y="256"/>
                  <a:pt x="1258" y="256"/>
                </a:cubicBezTo>
                <a:cubicBezTo>
                  <a:pt x="1258" y="256"/>
                  <a:pt x="1257" y="256"/>
                  <a:pt x="1256" y="256"/>
                </a:cubicBezTo>
                <a:cubicBezTo>
                  <a:pt x="1256" y="256"/>
                  <a:pt x="1256" y="256"/>
                  <a:pt x="1256" y="256"/>
                </a:cubicBezTo>
                <a:cubicBezTo>
                  <a:pt x="1255" y="256"/>
                  <a:pt x="1255" y="255"/>
                  <a:pt x="1255" y="255"/>
                </a:cubicBezTo>
                <a:lnTo>
                  <a:pt x="1255" y="254"/>
                </a:lnTo>
                <a:close/>
                <a:moveTo>
                  <a:pt x="1258" y="213"/>
                </a:moveTo>
                <a:cubicBezTo>
                  <a:pt x="1259" y="213"/>
                  <a:pt x="1260" y="212"/>
                  <a:pt x="1261" y="211"/>
                </a:cubicBezTo>
                <a:cubicBezTo>
                  <a:pt x="1262" y="210"/>
                  <a:pt x="1262" y="209"/>
                  <a:pt x="1262" y="207"/>
                </a:cubicBezTo>
                <a:cubicBezTo>
                  <a:pt x="1262" y="206"/>
                  <a:pt x="1262" y="206"/>
                  <a:pt x="1261" y="205"/>
                </a:cubicBezTo>
                <a:cubicBezTo>
                  <a:pt x="1261" y="204"/>
                  <a:pt x="1260" y="204"/>
                  <a:pt x="1259" y="204"/>
                </a:cubicBezTo>
                <a:cubicBezTo>
                  <a:pt x="1257" y="204"/>
                  <a:pt x="1256" y="204"/>
                  <a:pt x="1255" y="205"/>
                </a:cubicBezTo>
                <a:cubicBezTo>
                  <a:pt x="1254" y="206"/>
                  <a:pt x="1254" y="207"/>
                  <a:pt x="1254" y="209"/>
                </a:cubicBezTo>
                <a:cubicBezTo>
                  <a:pt x="1254" y="210"/>
                  <a:pt x="1254" y="211"/>
                  <a:pt x="1255" y="212"/>
                </a:cubicBezTo>
                <a:cubicBezTo>
                  <a:pt x="1256" y="212"/>
                  <a:pt x="1257" y="213"/>
                  <a:pt x="1258" y="213"/>
                </a:cubicBezTo>
                <a:close/>
                <a:moveTo>
                  <a:pt x="1282" y="229"/>
                </a:moveTo>
                <a:cubicBezTo>
                  <a:pt x="1283" y="221"/>
                  <a:pt x="1283" y="221"/>
                  <a:pt x="1283" y="221"/>
                </a:cubicBezTo>
                <a:cubicBezTo>
                  <a:pt x="1281" y="220"/>
                  <a:pt x="1281" y="220"/>
                  <a:pt x="1281" y="220"/>
                </a:cubicBezTo>
                <a:cubicBezTo>
                  <a:pt x="1273" y="222"/>
                  <a:pt x="1273" y="222"/>
                  <a:pt x="1273" y="222"/>
                </a:cubicBezTo>
                <a:cubicBezTo>
                  <a:pt x="1272" y="224"/>
                  <a:pt x="1272" y="224"/>
                  <a:pt x="1272" y="224"/>
                </a:cubicBezTo>
                <a:cubicBezTo>
                  <a:pt x="1275" y="226"/>
                  <a:pt x="1275" y="226"/>
                  <a:pt x="1275" y="226"/>
                </a:cubicBezTo>
                <a:cubicBezTo>
                  <a:pt x="1271" y="260"/>
                  <a:pt x="1271" y="260"/>
                  <a:pt x="1271" y="260"/>
                </a:cubicBezTo>
                <a:cubicBezTo>
                  <a:pt x="1278" y="260"/>
                  <a:pt x="1278" y="260"/>
                  <a:pt x="1278" y="260"/>
                </a:cubicBezTo>
                <a:cubicBezTo>
                  <a:pt x="1281" y="235"/>
                  <a:pt x="1281" y="235"/>
                  <a:pt x="1281" y="235"/>
                </a:cubicBezTo>
                <a:cubicBezTo>
                  <a:pt x="1283" y="232"/>
                  <a:pt x="1285" y="230"/>
                  <a:pt x="1287" y="228"/>
                </a:cubicBezTo>
                <a:cubicBezTo>
                  <a:pt x="1289" y="226"/>
                  <a:pt x="1291" y="225"/>
                  <a:pt x="1293" y="225"/>
                </a:cubicBezTo>
                <a:cubicBezTo>
                  <a:pt x="1295" y="225"/>
                  <a:pt x="1296" y="226"/>
                  <a:pt x="1297" y="226"/>
                </a:cubicBezTo>
                <a:cubicBezTo>
                  <a:pt x="1297" y="227"/>
                  <a:pt x="1298" y="229"/>
                  <a:pt x="1298" y="231"/>
                </a:cubicBezTo>
                <a:cubicBezTo>
                  <a:pt x="1298" y="233"/>
                  <a:pt x="1297" y="234"/>
                  <a:pt x="1297" y="236"/>
                </a:cubicBezTo>
                <a:cubicBezTo>
                  <a:pt x="1297" y="238"/>
                  <a:pt x="1297" y="240"/>
                  <a:pt x="1296" y="243"/>
                </a:cubicBezTo>
                <a:cubicBezTo>
                  <a:pt x="1296" y="245"/>
                  <a:pt x="1296" y="245"/>
                  <a:pt x="1296" y="245"/>
                </a:cubicBezTo>
                <a:cubicBezTo>
                  <a:pt x="1295" y="248"/>
                  <a:pt x="1295" y="248"/>
                  <a:pt x="1295" y="248"/>
                </a:cubicBezTo>
                <a:cubicBezTo>
                  <a:pt x="1294" y="252"/>
                  <a:pt x="1294" y="255"/>
                  <a:pt x="1294" y="256"/>
                </a:cubicBezTo>
                <a:cubicBezTo>
                  <a:pt x="1294" y="259"/>
                  <a:pt x="1295" y="261"/>
                  <a:pt x="1298" y="261"/>
                </a:cubicBezTo>
                <a:cubicBezTo>
                  <a:pt x="1300" y="261"/>
                  <a:pt x="1301" y="260"/>
                  <a:pt x="1302" y="260"/>
                </a:cubicBezTo>
                <a:cubicBezTo>
                  <a:pt x="1303" y="259"/>
                  <a:pt x="1304" y="259"/>
                  <a:pt x="1305" y="258"/>
                </a:cubicBezTo>
                <a:cubicBezTo>
                  <a:pt x="1305" y="258"/>
                  <a:pt x="1306" y="257"/>
                  <a:pt x="1306" y="257"/>
                </a:cubicBezTo>
                <a:cubicBezTo>
                  <a:pt x="1305" y="255"/>
                  <a:pt x="1305" y="255"/>
                  <a:pt x="1305" y="255"/>
                </a:cubicBezTo>
                <a:cubicBezTo>
                  <a:pt x="1304" y="256"/>
                  <a:pt x="1303" y="256"/>
                  <a:pt x="1302" y="256"/>
                </a:cubicBezTo>
                <a:cubicBezTo>
                  <a:pt x="1301" y="256"/>
                  <a:pt x="1301" y="256"/>
                  <a:pt x="1301" y="255"/>
                </a:cubicBezTo>
                <a:cubicBezTo>
                  <a:pt x="1301" y="253"/>
                  <a:pt x="1301" y="250"/>
                  <a:pt x="1302" y="246"/>
                </a:cubicBezTo>
                <a:cubicBezTo>
                  <a:pt x="1303" y="243"/>
                  <a:pt x="1303" y="243"/>
                  <a:pt x="1303" y="243"/>
                </a:cubicBezTo>
                <a:cubicBezTo>
                  <a:pt x="1303" y="241"/>
                  <a:pt x="1303" y="241"/>
                  <a:pt x="1303" y="241"/>
                </a:cubicBezTo>
                <a:cubicBezTo>
                  <a:pt x="1304" y="236"/>
                  <a:pt x="1305" y="232"/>
                  <a:pt x="1305" y="230"/>
                </a:cubicBezTo>
                <a:cubicBezTo>
                  <a:pt x="1305" y="227"/>
                  <a:pt x="1304" y="224"/>
                  <a:pt x="1302" y="223"/>
                </a:cubicBezTo>
                <a:cubicBezTo>
                  <a:pt x="1301" y="221"/>
                  <a:pt x="1299" y="220"/>
                  <a:pt x="1296" y="220"/>
                </a:cubicBezTo>
                <a:cubicBezTo>
                  <a:pt x="1294" y="220"/>
                  <a:pt x="1291" y="221"/>
                  <a:pt x="1289" y="223"/>
                </a:cubicBezTo>
                <a:cubicBezTo>
                  <a:pt x="1286" y="224"/>
                  <a:pt x="1284" y="227"/>
                  <a:pt x="1282" y="229"/>
                </a:cubicBezTo>
                <a:close/>
                <a:moveTo>
                  <a:pt x="1342" y="253"/>
                </a:moveTo>
                <a:cubicBezTo>
                  <a:pt x="1340" y="251"/>
                  <a:pt x="1340" y="251"/>
                  <a:pt x="1340" y="251"/>
                </a:cubicBezTo>
                <a:cubicBezTo>
                  <a:pt x="1339" y="253"/>
                  <a:pt x="1337" y="254"/>
                  <a:pt x="1335" y="255"/>
                </a:cubicBezTo>
                <a:cubicBezTo>
                  <a:pt x="1333" y="256"/>
                  <a:pt x="1331" y="256"/>
                  <a:pt x="1329" y="256"/>
                </a:cubicBezTo>
                <a:cubicBezTo>
                  <a:pt x="1326" y="256"/>
                  <a:pt x="1323" y="255"/>
                  <a:pt x="1322" y="253"/>
                </a:cubicBezTo>
                <a:cubicBezTo>
                  <a:pt x="1321" y="250"/>
                  <a:pt x="1320" y="247"/>
                  <a:pt x="1320" y="244"/>
                </a:cubicBezTo>
                <a:cubicBezTo>
                  <a:pt x="1323" y="244"/>
                  <a:pt x="1327" y="244"/>
                  <a:pt x="1330" y="242"/>
                </a:cubicBezTo>
                <a:cubicBezTo>
                  <a:pt x="1334" y="241"/>
                  <a:pt x="1337" y="240"/>
                  <a:pt x="1340" y="237"/>
                </a:cubicBezTo>
                <a:cubicBezTo>
                  <a:pt x="1342" y="235"/>
                  <a:pt x="1344" y="232"/>
                  <a:pt x="1344" y="229"/>
                </a:cubicBezTo>
                <a:cubicBezTo>
                  <a:pt x="1344" y="226"/>
                  <a:pt x="1343" y="224"/>
                  <a:pt x="1341" y="223"/>
                </a:cubicBezTo>
                <a:cubicBezTo>
                  <a:pt x="1340" y="221"/>
                  <a:pt x="1337" y="220"/>
                  <a:pt x="1334" y="220"/>
                </a:cubicBezTo>
                <a:cubicBezTo>
                  <a:pt x="1330" y="220"/>
                  <a:pt x="1326" y="221"/>
                  <a:pt x="1323" y="224"/>
                </a:cubicBezTo>
                <a:cubicBezTo>
                  <a:pt x="1320" y="226"/>
                  <a:pt x="1318" y="229"/>
                  <a:pt x="1316" y="233"/>
                </a:cubicBezTo>
                <a:cubicBezTo>
                  <a:pt x="1314" y="237"/>
                  <a:pt x="1313" y="241"/>
                  <a:pt x="1313" y="246"/>
                </a:cubicBezTo>
                <a:cubicBezTo>
                  <a:pt x="1313" y="248"/>
                  <a:pt x="1314" y="251"/>
                  <a:pt x="1315" y="253"/>
                </a:cubicBezTo>
                <a:cubicBezTo>
                  <a:pt x="1316" y="255"/>
                  <a:pt x="1317" y="257"/>
                  <a:pt x="1319" y="259"/>
                </a:cubicBezTo>
                <a:cubicBezTo>
                  <a:pt x="1321" y="260"/>
                  <a:pt x="1324" y="261"/>
                  <a:pt x="1327" y="261"/>
                </a:cubicBezTo>
                <a:cubicBezTo>
                  <a:pt x="1330" y="261"/>
                  <a:pt x="1333" y="260"/>
                  <a:pt x="1336" y="258"/>
                </a:cubicBezTo>
                <a:cubicBezTo>
                  <a:pt x="1339" y="257"/>
                  <a:pt x="1341" y="255"/>
                  <a:pt x="1342" y="253"/>
                </a:cubicBezTo>
                <a:close/>
                <a:moveTo>
                  <a:pt x="1332" y="224"/>
                </a:moveTo>
                <a:cubicBezTo>
                  <a:pt x="1334" y="224"/>
                  <a:pt x="1335" y="224"/>
                  <a:pt x="1336" y="225"/>
                </a:cubicBezTo>
                <a:cubicBezTo>
                  <a:pt x="1337" y="226"/>
                  <a:pt x="1337" y="228"/>
                  <a:pt x="1337" y="229"/>
                </a:cubicBezTo>
                <a:cubicBezTo>
                  <a:pt x="1337" y="232"/>
                  <a:pt x="1336" y="234"/>
                  <a:pt x="1334" y="235"/>
                </a:cubicBezTo>
                <a:cubicBezTo>
                  <a:pt x="1333" y="237"/>
                  <a:pt x="1331" y="238"/>
                  <a:pt x="1328" y="239"/>
                </a:cubicBezTo>
                <a:cubicBezTo>
                  <a:pt x="1325" y="240"/>
                  <a:pt x="1323" y="241"/>
                  <a:pt x="1321" y="241"/>
                </a:cubicBezTo>
                <a:cubicBezTo>
                  <a:pt x="1321" y="238"/>
                  <a:pt x="1321" y="236"/>
                  <a:pt x="1322" y="233"/>
                </a:cubicBezTo>
                <a:cubicBezTo>
                  <a:pt x="1323" y="230"/>
                  <a:pt x="1325" y="228"/>
                  <a:pt x="1326" y="226"/>
                </a:cubicBezTo>
                <a:cubicBezTo>
                  <a:pt x="1328" y="225"/>
                  <a:pt x="1330" y="224"/>
                  <a:pt x="1332" y="22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180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CA018DF-7EFB-4D08-89D5-E61FB47F425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996940" y="4886690"/>
            <a:ext cx="2416810" cy="117148"/>
          </a:xfrm>
        </p:spPr>
        <p:txBody>
          <a:bodyPr wrap="square">
            <a:spAutoFit/>
          </a:bodyPr>
          <a:lstStyle>
            <a:lvl1pPr marL="0" indent="0">
              <a:buNone/>
              <a:defRPr sz="750" cap="all" spc="110" baseline="0">
                <a:solidFill>
                  <a:schemeClr val="tx2"/>
                </a:solidFill>
              </a:defRPr>
            </a:lvl1pPr>
          </a:lstStyle>
          <a:p>
            <a:pPr lvl="0">
              <a:buNone/>
            </a:pPr>
            <a:r>
              <a:t>CLICK TO EDIT MASTER TEXT</a:t>
            </a: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2927F7C-53AC-400F-8DAD-235A2AF61FB8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0" y="1"/>
            <a:ext cx="9144000" cy="471011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2D74F39-96DB-4808-8693-9F55A9D7DB98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2" y="1172309"/>
            <a:ext cx="5802922" cy="3971191"/>
          </a:xfrm>
          <a:prstGeom prst="rect">
            <a:avLst/>
          </a:prstGeom>
          <a:solidFill>
            <a:srgbClr val="315470"/>
          </a:solidFill>
        </p:spPr>
        <p:txBody>
          <a:bodyPr lIns="502920" tIns="274320" rIns="457200" bIns="457200"/>
          <a:lstStyle>
            <a:lvl1pPr marL="0" indent="0">
              <a:lnSpc>
                <a:spcPct val="100000"/>
              </a:lnSpc>
              <a:buNone/>
              <a:defRPr sz="30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0" indent="0">
              <a:spcBef>
                <a:spcPts val="900"/>
              </a:spcBef>
              <a:buNone/>
              <a:defRPr sz="15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2pPr>
            <a:lvl3pPr marL="457189" indent="0">
              <a:buNone/>
              <a:defRPr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3pPr>
            <a:lvl4pPr marL="692133" indent="0">
              <a:buNone/>
              <a:defRPr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4pPr>
            <a:lvl5pPr marL="914378" indent="0">
              <a:buNone/>
              <a:defRPr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458E0E-D541-42F0-8079-E03992AC07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5780" y="3566160"/>
            <a:ext cx="4846320" cy="156646"/>
          </a:xfrm>
        </p:spPr>
        <p:txBody>
          <a:bodyPr anchor="b">
            <a:spAutoFit/>
          </a:bodyPr>
          <a:lstStyle>
            <a:lvl1pPr marL="0" indent="0" algn="l">
              <a:buNone/>
              <a:defRPr sz="1000" i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t>Click to edit Master subtitle style</a:t>
            </a:r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6EF64205-A64B-4137-BA41-5E5CFE0F359E}"/>
              </a:ext>
            </a:extLst>
          </p:cNvPr>
          <p:cNvSpPr>
            <a:spLocks noGrp="1"/>
          </p:cNvSpPr>
          <p:nvPr/>
        </p:nvSpPr>
        <p:spPr>
          <a:xfrm>
            <a:off x="482707" y="433839"/>
            <a:ext cx="2192207" cy="410518"/>
          </a:xfrm>
          <a:custGeom>
            <a:avLst/>
            <a:gdLst>
              <a:gd name="T0" fmla="*/ 225 w 1440"/>
              <a:gd name="T1" fmla="*/ 110 h 267"/>
              <a:gd name="T2" fmla="*/ 317 w 1440"/>
              <a:gd name="T3" fmla="*/ 7 h 267"/>
              <a:gd name="T4" fmla="*/ 475 w 1440"/>
              <a:gd name="T5" fmla="*/ 19 h 267"/>
              <a:gd name="T6" fmla="*/ 830 w 1440"/>
              <a:gd name="T7" fmla="*/ 7 h 267"/>
              <a:gd name="T8" fmla="*/ 130 w 1440"/>
              <a:gd name="T9" fmla="*/ 210 h 267"/>
              <a:gd name="T10" fmla="*/ 437 w 1440"/>
              <a:gd name="T11" fmla="*/ 209 h 267"/>
              <a:gd name="T12" fmla="*/ 493 w 1440"/>
              <a:gd name="T13" fmla="*/ 198 h 267"/>
              <a:gd name="T14" fmla="*/ 866 w 1440"/>
              <a:gd name="T15" fmla="*/ 171 h 267"/>
              <a:gd name="T16" fmla="*/ 737 w 1440"/>
              <a:gd name="T17" fmla="*/ 261 h 267"/>
              <a:gd name="T18" fmla="*/ 958 w 1440"/>
              <a:gd name="T19" fmla="*/ 172 h 267"/>
              <a:gd name="T20" fmla="*/ 906 w 1440"/>
              <a:gd name="T21" fmla="*/ 254 h 267"/>
              <a:gd name="T22" fmla="*/ 309 w 1440"/>
              <a:gd name="T23" fmla="*/ 260 h 267"/>
              <a:gd name="T24" fmla="*/ 1053 w 1440"/>
              <a:gd name="T25" fmla="*/ 31 h 267"/>
              <a:gd name="T26" fmla="*/ 1075 w 1440"/>
              <a:gd name="T27" fmla="*/ 44 h 267"/>
              <a:gd name="T28" fmla="*/ 1091 w 1440"/>
              <a:gd name="T29" fmla="*/ 22 h 267"/>
              <a:gd name="T30" fmla="*/ 1107 w 1440"/>
              <a:gd name="T31" fmla="*/ 27 h 267"/>
              <a:gd name="T32" fmla="*/ 1125 w 1440"/>
              <a:gd name="T33" fmla="*/ 55 h 267"/>
              <a:gd name="T34" fmla="*/ 1159 w 1440"/>
              <a:gd name="T35" fmla="*/ 53 h 267"/>
              <a:gd name="T36" fmla="*/ 1160 w 1440"/>
              <a:gd name="T37" fmla="*/ 57 h 267"/>
              <a:gd name="T38" fmla="*/ 1177 w 1440"/>
              <a:gd name="T39" fmla="*/ 23 h 267"/>
              <a:gd name="T40" fmla="*/ 1207 w 1440"/>
              <a:gd name="T41" fmla="*/ 58 h 267"/>
              <a:gd name="T42" fmla="*/ 1245 w 1440"/>
              <a:gd name="T43" fmla="*/ 27 h 267"/>
              <a:gd name="T44" fmla="*/ 1225 w 1440"/>
              <a:gd name="T45" fmla="*/ 43 h 267"/>
              <a:gd name="T46" fmla="*/ 1271 w 1440"/>
              <a:gd name="T47" fmla="*/ 19 h 267"/>
              <a:gd name="T48" fmla="*/ 1259 w 1440"/>
              <a:gd name="T49" fmla="*/ 32 h 267"/>
              <a:gd name="T50" fmla="*/ 1290 w 1440"/>
              <a:gd name="T51" fmla="*/ 54 h 267"/>
              <a:gd name="T52" fmla="*/ 1310 w 1440"/>
              <a:gd name="T53" fmla="*/ 25 h 267"/>
              <a:gd name="T54" fmla="*/ 1059 w 1440"/>
              <a:gd name="T55" fmla="*/ 110 h 267"/>
              <a:gd name="T56" fmla="*/ 1099 w 1440"/>
              <a:gd name="T57" fmla="*/ 134 h 267"/>
              <a:gd name="T58" fmla="*/ 1120 w 1440"/>
              <a:gd name="T59" fmla="*/ 156 h 267"/>
              <a:gd name="T60" fmla="*/ 1141 w 1440"/>
              <a:gd name="T61" fmla="*/ 123 h 267"/>
              <a:gd name="T62" fmla="*/ 1148 w 1440"/>
              <a:gd name="T63" fmla="*/ 175 h 267"/>
              <a:gd name="T64" fmla="*/ 1184 w 1440"/>
              <a:gd name="T65" fmla="*/ 119 h 267"/>
              <a:gd name="T66" fmla="*/ 1181 w 1440"/>
              <a:gd name="T67" fmla="*/ 153 h 267"/>
              <a:gd name="T68" fmla="*/ 1201 w 1440"/>
              <a:gd name="T69" fmla="*/ 125 h 267"/>
              <a:gd name="T70" fmla="*/ 1230 w 1440"/>
              <a:gd name="T71" fmla="*/ 157 h 267"/>
              <a:gd name="T72" fmla="*/ 1260 w 1440"/>
              <a:gd name="T73" fmla="*/ 154 h 267"/>
              <a:gd name="T74" fmla="*/ 1261 w 1440"/>
              <a:gd name="T75" fmla="*/ 158 h 267"/>
              <a:gd name="T76" fmla="*/ 1284 w 1440"/>
              <a:gd name="T77" fmla="*/ 152 h 267"/>
              <a:gd name="T78" fmla="*/ 1294 w 1440"/>
              <a:gd name="T79" fmla="*/ 123 h 267"/>
              <a:gd name="T80" fmla="*/ 1317 w 1440"/>
              <a:gd name="T81" fmla="*/ 125 h 267"/>
              <a:gd name="T82" fmla="*/ 1342 w 1440"/>
              <a:gd name="T83" fmla="*/ 121 h 267"/>
              <a:gd name="T84" fmla="*/ 1351 w 1440"/>
              <a:gd name="T85" fmla="*/ 112 h 267"/>
              <a:gd name="T86" fmla="*/ 1364 w 1440"/>
              <a:gd name="T87" fmla="*/ 159 h 267"/>
              <a:gd name="T88" fmla="*/ 1399 w 1440"/>
              <a:gd name="T89" fmla="*/ 156 h 267"/>
              <a:gd name="T90" fmla="*/ 1432 w 1440"/>
              <a:gd name="T91" fmla="*/ 120 h 267"/>
              <a:gd name="T92" fmla="*/ 1410 w 1440"/>
              <a:gd name="T93" fmla="*/ 176 h 267"/>
              <a:gd name="T94" fmla="*/ 1076 w 1440"/>
              <a:gd name="T95" fmla="*/ 242 h 267"/>
              <a:gd name="T96" fmla="*/ 1062 w 1440"/>
              <a:gd name="T97" fmla="*/ 225 h 267"/>
              <a:gd name="T98" fmla="*/ 1091 w 1440"/>
              <a:gd name="T99" fmla="*/ 208 h 267"/>
              <a:gd name="T100" fmla="*/ 1112 w 1440"/>
              <a:gd name="T101" fmla="*/ 233 h 267"/>
              <a:gd name="T102" fmla="*/ 1128 w 1440"/>
              <a:gd name="T103" fmla="*/ 224 h 267"/>
              <a:gd name="T104" fmla="*/ 1168 w 1440"/>
              <a:gd name="T105" fmla="*/ 255 h 267"/>
              <a:gd name="T106" fmla="*/ 1154 w 1440"/>
              <a:gd name="T107" fmla="*/ 236 h 267"/>
              <a:gd name="T108" fmla="*/ 1203 w 1440"/>
              <a:gd name="T109" fmla="*/ 256 h 267"/>
              <a:gd name="T110" fmla="*/ 1200 w 1440"/>
              <a:gd name="T111" fmla="*/ 213 h 267"/>
              <a:gd name="T112" fmla="*/ 1227 w 1440"/>
              <a:gd name="T113" fmla="*/ 256 h 267"/>
              <a:gd name="T114" fmla="*/ 1249 w 1440"/>
              <a:gd name="T115" fmla="*/ 260 h 267"/>
              <a:gd name="T116" fmla="*/ 1255 w 1440"/>
              <a:gd name="T117" fmla="*/ 205 h 267"/>
              <a:gd name="T118" fmla="*/ 1297 w 1440"/>
              <a:gd name="T119" fmla="*/ 226 h 267"/>
              <a:gd name="T120" fmla="*/ 1303 w 1440"/>
              <a:gd name="T121" fmla="*/ 243 h 267"/>
              <a:gd name="T122" fmla="*/ 1344 w 1440"/>
              <a:gd name="T123" fmla="*/ 229 h 267"/>
              <a:gd name="T124" fmla="*/ 1328 w 1440"/>
              <a:gd name="T125" fmla="*/ 239 h 267"/>
            </a:gdLst>
            <a:ahLst/>
            <a:cxnLst/>
            <a:rect l="0" t="0" r="r" b="b"/>
            <a:pathLst>
              <a:path w="1440" h="267">
                <a:moveTo>
                  <a:pt x="17" y="110"/>
                </a:moveTo>
                <a:cubicBezTo>
                  <a:pt x="3" y="110"/>
                  <a:pt x="3" y="110"/>
                  <a:pt x="3" y="110"/>
                </a:cubicBezTo>
                <a:cubicBezTo>
                  <a:pt x="3" y="1"/>
                  <a:pt x="3" y="1"/>
                  <a:pt x="3" y="1"/>
                </a:cubicBezTo>
                <a:cubicBezTo>
                  <a:pt x="81" y="83"/>
                  <a:pt x="81" y="83"/>
                  <a:pt x="81" y="83"/>
                </a:cubicBezTo>
                <a:cubicBezTo>
                  <a:pt x="81" y="7"/>
                  <a:pt x="81" y="7"/>
                  <a:pt x="81" y="7"/>
                </a:cubicBezTo>
                <a:cubicBezTo>
                  <a:pt x="95" y="7"/>
                  <a:pt x="95" y="7"/>
                  <a:pt x="95" y="7"/>
                </a:cubicBezTo>
                <a:cubicBezTo>
                  <a:pt x="95" y="117"/>
                  <a:pt x="95" y="117"/>
                  <a:pt x="95" y="117"/>
                </a:cubicBezTo>
                <a:cubicBezTo>
                  <a:pt x="17" y="35"/>
                  <a:pt x="17" y="35"/>
                  <a:pt x="17" y="35"/>
                </a:cubicBezTo>
                <a:lnTo>
                  <a:pt x="17" y="110"/>
                </a:lnTo>
                <a:close/>
                <a:moveTo>
                  <a:pt x="130" y="110"/>
                </a:moveTo>
                <a:cubicBezTo>
                  <a:pt x="145" y="110"/>
                  <a:pt x="145" y="110"/>
                  <a:pt x="145" y="110"/>
                </a:cubicBezTo>
                <a:cubicBezTo>
                  <a:pt x="178" y="33"/>
                  <a:pt x="178" y="33"/>
                  <a:pt x="178" y="33"/>
                </a:cubicBezTo>
                <a:cubicBezTo>
                  <a:pt x="210" y="109"/>
                  <a:pt x="210" y="109"/>
                  <a:pt x="210" y="109"/>
                </a:cubicBezTo>
                <a:cubicBezTo>
                  <a:pt x="210" y="110"/>
                  <a:pt x="210" y="110"/>
                  <a:pt x="210" y="110"/>
                </a:cubicBezTo>
                <a:cubicBezTo>
                  <a:pt x="225" y="110"/>
                  <a:pt x="225" y="110"/>
                  <a:pt x="225" y="110"/>
                </a:cubicBezTo>
                <a:cubicBezTo>
                  <a:pt x="178" y="0"/>
                  <a:pt x="178" y="0"/>
                  <a:pt x="178" y="0"/>
                </a:cubicBezTo>
                <a:lnTo>
                  <a:pt x="130" y="110"/>
                </a:lnTo>
                <a:close/>
                <a:moveTo>
                  <a:pt x="700" y="110"/>
                </a:moveTo>
                <a:cubicBezTo>
                  <a:pt x="715" y="110"/>
                  <a:pt x="715" y="110"/>
                  <a:pt x="715" y="110"/>
                </a:cubicBezTo>
                <a:cubicBezTo>
                  <a:pt x="748" y="33"/>
                  <a:pt x="748" y="33"/>
                  <a:pt x="748" y="33"/>
                </a:cubicBezTo>
                <a:cubicBezTo>
                  <a:pt x="780" y="109"/>
                  <a:pt x="780" y="109"/>
                  <a:pt x="780" y="109"/>
                </a:cubicBezTo>
                <a:cubicBezTo>
                  <a:pt x="780" y="110"/>
                  <a:pt x="780" y="110"/>
                  <a:pt x="780" y="110"/>
                </a:cubicBezTo>
                <a:cubicBezTo>
                  <a:pt x="795" y="110"/>
                  <a:pt x="795" y="110"/>
                  <a:pt x="795" y="110"/>
                </a:cubicBezTo>
                <a:cubicBezTo>
                  <a:pt x="748" y="0"/>
                  <a:pt x="748" y="0"/>
                  <a:pt x="748" y="0"/>
                </a:cubicBezTo>
                <a:lnTo>
                  <a:pt x="700" y="110"/>
                </a:lnTo>
                <a:close/>
                <a:moveTo>
                  <a:pt x="273" y="110"/>
                </a:moveTo>
                <a:cubicBezTo>
                  <a:pt x="286" y="110"/>
                  <a:pt x="286" y="110"/>
                  <a:pt x="286" y="110"/>
                </a:cubicBezTo>
                <a:cubicBezTo>
                  <a:pt x="286" y="20"/>
                  <a:pt x="286" y="20"/>
                  <a:pt x="286" y="20"/>
                </a:cubicBezTo>
                <a:cubicBezTo>
                  <a:pt x="317" y="20"/>
                  <a:pt x="317" y="20"/>
                  <a:pt x="317" y="20"/>
                </a:cubicBezTo>
                <a:cubicBezTo>
                  <a:pt x="317" y="7"/>
                  <a:pt x="317" y="7"/>
                  <a:pt x="317" y="7"/>
                </a:cubicBezTo>
                <a:cubicBezTo>
                  <a:pt x="242" y="7"/>
                  <a:pt x="242" y="7"/>
                  <a:pt x="242" y="7"/>
                </a:cubicBezTo>
                <a:cubicBezTo>
                  <a:pt x="242" y="20"/>
                  <a:pt x="242" y="20"/>
                  <a:pt x="242" y="20"/>
                </a:cubicBezTo>
                <a:cubicBezTo>
                  <a:pt x="273" y="20"/>
                  <a:pt x="273" y="20"/>
                  <a:pt x="273" y="20"/>
                </a:cubicBezTo>
                <a:lnTo>
                  <a:pt x="273" y="110"/>
                </a:lnTo>
                <a:close/>
                <a:moveTo>
                  <a:pt x="374" y="7"/>
                </a:moveTo>
                <a:cubicBezTo>
                  <a:pt x="360" y="7"/>
                  <a:pt x="360" y="7"/>
                  <a:pt x="360" y="7"/>
                </a:cubicBezTo>
                <a:cubicBezTo>
                  <a:pt x="360" y="110"/>
                  <a:pt x="360" y="110"/>
                  <a:pt x="360" y="110"/>
                </a:cubicBezTo>
                <a:cubicBezTo>
                  <a:pt x="374" y="110"/>
                  <a:pt x="374" y="110"/>
                  <a:pt x="374" y="110"/>
                </a:cubicBezTo>
                <a:lnTo>
                  <a:pt x="374" y="7"/>
                </a:lnTo>
                <a:close/>
                <a:moveTo>
                  <a:pt x="475" y="112"/>
                </a:moveTo>
                <a:cubicBezTo>
                  <a:pt x="445" y="112"/>
                  <a:pt x="421" y="88"/>
                  <a:pt x="421" y="59"/>
                </a:cubicBezTo>
                <a:cubicBezTo>
                  <a:pt x="421" y="29"/>
                  <a:pt x="445" y="5"/>
                  <a:pt x="475" y="5"/>
                </a:cubicBezTo>
                <a:cubicBezTo>
                  <a:pt x="505" y="5"/>
                  <a:pt x="528" y="29"/>
                  <a:pt x="528" y="59"/>
                </a:cubicBezTo>
                <a:cubicBezTo>
                  <a:pt x="528" y="88"/>
                  <a:pt x="505" y="112"/>
                  <a:pt x="475" y="112"/>
                </a:cubicBezTo>
                <a:close/>
                <a:moveTo>
                  <a:pt x="475" y="19"/>
                </a:moveTo>
                <a:cubicBezTo>
                  <a:pt x="453" y="19"/>
                  <a:pt x="435" y="37"/>
                  <a:pt x="435" y="59"/>
                </a:cubicBezTo>
                <a:cubicBezTo>
                  <a:pt x="435" y="81"/>
                  <a:pt x="453" y="99"/>
                  <a:pt x="475" y="99"/>
                </a:cubicBezTo>
                <a:cubicBezTo>
                  <a:pt x="497" y="99"/>
                  <a:pt x="514" y="81"/>
                  <a:pt x="514" y="59"/>
                </a:cubicBezTo>
                <a:cubicBezTo>
                  <a:pt x="514" y="37"/>
                  <a:pt x="497" y="19"/>
                  <a:pt x="475" y="19"/>
                </a:cubicBezTo>
                <a:close/>
                <a:moveTo>
                  <a:pt x="586" y="35"/>
                </a:moveTo>
                <a:cubicBezTo>
                  <a:pt x="664" y="117"/>
                  <a:pt x="664" y="117"/>
                  <a:pt x="664" y="117"/>
                </a:cubicBezTo>
                <a:cubicBezTo>
                  <a:pt x="664" y="7"/>
                  <a:pt x="664" y="7"/>
                  <a:pt x="664" y="7"/>
                </a:cubicBezTo>
                <a:cubicBezTo>
                  <a:pt x="650" y="7"/>
                  <a:pt x="650" y="7"/>
                  <a:pt x="650" y="7"/>
                </a:cubicBezTo>
                <a:cubicBezTo>
                  <a:pt x="650" y="83"/>
                  <a:pt x="650" y="83"/>
                  <a:pt x="650" y="83"/>
                </a:cubicBezTo>
                <a:cubicBezTo>
                  <a:pt x="572" y="1"/>
                  <a:pt x="572" y="1"/>
                  <a:pt x="572" y="1"/>
                </a:cubicBezTo>
                <a:cubicBezTo>
                  <a:pt x="572" y="110"/>
                  <a:pt x="572" y="110"/>
                  <a:pt x="572" y="110"/>
                </a:cubicBezTo>
                <a:cubicBezTo>
                  <a:pt x="586" y="110"/>
                  <a:pt x="586" y="110"/>
                  <a:pt x="586" y="110"/>
                </a:cubicBezTo>
                <a:lnTo>
                  <a:pt x="586" y="35"/>
                </a:lnTo>
                <a:close/>
                <a:moveTo>
                  <a:pt x="843" y="7"/>
                </a:moveTo>
                <a:cubicBezTo>
                  <a:pt x="830" y="7"/>
                  <a:pt x="830" y="7"/>
                  <a:pt x="830" y="7"/>
                </a:cubicBezTo>
                <a:cubicBezTo>
                  <a:pt x="830" y="110"/>
                  <a:pt x="830" y="110"/>
                  <a:pt x="830" y="110"/>
                </a:cubicBezTo>
                <a:cubicBezTo>
                  <a:pt x="885" y="110"/>
                  <a:pt x="885" y="110"/>
                  <a:pt x="885" y="110"/>
                </a:cubicBezTo>
                <a:cubicBezTo>
                  <a:pt x="885" y="97"/>
                  <a:pt x="885" y="97"/>
                  <a:pt x="885" y="97"/>
                </a:cubicBezTo>
                <a:cubicBezTo>
                  <a:pt x="843" y="97"/>
                  <a:pt x="843" y="97"/>
                  <a:pt x="843" y="97"/>
                </a:cubicBezTo>
                <a:lnTo>
                  <a:pt x="843" y="7"/>
                </a:lnTo>
                <a:close/>
                <a:moveTo>
                  <a:pt x="169" y="156"/>
                </a:moveTo>
                <a:cubicBezTo>
                  <a:pt x="139" y="156"/>
                  <a:pt x="116" y="179"/>
                  <a:pt x="116" y="209"/>
                </a:cubicBezTo>
                <a:cubicBezTo>
                  <a:pt x="116" y="240"/>
                  <a:pt x="139" y="262"/>
                  <a:pt x="169" y="262"/>
                </a:cubicBezTo>
                <a:cubicBezTo>
                  <a:pt x="175" y="262"/>
                  <a:pt x="188" y="261"/>
                  <a:pt x="200" y="252"/>
                </a:cubicBezTo>
                <a:cubicBezTo>
                  <a:pt x="200" y="252"/>
                  <a:pt x="200" y="252"/>
                  <a:pt x="200" y="252"/>
                </a:cubicBezTo>
                <a:cubicBezTo>
                  <a:pt x="200" y="234"/>
                  <a:pt x="200" y="234"/>
                  <a:pt x="200" y="234"/>
                </a:cubicBezTo>
                <a:cubicBezTo>
                  <a:pt x="198" y="236"/>
                  <a:pt x="198" y="236"/>
                  <a:pt x="198" y="236"/>
                </a:cubicBezTo>
                <a:cubicBezTo>
                  <a:pt x="196" y="239"/>
                  <a:pt x="192" y="242"/>
                  <a:pt x="187" y="245"/>
                </a:cubicBezTo>
                <a:cubicBezTo>
                  <a:pt x="181" y="247"/>
                  <a:pt x="175" y="249"/>
                  <a:pt x="169" y="249"/>
                </a:cubicBezTo>
                <a:cubicBezTo>
                  <a:pt x="142" y="249"/>
                  <a:pt x="130" y="226"/>
                  <a:pt x="130" y="210"/>
                </a:cubicBezTo>
                <a:cubicBezTo>
                  <a:pt x="130" y="187"/>
                  <a:pt x="147" y="169"/>
                  <a:pt x="169" y="169"/>
                </a:cubicBezTo>
                <a:cubicBezTo>
                  <a:pt x="174" y="169"/>
                  <a:pt x="180" y="170"/>
                  <a:pt x="185" y="173"/>
                </a:cubicBezTo>
                <a:cubicBezTo>
                  <a:pt x="190" y="175"/>
                  <a:pt x="194" y="178"/>
                  <a:pt x="198" y="182"/>
                </a:cubicBezTo>
                <a:cubicBezTo>
                  <a:pt x="200" y="184"/>
                  <a:pt x="200" y="184"/>
                  <a:pt x="200" y="184"/>
                </a:cubicBezTo>
                <a:cubicBezTo>
                  <a:pt x="200" y="166"/>
                  <a:pt x="200" y="166"/>
                  <a:pt x="200" y="166"/>
                </a:cubicBezTo>
                <a:cubicBezTo>
                  <a:pt x="200" y="166"/>
                  <a:pt x="200" y="166"/>
                  <a:pt x="200" y="166"/>
                </a:cubicBezTo>
                <a:cubicBezTo>
                  <a:pt x="191" y="159"/>
                  <a:pt x="181" y="156"/>
                  <a:pt x="169" y="156"/>
                </a:cubicBezTo>
                <a:close/>
                <a:moveTo>
                  <a:pt x="437" y="209"/>
                </a:moveTo>
                <a:cubicBezTo>
                  <a:pt x="437" y="225"/>
                  <a:pt x="431" y="238"/>
                  <a:pt x="419" y="249"/>
                </a:cubicBezTo>
                <a:cubicBezTo>
                  <a:pt x="409" y="257"/>
                  <a:pt x="399" y="261"/>
                  <a:pt x="382" y="261"/>
                </a:cubicBezTo>
                <a:cubicBezTo>
                  <a:pt x="360" y="261"/>
                  <a:pt x="360" y="261"/>
                  <a:pt x="360" y="261"/>
                </a:cubicBezTo>
                <a:cubicBezTo>
                  <a:pt x="360" y="157"/>
                  <a:pt x="360" y="157"/>
                  <a:pt x="360" y="157"/>
                </a:cubicBezTo>
                <a:cubicBezTo>
                  <a:pt x="382" y="157"/>
                  <a:pt x="382" y="157"/>
                  <a:pt x="382" y="157"/>
                </a:cubicBezTo>
                <a:cubicBezTo>
                  <a:pt x="393" y="157"/>
                  <a:pt x="407" y="159"/>
                  <a:pt x="420" y="170"/>
                </a:cubicBezTo>
                <a:cubicBezTo>
                  <a:pt x="426" y="175"/>
                  <a:pt x="437" y="187"/>
                  <a:pt x="437" y="209"/>
                </a:cubicBezTo>
                <a:close/>
                <a:moveTo>
                  <a:pt x="423" y="209"/>
                </a:moveTo>
                <a:cubicBezTo>
                  <a:pt x="423" y="186"/>
                  <a:pt x="407" y="171"/>
                  <a:pt x="382" y="171"/>
                </a:cubicBezTo>
                <a:cubicBezTo>
                  <a:pt x="374" y="171"/>
                  <a:pt x="374" y="171"/>
                  <a:pt x="374" y="171"/>
                </a:cubicBezTo>
                <a:cubicBezTo>
                  <a:pt x="374" y="247"/>
                  <a:pt x="374" y="247"/>
                  <a:pt x="374" y="247"/>
                </a:cubicBezTo>
                <a:cubicBezTo>
                  <a:pt x="382" y="247"/>
                  <a:pt x="382" y="247"/>
                  <a:pt x="382" y="247"/>
                </a:cubicBezTo>
                <a:cubicBezTo>
                  <a:pt x="390" y="247"/>
                  <a:pt x="401" y="246"/>
                  <a:pt x="410" y="239"/>
                </a:cubicBezTo>
                <a:cubicBezTo>
                  <a:pt x="416" y="234"/>
                  <a:pt x="423" y="224"/>
                  <a:pt x="423" y="209"/>
                </a:cubicBezTo>
                <a:close/>
                <a:moveTo>
                  <a:pt x="479" y="261"/>
                </a:moveTo>
                <a:cubicBezTo>
                  <a:pt x="541" y="261"/>
                  <a:pt x="541" y="261"/>
                  <a:pt x="541" y="261"/>
                </a:cubicBezTo>
                <a:cubicBezTo>
                  <a:pt x="541" y="247"/>
                  <a:pt x="541" y="247"/>
                  <a:pt x="541" y="247"/>
                </a:cubicBezTo>
                <a:cubicBezTo>
                  <a:pt x="493" y="247"/>
                  <a:pt x="493" y="247"/>
                  <a:pt x="493" y="247"/>
                </a:cubicBezTo>
                <a:cubicBezTo>
                  <a:pt x="493" y="211"/>
                  <a:pt x="493" y="211"/>
                  <a:pt x="493" y="211"/>
                </a:cubicBezTo>
                <a:cubicBezTo>
                  <a:pt x="535" y="211"/>
                  <a:pt x="535" y="211"/>
                  <a:pt x="535" y="211"/>
                </a:cubicBezTo>
                <a:cubicBezTo>
                  <a:pt x="535" y="198"/>
                  <a:pt x="535" y="198"/>
                  <a:pt x="535" y="198"/>
                </a:cubicBezTo>
                <a:cubicBezTo>
                  <a:pt x="493" y="198"/>
                  <a:pt x="493" y="198"/>
                  <a:pt x="493" y="198"/>
                </a:cubicBezTo>
                <a:cubicBezTo>
                  <a:pt x="493" y="171"/>
                  <a:pt x="493" y="171"/>
                  <a:pt x="493" y="171"/>
                </a:cubicBezTo>
                <a:cubicBezTo>
                  <a:pt x="541" y="171"/>
                  <a:pt x="541" y="171"/>
                  <a:pt x="541" y="171"/>
                </a:cubicBezTo>
                <a:cubicBezTo>
                  <a:pt x="541" y="157"/>
                  <a:pt x="541" y="157"/>
                  <a:pt x="541" y="157"/>
                </a:cubicBezTo>
                <a:cubicBezTo>
                  <a:pt x="479" y="157"/>
                  <a:pt x="479" y="157"/>
                  <a:pt x="479" y="157"/>
                </a:cubicBezTo>
                <a:lnTo>
                  <a:pt x="479" y="261"/>
                </a:lnTo>
                <a:close/>
                <a:moveTo>
                  <a:pt x="805" y="261"/>
                </a:moveTo>
                <a:cubicBezTo>
                  <a:pt x="866" y="261"/>
                  <a:pt x="866" y="261"/>
                  <a:pt x="866" y="261"/>
                </a:cubicBezTo>
                <a:cubicBezTo>
                  <a:pt x="866" y="247"/>
                  <a:pt x="866" y="247"/>
                  <a:pt x="866" y="247"/>
                </a:cubicBezTo>
                <a:cubicBezTo>
                  <a:pt x="819" y="247"/>
                  <a:pt x="819" y="247"/>
                  <a:pt x="819" y="247"/>
                </a:cubicBezTo>
                <a:cubicBezTo>
                  <a:pt x="819" y="211"/>
                  <a:pt x="819" y="211"/>
                  <a:pt x="819" y="211"/>
                </a:cubicBezTo>
                <a:cubicBezTo>
                  <a:pt x="860" y="211"/>
                  <a:pt x="860" y="211"/>
                  <a:pt x="860" y="211"/>
                </a:cubicBezTo>
                <a:cubicBezTo>
                  <a:pt x="860" y="198"/>
                  <a:pt x="860" y="198"/>
                  <a:pt x="860" y="198"/>
                </a:cubicBezTo>
                <a:cubicBezTo>
                  <a:pt x="819" y="198"/>
                  <a:pt x="819" y="198"/>
                  <a:pt x="819" y="198"/>
                </a:cubicBezTo>
                <a:cubicBezTo>
                  <a:pt x="819" y="171"/>
                  <a:pt x="819" y="171"/>
                  <a:pt x="819" y="171"/>
                </a:cubicBezTo>
                <a:cubicBezTo>
                  <a:pt x="866" y="171"/>
                  <a:pt x="866" y="171"/>
                  <a:pt x="866" y="171"/>
                </a:cubicBezTo>
                <a:cubicBezTo>
                  <a:pt x="866" y="157"/>
                  <a:pt x="866" y="157"/>
                  <a:pt x="866" y="157"/>
                </a:cubicBezTo>
                <a:cubicBezTo>
                  <a:pt x="805" y="157"/>
                  <a:pt x="805" y="157"/>
                  <a:pt x="805" y="157"/>
                </a:cubicBezTo>
                <a:lnTo>
                  <a:pt x="805" y="261"/>
                </a:lnTo>
                <a:close/>
                <a:moveTo>
                  <a:pt x="634" y="235"/>
                </a:moveTo>
                <a:cubicBezTo>
                  <a:pt x="595" y="149"/>
                  <a:pt x="595" y="149"/>
                  <a:pt x="595" y="149"/>
                </a:cubicBezTo>
                <a:cubicBezTo>
                  <a:pt x="578" y="261"/>
                  <a:pt x="578" y="261"/>
                  <a:pt x="578" y="261"/>
                </a:cubicBezTo>
                <a:cubicBezTo>
                  <a:pt x="592" y="261"/>
                  <a:pt x="592" y="261"/>
                  <a:pt x="592" y="261"/>
                </a:cubicBezTo>
                <a:cubicBezTo>
                  <a:pt x="601" y="194"/>
                  <a:pt x="601" y="194"/>
                  <a:pt x="601" y="194"/>
                </a:cubicBezTo>
                <a:cubicBezTo>
                  <a:pt x="634" y="267"/>
                  <a:pt x="634" y="267"/>
                  <a:pt x="634" y="267"/>
                </a:cubicBezTo>
                <a:cubicBezTo>
                  <a:pt x="668" y="194"/>
                  <a:pt x="668" y="194"/>
                  <a:pt x="668" y="194"/>
                </a:cubicBezTo>
                <a:cubicBezTo>
                  <a:pt x="677" y="261"/>
                  <a:pt x="677" y="261"/>
                  <a:pt x="677" y="261"/>
                </a:cubicBezTo>
                <a:cubicBezTo>
                  <a:pt x="691" y="261"/>
                  <a:pt x="691" y="261"/>
                  <a:pt x="691" y="261"/>
                </a:cubicBezTo>
                <a:cubicBezTo>
                  <a:pt x="674" y="148"/>
                  <a:pt x="674" y="148"/>
                  <a:pt x="674" y="148"/>
                </a:cubicBezTo>
                <a:lnTo>
                  <a:pt x="634" y="235"/>
                </a:lnTo>
                <a:close/>
                <a:moveTo>
                  <a:pt x="737" y="261"/>
                </a:moveTo>
                <a:cubicBezTo>
                  <a:pt x="751" y="261"/>
                  <a:pt x="751" y="261"/>
                  <a:pt x="751" y="261"/>
                </a:cubicBezTo>
                <a:cubicBezTo>
                  <a:pt x="751" y="157"/>
                  <a:pt x="751" y="157"/>
                  <a:pt x="751" y="157"/>
                </a:cubicBezTo>
                <a:cubicBezTo>
                  <a:pt x="737" y="157"/>
                  <a:pt x="737" y="157"/>
                  <a:pt x="737" y="157"/>
                </a:cubicBezTo>
                <a:lnTo>
                  <a:pt x="737" y="261"/>
                </a:lnTo>
                <a:close/>
                <a:moveTo>
                  <a:pt x="955" y="211"/>
                </a:moveTo>
                <a:cubicBezTo>
                  <a:pt x="950" y="207"/>
                  <a:pt x="945" y="204"/>
                  <a:pt x="939" y="201"/>
                </a:cubicBezTo>
                <a:cubicBezTo>
                  <a:pt x="929" y="197"/>
                  <a:pt x="929" y="197"/>
                  <a:pt x="929" y="197"/>
                </a:cubicBezTo>
                <a:cubicBezTo>
                  <a:pt x="925" y="195"/>
                  <a:pt x="922" y="194"/>
                  <a:pt x="919" y="191"/>
                </a:cubicBezTo>
                <a:cubicBezTo>
                  <a:pt x="916" y="189"/>
                  <a:pt x="916" y="187"/>
                  <a:pt x="916" y="183"/>
                </a:cubicBezTo>
                <a:cubicBezTo>
                  <a:pt x="916" y="175"/>
                  <a:pt x="922" y="169"/>
                  <a:pt x="931" y="169"/>
                </a:cubicBezTo>
                <a:cubicBezTo>
                  <a:pt x="936" y="169"/>
                  <a:pt x="940" y="171"/>
                  <a:pt x="942" y="172"/>
                </a:cubicBezTo>
                <a:cubicBezTo>
                  <a:pt x="944" y="174"/>
                  <a:pt x="946" y="177"/>
                  <a:pt x="947" y="179"/>
                </a:cubicBezTo>
                <a:cubicBezTo>
                  <a:pt x="948" y="181"/>
                  <a:pt x="948" y="181"/>
                  <a:pt x="948" y="181"/>
                </a:cubicBezTo>
                <a:cubicBezTo>
                  <a:pt x="959" y="173"/>
                  <a:pt x="959" y="173"/>
                  <a:pt x="959" y="173"/>
                </a:cubicBezTo>
                <a:cubicBezTo>
                  <a:pt x="958" y="172"/>
                  <a:pt x="958" y="172"/>
                  <a:pt x="958" y="172"/>
                </a:cubicBezTo>
                <a:cubicBezTo>
                  <a:pt x="956" y="167"/>
                  <a:pt x="952" y="163"/>
                  <a:pt x="948" y="161"/>
                </a:cubicBezTo>
                <a:cubicBezTo>
                  <a:pt x="943" y="157"/>
                  <a:pt x="938" y="156"/>
                  <a:pt x="931" y="156"/>
                </a:cubicBezTo>
                <a:cubicBezTo>
                  <a:pt x="914" y="156"/>
                  <a:pt x="902" y="167"/>
                  <a:pt x="902" y="183"/>
                </a:cubicBezTo>
                <a:cubicBezTo>
                  <a:pt x="902" y="190"/>
                  <a:pt x="904" y="195"/>
                  <a:pt x="909" y="200"/>
                </a:cubicBezTo>
                <a:cubicBezTo>
                  <a:pt x="913" y="205"/>
                  <a:pt x="918" y="207"/>
                  <a:pt x="922" y="209"/>
                </a:cubicBezTo>
                <a:cubicBezTo>
                  <a:pt x="932" y="213"/>
                  <a:pt x="932" y="213"/>
                  <a:pt x="932" y="213"/>
                </a:cubicBezTo>
                <a:cubicBezTo>
                  <a:pt x="937" y="215"/>
                  <a:pt x="941" y="217"/>
                  <a:pt x="944" y="220"/>
                </a:cubicBezTo>
                <a:cubicBezTo>
                  <a:pt x="947" y="223"/>
                  <a:pt x="948" y="226"/>
                  <a:pt x="948" y="231"/>
                </a:cubicBezTo>
                <a:cubicBezTo>
                  <a:pt x="948" y="240"/>
                  <a:pt x="942" y="249"/>
                  <a:pt x="929" y="249"/>
                </a:cubicBezTo>
                <a:cubicBezTo>
                  <a:pt x="924" y="249"/>
                  <a:pt x="919" y="247"/>
                  <a:pt x="916" y="244"/>
                </a:cubicBezTo>
                <a:cubicBezTo>
                  <a:pt x="913" y="241"/>
                  <a:pt x="911" y="236"/>
                  <a:pt x="910" y="232"/>
                </a:cubicBezTo>
                <a:cubicBezTo>
                  <a:pt x="910" y="230"/>
                  <a:pt x="910" y="230"/>
                  <a:pt x="910" y="230"/>
                </a:cubicBezTo>
                <a:cubicBezTo>
                  <a:pt x="896" y="234"/>
                  <a:pt x="896" y="234"/>
                  <a:pt x="896" y="234"/>
                </a:cubicBezTo>
                <a:cubicBezTo>
                  <a:pt x="897" y="235"/>
                  <a:pt x="897" y="235"/>
                  <a:pt x="897" y="235"/>
                </a:cubicBezTo>
                <a:cubicBezTo>
                  <a:pt x="898" y="243"/>
                  <a:pt x="902" y="249"/>
                  <a:pt x="906" y="254"/>
                </a:cubicBezTo>
                <a:cubicBezTo>
                  <a:pt x="912" y="260"/>
                  <a:pt x="920" y="262"/>
                  <a:pt x="929" y="262"/>
                </a:cubicBezTo>
                <a:cubicBezTo>
                  <a:pt x="948" y="262"/>
                  <a:pt x="962" y="249"/>
                  <a:pt x="962" y="230"/>
                </a:cubicBezTo>
                <a:cubicBezTo>
                  <a:pt x="962" y="222"/>
                  <a:pt x="960" y="216"/>
                  <a:pt x="955" y="211"/>
                </a:cubicBezTo>
                <a:close/>
                <a:moveTo>
                  <a:pt x="0" y="261"/>
                </a:moveTo>
                <a:cubicBezTo>
                  <a:pt x="15" y="261"/>
                  <a:pt x="15" y="261"/>
                  <a:pt x="15" y="261"/>
                </a:cubicBezTo>
                <a:cubicBezTo>
                  <a:pt x="48" y="184"/>
                  <a:pt x="48" y="184"/>
                  <a:pt x="48" y="184"/>
                </a:cubicBezTo>
                <a:cubicBezTo>
                  <a:pt x="79" y="260"/>
                  <a:pt x="79" y="260"/>
                  <a:pt x="79" y="260"/>
                </a:cubicBezTo>
                <a:cubicBezTo>
                  <a:pt x="80" y="261"/>
                  <a:pt x="80" y="261"/>
                  <a:pt x="80" y="261"/>
                </a:cubicBezTo>
                <a:cubicBezTo>
                  <a:pt x="95" y="261"/>
                  <a:pt x="95" y="261"/>
                  <a:pt x="95" y="261"/>
                </a:cubicBezTo>
                <a:cubicBezTo>
                  <a:pt x="48" y="151"/>
                  <a:pt x="48" y="151"/>
                  <a:pt x="48" y="151"/>
                </a:cubicBezTo>
                <a:lnTo>
                  <a:pt x="0" y="261"/>
                </a:lnTo>
                <a:close/>
                <a:moveTo>
                  <a:pt x="229" y="261"/>
                </a:moveTo>
                <a:cubicBezTo>
                  <a:pt x="244" y="261"/>
                  <a:pt x="244" y="261"/>
                  <a:pt x="244" y="261"/>
                </a:cubicBezTo>
                <a:cubicBezTo>
                  <a:pt x="277" y="184"/>
                  <a:pt x="277" y="184"/>
                  <a:pt x="277" y="184"/>
                </a:cubicBezTo>
                <a:cubicBezTo>
                  <a:pt x="309" y="260"/>
                  <a:pt x="309" y="260"/>
                  <a:pt x="309" y="260"/>
                </a:cubicBezTo>
                <a:cubicBezTo>
                  <a:pt x="309" y="261"/>
                  <a:pt x="309" y="261"/>
                  <a:pt x="309" y="261"/>
                </a:cubicBezTo>
                <a:cubicBezTo>
                  <a:pt x="324" y="261"/>
                  <a:pt x="324" y="261"/>
                  <a:pt x="324" y="261"/>
                </a:cubicBezTo>
                <a:cubicBezTo>
                  <a:pt x="277" y="151"/>
                  <a:pt x="277" y="151"/>
                  <a:pt x="277" y="151"/>
                </a:cubicBezTo>
                <a:lnTo>
                  <a:pt x="229" y="261"/>
                </a:lnTo>
                <a:close/>
                <a:moveTo>
                  <a:pt x="1071" y="11"/>
                </a:moveTo>
                <a:cubicBezTo>
                  <a:pt x="1071" y="18"/>
                  <a:pt x="1071" y="18"/>
                  <a:pt x="1071" y="18"/>
                </a:cubicBezTo>
                <a:cubicBezTo>
                  <a:pt x="1075" y="18"/>
                  <a:pt x="1075" y="18"/>
                  <a:pt x="1075" y="18"/>
                </a:cubicBezTo>
                <a:cubicBezTo>
                  <a:pt x="1077" y="9"/>
                  <a:pt x="1077" y="9"/>
                  <a:pt x="1077" y="9"/>
                </a:cubicBezTo>
                <a:cubicBezTo>
                  <a:pt x="1076" y="8"/>
                  <a:pt x="1074" y="7"/>
                  <a:pt x="1072" y="6"/>
                </a:cubicBezTo>
                <a:cubicBezTo>
                  <a:pt x="1070" y="6"/>
                  <a:pt x="1067" y="6"/>
                  <a:pt x="1064" y="6"/>
                </a:cubicBezTo>
                <a:cubicBezTo>
                  <a:pt x="1061" y="6"/>
                  <a:pt x="1058" y="6"/>
                  <a:pt x="1056" y="7"/>
                </a:cubicBezTo>
                <a:cubicBezTo>
                  <a:pt x="1053" y="9"/>
                  <a:pt x="1051" y="10"/>
                  <a:pt x="1049" y="12"/>
                </a:cubicBezTo>
                <a:cubicBezTo>
                  <a:pt x="1048" y="14"/>
                  <a:pt x="1047" y="17"/>
                  <a:pt x="1047" y="20"/>
                </a:cubicBezTo>
                <a:cubicBezTo>
                  <a:pt x="1047" y="22"/>
                  <a:pt x="1048" y="24"/>
                  <a:pt x="1049" y="26"/>
                </a:cubicBezTo>
                <a:cubicBezTo>
                  <a:pt x="1050" y="28"/>
                  <a:pt x="1051" y="30"/>
                  <a:pt x="1053" y="31"/>
                </a:cubicBezTo>
                <a:cubicBezTo>
                  <a:pt x="1055" y="32"/>
                  <a:pt x="1057" y="34"/>
                  <a:pt x="1059" y="35"/>
                </a:cubicBezTo>
                <a:cubicBezTo>
                  <a:pt x="1062" y="37"/>
                  <a:pt x="1064" y="39"/>
                  <a:pt x="1066" y="40"/>
                </a:cubicBezTo>
                <a:cubicBezTo>
                  <a:pt x="1067" y="42"/>
                  <a:pt x="1068" y="44"/>
                  <a:pt x="1068" y="47"/>
                </a:cubicBezTo>
                <a:cubicBezTo>
                  <a:pt x="1068" y="49"/>
                  <a:pt x="1067" y="52"/>
                  <a:pt x="1065" y="53"/>
                </a:cubicBezTo>
                <a:cubicBezTo>
                  <a:pt x="1062" y="55"/>
                  <a:pt x="1060" y="56"/>
                  <a:pt x="1057" y="56"/>
                </a:cubicBezTo>
                <a:cubicBezTo>
                  <a:pt x="1055" y="56"/>
                  <a:pt x="1053" y="56"/>
                  <a:pt x="1052" y="55"/>
                </a:cubicBezTo>
                <a:cubicBezTo>
                  <a:pt x="1050" y="55"/>
                  <a:pt x="1049" y="54"/>
                  <a:pt x="1048" y="54"/>
                </a:cubicBezTo>
                <a:cubicBezTo>
                  <a:pt x="1048" y="46"/>
                  <a:pt x="1048" y="46"/>
                  <a:pt x="1048" y="46"/>
                </a:cubicBezTo>
                <a:cubicBezTo>
                  <a:pt x="1044" y="46"/>
                  <a:pt x="1044" y="46"/>
                  <a:pt x="1044" y="46"/>
                </a:cubicBezTo>
                <a:cubicBezTo>
                  <a:pt x="1042" y="56"/>
                  <a:pt x="1042" y="56"/>
                  <a:pt x="1042" y="56"/>
                </a:cubicBezTo>
                <a:cubicBezTo>
                  <a:pt x="1043" y="57"/>
                  <a:pt x="1045" y="58"/>
                  <a:pt x="1048" y="58"/>
                </a:cubicBezTo>
                <a:cubicBezTo>
                  <a:pt x="1051" y="59"/>
                  <a:pt x="1054" y="59"/>
                  <a:pt x="1057" y="59"/>
                </a:cubicBezTo>
                <a:cubicBezTo>
                  <a:pt x="1060" y="59"/>
                  <a:pt x="1063" y="59"/>
                  <a:pt x="1066" y="57"/>
                </a:cubicBezTo>
                <a:cubicBezTo>
                  <a:pt x="1069" y="56"/>
                  <a:pt x="1071" y="54"/>
                  <a:pt x="1073" y="52"/>
                </a:cubicBezTo>
                <a:cubicBezTo>
                  <a:pt x="1074" y="50"/>
                  <a:pt x="1075" y="47"/>
                  <a:pt x="1075" y="44"/>
                </a:cubicBezTo>
                <a:cubicBezTo>
                  <a:pt x="1075" y="42"/>
                  <a:pt x="1074" y="40"/>
                  <a:pt x="1073" y="38"/>
                </a:cubicBezTo>
                <a:cubicBezTo>
                  <a:pt x="1072" y="36"/>
                  <a:pt x="1071" y="35"/>
                  <a:pt x="1069" y="34"/>
                </a:cubicBezTo>
                <a:cubicBezTo>
                  <a:pt x="1068" y="32"/>
                  <a:pt x="1066" y="31"/>
                  <a:pt x="1064" y="29"/>
                </a:cubicBezTo>
                <a:cubicBezTo>
                  <a:pt x="1060" y="27"/>
                  <a:pt x="1058" y="25"/>
                  <a:pt x="1056" y="24"/>
                </a:cubicBezTo>
                <a:cubicBezTo>
                  <a:pt x="1055" y="22"/>
                  <a:pt x="1054" y="20"/>
                  <a:pt x="1054" y="17"/>
                </a:cubicBezTo>
                <a:cubicBezTo>
                  <a:pt x="1054" y="15"/>
                  <a:pt x="1055" y="13"/>
                  <a:pt x="1057" y="11"/>
                </a:cubicBezTo>
                <a:cubicBezTo>
                  <a:pt x="1059" y="10"/>
                  <a:pt x="1061" y="9"/>
                  <a:pt x="1064" y="9"/>
                </a:cubicBezTo>
                <a:cubicBezTo>
                  <a:pt x="1065" y="9"/>
                  <a:pt x="1067" y="9"/>
                  <a:pt x="1068" y="10"/>
                </a:cubicBezTo>
                <a:cubicBezTo>
                  <a:pt x="1069" y="10"/>
                  <a:pt x="1070" y="10"/>
                  <a:pt x="1071" y="11"/>
                </a:cubicBezTo>
                <a:close/>
                <a:moveTo>
                  <a:pt x="1107" y="27"/>
                </a:moveTo>
                <a:cubicBezTo>
                  <a:pt x="1108" y="27"/>
                  <a:pt x="1108" y="27"/>
                  <a:pt x="1108" y="27"/>
                </a:cubicBezTo>
                <a:cubicBezTo>
                  <a:pt x="1110" y="20"/>
                  <a:pt x="1110" y="20"/>
                  <a:pt x="1110" y="20"/>
                </a:cubicBezTo>
                <a:cubicBezTo>
                  <a:pt x="1109" y="20"/>
                  <a:pt x="1108" y="19"/>
                  <a:pt x="1107" y="19"/>
                </a:cubicBezTo>
                <a:cubicBezTo>
                  <a:pt x="1105" y="19"/>
                  <a:pt x="1104" y="19"/>
                  <a:pt x="1102" y="19"/>
                </a:cubicBezTo>
                <a:cubicBezTo>
                  <a:pt x="1098" y="19"/>
                  <a:pt x="1094" y="20"/>
                  <a:pt x="1091" y="22"/>
                </a:cubicBezTo>
                <a:cubicBezTo>
                  <a:pt x="1088" y="25"/>
                  <a:pt x="1086" y="28"/>
                  <a:pt x="1084" y="32"/>
                </a:cubicBezTo>
                <a:cubicBezTo>
                  <a:pt x="1083" y="36"/>
                  <a:pt x="1082" y="40"/>
                  <a:pt x="1082" y="43"/>
                </a:cubicBezTo>
                <a:cubicBezTo>
                  <a:pt x="1082" y="48"/>
                  <a:pt x="1083" y="52"/>
                  <a:pt x="1085" y="55"/>
                </a:cubicBezTo>
                <a:cubicBezTo>
                  <a:pt x="1087" y="58"/>
                  <a:pt x="1091" y="59"/>
                  <a:pt x="1094" y="59"/>
                </a:cubicBezTo>
                <a:cubicBezTo>
                  <a:pt x="1098" y="59"/>
                  <a:pt x="1100" y="59"/>
                  <a:pt x="1102" y="57"/>
                </a:cubicBezTo>
                <a:cubicBezTo>
                  <a:pt x="1105" y="56"/>
                  <a:pt x="1106" y="54"/>
                  <a:pt x="1108" y="53"/>
                </a:cubicBezTo>
                <a:cubicBezTo>
                  <a:pt x="1106" y="50"/>
                  <a:pt x="1106" y="50"/>
                  <a:pt x="1106" y="50"/>
                </a:cubicBezTo>
                <a:cubicBezTo>
                  <a:pt x="1105" y="52"/>
                  <a:pt x="1103" y="53"/>
                  <a:pt x="1102" y="54"/>
                </a:cubicBezTo>
                <a:cubicBezTo>
                  <a:pt x="1100" y="54"/>
                  <a:pt x="1099" y="55"/>
                  <a:pt x="1097" y="55"/>
                </a:cubicBezTo>
                <a:cubicBezTo>
                  <a:pt x="1094" y="55"/>
                  <a:pt x="1092" y="54"/>
                  <a:pt x="1091" y="52"/>
                </a:cubicBezTo>
                <a:cubicBezTo>
                  <a:pt x="1090" y="50"/>
                  <a:pt x="1089" y="47"/>
                  <a:pt x="1089" y="43"/>
                </a:cubicBezTo>
                <a:cubicBezTo>
                  <a:pt x="1089" y="39"/>
                  <a:pt x="1090" y="35"/>
                  <a:pt x="1091" y="32"/>
                </a:cubicBezTo>
                <a:cubicBezTo>
                  <a:pt x="1092" y="30"/>
                  <a:pt x="1093" y="27"/>
                  <a:pt x="1095" y="26"/>
                </a:cubicBezTo>
                <a:cubicBezTo>
                  <a:pt x="1097" y="24"/>
                  <a:pt x="1099" y="23"/>
                  <a:pt x="1101" y="23"/>
                </a:cubicBezTo>
                <a:cubicBezTo>
                  <a:pt x="1102" y="23"/>
                  <a:pt x="1105" y="24"/>
                  <a:pt x="1107" y="27"/>
                </a:cubicBezTo>
                <a:close/>
                <a:moveTo>
                  <a:pt x="1124" y="52"/>
                </a:moveTo>
                <a:cubicBezTo>
                  <a:pt x="1129" y="19"/>
                  <a:pt x="1129" y="19"/>
                  <a:pt x="1129" y="19"/>
                </a:cubicBezTo>
                <a:cubicBezTo>
                  <a:pt x="1128" y="19"/>
                  <a:pt x="1128" y="19"/>
                  <a:pt x="1128" y="19"/>
                </a:cubicBezTo>
                <a:cubicBezTo>
                  <a:pt x="1118" y="20"/>
                  <a:pt x="1118" y="20"/>
                  <a:pt x="1118" y="20"/>
                </a:cubicBezTo>
                <a:cubicBezTo>
                  <a:pt x="1117" y="23"/>
                  <a:pt x="1117" y="23"/>
                  <a:pt x="1117" y="23"/>
                </a:cubicBezTo>
                <a:cubicBezTo>
                  <a:pt x="1122" y="24"/>
                  <a:pt x="1122" y="24"/>
                  <a:pt x="1122" y="24"/>
                </a:cubicBezTo>
                <a:cubicBezTo>
                  <a:pt x="1121" y="31"/>
                  <a:pt x="1120" y="37"/>
                  <a:pt x="1119" y="41"/>
                </a:cubicBezTo>
                <a:cubicBezTo>
                  <a:pt x="1118" y="49"/>
                  <a:pt x="1117" y="54"/>
                  <a:pt x="1117" y="55"/>
                </a:cubicBezTo>
                <a:cubicBezTo>
                  <a:pt x="1117" y="56"/>
                  <a:pt x="1118" y="57"/>
                  <a:pt x="1118" y="58"/>
                </a:cubicBezTo>
                <a:cubicBezTo>
                  <a:pt x="1119" y="59"/>
                  <a:pt x="1120" y="59"/>
                  <a:pt x="1122" y="59"/>
                </a:cubicBezTo>
                <a:cubicBezTo>
                  <a:pt x="1124" y="59"/>
                  <a:pt x="1125" y="59"/>
                  <a:pt x="1127" y="58"/>
                </a:cubicBezTo>
                <a:cubicBezTo>
                  <a:pt x="1128" y="57"/>
                  <a:pt x="1129" y="55"/>
                  <a:pt x="1130" y="54"/>
                </a:cubicBezTo>
                <a:cubicBezTo>
                  <a:pt x="1129" y="53"/>
                  <a:pt x="1129" y="53"/>
                  <a:pt x="1129" y="53"/>
                </a:cubicBezTo>
                <a:cubicBezTo>
                  <a:pt x="1128" y="54"/>
                  <a:pt x="1128" y="54"/>
                  <a:pt x="1127" y="54"/>
                </a:cubicBezTo>
                <a:cubicBezTo>
                  <a:pt x="1126" y="55"/>
                  <a:pt x="1126" y="55"/>
                  <a:pt x="1125" y="55"/>
                </a:cubicBezTo>
                <a:cubicBezTo>
                  <a:pt x="1125" y="55"/>
                  <a:pt x="1125" y="55"/>
                  <a:pt x="1125" y="54"/>
                </a:cubicBezTo>
                <a:cubicBezTo>
                  <a:pt x="1124" y="54"/>
                  <a:pt x="1124" y="54"/>
                  <a:pt x="1124" y="53"/>
                </a:cubicBezTo>
                <a:lnTo>
                  <a:pt x="1124" y="52"/>
                </a:lnTo>
                <a:close/>
                <a:moveTo>
                  <a:pt x="1127" y="11"/>
                </a:moveTo>
                <a:cubicBezTo>
                  <a:pt x="1128" y="11"/>
                  <a:pt x="1129" y="11"/>
                  <a:pt x="1130" y="10"/>
                </a:cubicBezTo>
                <a:cubicBezTo>
                  <a:pt x="1131" y="9"/>
                  <a:pt x="1131" y="7"/>
                  <a:pt x="1131" y="6"/>
                </a:cubicBezTo>
                <a:cubicBezTo>
                  <a:pt x="1131" y="5"/>
                  <a:pt x="1131" y="4"/>
                  <a:pt x="1130" y="3"/>
                </a:cubicBezTo>
                <a:cubicBezTo>
                  <a:pt x="1130" y="3"/>
                  <a:pt x="1129" y="2"/>
                  <a:pt x="1128" y="2"/>
                </a:cubicBezTo>
                <a:cubicBezTo>
                  <a:pt x="1126" y="2"/>
                  <a:pt x="1125" y="3"/>
                  <a:pt x="1124" y="4"/>
                </a:cubicBezTo>
                <a:cubicBezTo>
                  <a:pt x="1123" y="5"/>
                  <a:pt x="1123" y="6"/>
                  <a:pt x="1123" y="7"/>
                </a:cubicBezTo>
                <a:cubicBezTo>
                  <a:pt x="1123" y="8"/>
                  <a:pt x="1123" y="9"/>
                  <a:pt x="1124" y="10"/>
                </a:cubicBezTo>
                <a:cubicBezTo>
                  <a:pt x="1125" y="11"/>
                  <a:pt x="1126" y="11"/>
                  <a:pt x="1127" y="11"/>
                </a:cubicBezTo>
                <a:close/>
                <a:moveTo>
                  <a:pt x="1166" y="52"/>
                </a:moveTo>
                <a:cubicBezTo>
                  <a:pt x="1165" y="49"/>
                  <a:pt x="1165" y="49"/>
                  <a:pt x="1165" y="49"/>
                </a:cubicBezTo>
                <a:cubicBezTo>
                  <a:pt x="1163" y="51"/>
                  <a:pt x="1161" y="52"/>
                  <a:pt x="1159" y="53"/>
                </a:cubicBezTo>
                <a:cubicBezTo>
                  <a:pt x="1157" y="54"/>
                  <a:pt x="1155" y="55"/>
                  <a:pt x="1153" y="55"/>
                </a:cubicBezTo>
                <a:cubicBezTo>
                  <a:pt x="1150" y="55"/>
                  <a:pt x="1148" y="54"/>
                  <a:pt x="1147" y="51"/>
                </a:cubicBezTo>
                <a:cubicBezTo>
                  <a:pt x="1145" y="49"/>
                  <a:pt x="1145" y="46"/>
                  <a:pt x="1145" y="43"/>
                </a:cubicBezTo>
                <a:cubicBezTo>
                  <a:pt x="1148" y="43"/>
                  <a:pt x="1151" y="42"/>
                  <a:pt x="1155" y="41"/>
                </a:cubicBezTo>
                <a:cubicBezTo>
                  <a:pt x="1158" y="40"/>
                  <a:pt x="1162" y="38"/>
                  <a:pt x="1164" y="36"/>
                </a:cubicBezTo>
                <a:cubicBezTo>
                  <a:pt x="1167" y="33"/>
                  <a:pt x="1168" y="31"/>
                  <a:pt x="1168" y="27"/>
                </a:cubicBezTo>
                <a:cubicBezTo>
                  <a:pt x="1168" y="25"/>
                  <a:pt x="1167" y="23"/>
                  <a:pt x="1166" y="21"/>
                </a:cubicBezTo>
                <a:cubicBezTo>
                  <a:pt x="1164" y="19"/>
                  <a:pt x="1162" y="19"/>
                  <a:pt x="1158" y="19"/>
                </a:cubicBezTo>
                <a:cubicBezTo>
                  <a:pt x="1154" y="19"/>
                  <a:pt x="1151" y="20"/>
                  <a:pt x="1148" y="22"/>
                </a:cubicBezTo>
                <a:cubicBezTo>
                  <a:pt x="1145" y="24"/>
                  <a:pt x="1142" y="28"/>
                  <a:pt x="1140" y="31"/>
                </a:cubicBezTo>
                <a:cubicBezTo>
                  <a:pt x="1138" y="35"/>
                  <a:pt x="1138" y="40"/>
                  <a:pt x="1138" y="44"/>
                </a:cubicBezTo>
                <a:cubicBezTo>
                  <a:pt x="1138" y="47"/>
                  <a:pt x="1138" y="49"/>
                  <a:pt x="1139" y="52"/>
                </a:cubicBezTo>
                <a:cubicBezTo>
                  <a:pt x="1140" y="54"/>
                  <a:pt x="1142" y="56"/>
                  <a:pt x="1144" y="57"/>
                </a:cubicBezTo>
                <a:cubicBezTo>
                  <a:pt x="1146" y="59"/>
                  <a:pt x="1148" y="59"/>
                  <a:pt x="1151" y="59"/>
                </a:cubicBezTo>
                <a:cubicBezTo>
                  <a:pt x="1155" y="59"/>
                  <a:pt x="1158" y="58"/>
                  <a:pt x="1160" y="57"/>
                </a:cubicBezTo>
                <a:cubicBezTo>
                  <a:pt x="1163" y="55"/>
                  <a:pt x="1165" y="54"/>
                  <a:pt x="1166" y="52"/>
                </a:cubicBezTo>
                <a:close/>
                <a:moveTo>
                  <a:pt x="1157" y="22"/>
                </a:moveTo>
                <a:cubicBezTo>
                  <a:pt x="1158" y="22"/>
                  <a:pt x="1159" y="23"/>
                  <a:pt x="1160" y="24"/>
                </a:cubicBezTo>
                <a:cubicBezTo>
                  <a:pt x="1161" y="25"/>
                  <a:pt x="1161" y="26"/>
                  <a:pt x="1161" y="28"/>
                </a:cubicBezTo>
                <a:cubicBezTo>
                  <a:pt x="1161" y="30"/>
                  <a:pt x="1161" y="32"/>
                  <a:pt x="1159" y="34"/>
                </a:cubicBezTo>
                <a:cubicBezTo>
                  <a:pt x="1157" y="35"/>
                  <a:pt x="1155" y="37"/>
                  <a:pt x="1152" y="38"/>
                </a:cubicBezTo>
                <a:cubicBezTo>
                  <a:pt x="1150" y="39"/>
                  <a:pt x="1147" y="39"/>
                  <a:pt x="1145" y="39"/>
                </a:cubicBezTo>
                <a:cubicBezTo>
                  <a:pt x="1145" y="37"/>
                  <a:pt x="1146" y="34"/>
                  <a:pt x="1147" y="32"/>
                </a:cubicBezTo>
                <a:cubicBezTo>
                  <a:pt x="1148" y="29"/>
                  <a:pt x="1149" y="27"/>
                  <a:pt x="1151" y="25"/>
                </a:cubicBezTo>
                <a:cubicBezTo>
                  <a:pt x="1152" y="23"/>
                  <a:pt x="1154" y="22"/>
                  <a:pt x="1157" y="22"/>
                </a:cubicBezTo>
                <a:close/>
                <a:moveTo>
                  <a:pt x="1187" y="28"/>
                </a:moveTo>
                <a:cubicBezTo>
                  <a:pt x="1188" y="19"/>
                  <a:pt x="1188" y="19"/>
                  <a:pt x="1188" y="19"/>
                </a:cubicBezTo>
                <a:cubicBezTo>
                  <a:pt x="1186" y="19"/>
                  <a:pt x="1186" y="19"/>
                  <a:pt x="1186" y="19"/>
                </a:cubicBezTo>
                <a:cubicBezTo>
                  <a:pt x="1178" y="20"/>
                  <a:pt x="1178" y="20"/>
                  <a:pt x="1178" y="20"/>
                </a:cubicBezTo>
                <a:cubicBezTo>
                  <a:pt x="1177" y="23"/>
                  <a:pt x="1177" y="23"/>
                  <a:pt x="1177" y="23"/>
                </a:cubicBezTo>
                <a:cubicBezTo>
                  <a:pt x="1180" y="25"/>
                  <a:pt x="1180" y="25"/>
                  <a:pt x="1180" y="25"/>
                </a:cubicBezTo>
                <a:cubicBezTo>
                  <a:pt x="1176" y="58"/>
                  <a:pt x="1176" y="58"/>
                  <a:pt x="1176" y="58"/>
                </a:cubicBezTo>
                <a:cubicBezTo>
                  <a:pt x="1183" y="58"/>
                  <a:pt x="1183" y="58"/>
                  <a:pt x="1183" y="58"/>
                </a:cubicBezTo>
                <a:cubicBezTo>
                  <a:pt x="1186" y="33"/>
                  <a:pt x="1186" y="33"/>
                  <a:pt x="1186" y="33"/>
                </a:cubicBezTo>
                <a:cubicBezTo>
                  <a:pt x="1188" y="31"/>
                  <a:pt x="1190" y="28"/>
                  <a:pt x="1192" y="26"/>
                </a:cubicBezTo>
                <a:cubicBezTo>
                  <a:pt x="1194" y="25"/>
                  <a:pt x="1196" y="24"/>
                  <a:pt x="1198" y="24"/>
                </a:cubicBezTo>
                <a:cubicBezTo>
                  <a:pt x="1200" y="24"/>
                  <a:pt x="1201" y="24"/>
                  <a:pt x="1202" y="25"/>
                </a:cubicBezTo>
                <a:cubicBezTo>
                  <a:pt x="1202" y="26"/>
                  <a:pt x="1203" y="27"/>
                  <a:pt x="1203" y="29"/>
                </a:cubicBezTo>
                <a:cubicBezTo>
                  <a:pt x="1203" y="31"/>
                  <a:pt x="1202" y="33"/>
                  <a:pt x="1202" y="35"/>
                </a:cubicBezTo>
                <a:cubicBezTo>
                  <a:pt x="1202" y="37"/>
                  <a:pt x="1201" y="39"/>
                  <a:pt x="1201" y="41"/>
                </a:cubicBezTo>
                <a:cubicBezTo>
                  <a:pt x="1201" y="43"/>
                  <a:pt x="1201" y="43"/>
                  <a:pt x="1201" y="43"/>
                </a:cubicBezTo>
                <a:cubicBezTo>
                  <a:pt x="1200" y="46"/>
                  <a:pt x="1200" y="46"/>
                  <a:pt x="1200" y="46"/>
                </a:cubicBezTo>
                <a:cubicBezTo>
                  <a:pt x="1199" y="51"/>
                  <a:pt x="1199" y="54"/>
                  <a:pt x="1199" y="55"/>
                </a:cubicBezTo>
                <a:cubicBezTo>
                  <a:pt x="1199" y="58"/>
                  <a:pt x="1200" y="59"/>
                  <a:pt x="1203" y="59"/>
                </a:cubicBezTo>
                <a:cubicBezTo>
                  <a:pt x="1205" y="59"/>
                  <a:pt x="1206" y="59"/>
                  <a:pt x="1207" y="58"/>
                </a:cubicBezTo>
                <a:cubicBezTo>
                  <a:pt x="1208" y="58"/>
                  <a:pt x="1209" y="57"/>
                  <a:pt x="1210" y="57"/>
                </a:cubicBezTo>
                <a:cubicBezTo>
                  <a:pt x="1210" y="56"/>
                  <a:pt x="1211" y="55"/>
                  <a:pt x="1211" y="55"/>
                </a:cubicBezTo>
                <a:cubicBezTo>
                  <a:pt x="1210" y="53"/>
                  <a:pt x="1210" y="53"/>
                  <a:pt x="1210" y="53"/>
                </a:cubicBezTo>
                <a:cubicBezTo>
                  <a:pt x="1209" y="54"/>
                  <a:pt x="1208" y="55"/>
                  <a:pt x="1207" y="55"/>
                </a:cubicBezTo>
                <a:cubicBezTo>
                  <a:pt x="1206" y="55"/>
                  <a:pt x="1206" y="54"/>
                  <a:pt x="1206" y="53"/>
                </a:cubicBezTo>
                <a:cubicBezTo>
                  <a:pt x="1206" y="51"/>
                  <a:pt x="1206" y="48"/>
                  <a:pt x="1207" y="45"/>
                </a:cubicBezTo>
                <a:cubicBezTo>
                  <a:pt x="1208" y="41"/>
                  <a:pt x="1208" y="41"/>
                  <a:pt x="1208" y="41"/>
                </a:cubicBezTo>
                <a:cubicBezTo>
                  <a:pt x="1208" y="40"/>
                  <a:pt x="1208" y="40"/>
                  <a:pt x="1208" y="40"/>
                </a:cubicBezTo>
                <a:cubicBezTo>
                  <a:pt x="1209" y="34"/>
                  <a:pt x="1210" y="31"/>
                  <a:pt x="1210" y="29"/>
                </a:cubicBezTo>
                <a:cubicBezTo>
                  <a:pt x="1210" y="25"/>
                  <a:pt x="1209" y="23"/>
                  <a:pt x="1207" y="21"/>
                </a:cubicBezTo>
                <a:cubicBezTo>
                  <a:pt x="1206" y="19"/>
                  <a:pt x="1204" y="19"/>
                  <a:pt x="1201" y="19"/>
                </a:cubicBezTo>
                <a:cubicBezTo>
                  <a:pt x="1199" y="19"/>
                  <a:pt x="1196" y="19"/>
                  <a:pt x="1193" y="21"/>
                </a:cubicBezTo>
                <a:cubicBezTo>
                  <a:pt x="1191" y="23"/>
                  <a:pt x="1189" y="25"/>
                  <a:pt x="1187" y="28"/>
                </a:cubicBezTo>
                <a:close/>
                <a:moveTo>
                  <a:pt x="1243" y="27"/>
                </a:moveTo>
                <a:cubicBezTo>
                  <a:pt x="1245" y="27"/>
                  <a:pt x="1245" y="27"/>
                  <a:pt x="1245" y="27"/>
                </a:cubicBezTo>
                <a:cubicBezTo>
                  <a:pt x="1247" y="20"/>
                  <a:pt x="1247" y="20"/>
                  <a:pt x="1247" y="20"/>
                </a:cubicBezTo>
                <a:cubicBezTo>
                  <a:pt x="1246" y="20"/>
                  <a:pt x="1244" y="19"/>
                  <a:pt x="1243" y="19"/>
                </a:cubicBezTo>
                <a:cubicBezTo>
                  <a:pt x="1241" y="19"/>
                  <a:pt x="1240" y="19"/>
                  <a:pt x="1239" y="19"/>
                </a:cubicBezTo>
                <a:cubicBezTo>
                  <a:pt x="1234" y="19"/>
                  <a:pt x="1231" y="20"/>
                  <a:pt x="1228" y="22"/>
                </a:cubicBezTo>
                <a:cubicBezTo>
                  <a:pt x="1224" y="25"/>
                  <a:pt x="1222" y="28"/>
                  <a:pt x="1220" y="32"/>
                </a:cubicBezTo>
                <a:cubicBezTo>
                  <a:pt x="1219" y="36"/>
                  <a:pt x="1218" y="40"/>
                  <a:pt x="1218" y="43"/>
                </a:cubicBezTo>
                <a:cubicBezTo>
                  <a:pt x="1218" y="48"/>
                  <a:pt x="1219" y="52"/>
                  <a:pt x="1221" y="55"/>
                </a:cubicBezTo>
                <a:cubicBezTo>
                  <a:pt x="1224" y="58"/>
                  <a:pt x="1227" y="59"/>
                  <a:pt x="1231" y="59"/>
                </a:cubicBezTo>
                <a:cubicBezTo>
                  <a:pt x="1234" y="59"/>
                  <a:pt x="1236" y="59"/>
                  <a:pt x="1239" y="57"/>
                </a:cubicBezTo>
                <a:cubicBezTo>
                  <a:pt x="1241" y="56"/>
                  <a:pt x="1243" y="54"/>
                  <a:pt x="1244" y="53"/>
                </a:cubicBezTo>
                <a:cubicBezTo>
                  <a:pt x="1242" y="50"/>
                  <a:pt x="1242" y="50"/>
                  <a:pt x="1242" y="50"/>
                </a:cubicBezTo>
                <a:cubicBezTo>
                  <a:pt x="1241" y="52"/>
                  <a:pt x="1239" y="53"/>
                  <a:pt x="1238" y="54"/>
                </a:cubicBezTo>
                <a:cubicBezTo>
                  <a:pt x="1236" y="54"/>
                  <a:pt x="1235" y="55"/>
                  <a:pt x="1233" y="55"/>
                </a:cubicBezTo>
                <a:cubicBezTo>
                  <a:pt x="1230" y="55"/>
                  <a:pt x="1228" y="54"/>
                  <a:pt x="1227" y="52"/>
                </a:cubicBezTo>
                <a:cubicBezTo>
                  <a:pt x="1226" y="50"/>
                  <a:pt x="1225" y="47"/>
                  <a:pt x="1225" y="43"/>
                </a:cubicBezTo>
                <a:cubicBezTo>
                  <a:pt x="1225" y="39"/>
                  <a:pt x="1226" y="35"/>
                  <a:pt x="1227" y="32"/>
                </a:cubicBezTo>
                <a:cubicBezTo>
                  <a:pt x="1228" y="30"/>
                  <a:pt x="1229" y="27"/>
                  <a:pt x="1231" y="26"/>
                </a:cubicBezTo>
                <a:cubicBezTo>
                  <a:pt x="1233" y="24"/>
                  <a:pt x="1235" y="23"/>
                  <a:pt x="1237" y="23"/>
                </a:cubicBezTo>
                <a:cubicBezTo>
                  <a:pt x="1239" y="23"/>
                  <a:pt x="1241" y="24"/>
                  <a:pt x="1243" y="27"/>
                </a:cubicBezTo>
                <a:close/>
                <a:moveTo>
                  <a:pt x="1279" y="52"/>
                </a:moveTo>
                <a:cubicBezTo>
                  <a:pt x="1277" y="49"/>
                  <a:pt x="1277" y="49"/>
                  <a:pt x="1277" y="49"/>
                </a:cubicBezTo>
                <a:cubicBezTo>
                  <a:pt x="1276" y="51"/>
                  <a:pt x="1274" y="52"/>
                  <a:pt x="1272" y="53"/>
                </a:cubicBezTo>
                <a:cubicBezTo>
                  <a:pt x="1270" y="54"/>
                  <a:pt x="1268" y="55"/>
                  <a:pt x="1266" y="55"/>
                </a:cubicBezTo>
                <a:cubicBezTo>
                  <a:pt x="1263" y="55"/>
                  <a:pt x="1261" y="54"/>
                  <a:pt x="1259" y="51"/>
                </a:cubicBezTo>
                <a:cubicBezTo>
                  <a:pt x="1258" y="49"/>
                  <a:pt x="1257" y="46"/>
                  <a:pt x="1258" y="43"/>
                </a:cubicBezTo>
                <a:cubicBezTo>
                  <a:pt x="1260" y="43"/>
                  <a:pt x="1264" y="42"/>
                  <a:pt x="1267" y="41"/>
                </a:cubicBezTo>
                <a:cubicBezTo>
                  <a:pt x="1271" y="40"/>
                  <a:pt x="1274" y="38"/>
                  <a:pt x="1277" y="36"/>
                </a:cubicBezTo>
                <a:cubicBezTo>
                  <a:pt x="1280" y="33"/>
                  <a:pt x="1281" y="31"/>
                  <a:pt x="1281" y="27"/>
                </a:cubicBezTo>
                <a:cubicBezTo>
                  <a:pt x="1281" y="25"/>
                  <a:pt x="1280" y="23"/>
                  <a:pt x="1278" y="21"/>
                </a:cubicBezTo>
                <a:cubicBezTo>
                  <a:pt x="1277" y="19"/>
                  <a:pt x="1274" y="19"/>
                  <a:pt x="1271" y="19"/>
                </a:cubicBezTo>
                <a:cubicBezTo>
                  <a:pt x="1267" y="19"/>
                  <a:pt x="1264" y="20"/>
                  <a:pt x="1260" y="22"/>
                </a:cubicBezTo>
                <a:cubicBezTo>
                  <a:pt x="1257" y="24"/>
                  <a:pt x="1255" y="28"/>
                  <a:pt x="1253" y="31"/>
                </a:cubicBezTo>
                <a:cubicBezTo>
                  <a:pt x="1251" y="35"/>
                  <a:pt x="1250" y="40"/>
                  <a:pt x="1250" y="44"/>
                </a:cubicBezTo>
                <a:cubicBezTo>
                  <a:pt x="1250" y="47"/>
                  <a:pt x="1251" y="49"/>
                  <a:pt x="1252" y="52"/>
                </a:cubicBezTo>
                <a:cubicBezTo>
                  <a:pt x="1253" y="54"/>
                  <a:pt x="1254" y="56"/>
                  <a:pt x="1256" y="57"/>
                </a:cubicBezTo>
                <a:cubicBezTo>
                  <a:pt x="1258" y="59"/>
                  <a:pt x="1261" y="59"/>
                  <a:pt x="1264" y="59"/>
                </a:cubicBezTo>
                <a:cubicBezTo>
                  <a:pt x="1267" y="59"/>
                  <a:pt x="1270" y="58"/>
                  <a:pt x="1273" y="57"/>
                </a:cubicBezTo>
                <a:cubicBezTo>
                  <a:pt x="1276" y="55"/>
                  <a:pt x="1278" y="54"/>
                  <a:pt x="1279" y="52"/>
                </a:cubicBezTo>
                <a:close/>
                <a:moveTo>
                  <a:pt x="1269" y="22"/>
                </a:moveTo>
                <a:cubicBezTo>
                  <a:pt x="1271" y="22"/>
                  <a:pt x="1272" y="23"/>
                  <a:pt x="1273" y="24"/>
                </a:cubicBezTo>
                <a:cubicBezTo>
                  <a:pt x="1274" y="25"/>
                  <a:pt x="1274" y="26"/>
                  <a:pt x="1274" y="28"/>
                </a:cubicBezTo>
                <a:cubicBezTo>
                  <a:pt x="1274" y="30"/>
                  <a:pt x="1273" y="32"/>
                  <a:pt x="1272" y="34"/>
                </a:cubicBezTo>
                <a:cubicBezTo>
                  <a:pt x="1270" y="35"/>
                  <a:pt x="1268" y="37"/>
                  <a:pt x="1265" y="38"/>
                </a:cubicBezTo>
                <a:cubicBezTo>
                  <a:pt x="1263" y="39"/>
                  <a:pt x="1260" y="39"/>
                  <a:pt x="1258" y="39"/>
                </a:cubicBezTo>
                <a:cubicBezTo>
                  <a:pt x="1258" y="37"/>
                  <a:pt x="1259" y="34"/>
                  <a:pt x="1259" y="32"/>
                </a:cubicBezTo>
                <a:cubicBezTo>
                  <a:pt x="1260" y="29"/>
                  <a:pt x="1262" y="27"/>
                  <a:pt x="1263" y="25"/>
                </a:cubicBezTo>
                <a:cubicBezTo>
                  <a:pt x="1265" y="23"/>
                  <a:pt x="1267" y="22"/>
                  <a:pt x="1269" y="22"/>
                </a:cubicBezTo>
                <a:close/>
                <a:moveTo>
                  <a:pt x="1310" y="25"/>
                </a:moveTo>
                <a:cubicBezTo>
                  <a:pt x="1311" y="20"/>
                  <a:pt x="1311" y="20"/>
                  <a:pt x="1311" y="20"/>
                </a:cubicBezTo>
                <a:cubicBezTo>
                  <a:pt x="1311" y="20"/>
                  <a:pt x="1309" y="19"/>
                  <a:pt x="1308" y="19"/>
                </a:cubicBezTo>
                <a:cubicBezTo>
                  <a:pt x="1306" y="19"/>
                  <a:pt x="1304" y="19"/>
                  <a:pt x="1303" y="19"/>
                </a:cubicBezTo>
                <a:cubicBezTo>
                  <a:pt x="1300" y="19"/>
                  <a:pt x="1298" y="19"/>
                  <a:pt x="1296" y="20"/>
                </a:cubicBezTo>
                <a:cubicBezTo>
                  <a:pt x="1293" y="21"/>
                  <a:pt x="1292" y="22"/>
                  <a:pt x="1291" y="24"/>
                </a:cubicBezTo>
                <a:cubicBezTo>
                  <a:pt x="1289" y="26"/>
                  <a:pt x="1289" y="27"/>
                  <a:pt x="1289" y="30"/>
                </a:cubicBezTo>
                <a:cubicBezTo>
                  <a:pt x="1289" y="34"/>
                  <a:pt x="1291" y="38"/>
                  <a:pt x="1296" y="41"/>
                </a:cubicBezTo>
                <a:cubicBezTo>
                  <a:pt x="1298" y="43"/>
                  <a:pt x="1300" y="44"/>
                  <a:pt x="1301" y="45"/>
                </a:cubicBezTo>
                <a:cubicBezTo>
                  <a:pt x="1302" y="46"/>
                  <a:pt x="1303" y="48"/>
                  <a:pt x="1303" y="50"/>
                </a:cubicBezTo>
                <a:cubicBezTo>
                  <a:pt x="1303" y="51"/>
                  <a:pt x="1302" y="53"/>
                  <a:pt x="1301" y="54"/>
                </a:cubicBezTo>
                <a:cubicBezTo>
                  <a:pt x="1299" y="55"/>
                  <a:pt x="1297" y="55"/>
                  <a:pt x="1295" y="55"/>
                </a:cubicBezTo>
                <a:cubicBezTo>
                  <a:pt x="1293" y="55"/>
                  <a:pt x="1292" y="55"/>
                  <a:pt x="1290" y="54"/>
                </a:cubicBezTo>
                <a:cubicBezTo>
                  <a:pt x="1288" y="53"/>
                  <a:pt x="1287" y="53"/>
                  <a:pt x="1286" y="52"/>
                </a:cubicBezTo>
                <a:cubicBezTo>
                  <a:pt x="1285" y="57"/>
                  <a:pt x="1285" y="57"/>
                  <a:pt x="1285" y="57"/>
                </a:cubicBezTo>
                <a:cubicBezTo>
                  <a:pt x="1285" y="58"/>
                  <a:pt x="1287" y="58"/>
                  <a:pt x="1289" y="58"/>
                </a:cubicBezTo>
                <a:cubicBezTo>
                  <a:pt x="1291" y="59"/>
                  <a:pt x="1293" y="59"/>
                  <a:pt x="1295" y="59"/>
                </a:cubicBezTo>
                <a:cubicBezTo>
                  <a:pt x="1299" y="59"/>
                  <a:pt x="1303" y="58"/>
                  <a:pt x="1305" y="56"/>
                </a:cubicBezTo>
                <a:cubicBezTo>
                  <a:pt x="1308" y="54"/>
                  <a:pt x="1309" y="52"/>
                  <a:pt x="1309" y="48"/>
                </a:cubicBezTo>
                <a:cubicBezTo>
                  <a:pt x="1309" y="46"/>
                  <a:pt x="1309" y="45"/>
                  <a:pt x="1308" y="43"/>
                </a:cubicBezTo>
                <a:cubicBezTo>
                  <a:pt x="1307" y="42"/>
                  <a:pt x="1306" y="41"/>
                  <a:pt x="1305" y="40"/>
                </a:cubicBezTo>
                <a:cubicBezTo>
                  <a:pt x="1304" y="39"/>
                  <a:pt x="1303" y="38"/>
                  <a:pt x="1301" y="36"/>
                </a:cubicBezTo>
                <a:cubicBezTo>
                  <a:pt x="1299" y="35"/>
                  <a:pt x="1298" y="34"/>
                  <a:pt x="1297" y="32"/>
                </a:cubicBezTo>
                <a:cubicBezTo>
                  <a:pt x="1296" y="31"/>
                  <a:pt x="1295" y="30"/>
                  <a:pt x="1295" y="28"/>
                </a:cubicBezTo>
                <a:cubicBezTo>
                  <a:pt x="1295" y="26"/>
                  <a:pt x="1296" y="25"/>
                  <a:pt x="1297" y="24"/>
                </a:cubicBezTo>
                <a:cubicBezTo>
                  <a:pt x="1299" y="23"/>
                  <a:pt x="1300" y="23"/>
                  <a:pt x="1303" y="23"/>
                </a:cubicBezTo>
                <a:cubicBezTo>
                  <a:pt x="1304" y="23"/>
                  <a:pt x="1306" y="23"/>
                  <a:pt x="1307" y="24"/>
                </a:cubicBezTo>
                <a:cubicBezTo>
                  <a:pt x="1309" y="24"/>
                  <a:pt x="1310" y="25"/>
                  <a:pt x="1310" y="25"/>
                </a:cubicBezTo>
                <a:close/>
                <a:moveTo>
                  <a:pt x="1047" y="110"/>
                </a:moveTo>
                <a:cubicBezTo>
                  <a:pt x="1052" y="111"/>
                  <a:pt x="1052" y="111"/>
                  <a:pt x="1052" y="111"/>
                </a:cubicBezTo>
                <a:cubicBezTo>
                  <a:pt x="1046" y="156"/>
                  <a:pt x="1046" y="156"/>
                  <a:pt x="1046" y="156"/>
                </a:cubicBezTo>
                <a:cubicBezTo>
                  <a:pt x="1041" y="157"/>
                  <a:pt x="1041" y="157"/>
                  <a:pt x="1041" y="157"/>
                </a:cubicBezTo>
                <a:cubicBezTo>
                  <a:pt x="1041" y="159"/>
                  <a:pt x="1041" y="159"/>
                  <a:pt x="1041" y="159"/>
                </a:cubicBezTo>
                <a:cubicBezTo>
                  <a:pt x="1078" y="159"/>
                  <a:pt x="1078" y="159"/>
                  <a:pt x="1078" y="159"/>
                </a:cubicBezTo>
                <a:cubicBezTo>
                  <a:pt x="1081" y="147"/>
                  <a:pt x="1081" y="147"/>
                  <a:pt x="1081" y="147"/>
                </a:cubicBezTo>
                <a:cubicBezTo>
                  <a:pt x="1077" y="146"/>
                  <a:pt x="1077" y="146"/>
                  <a:pt x="1077" y="146"/>
                </a:cubicBezTo>
                <a:cubicBezTo>
                  <a:pt x="1073" y="155"/>
                  <a:pt x="1073" y="155"/>
                  <a:pt x="1073" y="155"/>
                </a:cubicBezTo>
                <a:cubicBezTo>
                  <a:pt x="1053" y="156"/>
                  <a:pt x="1053" y="156"/>
                  <a:pt x="1053" y="156"/>
                </a:cubicBezTo>
                <a:cubicBezTo>
                  <a:pt x="1056" y="134"/>
                  <a:pt x="1056" y="134"/>
                  <a:pt x="1056" y="134"/>
                </a:cubicBezTo>
                <a:cubicBezTo>
                  <a:pt x="1072" y="135"/>
                  <a:pt x="1072" y="135"/>
                  <a:pt x="1072" y="135"/>
                </a:cubicBezTo>
                <a:cubicBezTo>
                  <a:pt x="1073" y="130"/>
                  <a:pt x="1073" y="130"/>
                  <a:pt x="1073" y="130"/>
                </a:cubicBezTo>
                <a:cubicBezTo>
                  <a:pt x="1057" y="130"/>
                  <a:pt x="1057" y="130"/>
                  <a:pt x="1057" y="130"/>
                </a:cubicBezTo>
                <a:cubicBezTo>
                  <a:pt x="1059" y="110"/>
                  <a:pt x="1059" y="110"/>
                  <a:pt x="1059" y="110"/>
                </a:cubicBezTo>
                <a:cubicBezTo>
                  <a:pt x="1075" y="111"/>
                  <a:pt x="1075" y="111"/>
                  <a:pt x="1075" y="111"/>
                </a:cubicBezTo>
                <a:cubicBezTo>
                  <a:pt x="1076" y="118"/>
                  <a:pt x="1076" y="118"/>
                  <a:pt x="1076" y="118"/>
                </a:cubicBezTo>
                <a:cubicBezTo>
                  <a:pt x="1080" y="118"/>
                  <a:pt x="1080" y="118"/>
                  <a:pt x="1080" y="118"/>
                </a:cubicBezTo>
                <a:cubicBezTo>
                  <a:pt x="1081" y="107"/>
                  <a:pt x="1081" y="107"/>
                  <a:pt x="1081" y="107"/>
                </a:cubicBezTo>
                <a:cubicBezTo>
                  <a:pt x="1048" y="107"/>
                  <a:pt x="1048" y="107"/>
                  <a:pt x="1048" y="107"/>
                </a:cubicBezTo>
                <a:lnTo>
                  <a:pt x="1047" y="110"/>
                </a:lnTo>
                <a:close/>
                <a:moveTo>
                  <a:pt x="1100" y="129"/>
                </a:moveTo>
                <a:cubicBezTo>
                  <a:pt x="1100" y="120"/>
                  <a:pt x="1100" y="120"/>
                  <a:pt x="1100" y="120"/>
                </a:cubicBezTo>
                <a:cubicBezTo>
                  <a:pt x="1099" y="119"/>
                  <a:pt x="1099" y="119"/>
                  <a:pt x="1099" y="119"/>
                </a:cubicBezTo>
                <a:cubicBezTo>
                  <a:pt x="1090" y="121"/>
                  <a:pt x="1090" y="121"/>
                  <a:pt x="1090" y="121"/>
                </a:cubicBezTo>
                <a:cubicBezTo>
                  <a:pt x="1090" y="124"/>
                  <a:pt x="1090" y="124"/>
                  <a:pt x="1090" y="124"/>
                </a:cubicBezTo>
                <a:cubicBezTo>
                  <a:pt x="1093" y="125"/>
                  <a:pt x="1093" y="125"/>
                  <a:pt x="1093" y="125"/>
                </a:cubicBezTo>
                <a:cubicBezTo>
                  <a:pt x="1089" y="159"/>
                  <a:pt x="1089" y="159"/>
                  <a:pt x="1089" y="159"/>
                </a:cubicBezTo>
                <a:cubicBezTo>
                  <a:pt x="1095" y="159"/>
                  <a:pt x="1095" y="159"/>
                  <a:pt x="1095" y="159"/>
                </a:cubicBezTo>
                <a:cubicBezTo>
                  <a:pt x="1099" y="134"/>
                  <a:pt x="1099" y="134"/>
                  <a:pt x="1099" y="134"/>
                </a:cubicBezTo>
                <a:cubicBezTo>
                  <a:pt x="1101" y="131"/>
                  <a:pt x="1103" y="129"/>
                  <a:pt x="1105" y="127"/>
                </a:cubicBezTo>
                <a:cubicBezTo>
                  <a:pt x="1107" y="125"/>
                  <a:pt x="1109" y="124"/>
                  <a:pt x="1111" y="124"/>
                </a:cubicBezTo>
                <a:cubicBezTo>
                  <a:pt x="1113" y="124"/>
                  <a:pt x="1114" y="125"/>
                  <a:pt x="1114" y="126"/>
                </a:cubicBezTo>
                <a:cubicBezTo>
                  <a:pt x="1115" y="127"/>
                  <a:pt x="1115" y="128"/>
                  <a:pt x="1115" y="130"/>
                </a:cubicBezTo>
                <a:cubicBezTo>
                  <a:pt x="1115" y="132"/>
                  <a:pt x="1115" y="134"/>
                  <a:pt x="1115" y="135"/>
                </a:cubicBezTo>
                <a:cubicBezTo>
                  <a:pt x="1115" y="137"/>
                  <a:pt x="1114" y="140"/>
                  <a:pt x="1114" y="142"/>
                </a:cubicBezTo>
                <a:cubicBezTo>
                  <a:pt x="1114" y="144"/>
                  <a:pt x="1114" y="144"/>
                  <a:pt x="1114" y="144"/>
                </a:cubicBezTo>
                <a:cubicBezTo>
                  <a:pt x="1113" y="147"/>
                  <a:pt x="1113" y="147"/>
                  <a:pt x="1113" y="147"/>
                </a:cubicBezTo>
                <a:cubicBezTo>
                  <a:pt x="1112" y="151"/>
                  <a:pt x="1112" y="154"/>
                  <a:pt x="1112" y="156"/>
                </a:cubicBezTo>
                <a:cubicBezTo>
                  <a:pt x="1112" y="159"/>
                  <a:pt x="1113" y="160"/>
                  <a:pt x="1116" y="160"/>
                </a:cubicBezTo>
                <a:cubicBezTo>
                  <a:pt x="1117" y="160"/>
                  <a:pt x="1119" y="160"/>
                  <a:pt x="1120" y="159"/>
                </a:cubicBezTo>
                <a:cubicBezTo>
                  <a:pt x="1121" y="159"/>
                  <a:pt x="1122" y="158"/>
                  <a:pt x="1123" y="157"/>
                </a:cubicBezTo>
                <a:cubicBezTo>
                  <a:pt x="1123" y="157"/>
                  <a:pt x="1124" y="156"/>
                  <a:pt x="1124" y="156"/>
                </a:cubicBezTo>
                <a:cubicBezTo>
                  <a:pt x="1123" y="154"/>
                  <a:pt x="1123" y="154"/>
                  <a:pt x="1123" y="154"/>
                </a:cubicBezTo>
                <a:cubicBezTo>
                  <a:pt x="1122" y="155"/>
                  <a:pt x="1121" y="156"/>
                  <a:pt x="1120" y="156"/>
                </a:cubicBezTo>
                <a:cubicBezTo>
                  <a:pt x="1119" y="156"/>
                  <a:pt x="1119" y="155"/>
                  <a:pt x="1119" y="154"/>
                </a:cubicBezTo>
                <a:cubicBezTo>
                  <a:pt x="1119" y="152"/>
                  <a:pt x="1119" y="149"/>
                  <a:pt x="1120" y="145"/>
                </a:cubicBezTo>
                <a:cubicBezTo>
                  <a:pt x="1121" y="142"/>
                  <a:pt x="1121" y="142"/>
                  <a:pt x="1121" y="142"/>
                </a:cubicBezTo>
                <a:cubicBezTo>
                  <a:pt x="1121" y="140"/>
                  <a:pt x="1121" y="140"/>
                  <a:pt x="1121" y="140"/>
                </a:cubicBezTo>
                <a:cubicBezTo>
                  <a:pt x="1122" y="135"/>
                  <a:pt x="1122" y="132"/>
                  <a:pt x="1122" y="130"/>
                </a:cubicBezTo>
                <a:cubicBezTo>
                  <a:pt x="1122" y="126"/>
                  <a:pt x="1122" y="123"/>
                  <a:pt x="1120" y="122"/>
                </a:cubicBezTo>
                <a:cubicBezTo>
                  <a:pt x="1119" y="120"/>
                  <a:pt x="1117" y="119"/>
                  <a:pt x="1114" y="119"/>
                </a:cubicBezTo>
                <a:cubicBezTo>
                  <a:pt x="1112" y="119"/>
                  <a:pt x="1109" y="120"/>
                  <a:pt x="1106" y="122"/>
                </a:cubicBezTo>
                <a:cubicBezTo>
                  <a:pt x="1104" y="124"/>
                  <a:pt x="1102" y="126"/>
                  <a:pt x="1100" y="129"/>
                </a:cubicBezTo>
                <a:close/>
                <a:moveTo>
                  <a:pt x="1159" y="162"/>
                </a:moveTo>
                <a:cubicBezTo>
                  <a:pt x="1165" y="119"/>
                  <a:pt x="1165" y="119"/>
                  <a:pt x="1165" y="119"/>
                </a:cubicBezTo>
                <a:cubicBezTo>
                  <a:pt x="1160" y="121"/>
                  <a:pt x="1160" y="121"/>
                  <a:pt x="1160" y="121"/>
                </a:cubicBezTo>
                <a:cubicBezTo>
                  <a:pt x="1159" y="121"/>
                  <a:pt x="1158" y="120"/>
                  <a:pt x="1157" y="120"/>
                </a:cubicBezTo>
                <a:cubicBezTo>
                  <a:pt x="1155" y="120"/>
                  <a:pt x="1154" y="119"/>
                  <a:pt x="1153" y="119"/>
                </a:cubicBezTo>
                <a:cubicBezTo>
                  <a:pt x="1148" y="119"/>
                  <a:pt x="1144" y="121"/>
                  <a:pt x="1141" y="123"/>
                </a:cubicBezTo>
                <a:cubicBezTo>
                  <a:pt x="1137" y="126"/>
                  <a:pt x="1135" y="129"/>
                  <a:pt x="1133" y="133"/>
                </a:cubicBezTo>
                <a:cubicBezTo>
                  <a:pt x="1131" y="137"/>
                  <a:pt x="1130" y="141"/>
                  <a:pt x="1130" y="145"/>
                </a:cubicBezTo>
                <a:cubicBezTo>
                  <a:pt x="1130" y="150"/>
                  <a:pt x="1131" y="153"/>
                  <a:pt x="1133" y="156"/>
                </a:cubicBezTo>
                <a:cubicBezTo>
                  <a:pt x="1135" y="159"/>
                  <a:pt x="1138" y="160"/>
                  <a:pt x="1142" y="160"/>
                </a:cubicBezTo>
                <a:cubicBezTo>
                  <a:pt x="1144" y="160"/>
                  <a:pt x="1146" y="159"/>
                  <a:pt x="1148" y="158"/>
                </a:cubicBezTo>
                <a:cubicBezTo>
                  <a:pt x="1150" y="157"/>
                  <a:pt x="1152" y="156"/>
                  <a:pt x="1153" y="155"/>
                </a:cubicBezTo>
                <a:cubicBezTo>
                  <a:pt x="1151" y="164"/>
                  <a:pt x="1151" y="164"/>
                  <a:pt x="1151" y="164"/>
                </a:cubicBezTo>
                <a:cubicBezTo>
                  <a:pt x="1151" y="167"/>
                  <a:pt x="1150" y="169"/>
                  <a:pt x="1149" y="170"/>
                </a:cubicBezTo>
                <a:cubicBezTo>
                  <a:pt x="1147" y="172"/>
                  <a:pt x="1145" y="172"/>
                  <a:pt x="1142" y="172"/>
                </a:cubicBezTo>
                <a:cubicBezTo>
                  <a:pt x="1140" y="172"/>
                  <a:pt x="1139" y="172"/>
                  <a:pt x="1137" y="171"/>
                </a:cubicBezTo>
                <a:cubicBezTo>
                  <a:pt x="1136" y="171"/>
                  <a:pt x="1134" y="170"/>
                  <a:pt x="1133" y="170"/>
                </a:cubicBezTo>
                <a:cubicBezTo>
                  <a:pt x="1132" y="175"/>
                  <a:pt x="1132" y="175"/>
                  <a:pt x="1132" y="175"/>
                </a:cubicBezTo>
                <a:cubicBezTo>
                  <a:pt x="1132" y="176"/>
                  <a:pt x="1134" y="176"/>
                  <a:pt x="1135" y="176"/>
                </a:cubicBezTo>
                <a:cubicBezTo>
                  <a:pt x="1137" y="177"/>
                  <a:pt x="1138" y="177"/>
                  <a:pt x="1140" y="177"/>
                </a:cubicBezTo>
                <a:cubicBezTo>
                  <a:pt x="1142" y="177"/>
                  <a:pt x="1145" y="176"/>
                  <a:pt x="1148" y="175"/>
                </a:cubicBezTo>
                <a:cubicBezTo>
                  <a:pt x="1150" y="174"/>
                  <a:pt x="1153" y="173"/>
                  <a:pt x="1155" y="170"/>
                </a:cubicBezTo>
                <a:cubicBezTo>
                  <a:pt x="1157" y="168"/>
                  <a:pt x="1158" y="165"/>
                  <a:pt x="1159" y="162"/>
                </a:cubicBezTo>
                <a:close/>
                <a:moveTo>
                  <a:pt x="1157" y="125"/>
                </a:moveTo>
                <a:cubicBezTo>
                  <a:pt x="1154" y="150"/>
                  <a:pt x="1154" y="150"/>
                  <a:pt x="1154" y="150"/>
                </a:cubicBezTo>
                <a:cubicBezTo>
                  <a:pt x="1152" y="151"/>
                  <a:pt x="1151" y="153"/>
                  <a:pt x="1149" y="154"/>
                </a:cubicBezTo>
                <a:cubicBezTo>
                  <a:pt x="1148" y="155"/>
                  <a:pt x="1146" y="155"/>
                  <a:pt x="1144" y="155"/>
                </a:cubicBezTo>
                <a:cubicBezTo>
                  <a:pt x="1142" y="155"/>
                  <a:pt x="1140" y="155"/>
                  <a:pt x="1139" y="153"/>
                </a:cubicBezTo>
                <a:cubicBezTo>
                  <a:pt x="1138" y="151"/>
                  <a:pt x="1138" y="148"/>
                  <a:pt x="1138" y="145"/>
                </a:cubicBezTo>
                <a:cubicBezTo>
                  <a:pt x="1138" y="142"/>
                  <a:pt x="1138" y="138"/>
                  <a:pt x="1139" y="135"/>
                </a:cubicBezTo>
                <a:cubicBezTo>
                  <a:pt x="1140" y="132"/>
                  <a:pt x="1142" y="129"/>
                  <a:pt x="1144" y="127"/>
                </a:cubicBezTo>
                <a:cubicBezTo>
                  <a:pt x="1146" y="124"/>
                  <a:pt x="1149" y="123"/>
                  <a:pt x="1152" y="123"/>
                </a:cubicBezTo>
                <a:cubicBezTo>
                  <a:pt x="1154" y="123"/>
                  <a:pt x="1156" y="124"/>
                  <a:pt x="1157" y="125"/>
                </a:cubicBezTo>
                <a:close/>
                <a:moveTo>
                  <a:pt x="1181" y="153"/>
                </a:moveTo>
                <a:cubicBezTo>
                  <a:pt x="1185" y="120"/>
                  <a:pt x="1185" y="120"/>
                  <a:pt x="1185" y="120"/>
                </a:cubicBezTo>
                <a:cubicBezTo>
                  <a:pt x="1184" y="119"/>
                  <a:pt x="1184" y="119"/>
                  <a:pt x="1184" y="119"/>
                </a:cubicBezTo>
                <a:cubicBezTo>
                  <a:pt x="1174" y="121"/>
                  <a:pt x="1174" y="121"/>
                  <a:pt x="1174" y="121"/>
                </a:cubicBezTo>
                <a:cubicBezTo>
                  <a:pt x="1173" y="123"/>
                  <a:pt x="1173" y="123"/>
                  <a:pt x="1173" y="123"/>
                </a:cubicBezTo>
                <a:cubicBezTo>
                  <a:pt x="1178" y="125"/>
                  <a:pt x="1178" y="125"/>
                  <a:pt x="1178" y="125"/>
                </a:cubicBezTo>
                <a:cubicBezTo>
                  <a:pt x="1177" y="132"/>
                  <a:pt x="1176" y="138"/>
                  <a:pt x="1175" y="142"/>
                </a:cubicBezTo>
                <a:cubicBezTo>
                  <a:pt x="1174" y="150"/>
                  <a:pt x="1174" y="154"/>
                  <a:pt x="1173" y="156"/>
                </a:cubicBezTo>
                <a:cubicBezTo>
                  <a:pt x="1173" y="157"/>
                  <a:pt x="1174" y="158"/>
                  <a:pt x="1174" y="159"/>
                </a:cubicBezTo>
                <a:cubicBezTo>
                  <a:pt x="1175" y="160"/>
                  <a:pt x="1176" y="160"/>
                  <a:pt x="1178" y="160"/>
                </a:cubicBezTo>
                <a:cubicBezTo>
                  <a:pt x="1180" y="160"/>
                  <a:pt x="1182" y="159"/>
                  <a:pt x="1183" y="158"/>
                </a:cubicBezTo>
                <a:cubicBezTo>
                  <a:pt x="1184" y="157"/>
                  <a:pt x="1185" y="156"/>
                  <a:pt x="1186" y="155"/>
                </a:cubicBezTo>
                <a:cubicBezTo>
                  <a:pt x="1185" y="154"/>
                  <a:pt x="1185" y="154"/>
                  <a:pt x="1185" y="154"/>
                </a:cubicBezTo>
                <a:cubicBezTo>
                  <a:pt x="1184" y="154"/>
                  <a:pt x="1184" y="155"/>
                  <a:pt x="1183" y="155"/>
                </a:cubicBezTo>
                <a:cubicBezTo>
                  <a:pt x="1183" y="156"/>
                  <a:pt x="1182" y="156"/>
                  <a:pt x="1182" y="156"/>
                </a:cubicBezTo>
                <a:cubicBezTo>
                  <a:pt x="1181" y="156"/>
                  <a:pt x="1181" y="156"/>
                  <a:pt x="1181" y="155"/>
                </a:cubicBezTo>
                <a:cubicBezTo>
                  <a:pt x="1181" y="155"/>
                  <a:pt x="1180" y="155"/>
                  <a:pt x="1180" y="154"/>
                </a:cubicBezTo>
                <a:lnTo>
                  <a:pt x="1181" y="153"/>
                </a:lnTo>
                <a:close/>
                <a:moveTo>
                  <a:pt x="1183" y="112"/>
                </a:moveTo>
                <a:cubicBezTo>
                  <a:pt x="1184" y="112"/>
                  <a:pt x="1185" y="111"/>
                  <a:pt x="1186" y="110"/>
                </a:cubicBezTo>
                <a:cubicBezTo>
                  <a:pt x="1187" y="109"/>
                  <a:pt x="1188" y="108"/>
                  <a:pt x="1188" y="107"/>
                </a:cubicBezTo>
                <a:cubicBezTo>
                  <a:pt x="1188" y="106"/>
                  <a:pt x="1187" y="105"/>
                  <a:pt x="1187" y="104"/>
                </a:cubicBezTo>
                <a:cubicBezTo>
                  <a:pt x="1186" y="103"/>
                  <a:pt x="1185" y="103"/>
                  <a:pt x="1184" y="103"/>
                </a:cubicBezTo>
                <a:cubicBezTo>
                  <a:pt x="1182" y="103"/>
                  <a:pt x="1181" y="103"/>
                  <a:pt x="1180" y="104"/>
                </a:cubicBezTo>
                <a:cubicBezTo>
                  <a:pt x="1180" y="105"/>
                  <a:pt x="1179" y="107"/>
                  <a:pt x="1179" y="108"/>
                </a:cubicBezTo>
                <a:cubicBezTo>
                  <a:pt x="1179" y="109"/>
                  <a:pt x="1179" y="110"/>
                  <a:pt x="1180" y="111"/>
                </a:cubicBezTo>
                <a:cubicBezTo>
                  <a:pt x="1181" y="111"/>
                  <a:pt x="1182" y="112"/>
                  <a:pt x="1183" y="112"/>
                </a:cubicBezTo>
                <a:close/>
                <a:moveTo>
                  <a:pt x="1207" y="129"/>
                </a:moveTo>
                <a:cubicBezTo>
                  <a:pt x="1208" y="120"/>
                  <a:pt x="1208" y="120"/>
                  <a:pt x="1208" y="120"/>
                </a:cubicBezTo>
                <a:cubicBezTo>
                  <a:pt x="1207" y="119"/>
                  <a:pt x="1207" y="119"/>
                  <a:pt x="1207" y="119"/>
                </a:cubicBezTo>
                <a:cubicBezTo>
                  <a:pt x="1198" y="121"/>
                  <a:pt x="1198" y="121"/>
                  <a:pt x="1198" y="121"/>
                </a:cubicBezTo>
                <a:cubicBezTo>
                  <a:pt x="1198" y="124"/>
                  <a:pt x="1198" y="124"/>
                  <a:pt x="1198" y="124"/>
                </a:cubicBezTo>
                <a:cubicBezTo>
                  <a:pt x="1201" y="125"/>
                  <a:pt x="1201" y="125"/>
                  <a:pt x="1201" y="125"/>
                </a:cubicBezTo>
                <a:cubicBezTo>
                  <a:pt x="1196" y="159"/>
                  <a:pt x="1196" y="159"/>
                  <a:pt x="1196" y="159"/>
                </a:cubicBezTo>
                <a:cubicBezTo>
                  <a:pt x="1203" y="159"/>
                  <a:pt x="1203" y="159"/>
                  <a:pt x="1203" y="159"/>
                </a:cubicBezTo>
                <a:cubicBezTo>
                  <a:pt x="1207" y="134"/>
                  <a:pt x="1207" y="134"/>
                  <a:pt x="1207" y="134"/>
                </a:cubicBezTo>
                <a:cubicBezTo>
                  <a:pt x="1208" y="131"/>
                  <a:pt x="1210" y="129"/>
                  <a:pt x="1213" y="127"/>
                </a:cubicBezTo>
                <a:cubicBezTo>
                  <a:pt x="1215" y="125"/>
                  <a:pt x="1217" y="124"/>
                  <a:pt x="1219" y="124"/>
                </a:cubicBezTo>
                <a:cubicBezTo>
                  <a:pt x="1220" y="124"/>
                  <a:pt x="1221" y="125"/>
                  <a:pt x="1222" y="126"/>
                </a:cubicBezTo>
                <a:cubicBezTo>
                  <a:pt x="1223" y="127"/>
                  <a:pt x="1223" y="128"/>
                  <a:pt x="1223" y="130"/>
                </a:cubicBezTo>
                <a:cubicBezTo>
                  <a:pt x="1223" y="132"/>
                  <a:pt x="1223" y="134"/>
                  <a:pt x="1223" y="135"/>
                </a:cubicBezTo>
                <a:cubicBezTo>
                  <a:pt x="1222" y="137"/>
                  <a:pt x="1222" y="140"/>
                  <a:pt x="1222" y="142"/>
                </a:cubicBezTo>
                <a:cubicBezTo>
                  <a:pt x="1221" y="144"/>
                  <a:pt x="1221" y="144"/>
                  <a:pt x="1221" y="144"/>
                </a:cubicBezTo>
                <a:cubicBezTo>
                  <a:pt x="1221" y="147"/>
                  <a:pt x="1221" y="147"/>
                  <a:pt x="1221" y="147"/>
                </a:cubicBezTo>
                <a:cubicBezTo>
                  <a:pt x="1220" y="151"/>
                  <a:pt x="1219" y="154"/>
                  <a:pt x="1219" y="156"/>
                </a:cubicBezTo>
                <a:cubicBezTo>
                  <a:pt x="1219" y="159"/>
                  <a:pt x="1221" y="160"/>
                  <a:pt x="1224" y="160"/>
                </a:cubicBezTo>
                <a:cubicBezTo>
                  <a:pt x="1225" y="160"/>
                  <a:pt x="1226" y="160"/>
                  <a:pt x="1227" y="159"/>
                </a:cubicBezTo>
                <a:cubicBezTo>
                  <a:pt x="1228" y="159"/>
                  <a:pt x="1229" y="158"/>
                  <a:pt x="1230" y="157"/>
                </a:cubicBezTo>
                <a:cubicBezTo>
                  <a:pt x="1231" y="157"/>
                  <a:pt x="1231" y="156"/>
                  <a:pt x="1232" y="156"/>
                </a:cubicBezTo>
                <a:cubicBezTo>
                  <a:pt x="1231" y="154"/>
                  <a:pt x="1231" y="154"/>
                  <a:pt x="1231" y="154"/>
                </a:cubicBezTo>
                <a:cubicBezTo>
                  <a:pt x="1229" y="155"/>
                  <a:pt x="1228" y="156"/>
                  <a:pt x="1227" y="156"/>
                </a:cubicBezTo>
                <a:cubicBezTo>
                  <a:pt x="1227" y="156"/>
                  <a:pt x="1227" y="155"/>
                  <a:pt x="1227" y="154"/>
                </a:cubicBezTo>
                <a:cubicBezTo>
                  <a:pt x="1227" y="152"/>
                  <a:pt x="1227" y="149"/>
                  <a:pt x="1228" y="145"/>
                </a:cubicBezTo>
                <a:cubicBezTo>
                  <a:pt x="1228" y="142"/>
                  <a:pt x="1228" y="142"/>
                  <a:pt x="1228" y="142"/>
                </a:cubicBezTo>
                <a:cubicBezTo>
                  <a:pt x="1229" y="140"/>
                  <a:pt x="1229" y="140"/>
                  <a:pt x="1229" y="140"/>
                </a:cubicBezTo>
                <a:cubicBezTo>
                  <a:pt x="1230" y="135"/>
                  <a:pt x="1230" y="132"/>
                  <a:pt x="1230" y="130"/>
                </a:cubicBezTo>
                <a:cubicBezTo>
                  <a:pt x="1230" y="126"/>
                  <a:pt x="1229" y="123"/>
                  <a:pt x="1228" y="122"/>
                </a:cubicBezTo>
                <a:cubicBezTo>
                  <a:pt x="1227" y="120"/>
                  <a:pt x="1225" y="119"/>
                  <a:pt x="1222" y="119"/>
                </a:cubicBezTo>
                <a:cubicBezTo>
                  <a:pt x="1219" y="119"/>
                  <a:pt x="1217" y="120"/>
                  <a:pt x="1214" y="122"/>
                </a:cubicBezTo>
                <a:cubicBezTo>
                  <a:pt x="1211" y="124"/>
                  <a:pt x="1209" y="126"/>
                  <a:pt x="1207" y="129"/>
                </a:cubicBezTo>
                <a:close/>
                <a:moveTo>
                  <a:pt x="1267" y="153"/>
                </a:moveTo>
                <a:cubicBezTo>
                  <a:pt x="1266" y="150"/>
                  <a:pt x="1266" y="150"/>
                  <a:pt x="1266" y="150"/>
                </a:cubicBezTo>
                <a:cubicBezTo>
                  <a:pt x="1264" y="152"/>
                  <a:pt x="1262" y="153"/>
                  <a:pt x="1260" y="154"/>
                </a:cubicBezTo>
                <a:cubicBezTo>
                  <a:pt x="1258" y="155"/>
                  <a:pt x="1256" y="156"/>
                  <a:pt x="1254" y="156"/>
                </a:cubicBezTo>
                <a:cubicBezTo>
                  <a:pt x="1251" y="156"/>
                  <a:pt x="1249" y="154"/>
                  <a:pt x="1248" y="152"/>
                </a:cubicBezTo>
                <a:cubicBezTo>
                  <a:pt x="1246" y="150"/>
                  <a:pt x="1246" y="147"/>
                  <a:pt x="1246" y="143"/>
                </a:cubicBezTo>
                <a:cubicBezTo>
                  <a:pt x="1249" y="143"/>
                  <a:pt x="1252" y="143"/>
                  <a:pt x="1256" y="142"/>
                </a:cubicBezTo>
                <a:cubicBezTo>
                  <a:pt x="1259" y="140"/>
                  <a:pt x="1263" y="139"/>
                  <a:pt x="1265" y="136"/>
                </a:cubicBezTo>
                <a:cubicBezTo>
                  <a:pt x="1268" y="134"/>
                  <a:pt x="1269" y="131"/>
                  <a:pt x="1269" y="128"/>
                </a:cubicBezTo>
                <a:cubicBezTo>
                  <a:pt x="1269" y="125"/>
                  <a:pt x="1268" y="123"/>
                  <a:pt x="1267" y="122"/>
                </a:cubicBezTo>
                <a:cubicBezTo>
                  <a:pt x="1265" y="120"/>
                  <a:pt x="1263" y="119"/>
                  <a:pt x="1259" y="119"/>
                </a:cubicBezTo>
                <a:cubicBezTo>
                  <a:pt x="1255" y="119"/>
                  <a:pt x="1252" y="121"/>
                  <a:pt x="1249" y="123"/>
                </a:cubicBezTo>
                <a:cubicBezTo>
                  <a:pt x="1246" y="125"/>
                  <a:pt x="1243" y="128"/>
                  <a:pt x="1241" y="132"/>
                </a:cubicBezTo>
                <a:cubicBezTo>
                  <a:pt x="1240" y="136"/>
                  <a:pt x="1239" y="140"/>
                  <a:pt x="1239" y="145"/>
                </a:cubicBezTo>
                <a:cubicBezTo>
                  <a:pt x="1239" y="147"/>
                  <a:pt x="1239" y="150"/>
                  <a:pt x="1240" y="152"/>
                </a:cubicBezTo>
                <a:cubicBezTo>
                  <a:pt x="1241" y="155"/>
                  <a:pt x="1243" y="156"/>
                  <a:pt x="1245" y="158"/>
                </a:cubicBezTo>
                <a:cubicBezTo>
                  <a:pt x="1247" y="159"/>
                  <a:pt x="1249" y="160"/>
                  <a:pt x="1253" y="160"/>
                </a:cubicBezTo>
                <a:cubicBezTo>
                  <a:pt x="1256" y="160"/>
                  <a:pt x="1259" y="159"/>
                  <a:pt x="1261" y="158"/>
                </a:cubicBezTo>
                <a:cubicBezTo>
                  <a:pt x="1264" y="156"/>
                  <a:pt x="1266" y="154"/>
                  <a:pt x="1267" y="153"/>
                </a:cubicBezTo>
                <a:close/>
                <a:moveTo>
                  <a:pt x="1258" y="123"/>
                </a:moveTo>
                <a:cubicBezTo>
                  <a:pt x="1259" y="123"/>
                  <a:pt x="1260" y="124"/>
                  <a:pt x="1261" y="125"/>
                </a:cubicBezTo>
                <a:cubicBezTo>
                  <a:pt x="1262" y="125"/>
                  <a:pt x="1263" y="127"/>
                  <a:pt x="1263" y="129"/>
                </a:cubicBezTo>
                <a:cubicBezTo>
                  <a:pt x="1263" y="131"/>
                  <a:pt x="1262" y="133"/>
                  <a:pt x="1260" y="135"/>
                </a:cubicBezTo>
                <a:cubicBezTo>
                  <a:pt x="1258" y="136"/>
                  <a:pt x="1256" y="138"/>
                  <a:pt x="1253" y="139"/>
                </a:cubicBezTo>
                <a:cubicBezTo>
                  <a:pt x="1251" y="139"/>
                  <a:pt x="1248" y="140"/>
                  <a:pt x="1246" y="140"/>
                </a:cubicBezTo>
                <a:cubicBezTo>
                  <a:pt x="1246" y="138"/>
                  <a:pt x="1247" y="135"/>
                  <a:pt x="1248" y="132"/>
                </a:cubicBezTo>
                <a:cubicBezTo>
                  <a:pt x="1249" y="130"/>
                  <a:pt x="1250" y="127"/>
                  <a:pt x="1252" y="126"/>
                </a:cubicBezTo>
                <a:cubicBezTo>
                  <a:pt x="1254" y="124"/>
                  <a:pt x="1255" y="123"/>
                  <a:pt x="1258" y="123"/>
                </a:cubicBezTo>
                <a:close/>
                <a:moveTo>
                  <a:pt x="1303" y="153"/>
                </a:moveTo>
                <a:cubicBezTo>
                  <a:pt x="1302" y="150"/>
                  <a:pt x="1302" y="150"/>
                  <a:pt x="1302" y="150"/>
                </a:cubicBezTo>
                <a:cubicBezTo>
                  <a:pt x="1300" y="152"/>
                  <a:pt x="1298" y="153"/>
                  <a:pt x="1296" y="154"/>
                </a:cubicBezTo>
                <a:cubicBezTo>
                  <a:pt x="1294" y="155"/>
                  <a:pt x="1292" y="156"/>
                  <a:pt x="1290" y="156"/>
                </a:cubicBezTo>
                <a:cubicBezTo>
                  <a:pt x="1287" y="156"/>
                  <a:pt x="1285" y="154"/>
                  <a:pt x="1284" y="152"/>
                </a:cubicBezTo>
                <a:cubicBezTo>
                  <a:pt x="1282" y="150"/>
                  <a:pt x="1282" y="147"/>
                  <a:pt x="1282" y="143"/>
                </a:cubicBezTo>
                <a:cubicBezTo>
                  <a:pt x="1285" y="143"/>
                  <a:pt x="1288" y="143"/>
                  <a:pt x="1292" y="142"/>
                </a:cubicBezTo>
                <a:cubicBezTo>
                  <a:pt x="1295" y="140"/>
                  <a:pt x="1299" y="139"/>
                  <a:pt x="1301" y="136"/>
                </a:cubicBezTo>
                <a:cubicBezTo>
                  <a:pt x="1304" y="134"/>
                  <a:pt x="1305" y="131"/>
                  <a:pt x="1305" y="128"/>
                </a:cubicBezTo>
                <a:cubicBezTo>
                  <a:pt x="1305" y="125"/>
                  <a:pt x="1304" y="123"/>
                  <a:pt x="1303" y="122"/>
                </a:cubicBezTo>
                <a:cubicBezTo>
                  <a:pt x="1301" y="120"/>
                  <a:pt x="1299" y="119"/>
                  <a:pt x="1295" y="119"/>
                </a:cubicBezTo>
                <a:cubicBezTo>
                  <a:pt x="1291" y="119"/>
                  <a:pt x="1288" y="121"/>
                  <a:pt x="1285" y="123"/>
                </a:cubicBezTo>
                <a:cubicBezTo>
                  <a:pt x="1282" y="125"/>
                  <a:pt x="1279" y="128"/>
                  <a:pt x="1277" y="132"/>
                </a:cubicBezTo>
                <a:cubicBezTo>
                  <a:pt x="1275" y="136"/>
                  <a:pt x="1275" y="140"/>
                  <a:pt x="1275" y="145"/>
                </a:cubicBezTo>
                <a:cubicBezTo>
                  <a:pt x="1275" y="147"/>
                  <a:pt x="1275" y="150"/>
                  <a:pt x="1276" y="152"/>
                </a:cubicBezTo>
                <a:cubicBezTo>
                  <a:pt x="1277" y="155"/>
                  <a:pt x="1279" y="156"/>
                  <a:pt x="1281" y="158"/>
                </a:cubicBezTo>
                <a:cubicBezTo>
                  <a:pt x="1283" y="159"/>
                  <a:pt x="1285" y="160"/>
                  <a:pt x="1288" y="160"/>
                </a:cubicBezTo>
                <a:cubicBezTo>
                  <a:pt x="1292" y="160"/>
                  <a:pt x="1295" y="159"/>
                  <a:pt x="1297" y="158"/>
                </a:cubicBezTo>
                <a:cubicBezTo>
                  <a:pt x="1300" y="156"/>
                  <a:pt x="1302" y="154"/>
                  <a:pt x="1303" y="153"/>
                </a:cubicBezTo>
                <a:close/>
                <a:moveTo>
                  <a:pt x="1294" y="123"/>
                </a:moveTo>
                <a:cubicBezTo>
                  <a:pt x="1295" y="123"/>
                  <a:pt x="1296" y="124"/>
                  <a:pt x="1297" y="125"/>
                </a:cubicBezTo>
                <a:cubicBezTo>
                  <a:pt x="1298" y="125"/>
                  <a:pt x="1298" y="127"/>
                  <a:pt x="1298" y="129"/>
                </a:cubicBezTo>
                <a:cubicBezTo>
                  <a:pt x="1298" y="131"/>
                  <a:pt x="1298" y="133"/>
                  <a:pt x="1296" y="135"/>
                </a:cubicBezTo>
                <a:cubicBezTo>
                  <a:pt x="1294" y="136"/>
                  <a:pt x="1292" y="138"/>
                  <a:pt x="1289" y="139"/>
                </a:cubicBezTo>
                <a:cubicBezTo>
                  <a:pt x="1287" y="139"/>
                  <a:pt x="1284" y="140"/>
                  <a:pt x="1282" y="140"/>
                </a:cubicBezTo>
                <a:cubicBezTo>
                  <a:pt x="1282" y="138"/>
                  <a:pt x="1283" y="135"/>
                  <a:pt x="1284" y="132"/>
                </a:cubicBezTo>
                <a:cubicBezTo>
                  <a:pt x="1285" y="130"/>
                  <a:pt x="1286" y="127"/>
                  <a:pt x="1288" y="126"/>
                </a:cubicBezTo>
                <a:cubicBezTo>
                  <a:pt x="1289" y="124"/>
                  <a:pt x="1291" y="123"/>
                  <a:pt x="1294" y="123"/>
                </a:cubicBezTo>
                <a:close/>
                <a:moveTo>
                  <a:pt x="1322" y="129"/>
                </a:moveTo>
                <a:cubicBezTo>
                  <a:pt x="1323" y="127"/>
                  <a:pt x="1323" y="127"/>
                  <a:pt x="1323" y="127"/>
                </a:cubicBezTo>
                <a:cubicBezTo>
                  <a:pt x="1323" y="120"/>
                  <a:pt x="1323" y="120"/>
                  <a:pt x="1323" y="120"/>
                </a:cubicBezTo>
                <a:cubicBezTo>
                  <a:pt x="1322" y="119"/>
                  <a:pt x="1322" y="119"/>
                  <a:pt x="1322" y="119"/>
                </a:cubicBezTo>
                <a:cubicBezTo>
                  <a:pt x="1314" y="121"/>
                  <a:pt x="1314" y="121"/>
                  <a:pt x="1314" y="121"/>
                </a:cubicBezTo>
                <a:cubicBezTo>
                  <a:pt x="1313" y="124"/>
                  <a:pt x="1313" y="124"/>
                  <a:pt x="1313" y="124"/>
                </a:cubicBezTo>
                <a:cubicBezTo>
                  <a:pt x="1317" y="125"/>
                  <a:pt x="1317" y="125"/>
                  <a:pt x="1317" y="125"/>
                </a:cubicBezTo>
                <a:cubicBezTo>
                  <a:pt x="1312" y="159"/>
                  <a:pt x="1312" y="159"/>
                  <a:pt x="1312" y="159"/>
                </a:cubicBezTo>
                <a:cubicBezTo>
                  <a:pt x="1319" y="159"/>
                  <a:pt x="1319" y="159"/>
                  <a:pt x="1319" y="159"/>
                </a:cubicBezTo>
                <a:cubicBezTo>
                  <a:pt x="1322" y="134"/>
                  <a:pt x="1322" y="134"/>
                  <a:pt x="1322" y="134"/>
                </a:cubicBezTo>
                <a:cubicBezTo>
                  <a:pt x="1323" y="132"/>
                  <a:pt x="1325" y="130"/>
                  <a:pt x="1327" y="129"/>
                </a:cubicBezTo>
                <a:cubicBezTo>
                  <a:pt x="1329" y="127"/>
                  <a:pt x="1331" y="127"/>
                  <a:pt x="1333" y="127"/>
                </a:cubicBezTo>
                <a:cubicBezTo>
                  <a:pt x="1334" y="127"/>
                  <a:pt x="1335" y="127"/>
                  <a:pt x="1336" y="127"/>
                </a:cubicBezTo>
                <a:cubicBezTo>
                  <a:pt x="1338" y="120"/>
                  <a:pt x="1338" y="120"/>
                  <a:pt x="1338" y="120"/>
                </a:cubicBezTo>
                <a:cubicBezTo>
                  <a:pt x="1337" y="120"/>
                  <a:pt x="1336" y="119"/>
                  <a:pt x="1335" y="119"/>
                </a:cubicBezTo>
                <a:cubicBezTo>
                  <a:pt x="1333" y="119"/>
                  <a:pt x="1331" y="120"/>
                  <a:pt x="1330" y="121"/>
                </a:cubicBezTo>
                <a:cubicBezTo>
                  <a:pt x="1328" y="122"/>
                  <a:pt x="1326" y="123"/>
                  <a:pt x="1325" y="125"/>
                </a:cubicBezTo>
                <a:cubicBezTo>
                  <a:pt x="1324" y="126"/>
                  <a:pt x="1323" y="128"/>
                  <a:pt x="1322" y="129"/>
                </a:cubicBezTo>
                <a:close/>
                <a:moveTo>
                  <a:pt x="1349" y="153"/>
                </a:moveTo>
                <a:cubicBezTo>
                  <a:pt x="1354" y="120"/>
                  <a:pt x="1354" y="120"/>
                  <a:pt x="1354" y="120"/>
                </a:cubicBezTo>
                <a:cubicBezTo>
                  <a:pt x="1352" y="119"/>
                  <a:pt x="1352" y="119"/>
                  <a:pt x="1352" y="119"/>
                </a:cubicBezTo>
                <a:cubicBezTo>
                  <a:pt x="1342" y="121"/>
                  <a:pt x="1342" y="121"/>
                  <a:pt x="1342" y="121"/>
                </a:cubicBezTo>
                <a:cubicBezTo>
                  <a:pt x="1342" y="123"/>
                  <a:pt x="1342" y="123"/>
                  <a:pt x="1342" y="123"/>
                </a:cubicBezTo>
                <a:cubicBezTo>
                  <a:pt x="1346" y="125"/>
                  <a:pt x="1346" y="125"/>
                  <a:pt x="1346" y="125"/>
                </a:cubicBezTo>
                <a:cubicBezTo>
                  <a:pt x="1345" y="132"/>
                  <a:pt x="1345" y="138"/>
                  <a:pt x="1344" y="142"/>
                </a:cubicBezTo>
                <a:cubicBezTo>
                  <a:pt x="1343" y="150"/>
                  <a:pt x="1342" y="154"/>
                  <a:pt x="1342" y="156"/>
                </a:cubicBezTo>
                <a:cubicBezTo>
                  <a:pt x="1342" y="157"/>
                  <a:pt x="1342" y="158"/>
                  <a:pt x="1343" y="159"/>
                </a:cubicBezTo>
                <a:cubicBezTo>
                  <a:pt x="1344" y="160"/>
                  <a:pt x="1345" y="160"/>
                  <a:pt x="1347" y="160"/>
                </a:cubicBezTo>
                <a:cubicBezTo>
                  <a:pt x="1349" y="160"/>
                  <a:pt x="1350" y="159"/>
                  <a:pt x="1352" y="158"/>
                </a:cubicBezTo>
                <a:cubicBezTo>
                  <a:pt x="1353" y="157"/>
                  <a:pt x="1354" y="156"/>
                  <a:pt x="1355" y="155"/>
                </a:cubicBezTo>
                <a:cubicBezTo>
                  <a:pt x="1354" y="154"/>
                  <a:pt x="1354" y="154"/>
                  <a:pt x="1354" y="154"/>
                </a:cubicBezTo>
                <a:cubicBezTo>
                  <a:pt x="1353" y="154"/>
                  <a:pt x="1352" y="155"/>
                  <a:pt x="1352" y="155"/>
                </a:cubicBezTo>
                <a:cubicBezTo>
                  <a:pt x="1351" y="156"/>
                  <a:pt x="1351" y="156"/>
                  <a:pt x="1350" y="156"/>
                </a:cubicBezTo>
                <a:cubicBezTo>
                  <a:pt x="1350" y="156"/>
                  <a:pt x="1350" y="156"/>
                  <a:pt x="1349" y="155"/>
                </a:cubicBezTo>
                <a:cubicBezTo>
                  <a:pt x="1349" y="155"/>
                  <a:pt x="1349" y="155"/>
                  <a:pt x="1349" y="154"/>
                </a:cubicBezTo>
                <a:lnTo>
                  <a:pt x="1349" y="153"/>
                </a:lnTo>
                <a:close/>
                <a:moveTo>
                  <a:pt x="1351" y="112"/>
                </a:moveTo>
                <a:cubicBezTo>
                  <a:pt x="1353" y="112"/>
                  <a:pt x="1354" y="111"/>
                  <a:pt x="1355" y="110"/>
                </a:cubicBezTo>
                <a:cubicBezTo>
                  <a:pt x="1356" y="109"/>
                  <a:pt x="1356" y="108"/>
                  <a:pt x="1356" y="107"/>
                </a:cubicBezTo>
                <a:cubicBezTo>
                  <a:pt x="1356" y="106"/>
                  <a:pt x="1356" y="105"/>
                  <a:pt x="1355" y="104"/>
                </a:cubicBezTo>
                <a:cubicBezTo>
                  <a:pt x="1354" y="103"/>
                  <a:pt x="1353" y="103"/>
                  <a:pt x="1352" y="103"/>
                </a:cubicBezTo>
                <a:cubicBezTo>
                  <a:pt x="1351" y="103"/>
                  <a:pt x="1350" y="103"/>
                  <a:pt x="1349" y="104"/>
                </a:cubicBezTo>
                <a:cubicBezTo>
                  <a:pt x="1348" y="105"/>
                  <a:pt x="1348" y="107"/>
                  <a:pt x="1348" y="108"/>
                </a:cubicBezTo>
                <a:cubicBezTo>
                  <a:pt x="1348" y="109"/>
                  <a:pt x="1348" y="110"/>
                  <a:pt x="1349" y="111"/>
                </a:cubicBezTo>
                <a:cubicBezTo>
                  <a:pt x="1350" y="111"/>
                  <a:pt x="1350" y="112"/>
                  <a:pt x="1351" y="112"/>
                </a:cubicBezTo>
                <a:close/>
                <a:moveTo>
                  <a:pt x="1374" y="129"/>
                </a:moveTo>
                <a:cubicBezTo>
                  <a:pt x="1375" y="120"/>
                  <a:pt x="1375" y="120"/>
                  <a:pt x="1375" y="120"/>
                </a:cubicBezTo>
                <a:cubicBezTo>
                  <a:pt x="1374" y="119"/>
                  <a:pt x="1374" y="119"/>
                  <a:pt x="1374" y="119"/>
                </a:cubicBezTo>
                <a:cubicBezTo>
                  <a:pt x="1365" y="121"/>
                  <a:pt x="1365" y="121"/>
                  <a:pt x="1365" y="121"/>
                </a:cubicBezTo>
                <a:cubicBezTo>
                  <a:pt x="1365" y="124"/>
                  <a:pt x="1365" y="124"/>
                  <a:pt x="1365" y="124"/>
                </a:cubicBezTo>
                <a:cubicBezTo>
                  <a:pt x="1368" y="125"/>
                  <a:pt x="1368" y="125"/>
                  <a:pt x="1368" y="125"/>
                </a:cubicBezTo>
                <a:cubicBezTo>
                  <a:pt x="1364" y="159"/>
                  <a:pt x="1364" y="159"/>
                  <a:pt x="1364" y="159"/>
                </a:cubicBezTo>
                <a:cubicBezTo>
                  <a:pt x="1370" y="159"/>
                  <a:pt x="1370" y="159"/>
                  <a:pt x="1370" y="159"/>
                </a:cubicBezTo>
                <a:cubicBezTo>
                  <a:pt x="1374" y="134"/>
                  <a:pt x="1374" y="134"/>
                  <a:pt x="1374" y="134"/>
                </a:cubicBezTo>
                <a:cubicBezTo>
                  <a:pt x="1375" y="131"/>
                  <a:pt x="1377" y="129"/>
                  <a:pt x="1380" y="127"/>
                </a:cubicBezTo>
                <a:cubicBezTo>
                  <a:pt x="1382" y="125"/>
                  <a:pt x="1384" y="124"/>
                  <a:pt x="1386" y="124"/>
                </a:cubicBezTo>
                <a:cubicBezTo>
                  <a:pt x="1388" y="124"/>
                  <a:pt x="1389" y="125"/>
                  <a:pt x="1389" y="126"/>
                </a:cubicBezTo>
                <a:cubicBezTo>
                  <a:pt x="1390" y="127"/>
                  <a:pt x="1390" y="128"/>
                  <a:pt x="1390" y="130"/>
                </a:cubicBezTo>
                <a:cubicBezTo>
                  <a:pt x="1390" y="132"/>
                  <a:pt x="1390" y="134"/>
                  <a:pt x="1390" y="135"/>
                </a:cubicBezTo>
                <a:cubicBezTo>
                  <a:pt x="1390" y="137"/>
                  <a:pt x="1389" y="140"/>
                  <a:pt x="1389" y="142"/>
                </a:cubicBezTo>
                <a:cubicBezTo>
                  <a:pt x="1388" y="144"/>
                  <a:pt x="1388" y="144"/>
                  <a:pt x="1388" y="144"/>
                </a:cubicBezTo>
                <a:cubicBezTo>
                  <a:pt x="1388" y="147"/>
                  <a:pt x="1388" y="147"/>
                  <a:pt x="1388" y="147"/>
                </a:cubicBezTo>
                <a:cubicBezTo>
                  <a:pt x="1387" y="151"/>
                  <a:pt x="1387" y="154"/>
                  <a:pt x="1387" y="156"/>
                </a:cubicBezTo>
                <a:cubicBezTo>
                  <a:pt x="1387" y="159"/>
                  <a:pt x="1388" y="160"/>
                  <a:pt x="1391" y="160"/>
                </a:cubicBezTo>
                <a:cubicBezTo>
                  <a:pt x="1392" y="160"/>
                  <a:pt x="1394" y="160"/>
                  <a:pt x="1395" y="159"/>
                </a:cubicBezTo>
                <a:cubicBezTo>
                  <a:pt x="1396" y="159"/>
                  <a:pt x="1397" y="158"/>
                  <a:pt x="1397" y="157"/>
                </a:cubicBezTo>
                <a:cubicBezTo>
                  <a:pt x="1398" y="157"/>
                  <a:pt x="1399" y="156"/>
                  <a:pt x="1399" y="156"/>
                </a:cubicBezTo>
                <a:cubicBezTo>
                  <a:pt x="1398" y="154"/>
                  <a:pt x="1398" y="154"/>
                  <a:pt x="1398" y="154"/>
                </a:cubicBezTo>
                <a:cubicBezTo>
                  <a:pt x="1397" y="155"/>
                  <a:pt x="1396" y="156"/>
                  <a:pt x="1395" y="156"/>
                </a:cubicBezTo>
                <a:cubicBezTo>
                  <a:pt x="1394" y="156"/>
                  <a:pt x="1394" y="155"/>
                  <a:pt x="1394" y="154"/>
                </a:cubicBezTo>
                <a:cubicBezTo>
                  <a:pt x="1394" y="152"/>
                  <a:pt x="1394" y="149"/>
                  <a:pt x="1395" y="145"/>
                </a:cubicBezTo>
                <a:cubicBezTo>
                  <a:pt x="1395" y="142"/>
                  <a:pt x="1395" y="142"/>
                  <a:pt x="1395" y="142"/>
                </a:cubicBezTo>
                <a:cubicBezTo>
                  <a:pt x="1396" y="140"/>
                  <a:pt x="1396" y="140"/>
                  <a:pt x="1396" y="140"/>
                </a:cubicBezTo>
                <a:cubicBezTo>
                  <a:pt x="1397" y="135"/>
                  <a:pt x="1397" y="132"/>
                  <a:pt x="1397" y="130"/>
                </a:cubicBezTo>
                <a:cubicBezTo>
                  <a:pt x="1397" y="126"/>
                  <a:pt x="1397" y="123"/>
                  <a:pt x="1395" y="122"/>
                </a:cubicBezTo>
                <a:cubicBezTo>
                  <a:pt x="1394" y="120"/>
                  <a:pt x="1392" y="119"/>
                  <a:pt x="1389" y="119"/>
                </a:cubicBezTo>
                <a:cubicBezTo>
                  <a:pt x="1386" y="119"/>
                  <a:pt x="1384" y="120"/>
                  <a:pt x="1381" y="122"/>
                </a:cubicBezTo>
                <a:cubicBezTo>
                  <a:pt x="1379" y="124"/>
                  <a:pt x="1376" y="126"/>
                  <a:pt x="1374" y="129"/>
                </a:cubicBezTo>
                <a:close/>
                <a:moveTo>
                  <a:pt x="1433" y="162"/>
                </a:moveTo>
                <a:cubicBezTo>
                  <a:pt x="1440" y="119"/>
                  <a:pt x="1440" y="119"/>
                  <a:pt x="1440" y="119"/>
                </a:cubicBezTo>
                <a:cubicBezTo>
                  <a:pt x="1435" y="121"/>
                  <a:pt x="1435" y="121"/>
                  <a:pt x="1435" y="121"/>
                </a:cubicBezTo>
                <a:cubicBezTo>
                  <a:pt x="1434" y="121"/>
                  <a:pt x="1433" y="120"/>
                  <a:pt x="1432" y="120"/>
                </a:cubicBezTo>
                <a:cubicBezTo>
                  <a:pt x="1430" y="120"/>
                  <a:pt x="1429" y="119"/>
                  <a:pt x="1428" y="119"/>
                </a:cubicBezTo>
                <a:cubicBezTo>
                  <a:pt x="1423" y="119"/>
                  <a:pt x="1419" y="121"/>
                  <a:pt x="1416" y="123"/>
                </a:cubicBezTo>
                <a:cubicBezTo>
                  <a:pt x="1412" y="126"/>
                  <a:pt x="1410" y="129"/>
                  <a:pt x="1408" y="133"/>
                </a:cubicBezTo>
                <a:cubicBezTo>
                  <a:pt x="1406" y="137"/>
                  <a:pt x="1405" y="141"/>
                  <a:pt x="1405" y="145"/>
                </a:cubicBezTo>
                <a:cubicBezTo>
                  <a:pt x="1405" y="150"/>
                  <a:pt x="1406" y="153"/>
                  <a:pt x="1408" y="156"/>
                </a:cubicBezTo>
                <a:cubicBezTo>
                  <a:pt x="1410" y="159"/>
                  <a:pt x="1413" y="160"/>
                  <a:pt x="1417" y="160"/>
                </a:cubicBezTo>
                <a:cubicBezTo>
                  <a:pt x="1419" y="160"/>
                  <a:pt x="1421" y="159"/>
                  <a:pt x="1423" y="158"/>
                </a:cubicBezTo>
                <a:cubicBezTo>
                  <a:pt x="1425" y="157"/>
                  <a:pt x="1426" y="156"/>
                  <a:pt x="1428" y="155"/>
                </a:cubicBezTo>
                <a:cubicBezTo>
                  <a:pt x="1426" y="164"/>
                  <a:pt x="1426" y="164"/>
                  <a:pt x="1426" y="164"/>
                </a:cubicBezTo>
                <a:cubicBezTo>
                  <a:pt x="1426" y="167"/>
                  <a:pt x="1425" y="169"/>
                  <a:pt x="1424" y="170"/>
                </a:cubicBezTo>
                <a:cubicBezTo>
                  <a:pt x="1422" y="172"/>
                  <a:pt x="1420" y="172"/>
                  <a:pt x="1417" y="172"/>
                </a:cubicBezTo>
                <a:cubicBezTo>
                  <a:pt x="1415" y="172"/>
                  <a:pt x="1414" y="172"/>
                  <a:pt x="1412" y="171"/>
                </a:cubicBezTo>
                <a:cubicBezTo>
                  <a:pt x="1410" y="171"/>
                  <a:pt x="1409" y="170"/>
                  <a:pt x="1408" y="170"/>
                </a:cubicBezTo>
                <a:cubicBezTo>
                  <a:pt x="1406" y="175"/>
                  <a:pt x="1406" y="175"/>
                  <a:pt x="1406" y="175"/>
                </a:cubicBezTo>
                <a:cubicBezTo>
                  <a:pt x="1407" y="176"/>
                  <a:pt x="1408" y="176"/>
                  <a:pt x="1410" y="176"/>
                </a:cubicBezTo>
                <a:cubicBezTo>
                  <a:pt x="1411" y="177"/>
                  <a:pt x="1413" y="177"/>
                  <a:pt x="1414" y="177"/>
                </a:cubicBezTo>
                <a:cubicBezTo>
                  <a:pt x="1417" y="177"/>
                  <a:pt x="1420" y="176"/>
                  <a:pt x="1423" y="175"/>
                </a:cubicBezTo>
                <a:cubicBezTo>
                  <a:pt x="1425" y="174"/>
                  <a:pt x="1428" y="173"/>
                  <a:pt x="1430" y="170"/>
                </a:cubicBezTo>
                <a:cubicBezTo>
                  <a:pt x="1432" y="168"/>
                  <a:pt x="1433" y="165"/>
                  <a:pt x="1433" y="162"/>
                </a:cubicBezTo>
                <a:close/>
                <a:moveTo>
                  <a:pt x="1432" y="125"/>
                </a:moveTo>
                <a:cubicBezTo>
                  <a:pt x="1428" y="150"/>
                  <a:pt x="1428" y="150"/>
                  <a:pt x="1428" y="150"/>
                </a:cubicBezTo>
                <a:cubicBezTo>
                  <a:pt x="1427" y="151"/>
                  <a:pt x="1426" y="153"/>
                  <a:pt x="1424" y="154"/>
                </a:cubicBezTo>
                <a:cubicBezTo>
                  <a:pt x="1423" y="155"/>
                  <a:pt x="1421" y="155"/>
                  <a:pt x="1419" y="155"/>
                </a:cubicBezTo>
                <a:cubicBezTo>
                  <a:pt x="1417" y="155"/>
                  <a:pt x="1415" y="155"/>
                  <a:pt x="1414" y="153"/>
                </a:cubicBezTo>
                <a:cubicBezTo>
                  <a:pt x="1413" y="151"/>
                  <a:pt x="1412" y="148"/>
                  <a:pt x="1412" y="145"/>
                </a:cubicBezTo>
                <a:cubicBezTo>
                  <a:pt x="1412" y="142"/>
                  <a:pt x="1413" y="138"/>
                  <a:pt x="1414" y="135"/>
                </a:cubicBezTo>
                <a:cubicBezTo>
                  <a:pt x="1415" y="132"/>
                  <a:pt x="1417" y="129"/>
                  <a:pt x="1419" y="127"/>
                </a:cubicBezTo>
                <a:cubicBezTo>
                  <a:pt x="1421" y="124"/>
                  <a:pt x="1424" y="123"/>
                  <a:pt x="1427" y="123"/>
                </a:cubicBezTo>
                <a:cubicBezTo>
                  <a:pt x="1429" y="123"/>
                  <a:pt x="1431" y="124"/>
                  <a:pt x="1432" y="125"/>
                </a:cubicBezTo>
                <a:close/>
                <a:moveTo>
                  <a:pt x="1076" y="242"/>
                </a:moveTo>
                <a:cubicBezTo>
                  <a:pt x="1072" y="249"/>
                  <a:pt x="1072" y="249"/>
                  <a:pt x="1072" y="249"/>
                </a:cubicBezTo>
                <a:cubicBezTo>
                  <a:pt x="1072" y="242"/>
                  <a:pt x="1072" y="242"/>
                  <a:pt x="1072" y="242"/>
                </a:cubicBezTo>
                <a:cubicBezTo>
                  <a:pt x="1066" y="208"/>
                  <a:pt x="1066" y="208"/>
                  <a:pt x="1066" y="208"/>
                </a:cubicBezTo>
                <a:cubicBezTo>
                  <a:pt x="1050" y="208"/>
                  <a:pt x="1050" y="208"/>
                  <a:pt x="1050" y="208"/>
                </a:cubicBezTo>
                <a:cubicBezTo>
                  <a:pt x="1049" y="211"/>
                  <a:pt x="1049" y="211"/>
                  <a:pt x="1049" y="211"/>
                </a:cubicBezTo>
                <a:cubicBezTo>
                  <a:pt x="1056" y="212"/>
                  <a:pt x="1056" y="212"/>
                  <a:pt x="1056" y="212"/>
                </a:cubicBezTo>
                <a:cubicBezTo>
                  <a:pt x="1045" y="256"/>
                  <a:pt x="1045" y="256"/>
                  <a:pt x="1045" y="256"/>
                </a:cubicBezTo>
                <a:cubicBezTo>
                  <a:pt x="1039" y="257"/>
                  <a:pt x="1039" y="257"/>
                  <a:pt x="1039" y="257"/>
                </a:cubicBezTo>
                <a:cubicBezTo>
                  <a:pt x="1039" y="260"/>
                  <a:pt x="1039" y="260"/>
                  <a:pt x="1039" y="260"/>
                </a:cubicBezTo>
                <a:cubicBezTo>
                  <a:pt x="1057" y="260"/>
                  <a:pt x="1057" y="260"/>
                  <a:pt x="1057" y="260"/>
                </a:cubicBezTo>
                <a:cubicBezTo>
                  <a:pt x="1057" y="257"/>
                  <a:pt x="1057" y="257"/>
                  <a:pt x="1057" y="257"/>
                </a:cubicBezTo>
                <a:cubicBezTo>
                  <a:pt x="1050" y="256"/>
                  <a:pt x="1050" y="256"/>
                  <a:pt x="1050" y="256"/>
                </a:cubicBezTo>
                <a:cubicBezTo>
                  <a:pt x="1057" y="225"/>
                  <a:pt x="1057" y="225"/>
                  <a:pt x="1057" y="225"/>
                </a:cubicBezTo>
                <a:cubicBezTo>
                  <a:pt x="1060" y="211"/>
                  <a:pt x="1060" y="211"/>
                  <a:pt x="1060" y="211"/>
                </a:cubicBezTo>
                <a:cubicBezTo>
                  <a:pt x="1062" y="225"/>
                  <a:pt x="1062" y="225"/>
                  <a:pt x="1062" y="225"/>
                </a:cubicBezTo>
                <a:cubicBezTo>
                  <a:pt x="1068" y="261"/>
                  <a:pt x="1068" y="261"/>
                  <a:pt x="1068" y="261"/>
                </a:cubicBezTo>
                <a:cubicBezTo>
                  <a:pt x="1072" y="260"/>
                  <a:pt x="1072" y="260"/>
                  <a:pt x="1072" y="260"/>
                </a:cubicBezTo>
                <a:cubicBezTo>
                  <a:pt x="1088" y="224"/>
                  <a:pt x="1088" y="224"/>
                  <a:pt x="1088" y="224"/>
                </a:cubicBezTo>
                <a:cubicBezTo>
                  <a:pt x="1094" y="211"/>
                  <a:pt x="1094" y="211"/>
                  <a:pt x="1094" y="211"/>
                </a:cubicBezTo>
                <a:cubicBezTo>
                  <a:pt x="1093" y="225"/>
                  <a:pt x="1093" y="225"/>
                  <a:pt x="1093" y="225"/>
                </a:cubicBezTo>
                <a:cubicBezTo>
                  <a:pt x="1091" y="256"/>
                  <a:pt x="1091" y="256"/>
                  <a:pt x="1091" y="256"/>
                </a:cubicBezTo>
                <a:cubicBezTo>
                  <a:pt x="1085" y="257"/>
                  <a:pt x="1085" y="257"/>
                  <a:pt x="1085" y="257"/>
                </a:cubicBezTo>
                <a:cubicBezTo>
                  <a:pt x="1084" y="260"/>
                  <a:pt x="1084" y="260"/>
                  <a:pt x="1084" y="260"/>
                </a:cubicBezTo>
                <a:cubicBezTo>
                  <a:pt x="1104" y="260"/>
                  <a:pt x="1104" y="260"/>
                  <a:pt x="1104" y="260"/>
                </a:cubicBezTo>
                <a:cubicBezTo>
                  <a:pt x="1104" y="257"/>
                  <a:pt x="1104" y="257"/>
                  <a:pt x="1104" y="257"/>
                </a:cubicBezTo>
                <a:cubicBezTo>
                  <a:pt x="1098" y="256"/>
                  <a:pt x="1098" y="256"/>
                  <a:pt x="1098" y="256"/>
                </a:cubicBezTo>
                <a:cubicBezTo>
                  <a:pt x="1099" y="212"/>
                  <a:pt x="1099" y="212"/>
                  <a:pt x="1099" y="212"/>
                </a:cubicBezTo>
                <a:cubicBezTo>
                  <a:pt x="1106" y="211"/>
                  <a:pt x="1106" y="211"/>
                  <a:pt x="1106" y="211"/>
                </a:cubicBezTo>
                <a:cubicBezTo>
                  <a:pt x="1106" y="208"/>
                  <a:pt x="1106" y="208"/>
                  <a:pt x="1106" y="208"/>
                </a:cubicBezTo>
                <a:cubicBezTo>
                  <a:pt x="1091" y="208"/>
                  <a:pt x="1091" y="208"/>
                  <a:pt x="1091" y="208"/>
                </a:cubicBezTo>
                <a:cubicBezTo>
                  <a:pt x="1090" y="211"/>
                  <a:pt x="1087" y="217"/>
                  <a:pt x="1083" y="225"/>
                </a:cubicBezTo>
                <a:cubicBezTo>
                  <a:pt x="1079" y="233"/>
                  <a:pt x="1077" y="239"/>
                  <a:pt x="1076" y="242"/>
                </a:cubicBezTo>
                <a:close/>
                <a:moveTo>
                  <a:pt x="1138" y="253"/>
                </a:moveTo>
                <a:cubicBezTo>
                  <a:pt x="1136" y="251"/>
                  <a:pt x="1136" y="251"/>
                  <a:pt x="1136" y="251"/>
                </a:cubicBezTo>
                <a:cubicBezTo>
                  <a:pt x="1134" y="253"/>
                  <a:pt x="1133" y="254"/>
                  <a:pt x="1131" y="255"/>
                </a:cubicBezTo>
                <a:cubicBezTo>
                  <a:pt x="1129" y="256"/>
                  <a:pt x="1126" y="256"/>
                  <a:pt x="1124" y="256"/>
                </a:cubicBezTo>
                <a:cubicBezTo>
                  <a:pt x="1121" y="256"/>
                  <a:pt x="1119" y="255"/>
                  <a:pt x="1118" y="253"/>
                </a:cubicBezTo>
                <a:cubicBezTo>
                  <a:pt x="1117" y="250"/>
                  <a:pt x="1116" y="247"/>
                  <a:pt x="1116" y="244"/>
                </a:cubicBezTo>
                <a:cubicBezTo>
                  <a:pt x="1119" y="244"/>
                  <a:pt x="1123" y="244"/>
                  <a:pt x="1126" y="242"/>
                </a:cubicBezTo>
                <a:cubicBezTo>
                  <a:pt x="1130" y="241"/>
                  <a:pt x="1133" y="240"/>
                  <a:pt x="1136" y="237"/>
                </a:cubicBezTo>
                <a:cubicBezTo>
                  <a:pt x="1138" y="235"/>
                  <a:pt x="1140" y="232"/>
                  <a:pt x="1140" y="229"/>
                </a:cubicBezTo>
                <a:cubicBezTo>
                  <a:pt x="1140" y="226"/>
                  <a:pt x="1139" y="224"/>
                  <a:pt x="1137" y="223"/>
                </a:cubicBezTo>
                <a:cubicBezTo>
                  <a:pt x="1135" y="221"/>
                  <a:pt x="1133" y="220"/>
                  <a:pt x="1130" y="220"/>
                </a:cubicBezTo>
                <a:cubicBezTo>
                  <a:pt x="1126" y="220"/>
                  <a:pt x="1122" y="221"/>
                  <a:pt x="1119" y="224"/>
                </a:cubicBezTo>
                <a:cubicBezTo>
                  <a:pt x="1116" y="226"/>
                  <a:pt x="1114" y="229"/>
                  <a:pt x="1112" y="233"/>
                </a:cubicBezTo>
                <a:cubicBezTo>
                  <a:pt x="1110" y="237"/>
                  <a:pt x="1109" y="241"/>
                  <a:pt x="1109" y="246"/>
                </a:cubicBezTo>
                <a:cubicBezTo>
                  <a:pt x="1109" y="248"/>
                  <a:pt x="1110" y="251"/>
                  <a:pt x="1111" y="253"/>
                </a:cubicBezTo>
                <a:cubicBezTo>
                  <a:pt x="1111" y="255"/>
                  <a:pt x="1113" y="257"/>
                  <a:pt x="1115" y="259"/>
                </a:cubicBezTo>
                <a:cubicBezTo>
                  <a:pt x="1117" y="260"/>
                  <a:pt x="1120" y="261"/>
                  <a:pt x="1123" y="261"/>
                </a:cubicBezTo>
                <a:cubicBezTo>
                  <a:pt x="1126" y="261"/>
                  <a:pt x="1129" y="260"/>
                  <a:pt x="1132" y="258"/>
                </a:cubicBezTo>
                <a:cubicBezTo>
                  <a:pt x="1135" y="257"/>
                  <a:pt x="1136" y="255"/>
                  <a:pt x="1138" y="253"/>
                </a:cubicBezTo>
                <a:close/>
                <a:moveTo>
                  <a:pt x="1128" y="224"/>
                </a:moveTo>
                <a:cubicBezTo>
                  <a:pt x="1130" y="224"/>
                  <a:pt x="1131" y="224"/>
                  <a:pt x="1132" y="225"/>
                </a:cubicBezTo>
                <a:cubicBezTo>
                  <a:pt x="1132" y="226"/>
                  <a:pt x="1133" y="228"/>
                  <a:pt x="1133" y="229"/>
                </a:cubicBezTo>
                <a:cubicBezTo>
                  <a:pt x="1133" y="232"/>
                  <a:pt x="1132" y="234"/>
                  <a:pt x="1130" y="235"/>
                </a:cubicBezTo>
                <a:cubicBezTo>
                  <a:pt x="1129" y="237"/>
                  <a:pt x="1126" y="238"/>
                  <a:pt x="1124" y="239"/>
                </a:cubicBezTo>
                <a:cubicBezTo>
                  <a:pt x="1121" y="240"/>
                  <a:pt x="1119" y="241"/>
                  <a:pt x="1116" y="241"/>
                </a:cubicBezTo>
                <a:cubicBezTo>
                  <a:pt x="1117" y="238"/>
                  <a:pt x="1117" y="236"/>
                  <a:pt x="1118" y="233"/>
                </a:cubicBezTo>
                <a:cubicBezTo>
                  <a:pt x="1119" y="230"/>
                  <a:pt x="1121" y="228"/>
                  <a:pt x="1122" y="226"/>
                </a:cubicBezTo>
                <a:cubicBezTo>
                  <a:pt x="1124" y="225"/>
                  <a:pt x="1126" y="224"/>
                  <a:pt x="1128" y="224"/>
                </a:cubicBezTo>
                <a:close/>
                <a:moveTo>
                  <a:pt x="1175" y="254"/>
                </a:moveTo>
                <a:cubicBezTo>
                  <a:pt x="1182" y="204"/>
                  <a:pt x="1182" y="204"/>
                  <a:pt x="1182" y="204"/>
                </a:cubicBezTo>
                <a:cubicBezTo>
                  <a:pt x="1181" y="204"/>
                  <a:pt x="1181" y="204"/>
                  <a:pt x="1181" y="204"/>
                </a:cubicBezTo>
                <a:cubicBezTo>
                  <a:pt x="1171" y="205"/>
                  <a:pt x="1171" y="205"/>
                  <a:pt x="1171" y="205"/>
                </a:cubicBezTo>
                <a:cubicBezTo>
                  <a:pt x="1170" y="207"/>
                  <a:pt x="1170" y="207"/>
                  <a:pt x="1170" y="207"/>
                </a:cubicBezTo>
                <a:cubicBezTo>
                  <a:pt x="1175" y="208"/>
                  <a:pt x="1175" y="208"/>
                  <a:pt x="1175" y="208"/>
                </a:cubicBezTo>
                <a:cubicBezTo>
                  <a:pt x="1173" y="221"/>
                  <a:pt x="1173" y="221"/>
                  <a:pt x="1173" y="221"/>
                </a:cubicBezTo>
                <a:cubicBezTo>
                  <a:pt x="1171" y="220"/>
                  <a:pt x="1169" y="220"/>
                  <a:pt x="1168" y="220"/>
                </a:cubicBezTo>
                <a:cubicBezTo>
                  <a:pt x="1163" y="220"/>
                  <a:pt x="1159" y="222"/>
                  <a:pt x="1156" y="224"/>
                </a:cubicBezTo>
                <a:cubicBezTo>
                  <a:pt x="1152" y="227"/>
                  <a:pt x="1150" y="230"/>
                  <a:pt x="1148" y="234"/>
                </a:cubicBezTo>
                <a:cubicBezTo>
                  <a:pt x="1146" y="238"/>
                  <a:pt x="1145" y="242"/>
                  <a:pt x="1145" y="246"/>
                </a:cubicBezTo>
                <a:cubicBezTo>
                  <a:pt x="1145" y="250"/>
                  <a:pt x="1146" y="254"/>
                  <a:pt x="1148" y="257"/>
                </a:cubicBezTo>
                <a:cubicBezTo>
                  <a:pt x="1150" y="259"/>
                  <a:pt x="1153" y="261"/>
                  <a:pt x="1157" y="261"/>
                </a:cubicBezTo>
                <a:cubicBezTo>
                  <a:pt x="1159" y="261"/>
                  <a:pt x="1162" y="260"/>
                  <a:pt x="1163" y="259"/>
                </a:cubicBezTo>
                <a:cubicBezTo>
                  <a:pt x="1165" y="258"/>
                  <a:pt x="1167" y="256"/>
                  <a:pt x="1168" y="255"/>
                </a:cubicBezTo>
                <a:cubicBezTo>
                  <a:pt x="1168" y="256"/>
                  <a:pt x="1168" y="256"/>
                  <a:pt x="1168" y="256"/>
                </a:cubicBezTo>
                <a:cubicBezTo>
                  <a:pt x="1168" y="259"/>
                  <a:pt x="1170" y="261"/>
                  <a:pt x="1173" y="261"/>
                </a:cubicBezTo>
                <a:cubicBezTo>
                  <a:pt x="1174" y="261"/>
                  <a:pt x="1176" y="260"/>
                  <a:pt x="1177" y="259"/>
                </a:cubicBezTo>
                <a:cubicBezTo>
                  <a:pt x="1178" y="258"/>
                  <a:pt x="1179" y="257"/>
                  <a:pt x="1180" y="256"/>
                </a:cubicBezTo>
                <a:cubicBezTo>
                  <a:pt x="1179" y="255"/>
                  <a:pt x="1179" y="255"/>
                  <a:pt x="1179" y="255"/>
                </a:cubicBezTo>
                <a:cubicBezTo>
                  <a:pt x="1178" y="256"/>
                  <a:pt x="1177" y="256"/>
                  <a:pt x="1176" y="256"/>
                </a:cubicBezTo>
                <a:cubicBezTo>
                  <a:pt x="1175" y="256"/>
                  <a:pt x="1175" y="256"/>
                  <a:pt x="1175" y="255"/>
                </a:cubicBezTo>
                <a:cubicBezTo>
                  <a:pt x="1175" y="254"/>
                  <a:pt x="1175" y="254"/>
                  <a:pt x="1175" y="254"/>
                </a:cubicBezTo>
                <a:close/>
                <a:moveTo>
                  <a:pt x="1172" y="225"/>
                </a:moveTo>
                <a:cubicBezTo>
                  <a:pt x="1169" y="250"/>
                  <a:pt x="1169" y="250"/>
                  <a:pt x="1169" y="250"/>
                </a:cubicBezTo>
                <a:cubicBezTo>
                  <a:pt x="1168" y="252"/>
                  <a:pt x="1166" y="253"/>
                  <a:pt x="1164" y="254"/>
                </a:cubicBezTo>
                <a:cubicBezTo>
                  <a:pt x="1163" y="256"/>
                  <a:pt x="1161" y="256"/>
                  <a:pt x="1159" y="256"/>
                </a:cubicBezTo>
                <a:cubicBezTo>
                  <a:pt x="1157" y="256"/>
                  <a:pt x="1155" y="255"/>
                  <a:pt x="1154" y="253"/>
                </a:cubicBezTo>
                <a:cubicBezTo>
                  <a:pt x="1153" y="252"/>
                  <a:pt x="1153" y="249"/>
                  <a:pt x="1153" y="246"/>
                </a:cubicBezTo>
                <a:cubicBezTo>
                  <a:pt x="1153" y="242"/>
                  <a:pt x="1153" y="239"/>
                  <a:pt x="1154" y="236"/>
                </a:cubicBezTo>
                <a:cubicBezTo>
                  <a:pt x="1155" y="232"/>
                  <a:pt x="1157" y="230"/>
                  <a:pt x="1159" y="227"/>
                </a:cubicBezTo>
                <a:cubicBezTo>
                  <a:pt x="1161" y="225"/>
                  <a:pt x="1164" y="224"/>
                  <a:pt x="1167" y="224"/>
                </a:cubicBezTo>
                <a:cubicBezTo>
                  <a:pt x="1169" y="224"/>
                  <a:pt x="1171" y="224"/>
                  <a:pt x="1172" y="225"/>
                </a:cubicBezTo>
                <a:close/>
                <a:moveTo>
                  <a:pt x="1198" y="254"/>
                </a:moveTo>
                <a:cubicBezTo>
                  <a:pt x="1202" y="221"/>
                  <a:pt x="1202" y="221"/>
                  <a:pt x="1202" y="221"/>
                </a:cubicBezTo>
                <a:cubicBezTo>
                  <a:pt x="1201" y="220"/>
                  <a:pt x="1201" y="220"/>
                  <a:pt x="1201" y="220"/>
                </a:cubicBezTo>
                <a:cubicBezTo>
                  <a:pt x="1191" y="222"/>
                  <a:pt x="1191" y="222"/>
                  <a:pt x="1191" y="222"/>
                </a:cubicBezTo>
                <a:cubicBezTo>
                  <a:pt x="1190" y="224"/>
                  <a:pt x="1190" y="224"/>
                  <a:pt x="1190" y="224"/>
                </a:cubicBezTo>
                <a:cubicBezTo>
                  <a:pt x="1195" y="226"/>
                  <a:pt x="1195" y="226"/>
                  <a:pt x="1195" y="226"/>
                </a:cubicBezTo>
                <a:cubicBezTo>
                  <a:pt x="1194" y="233"/>
                  <a:pt x="1193" y="239"/>
                  <a:pt x="1192" y="243"/>
                </a:cubicBezTo>
                <a:cubicBezTo>
                  <a:pt x="1191" y="251"/>
                  <a:pt x="1191" y="255"/>
                  <a:pt x="1191" y="256"/>
                </a:cubicBezTo>
                <a:cubicBezTo>
                  <a:pt x="1190" y="258"/>
                  <a:pt x="1191" y="259"/>
                  <a:pt x="1192" y="260"/>
                </a:cubicBezTo>
                <a:cubicBezTo>
                  <a:pt x="1192" y="260"/>
                  <a:pt x="1194" y="261"/>
                  <a:pt x="1195" y="261"/>
                </a:cubicBezTo>
                <a:cubicBezTo>
                  <a:pt x="1197" y="261"/>
                  <a:pt x="1199" y="260"/>
                  <a:pt x="1200" y="259"/>
                </a:cubicBezTo>
                <a:cubicBezTo>
                  <a:pt x="1202" y="258"/>
                  <a:pt x="1203" y="257"/>
                  <a:pt x="1203" y="256"/>
                </a:cubicBezTo>
                <a:cubicBezTo>
                  <a:pt x="1202" y="254"/>
                  <a:pt x="1202" y="254"/>
                  <a:pt x="1202" y="254"/>
                </a:cubicBezTo>
                <a:cubicBezTo>
                  <a:pt x="1202" y="255"/>
                  <a:pt x="1201" y="256"/>
                  <a:pt x="1200" y="256"/>
                </a:cubicBezTo>
                <a:cubicBezTo>
                  <a:pt x="1200" y="256"/>
                  <a:pt x="1199" y="256"/>
                  <a:pt x="1199" y="256"/>
                </a:cubicBezTo>
                <a:cubicBezTo>
                  <a:pt x="1198" y="256"/>
                  <a:pt x="1198" y="256"/>
                  <a:pt x="1198" y="256"/>
                </a:cubicBezTo>
                <a:cubicBezTo>
                  <a:pt x="1198" y="256"/>
                  <a:pt x="1198" y="255"/>
                  <a:pt x="1198" y="255"/>
                </a:cubicBezTo>
                <a:lnTo>
                  <a:pt x="1198" y="254"/>
                </a:lnTo>
                <a:close/>
                <a:moveTo>
                  <a:pt x="1200" y="213"/>
                </a:moveTo>
                <a:cubicBezTo>
                  <a:pt x="1201" y="213"/>
                  <a:pt x="1202" y="212"/>
                  <a:pt x="1203" y="211"/>
                </a:cubicBezTo>
                <a:cubicBezTo>
                  <a:pt x="1204" y="210"/>
                  <a:pt x="1205" y="209"/>
                  <a:pt x="1205" y="207"/>
                </a:cubicBezTo>
                <a:cubicBezTo>
                  <a:pt x="1205" y="206"/>
                  <a:pt x="1204" y="206"/>
                  <a:pt x="1204" y="205"/>
                </a:cubicBezTo>
                <a:cubicBezTo>
                  <a:pt x="1203" y="204"/>
                  <a:pt x="1202" y="204"/>
                  <a:pt x="1201" y="204"/>
                </a:cubicBezTo>
                <a:cubicBezTo>
                  <a:pt x="1200" y="204"/>
                  <a:pt x="1198" y="204"/>
                  <a:pt x="1198" y="205"/>
                </a:cubicBezTo>
                <a:cubicBezTo>
                  <a:pt x="1197" y="206"/>
                  <a:pt x="1196" y="207"/>
                  <a:pt x="1196" y="209"/>
                </a:cubicBezTo>
                <a:cubicBezTo>
                  <a:pt x="1196" y="210"/>
                  <a:pt x="1197" y="211"/>
                  <a:pt x="1197" y="212"/>
                </a:cubicBezTo>
                <a:cubicBezTo>
                  <a:pt x="1198" y="212"/>
                  <a:pt x="1199" y="213"/>
                  <a:pt x="1200" y="213"/>
                </a:cubicBezTo>
                <a:close/>
                <a:moveTo>
                  <a:pt x="1237" y="228"/>
                </a:moveTo>
                <a:cubicBezTo>
                  <a:pt x="1238" y="229"/>
                  <a:pt x="1238" y="229"/>
                  <a:pt x="1238" y="229"/>
                </a:cubicBezTo>
                <a:cubicBezTo>
                  <a:pt x="1240" y="222"/>
                  <a:pt x="1240" y="222"/>
                  <a:pt x="1240" y="222"/>
                </a:cubicBezTo>
                <a:cubicBezTo>
                  <a:pt x="1239" y="221"/>
                  <a:pt x="1238" y="221"/>
                  <a:pt x="1237" y="221"/>
                </a:cubicBezTo>
                <a:cubicBezTo>
                  <a:pt x="1235" y="220"/>
                  <a:pt x="1234" y="220"/>
                  <a:pt x="1232" y="220"/>
                </a:cubicBezTo>
                <a:cubicBezTo>
                  <a:pt x="1228" y="220"/>
                  <a:pt x="1224" y="221"/>
                  <a:pt x="1221" y="224"/>
                </a:cubicBezTo>
                <a:cubicBezTo>
                  <a:pt x="1218" y="227"/>
                  <a:pt x="1216" y="230"/>
                  <a:pt x="1214" y="234"/>
                </a:cubicBezTo>
                <a:cubicBezTo>
                  <a:pt x="1213" y="237"/>
                  <a:pt x="1212" y="241"/>
                  <a:pt x="1212" y="245"/>
                </a:cubicBezTo>
                <a:cubicBezTo>
                  <a:pt x="1212" y="250"/>
                  <a:pt x="1213" y="254"/>
                  <a:pt x="1215" y="257"/>
                </a:cubicBezTo>
                <a:cubicBezTo>
                  <a:pt x="1217" y="259"/>
                  <a:pt x="1220" y="261"/>
                  <a:pt x="1224" y="261"/>
                </a:cubicBezTo>
                <a:cubicBezTo>
                  <a:pt x="1227" y="261"/>
                  <a:pt x="1230" y="260"/>
                  <a:pt x="1232" y="259"/>
                </a:cubicBezTo>
                <a:cubicBezTo>
                  <a:pt x="1235" y="257"/>
                  <a:pt x="1236" y="256"/>
                  <a:pt x="1238" y="254"/>
                </a:cubicBezTo>
                <a:cubicBezTo>
                  <a:pt x="1236" y="252"/>
                  <a:pt x="1236" y="252"/>
                  <a:pt x="1236" y="252"/>
                </a:cubicBezTo>
                <a:cubicBezTo>
                  <a:pt x="1235" y="253"/>
                  <a:pt x="1233" y="254"/>
                  <a:pt x="1232" y="255"/>
                </a:cubicBezTo>
                <a:cubicBezTo>
                  <a:pt x="1230" y="256"/>
                  <a:pt x="1229" y="256"/>
                  <a:pt x="1227" y="256"/>
                </a:cubicBezTo>
                <a:cubicBezTo>
                  <a:pt x="1224" y="256"/>
                  <a:pt x="1222" y="255"/>
                  <a:pt x="1221" y="253"/>
                </a:cubicBezTo>
                <a:cubicBezTo>
                  <a:pt x="1220" y="251"/>
                  <a:pt x="1219" y="248"/>
                  <a:pt x="1219" y="244"/>
                </a:cubicBezTo>
                <a:cubicBezTo>
                  <a:pt x="1219" y="240"/>
                  <a:pt x="1219" y="237"/>
                  <a:pt x="1221" y="234"/>
                </a:cubicBezTo>
                <a:cubicBezTo>
                  <a:pt x="1222" y="231"/>
                  <a:pt x="1223" y="229"/>
                  <a:pt x="1225" y="227"/>
                </a:cubicBezTo>
                <a:cubicBezTo>
                  <a:pt x="1227" y="225"/>
                  <a:pt x="1229" y="225"/>
                  <a:pt x="1231" y="225"/>
                </a:cubicBezTo>
                <a:cubicBezTo>
                  <a:pt x="1232" y="225"/>
                  <a:pt x="1235" y="226"/>
                  <a:pt x="1237" y="228"/>
                </a:cubicBezTo>
                <a:close/>
                <a:moveTo>
                  <a:pt x="1255" y="254"/>
                </a:moveTo>
                <a:cubicBezTo>
                  <a:pt x="1260" y="221"/>
                  <a:pt x="1260" y="221"/>
                  <a:pt x="1260" y="221"/>
                </a:cubicBezTo>
                <a:cubicBezTo>
                  <a:pt x="1259" y="220"/>
                  <a:pt x="1259" y="220"/>
                  <a:pt x="1259" y="220"/>
                </a:cubicBezTo>
                <a:cubicBezTo>
                  <a:pt x="1249" y="222"/>
                  <a:pt x="1249" y="222"/>
                  <a:pt x="1249" y="222"/>
                </a:cubicBezTo>
                <a:cubicBezTo>
                  <a:pt x="1248" y="224"/>
                  <a:pt x="1248" y="224"/>
                  <a:pt x="1248" y="224"/>
                </a:cubicBezTo>
                <a:cubicBezTo>
                  <a:pt x="1253" y="226"/>
                  <a:pt x="1253" y="226"/>
                  <a:pt x="1253" y="226"/>
                </a:cubicBezTo>
                <a:cubicBezTo>
                  <a:pt x="1252" y="233"/>
                  <a:pt x="1251" y="239"/>
                  <a:pt x="1250" y="243"/>
                </a:cubicBezTo>
                <a:cubicBezTo>
                  <a:pt x="1249" y="251"/>
                  <a:pt x="1248" y="255"/>
                  <a:pt x="1248" y="256"/>
                </a:cubicBezTo>
                <a:cubicBezTo>
                  <a:pt x="1248" y="258"/>
                  <a:pt x="1249" y="259"/>
                  <a:pt x="1249" y="260"/>
                </a:cubicBezTo>
                <a:cubicBezTo>
                  <a:pt x="1250" y="260"/>
                  <a:pt x="1251" y="261"/>
                  <a:pt x="1253" y="261"/>
                </a:cubicBezTo>
                <a:cubicBezTo>
                  <a:pt x="1255" y="261"/>
                  <a:pt x="1256" y="260"/>
                  <a:pt x="1258" y="259"/>
                </a:cubicBezTo>
                <a:cubicBezTo>
                  <a:pt x="1259" y="258"/>
                  <a:pt x="1260" y="257"/>
                  <a:pt x="1261" y="256"/>
                </a:cubicBezTo>
                <a:cubicBezTo>
                  <a:pt x="1260" y="254"/>
                  <a:pt x="1260" y="254"/>
                  <a:pt x="1260" y="254"/>
                </a:cubicBezTo>
                <a:cubicBezTo>
                  <a:pt x="1259" y="255"/>
                  <a:pt x="1259" y="256"/>
                  <a:pt x="1258" y="256"/>
                </a:cubicBezTo>
                <a:cubicBezTo>
                  <a:pt x="1258" y="256"/>
                  <a:pt x="1257" y="256"/>
                  <a:pt x="1256" y="256"/>
                </a:cubicBezTo>
                <a:cubicBezTo>
                  <a:pt x="1256" y="256"/>
                  <a:pt x="1256" y="256"/>
                  <a:pt x="1256" y="256"/>
                </a:cubicBezTo>
                <a:cubicBezTo>
                  <a:pt x="1255" y="256"/>
                  <a:pt x="1255" y="255"/>
                  <a:pt x="1255" y="255"/>
                </a:cubicBezTo>
                <a:lnTo>
                  <a:pt x="1255" y="254"/>
                </a:lnTo>
                <a:close/>
                <a:moveTo>
                  <a:pt x="1258" y="213"/>
                </a:moveTo>
                <a:cubicBezTo>
                  <a:pt x="1259" y="213"/>
                  <a:pt x="1260" y="212"/>
                  <a:pt x="1261" y="211"/>
                </a:cubicBezTo>
                <a:cubicBezTo>
                  <a:pt x="1262" y="210"/>
                  <a:pt x="1262" y="209"/>
                  <a:pt x="1262" y="207"/>
                </a:cubicBezTo>
                <a:cubicBezTo>
                  <a:pt x="1262" y="206"/>
                  <a:pt x="1262" y="206"/>
                  <a:pt x="1261" y="205"/>
                </a:cubicBezTo>
                <a:cubicBezTo>
                  <a:pt x="1261" y="204"/>
                  <a:pt x="1260" y="204"/>
                  <a:pt x="1259" y="204"/>
                </a:cubicBezTo>
                <a:cubicBezTo>
                  <a:pt x="1257" y="204"/>
                  <a:pt x="1256" y="204"/>
                  <a:pt x="1255" y="205"/>
                </a:cubicBezTo>
                <a:cubicBezTo>
                  <a:pt x="1254" y="206"/>
                  <a:pt x="1254" y="207"/>
                  <a:pt x="1254" y="209"/>
                </a:cubicBezTo>
                <a:cubicBezTo>
                  <a:pt x="1254" y="210"/>
                  <a:pt x="1254" y="211"/>
                  <a:pt x="1255" y="212"/>
                </a:cubicBezTo>
                <a:cubicBezTo>
                  <a:pt x="1256" y="212"/>
                  <a:pt x="1257" y="213"/>
                  <a:pt x="1258" y="213"/>
                </a:cubicBezTo>
                <a:close/>
                <a:moveTo>
                  <a:pt x="1282" y="229"/>
                </a:moveTo>
                <a:cubicBezTo>
                  <a:pt x="1283" y="221"/>
                  <a:pt x="1283" y="221"/>
                  <a:pt x="1283" y="221"/>
                </a:cubicBezTo>
                <a:cubicBezTo>
                  <a:pt x="1281" y="220"/>
                  <a:pt x="1281" y="220"/>
                  <a:pt x="1281" y="220"/>
                </a:cubicBezTo>
                <a:cubicBezTo>
                  <a:pt x="1273" y="222"/>
                  <a:pt x="1273" y="222"/>
                  <a:pt x="1273" y="222"/>
                </a:cubicBezTo>
                <a:cubicBezTo>
                  <a:pt x="1272" y="224"/>
                  <a:pt x="1272" y="224"/>
                  <a:pt x="1272" y="224"/>
                </a:cubicBezTo>
                <a:cubicBezTo>
                  <a:pt x="1275" y="226"/>
                  <a:pt x="1275" y="226"/>
                  <a:pt x="1275" y="226"/>
                </a:cubicBezTo>
                <a:cubicBezTo>
                  <a:pt x="1271" y="260"/>
                  <a:pt x="1271" y="260"/>
                  <a:pt x="1271" y="260"/>
                </a:cubicBezTo>
                <a:cubicBezTo>
                  <a:pt x="1278" y="260"/>
                  <a:pt x="1278" y="260"/>
                  <a:pt x="1278" y="260"/>
                </a:cubicBezTo>
                <a:cubicBezTo>
                  <a:pt x="1281" y="235"/>
                  <a:pt x="1281" y="235"/>
                  <a:pt x="1281" y="235"/>
                </a:cubicBezTo>
                <a:cubicBezTo>
                  <a:pt x="1283" y="232"/>
                  <a:pt x="1285" y="230"/>
                  <a:pt x="1287" y="228"/>
                </a:cubicBezTo>
                <a:cubicBezTo>
                  <a:pt x="1289" y="226"/>
                  <a:pt x="1291" y="225"/>
                  <a:pt x="1293" y="225"/>
                </a:cubicBezTo>
                <a:cubicBezTo>
                  <a:pt x="1295" y="225"/>
                  <a:pt x="1296" y="226"/>
                  <a:pt x="1297" y="226"/>
                </a:cubicBezTo>
                <a:cubicBezTo>
                  <a:pt x="1297" y="227"/>
                  <a:pt x="1298" y="229"/>
                  <a:pt x="1298" y="231"/>
                </a:cubicBezTo>
                <a:cubicBezTo>
                  <a:pt x="1298" y="233"/>
                  <a:pt x="1297" y="234"/>
                  <a:pt x="1297" y="236"/>
                </a:cubicBezTo>
                <a:cubicBezTo>
                  <a:pt x="1297" y="238"/>
                  <a:pt x="1297" y="240"/>
                  <a:pt x="1296" y="243"/>
                </a:cubicBezTo>
                <a:cubicBezTo>
                  <a:pt x="1296" y="245"/>
                  <a:pt x="1296" y="245"/>
                  <a:pt x="1296" y="245"/>
                </a:cubicBezTo>
                <a:cubicBezTo>
                  <a:pt x="1295" y="248"/>
                  <a:pt x="1295" y="248"/>
                  <a:pt x="1295" y="248"/>
                </a:cubicBezTo>
                <a:cubicBezTo>
                  <a:pt x="1294" y="252"/>
                  <a:pt x="1294" y="255"/>
                  <a:pt x="1294" y="256"/>
                </a:cubicBezTo>
                <a:cubicBezTo>
                  <a:pt x="1294" y="259"/>
                  <a:pt x="1295" y="261"/>
                  <a:pt x="1298" y="261"/>
                </a:cubicBezTo>
                <a:cubicBezTo>
                  <a:pt x="1300" y="261"/>
                  <a:pt x="1301" y="260"/>
                  <a:pt x="1302" y="260"/>
                </a:cubicBezTo>
                <a:cubicBezTo>
                  <a:pt x="1303" y="259"/>
                  <a:pt x="1304" y="259"/>
                  <a:pt x="1305" y="258"/>
                </a:cubicBezTo>
                <a:cubicBezTo>
                  <a:pt x="1305" y="258"/>
                  <a:pt x="1306" y="257"/>
                  <a:pt x="1306" y="257"/>
                </a:cubicBezTo>
                <a:cubicBezTo>
                  <a:pt x="1305" y="255"/>
                  <a:pt x="1305" y="255"/>
                  <a:pt x="1305" y="255"/>
                </a:cubicBezTo>
                <a:cubicBezTo>
                  <a:pt x="1304" y="256"/>
                  <a:pt x="1303" y="256"/>
                  <a:pt x="1302" y="256"/>
                </a:cubicBezTo>
                <a:cubicBezTo>
                  <a:pt x="1301" y="256"/>
                  <a:pt x="1301" y="256"/>
                  <a:pt x="1301" y="255"/>
                </a:cubicBezTo>
                <a:cubicBezTo>
                  <a:pt x="1301" y="253"/>
                  <a:pt x="1301" y="250"/>
                  <a:pt x="1302" y="246"/>
                </a:cubicBezTo>
                <a:cubicBezTo>
                  <a:pt x="1303" y="243"/>
                  <a:pt x="1303" y="243"/>
                  <a:pt x="1303" y="243"/>
                </a:cubicBezTo>
                <a:cubicBezTo>
                  <a:pt x="1303" y="241"/>
                  <a:pt x="1303" y="241"/>
                  <a:pt x="1303" y="241"/>
                </a:cubicBezTo>
                <a:cubicBezTo>
                  <a:pt x="1304" y="236"/>
                  <a:pt x="1305" y="232"/>
                  <a:pt x="1305" y="230"/>
                </a:cubicBezTo>
                <a:cubicBezTo>
                  <a:pt x="1305" y="227"/>
                  <a:pt x="1304" y="224"/>
                  <a:pt x="1302" y="223"/>
                </a:cubicBezTo>
                <a:cubicBezTo>
                  <a:pt x="1301" y="221"/>
                  <a:pt x="1299" y="220"/>
                  <a:pt x="1296" y="220"/>
                </a:cubicBezTo>
                <a:cubicBezTo>
                  <a:pt x="1294" y="220"/>
                  <a:pt x="1291" y="221"/>
                  <a:pt x="1289" y="223"/>
                </a:cubicBezTo>
                <a:cubicBezTo>
                  <a:pt x="1286" y="224"/>
                  <a:pt x="1284" y="227"/>
                  <a:pt x="1282" y="229"/>
                </a:cubicBezTo>
                <a:close/>
                <a:moveTo>
                  <a:pt x="1342" y="253"/>
                </a:moveTo>
                <a:cubicBezTo>
                  <a:pt x="1340" y="251"/>
                  <a:pt x="1340" y="251"/>
                  <a:pt x="1340" y="251"/>
                </a:cubicBezTo>
                <a:cubicBezTo>
                  <a:pt x="1339" y="253"/>
                  <a:pt x="1337" y="254"/>
                  <a:pt x="1335" y="255"/>
                </a:cubicBezTo>
                <a:cubicBezTo>
                  <a:pt x="1333" y="256"/>
                  <a:pt x="1331" y="256"/>
                  <a:pt x="1329" y="256"/>
                </a:cubicBezTo>
                <a:cubicBezTo>
                  <a:pt x="1326" y="256"/>
                  <a:pt x="1323" y="255"/>
                  <a:pt x="1322" y="253"/>
                </a:cubicBezTo>
                <a:cubicBezTo>
                  <a:pt x="1321" y="250"/>
                  <a:pt x="1320" y="247"/>
                  <a:pt x="1320" y="244"/>
                </a:cubicBezTo>
                <a:cubicBezTo>
                  <a:pt x="1323" y="244"/>
                  <a:pt x="1327" y="244"/>
                  <a:pt x="1330" y="242"/>
                </a:cubicBezTo>
                <a:cubicBezTo>
                  <a:pt x="1334" y="241"/>
                  <a:pt x="1337" y="240"/>
                  <a:pt x="1340" y="237"/>
                </a:cubicBezTo>
                <a:cubicBezTo>
                  <a:pt x="1342" y="235"/>
                  <a:pt x="1344" y="232"/>
                  <a:pt x="1344" y="229"/>
                </a:cubicBezTo>
                <a:cubicBezTo>
                  <a:pt x="1344" y="226"/>
                  <a:pt x="1343" y="224"/>
                  <a:pt x="1341" y="223"/>
                </a:cubicBezTo>
                <a:cubicBezTo>
                  <a:pt x="1340" y="221"/>
                  <a:pt x="1337" y="220"/>
                  <a:pt x="1334" y="220"/>
                </a:cubicBezTo>
                <a:cubicBezTo>
                  <a:pt x="1330" y="220"/>
                  <a:pt x="1326" y="221"/>
                  <a:pt x="1323" y="224"/>
                </a:cubicBezTo>
                <a:cubicBezTo>
                  <a:pt x="1320" y="226"/>
                  <a:pt x="1318" y="229"/>
                  <a:pt x="1316" y="233"/>
                </a:cubicBezTo>
                <a:cubicBezTo>
                  <a:pt x="1314" y="237"/>
                  <a:pt x="1313" y="241"/>
                  <a:pt x="1313" y="246"/>
                </a:cubicBezTo>
                <a:cubicBezTo>
                  <a:pt x="1313" y="248"/>
                  <a:pt x="1314" y="251"/>
                  <a:pt x="1315" y="253"/>
                </a:cubicBezTo>
                <a:cubicBezTo>
                  <a:pt x="1316" y="255"/>
                  <a:pt x="1317" y="257"/>
                  <a:pt x="1319" y="259"/>
                </a:cubicBezTo>
                <a:cubicBezTo>
                  <a:pt x="1321" y="260"/>
                  <a:pt x="1324" y="261"/>
                  <a:pt x="1327" y="261"/>
                </a:cubicBezTo>
                <a:cubicBezTo>
                  <a:pt x="1330" y="261"/>
                  <a:pt x="1333" y="260"/>
                  <a:pt x="1336" y="258"/>
                </a:cubicBezTo>
                <a:cubicBezTo>
                  <a:pt x="1339" y="257"/>
                  <a:pt x="1341" y="255"/>
                  <a:pt x="1342" y="253"/>
                </a:cubicBezTo>
                <a:close/>
                <a:moveTo>
                  <a:pt x="1332" y="224"/>
                </a:moveTo>
                <a:cubicBezTo>
                  <a:pt x="1334" y="224"/>
                  <a:pt x="1335" y="224"/>
                  <a:pt x="1336" y="225"/>
                </a:cubicBezTo>
                <a:cubicBezTo>
                  <a:pt x="1337" y="226"/>
                  <a:pt x="1337" y="228"/>
                  <a:pt x="1337" y="229"/>
                </a:cubicBezTo>
                <a:cubicBezTo>
                  <a:pt x="1337" y="232"/>
                  <a:pt x="1336" y="234"/>
                  <a:pt x="1334" y="235"/>
                </a:cubicBezTo>
                <a:cubicBezTo>
                  <a:pt x="1333" y="237"/>
                  <a:pt x="1331" y="238"/>
                  <a:pt x="1328" y="239"/>
                </a:cubicBezTo>
                <a:cubicBezTo>
                  <a:pt x="1325" y="240"/>
                  <a:pt x="1323" y="241"/>
                  <a:pt x="1321" y="241"/>
                </a:cubicBezTo>
                <a:cubicBezTo>
                  <a:pt x="1321" y="238"/>
                  <a:pt x="1321" y="236"/>
                  <a:pt x="1322" y="233"/>
                </a:cubicBezTo>
                <a:cubicBezTo>
                  <a:pt x="1323" y="230"/>
                  <a:pt x="1325" y="228"/>
                  <a:pt x="1326" y="226"/>
                </a:cubicBezTo>
                <a:cubicBezTo>
                  <a:pt x="1328" y="225"/>
                  <a:pt x="1330" y="224"/>
                  <a:pt x="1332" y="22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180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CA018DF-7EFB-4D08-89D5-E61FB47F425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996940" y="4886690"/>
            <a:ext cx="2416810" cy="117148"/>
          </a:xfrm>
        </p:spPr>
        <p:txBody>
          <a:bodyPr wrap="square">
            <a:spAutoFit/>
          </a:bodyPr>
          <a:lstStyle>
            <a:lvl1pPr marL="0" indent="0">
              <a:buNone/>
              <a:defRPr sz="750" cap="all" spc="110" baseline="0">
                <a:solidFill>
                  <a:schemeClr val="tx2"/>
                </a:solidFill>
              </a:defRPr>
            </a:lvl1pPr>
          </a:lstStyle>
          <a:p>
            <a:pPr lvl="0">
              <a:buNone/>
            </a:pPr>
            <a:r>
              <a:t>CLICK TO EDIT MASTER TEXT</a:t>
            </a: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 Rub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2927F7C-53AC-400F-8DAD-235A2AF61FB8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0" y="1"/>
            <a:ext cx="9144000" cy="471011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2D74F39-96DB-4808-8693-9F55A9D7DB98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2" y="1172309"/>
            <a:ext cx="5802922" cy="3971191"/>
          </a:xfrm>
          <a:prstGeom prst="rect">
            <a:avLst/>
          </a:prstGeom>
          <a:solidFill>
            <a:srgbClr val="7C2629"/>
          </a:solidFill>
        </p:spPr>
        <p:txBody>
          <a:bodyPr lIns="502920" tIns="274320" rIns="457200" bIns="457200"/>
          <a:lstStyle>
            <a:lvl1pPr marL="0" indent="0">
              <a:lnSpc>
                <a:spcPct val="100000"/>
              </a:lnSpc>
              <a:buNone/>
              <a:defRPr sz="30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0" indent="0">
              <a:spcBef>
                <a:spcPts val="900"/>
              </a:spcBef>
              <a:buNone/>
              <a:defRPr sz="15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2pPr>
            <a:lvl3pPr marL="457189" indent="0">
              <a:buNone/>
              <a:defRPr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3pPr>
            <a:lvl4pPr marL="692133" indent="0">
              <a:buNone/>
              <a:defRPr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4pPr>
            <a:lvl5pPr marL="914378" indent="0">
              <a:buNone/>
              <a:defRPr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C9B9AA-D745-457B-A8DF-1D06B76C00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5780" y="3566160"/>
            <a:ext cx="4846320" cy="156646"/>
          </a:xfrm>
        </p:spPr>
        <p:txBody>
          <a:bodyPr anchor="b">
            <a:spAutoFit/>
          </a:bodyPr>
          <a:lstStyle>
            <a:lvl1pPr marL="0" indent="0" algn="l">
              <a:buNone/>
              <a:defRPr sz="1000" i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t>Click to edit Master subtitle style</a:t>
            </a:r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6EF64205-A64B-4137-BA41-5E5CFE0F359E}"/>
              </a:ext>
            </a:extLst>
          </p:cNvPr>
          <p:cNvSpPr>
            <a:spLocks noGrp="1"/>
          </p:cNvSpPr>
          <p:nvPr/>
        </p:nvSpPr>
        <p:spPr>
          <a:xfrm>
            <a:off x="482707" y="433839"/>
            <a:ext cx="2192207" cy="410518"/>
          </a:xfrm>
          <a:custGeom>
            <a:avLst/>
            <a:gdLst>
              <a:gd name="T0" fmla="*/ 225 w 1440"/>
              <a:gd name="T1" fmla="*/ 110 h 267"/>
              <a:gd name="T2" fmla="*/ 317 w 1440"/>
              <a:gd name="T3" fmla="*/ 7 h 267"/>
              <a:gd name="T4" fmla="*/ 475 w 1440"/>
              <a:gd name="T5" fmla="*/ 19 h 267"/>
              <a:gd name="T6" fmla="*/ 830 w 1440"/>
              <a:gd name="T7" fmla="*/ 7 h 267"/>
              <a:gd name="T8" fmla="*/ 130 w 1440"/>
              <a:gd name="T9" fmla="*/ 210 h 267"/>
              <a:gd name="T10" fmla="*/ 437 w 1440"/>
              <a:gd name="T11" fmla="*/ 209 h 267"/>
              <a:gd name="T12" fmla="*/ 493 w 1440"/>
              <a:gd name="T13" fmla="*/ 198 h 267"/>
              <a:gd name="T14" fmla="*/ 866 w 1440"/>
              <a:gd name="T15" fmla="*/ 171 h 267"/>
              <a:gd name="T16" fmla="*/ 737 w 1440"/>
              <a:gd name="T17" fmla="*/ 261 h 267"/>
              <a:gd name="T18" fmla="*/ 958 w 1440"/>
              <a:gd name="T19" fmla="*/ 172 h 267"/>
              <a:gd name="T20" fmla="*/ 906 w 1440"/>
              <a:gd name="T21" fmla="*/ 254 h 267"/>
              <a:gd name="T22" fmla="*/ 309 w 1440"/>
              <a:gd name="T23" fmla="*/ 260 h 267"/>
              <a:gd name="T24" fmla="*/ 1053 w 1440"/>
              <a:gd name="T25" fmla="*/ 31 h 267"/>
              <a:gd name="T26" fmla="*/ 1075 w 1440"/>
              <a:gd name="T27" fmla="*/ 44 h 267"/>
              <a:gd name="T28" fmla="*/ 1091 w 1440"/>
              <a:gd name="T29" fmla="*/ 22 h 267"/>
              <a:gd name="T30" fmla="*/ 1107 w 1440"/>
              <a:gd name="T31" fmla="*/ 27 h 267"/>
              <a:gd name="T32" fmla="*/ 1125 w 1440"/>
              <a:gd name="T33" fmla="*/ 55 h 267"/>
              <a:gd name="T34" fmla="*/ 1159 w 1440"/>
              <a:gd name="T35" fmla="*/ 53 h 267"/>
              <a:gd name="T36" fmla="*/ 1160 w 1440"/>
              <a:gd name="T37" fmla="*/ 57 h 267"/>
              <a:gd name="T38" fmla="*/ 1177 w 1440"/>
              <a:gd name="T39" fmla="*/ 23 h 267"/>
              <a:gd name="T40" fmla="*/ 1207 w 1440"/>
              <a:gd name="T41" fmla="*/ 58 h 267"/>
              <a:gd name="T42" fmla="*/ 1245 w 1440"/>
              <a:gd name="T43" fmla="*/ 27 h 267"/>
              <a:gd name="T44" fmla="*/ 1225 w 1440"/>
              <a:gd name="T45" fmla="*/ 43 h 267"/>
              <a:gd name="T46" fmla="*/ 1271 w 1440"/>
              <a:gd name="T47" fmla="*/ 19 h 267"/>
              <a:gd name="T48" fmla="*/ 1259 w 1440"/>
              <a:gd name="T49" fmla="*/ 32 h 267"/>
              <a:gd name="T50" fmla="*/ 1290 w 1440"/>
              <a:gd name="T51" fmla="*/ 54 h 267"/>
              <a:gd name="T52" fmla="*/ 1310 w 1440"/>
              <a:gd name="T53" fmla="*/ 25 h 267"/>
              <a:gd name="T54" fmla="*/ 1059 w 1440"/>
              <a:gd name="T55" fmla="*/ 110 h 267"/>
              <a:gd name="T56" fmla="*/ 1099 w 1440"/>
              <a:gd name="T57" fmla="*/ 134 h 267"/>
              <a:gd name="T58" fmla="*/ 1120 w 1440"/>
              <a:gd name="T59" fmla="*/ 156 h 267"/>
              <a:gd name="T60" fmla="*/ 1141 w 1440"/>
              <a:gd name="T61" fmla="*/ 123 h 267"/>
              <a:gd name="T62" fmla="*/ 1148 w 1440"/>
              <a:gd name="T63" fmla="*/ 175 h 267"/>
              <a:gd name="T64" fmla="*/ 1184 w 1440"/>
              <a:gd name="T65" fmla="*/ 119 h 267"/>
              <a:gd name="T66" fmla="*/ 1181 w 1440"/>
              <a:gd name="T67" fmla="*/ 153 h 267"/>
              <a:gd name="T68" fmla="*/ 1201 w 1440"/>
              <a:gd name="T69" fmla="*/ 125 h 267"/>
              <a:gd name="T70" fmla="*/ 1230 w 1440"/>
              <a:gd name="T71" fmla="*/ 157 h 267"/>
              <a:gd name="T72" fmla="*/ 1260 w 1440"/>
              <a:gd name="T73" fmla="*/ 154 h 267"/>
              <a:gd name="T74" fmla="*/ 1261 w 1440"/>
              <a:gd name="T75" fmla="*/ 158 h 267"/>
              <a:gd name="T76" fmla="*/ 1284 w 1440"/>
              <a:gd name="T77" fmla="*/ 152 h 267"/>
              <a:gd name="T78" fmla="*/ 1294 w 1440"/>
              <a:gd name="T79" fmla="*/ 123 h 267"/>
              <a:gd name="T80" fmla="*/ 1317 w 1440"/>
              <a:gd name="T81" fmla="*/ 125 h 267"/>
              <a:gd name="T82" fmla="*/ 1342 w 1440"/>
              <a:gd name="T83" fmla="*/ 121 h 267"/>
              <a:gd name="T84" fmla="*/ 1351 w 1440"/>
              <a:gd name="T85" fmla="*/ 112 h 267"/>
              <a:gd name="T86" fmla="*/ 1364 w 1440"/>
              <a:gd name="T87" fmla="*/ 159 h 267"/>
              <a:gd name="T88" fmla="*/ 1399 w 1440"/>
              <a:gd name="T89" fmla="*/ 156 h 267"/>
              <a:gd name="T90" fmla="*/ 1432 w 1440"/>
              <a:gd name="T91" fmla="*/ 120 h 267"/>
              <a:gd name="T92" fmla="*/ 1410 w 1440"/>
              <a:gd name="T93" fmla="*/ 176 h 267"/>
              <a:gd name="T94" fmla="*/ 1076 w 1440"/>
              <a:gd name="T95" fmla="*/ 242 h 267"/>
              <a:gd name="T96" fmla="*/ 1062 w 1440"/>
              <a:gd name="T97" fmla="*/ 225 h 267"/>
              <a:gd name="T98" fmla="*/ 1091 w 1440"/>
              <a:gd name="T99" fmla="*/ 208 h 267"/>
              <a:gd name="T100" fmla="*/ 1112 w 1440"/>
              <a:gd name="T101" fmla="*/ 233 h 267"/>
              <a:gd name="T102" fmla="*/ 1128 w 1440"/>
              <a:gd name="T103" fmla="*/ 224 h 267"/>
              <a:gd name="T104" fmla="*/ 1168 w 1440"/>
              <a:gd name="T105" fmla="*/ 255 h 267"/>
              <a:gd name="T106" fmla="*/ 1154 w 1440"/>
              <a:gd name="T107" fmla="*/ 236 h 267"/>
              <a:gd name="T108" fmla="*/ 1203 w 1440"/>
              <a:gd name="T109" fmla="*/ 256 h 267"/>
              <a:gd name="T110" fmla="*/ 1200 w 1440"/>
              <a:gd name="T111" fmla="*/ 213 h 267"/>
              <a:gd name="T112" fmla="*/ 1227 w 1440"/>
              <a:gd name="T113" fmla="*/ 256 h 267"/>
              <a:gd name="T114" fmla="*/ 1249 w 1440"/>
              <a:gd name="T115" fmla="*/ 260 h 267"/>
              <a:gd name="T116" fmla="*/ 1255 w 1440"/>
              <a:gd name="T117" fmla="*/ 205 h 267"/>
              <a:gd name="T118" fmla="*/ 1297 w 1440"/>
              <a:gd name="T119" fmla="*/ 226 h 267"/>
              <a:gd name="T120" fmla="*/ 1303 w 1440"/>
              <a:gd name="T121" fmla="*/ 243 h 267"/>
              <a:gd name="T122" fmla="*/ 1344 w 1440"/>
              <a:gd name="T123" fmla="*/ 229 h 267"/>
              <a:gd name="T124" fmla="*/ 1328 w 1440"/>
              <a:gd name="T125" fmla="*/ 239 h 267"/>
            </a:gdLst>
            <a:ahLst/>
            <a:cxnLst/>
            <a:rect l="0" t="0" r="r" b="b"/>
            <a:pathLst>
              <a:path w="1440" h="267">
                <a:moveTo>
                  <a:pt x="17" y="110"/>
                </a:moveTo>
                <a:cubicBezTo>
                  <a:pt x="3" y="110"/>
                  <a:pt x="3" y="110"/>
                  <a:pt x="3" y="110"/>
                </a:cubicBezTo>
                <a:cubicBezTo>
                  <a:pt x="3" y="1"/>
                  <a:pt x="3" y="1"/>
                  <a:pt x="3" y="1"/>
                </a:cubicBezTo>
                <a:cubicBezTo>
                  <a:pt x="81" y="83"/>
                  <a:pt x="81" y="83"/>
                  <a:pt x="81" y="83"/>
                </a:cubicBezTo>
                <a:cubicBezTo>
                  <a:pt x="81" y="7"/>
                  <a:pt x="81" y="7"/>
                  <a:pt x="81" y="7"/>
                </a:cubicBezTo>
                <a:cubicBezTo>
                  <a:pt x="95" y="7"/>
                  <a:pt x="95" y="7"/>
                  <a:pt x="95" y="7"/>
                </a:cubicBezTo>
                <a:cubicBezTo>
                  <a:pt x="95" y="117"/>
                  <a:pt x="95" y="117"/>
                  <a:pt x="95" y="117"/>
                </a:cubicBezTo>
                <a:cubicBezTo>
                  <a:pt x="17" y="35"/>
                  <a:pt x="17" y="35"/>
                  <a:pt x="17" y="35"/>
                </a:cubicBezTo>
                <a:lnTo>
                  <a:pt x="17" y="110"/>
                </a:lnTo>
                <a:close/>
                <a:moveTo>
                  <a:pt x="130" y="110"/>
                </a:moveTo>
                <a:cubicBezTo>
                  <a:pt x="145" y="110"/>
                  <a:pt x="145" y="110"/>
                  <a:pt x="145" y="110"/>
                </a:cubicBezTo>
                <a:cubicBezTo>
                  <a:pt x="178" y="33"/>
                  <a:pt x="178" y="33"/>
                  <a:pt x="178" y="33"/>
                </a:cubicBezTo>
                <a:cubicBezTo>
                  <a:pt x="210" y="109"/>
                  <a:pt x="210" y="109"/>
                  <a:pt x="210" y="109"/>
                </a:cubicBezTo>
                <a:cubicBezTo>
                  <a:pt x="210" y="110"/>
                  <a:pt x="210" y="110"/>
                  <a:pt x="210" y="110"/>
                </a:cubicBezTo>
                <a:cubicBezTo>
                  <a:pt x="225" y="110"/>
                  <a:pt x="225" y="110"/>
                  <a:pt x="225" y="110"/>
                </a:cubicBezTo>
                <a:cubicBezTo>
                  <a:pt x="178" y="0"/>
                  <a:pt x="178" y="0"/>
                  <a:pt x="178" y="0"/>
                </a:cubicBezTo>
                <a:lnTo>
                  <a:pt x="130" y="110"/>
                </a:lnTo>
                <a:close/>
                <a:moveTo>
                  <a:pt x="700" y="110"/>
                </a:moveTo>
                <a:cubicBezTo>
                  <a:pt x="715" y="110"/>
                  <a:pt x="715" y="110"/>
                  <a:pt x="715" y="110"/>
                </a:cubicBezTo>
                <a:cubicBezTo>
                  <a:pt x="748" y="33"/>
                  <a:pt x="748" y="33"/>
                  <a:pt x="748" y="33"/>
                </a:cubicBezTo>
                <a:cubicBezTo>
                  <a:pt x="780" y="109"/>
                  <a:pt x="780" y="109"/>
                  <a:pt x="780" y="109"/>
                </a:cubicBezTo>
                <a:cubicBezTo>
                  <a:pt x="780" y="110"/>
                  <a:pt x="780" y="110"/>
                  <a:pt x="780" y="110"/>
                </a:cubicBezTo>
                <a:cubicBezTo>
                  <a:pt x="795" y="110"/>
                  <a:pt x="795" y="110"/>
                  <a:pt x="795" y="110"/>
                </a:cubicBezTo>
                <a:cubicBezTo>
                  <a:pt x="748" y="0"/>
                  <a:pt x="748" y="0"/>
                  <a:pt x="748" y="0"/>
                </a:cubicBezTo>
                <a:lnTo>
                  <a:pt x="700" y="110"/>
                </a:lnTo>
                <a:close/>
                <a:moveTo>
                  <a:pt x="273" y="110"/>
                </a:moveTo>
                <a:cubicBezTo>
                  <a:pt x="286" y="110"/>
                  <a:pt x="286" y="110"/>
                  <a:pt x="286" y="110"/>
                </a:cubicBezTo>
                <a:cubicBezTo>
                  <a:pt x="286" y="20"/>
                  <a:pt x="286" y="20"/>
                  <a:pt x="286" y="20"/>
                </a:cubicBezTo>
                <a:cubicBezTo>
                  <a:pt x="317" y="20"/>
                  <a:pt x="317" y="20"/>
                  <a:pt x="317" y="20"/>
                </a:cubicBezTo>
                <a:cubicBezTo>
                  <a:pt x="317" y="7"/>
                  <a:pt x="317" y="7"/>
                  <a:pt x="317" y="7"/>
                </a:cubicBezTo>
                <a:cubicBezTo>
                  <a:pt x="242" y="7"/>
                  <a:pt x="242" y="7"/>
                  <a:pt x="242" y="7"/>
                </a:cubicBezTo>
                <a:cubicBezTo>
                  <a:pt x="242" y="20"/>
                  <a:pt x="242" y="20"/>
                  <a:pt x="242" y="20"/>
                </a:cubicBezTo>
                <a:cubicBezTo>
                  <a:pt x="273" y="20"/>
                  <a:pt x="273" y="20"/>
                  <a:pt x="273" y="20"/>
                </a:cubicBezTo>
                <a:lnTo>
                  <a:pt x="273" y="110"/>
                </a:lnTo>
                <a:close/>
                <a:moveTo>
                  <a:pt x="374" y="7"/>
                </a:moveTo>
                <a:cubicBezTo>
                  <a:pt x="360" y="7"/>
                  <a:pt x="360" y="7"/>
                  <a:pt x="360" y="7"/>
                </a:cubicBezTo>
                <a:cubicBezTo>
                  <a:pt x="360" y="110"/>
                  <a:pt x="360" y="110"/>
                  <a:pt x="360" y="110"/>
                </a:cubicBezTo>
                <a:cubicBezTo>
                  <a:pt x="374" y="110"/>
                  <a:pt x="374" y="110"/>
                  <a:pt x="374" y="110"/>
                </a:cubicBezTo>
                <a:lnTo>
                  <a:pt x="374" y="7"/>
                </a:lnTo>
                <a:close/>
                <a:moveTo>
                  <a:pt x="475" y="112"/>
                </a:moveTo>
                <a:cubicBezTo>
                  <a:pt x="445" y="112"/>
                  <a:pt x="421" y="88"/>
                  <a:pt x="421" y="59"/>
                </a:cubicBezTo>
                <a:cubicBezTo>
                  <a:pt x="421" y="29"/>
                  <a:pt x="445" y="5"/>
                  <a:pt x="475" y="5"/>
                </a:cubicBezTo>
                <a:cubicBezTo>
                  <a:pt x="505" y="5"/>
                  <a:pt x="528" y="29"/>
                  <a:pt x="528" y="59"/>
                </a:cubicBezTo>
                <a:cubicBezTo>
                  <a:pt x="528" y="88"/>
                  <a:pt x="505" y="112"/>
                  <a:pt x="475" y="112"/>
                </a:cubicBezTo>
                <a:close/>
                <a:moveTo>
                  <a:pt x="475" y="19"/>
                </a:moveTo>
                <a:cubicBezTo>
                  <a:pt x="453" y="19"/>
                  <a:pt x="435" y="37"/>
                  <a:pt x="435" y="59"/>
                </a:cubicBezTo>
                <a:cubicBezTo>
                  <a:pt x="435" y="81"/>
                  <a:pt x="453" y="99"/>
                  <a:pt x="475" y="99"/>
                </a:cubicBezTo>
                <a:cubicBezTo>
                  <a:pt x="497" y="99"/>
                  <a:pt x="514" y="81"/>
                  <a:pt x="514" y="59"/>
                </a:cubicBezTo>
                <a:cubicBezTo>
                  <a:pt x="514" y="37"/>
                  <a:pt x="497" y="19"/>
                  <a:pt x="475" y="19"/>
                </a:cubicBezTo>
                <a:close/>
                <a:moveTo>
                  <a:pt x="586" y="35"/>
                </a:moveTo>
                <a:cubicBezTo>
                  <a:pt x="664" y="117"/>
                  <a:pt x="664" y="117"/>
                  <a:pt x="664" y="117"/>
                </a:cubicBezTo>
                <a:cubicBezTo>
                  <a:pt x="664" y="7"/>
                  <a:pt x="664" y="7"/>
                  <a:pt x="664" y="7"/>
                </a:cubicBezTo>
                <a:cubicBezTo>
                  <a:pt x="650" y="7"/>
                  <a:pt x="650" y="7"/>
                  <a:pt x="650" y="7"/>
                </a:cubicBezTo>
                <a:cubicBezTo>
                  <a:pt x="650" y="83"/>
                  <a:pt x="650" y="83"/>
                  <a:pt x="650" y="83"/>
                </a:cubicBezTo>
                <a:cubicBezTo>
                  <a:pt x="572" y="1"/>
                  <a:pt x="572" y="1"/>
                  <a:pt x="572" y="1"/>
                </a:cubicBezTo>
                <a:cubicBezTo>
                  <a:pt x="572" y="110"/>
                  <a:pt x="572" y="110"/>
                  <a:pt x="572" y="110"/>
                </a:cubicBezTo>
                <a:cubicBezTo>
                  <a:pt x="586" y="110"/>
                  <a:pt x="586" y="110"/>
                  <a:pt x="586" y="110"/>
                </a:cubicBezTo>
                <a:lnTo>
                  <a:pt x="586" y="35"/>
                </a:lnTo>
                <a:close/>
                <a:moveTo>
                  <a:pt x="843" y="7"/>
                </a:moveTo>
                <a:cubicBezTo>
                  <a:pt x="830" y="7"/>
                  <a:pt x="830" y="7"/>
                  <a:pt x="830" y="7"/>
                </a:cubicBezTo>
                <a:cubicBezTo>
                  <a:pt x="830" y="110"/>
                  <a:pt x="830" y="110"/>
                  <a:pt x="830" y="110"/>
                </a:cubicBezTo>
                <a:cubicBezTo>
                  <a:pt x="885" y="110"/>
                  <a:pt x="885" y="110"/>
                  <a:pt x="885" y="110"/>
                </a:cubicBezTo>
                <a:cubicBezTo>
                  <a:pt x="885" y="97"/>
                  <a:pt x="885" y="97"/>
                  <a:pt x="885" y="97"/>
                </a:cubicBezTo>
                <a:cubicBezTo>
                  <a:pt x="843" y="97"/>
                  <a:pt x="843" y="97"/>
                  <a:pt x="843" y="97"/>
                </a:cubicBezTo>
                <a:lnTo>
                  <a:pt x="843" y="7"/>
                </a:lnTo>
                <a:close/>
                <a:moveTo>
                  <a:pt x="169" y="156"/>
                </a:moveTo>
                <a:cubicBezTo>
                  <a:pt x="139" y="156"/>
                  <a:pt x="116" y="179"/>
                  <a:pt x="116" y="209"/>
                </a:cubicBezTo>
                <a:cubicBezTo>
                  <a:pt x="116" y="240"/>
                  <a:pt x="139" y="262"/>
                  <a:pt x="169" y="262"/>
                </a:cubicBezTo>
                <a:cubicBezTo>
                  <a:pt x="175" y="262"/>
                  <a:pt x="188" y="261"/>
                  <a:pt x="200" y="252"/>
                </a:cubicBezTo>
                <a:cubicBezTo>
                  <a:pt x="200" y="252"/>
                  <a:pt x="200" y="252"/>
                  <a:pt x="200" y="252"/>
                </a:cubicBezTo>
                <a:cubicBezTo>
                  <a:pt x="200" y="234"/>
                  <a:pt x="200" y="234"/>
                  <a:pt x="200" y="234"/>
                </a:cubicBezTo>
                <a:cubicBezTo>
                  <a:pt x="198" y="236"/>
                  <a:pt x="198" y="236"/>
                  <a:pt x="198" y="236"/>
                </a:cubicBezTo>
                <a:cubicBezTo>
                  <a:pt x="196" y="239"/>
                  <a:pt x="192" y="242"/>
                  <a:pt x="187" y="245"/>
                </a:cubicBezTo>
                <a:cubicBezTo>
                  <a:pt x="181" y="247"/>
                  <a:pt x="175" y="249"/>
                  <a:pt x="169" y="249"/>
                </a:cubicBezTo>
                <a:cubicBezTo>
                  <a:pt x="142" y="249"/>
                  <a:pt x="130" y="226"/>
                  <a:pt x="130" y="210"/>
                </a:cubicBezTo>
                <a:cubicBezTo>
                  <a:pt x="130" y="187"/>
                  <a:pt x="147" y="169"/>
                  <a:pt x="169" y="169"/>
                </a:cubicBezTo>
                <a:cubicBezTo>
                  <a:pt x="174" y="169"/>
                  <a:pt x="180" y="170"/>
                  <a:pt x="185" y="173"/>
                </a:cubicBezTo>
                <a:cubicBezTo>
                  <a:pt x="190" y="175"/>
                  <a:pt x="194" y="178"/>
                  <a:pt x="198" y="182"/>
                </a:cubicBezTo>
                <a:cubicBezTo>
                  <a:pt x="200" y="184"/>
                  <a:pt x="200" y="184"/>
                  <a:pt x="200" y="184"/>
                </a:cubicBezTo>
                <a:cubicBezTo>
                  <a:pt x="200" y="166"/>
                  <a:pt x="200" y="166"/>
                  <a:pt x="200" y="166"/>
                </a:cubicBezTo>
                <a:cubicBezTo>
                  <a:pt x="200" y="166"/>
                  <a:pt x="200" y="166"/>
                  <a:pt x="200" y="166"/>
                </a:cubicBezTo>
                <a:cubicBezTo>
                  <a:pt x="191" y="159"/>
                  <a:pt x="181" y="156"/>
                  <a:pt x="169" y="156"/>
                </a:cubicBezTo>
                <a:close/>
                <a:moveTo>
                  <a:pt x="437" y="209"/>
                </a:moveTo>
                <a:cubicBezTo>
                  <a:pt x="437" y="225"/>
                  <a:pt x="431" y="238"/>
                  <a:pt x="419" y="249"/>
                </a:cubicBezTo>
                <a:cubicBezTo>
                  <a:pt x="409" y="257"/>
                  <a:pt x="399" y="261"/>
                  <a:pt x="382" y="261"/>
                </a:cubicBezTo>
                <a:cubicBezTo>
                  <a:pt x="360" y="261"/>
                  <a:pt x="360" y="261"/>
                  <a:pt x="360" y="261"/>
                </a:cubicBezTo>
                <a:cubicBezTo>
                  <a:pt x="360" y="157"/>
                  <a:pt x="360" y="157"/>
                  <a:pt x="360" y="157"/>
                </a:cubicBezTo>
                <a:cubicBezTo>
                  <a:pt x="382" y="157"/>
                  <a:pt x="382" y="157"/>
                  <a:pt x="382" y="157"/>
                </a:cubicBezTo>
                <a:cubicBezTo>
                  <a:pt x="393" y="157"/>
                  <a:pt x="407" y="159"/>
                  <a:pt x="420" y="170"/>
                </a:cubicBezTo>
                <a:cubicBezTo>
                  <a:pt x="426" y="175"/>
                  <a:pt x="437" y="187"/>
                  <a:pt x="437" y="209"/>
                </a:cubicBezTo>
                <a:close/>
                <a:moveTo>
                  <a:pt x="423" y="209"/>
                </a:moveTo>
                <a:cubicBezTo>
                  <a:pt x="423" y="186"/>
                  <a:pt x="407" y="171"/>
                  <a:pt x="382" y="171"/>
                </a:cubicBezTo>
                <a:cubicBezTo>
                  <a:pt x="374" y="171"/>
                  <a:pt x="374" y="171"/>
                  <a:pt x="374" y="171"/>
                </a:cubicBezTo>
                <a:cubicBezTo>
                  <a:pt x="374" y="247"/>
                  <a:pt x="374" y="247"/>
                  <a:pt x="374" y="247"/>
                </a:cubicBezTo>
                <a:cubicBezTo>
                  <a:pt x="382" y="247"/>
                  <a:pt x="382" y="247"/>
                  <a:pt x="382" y="247"/>
                </a:cubicBezTo>
                <a:cubicBezTo>
                  <a:pt x="390" y="247"/>
                  <a:pt x="401" y="246"/>
                  <a:pt x="410" y="239"/>
                </a:cubicBezTo>
                <a:cubicBezTo>
                  <a:pt x="416" y="234"/>
                  <a:pt x="423" y="224"/>
                  <a:pt x="423" y="209"/>
                </a:cubicBezTo>
                <a:close/>
                <a:moveTo>
                  <a:pt x="479" y="261"/>
                </a:moveTo>
                <a:cubicBezTo>
                  <a:pt x="541" y="261"/>
                  <a:pt x="541" y="261"/>
                  <a:pt x="541" y="261"/>
                </a:cubicBezTo>
                <a:cubicBezTo>
                  <a:pt x="541" y="247"/>
                  <a:pt x="541" y="247"/>
                  <a:pt x="541" y="247"/>
                </a:cubicBezTo>
                <a:cubicBezTo>
                  <a:pt x="493" y="247"/>
                  <a:pt x="493" y="247"/>
                  <a:pt x="493" y="247"/>
                </a:cubicBezTo>
                <a:cubicBezTo>
                  <a:pt x="493" y="211"/>
                  <a:pt x="493" y="211"/>
                  <a:pt x="493" y="211"/>
                </a:cubicBezTo>
                <a:cubicBezTo>
                  <a:pt x="535" y="211"/>
                  <a:pt x="535" y="211"/>
                  <a:pt x="535" y="211"/>
                </a:cubicBezTo>
                <a:cubicBezTo>
                  <a:pt x="535" y="198"/>
                  <a:pt x="535" y="198"/>
                  <a:pt x="535" y="198"/>
                </a:cubicBezTo>
                <a:cubicBezTo>
                  <a:pt x="493" y="198"/>
                  <a:pt x="493" y="198"/>
                  <a:pt x="493" y="198"/>
                </a:cubicBezTo>
                <a:cubicBezTo>
                  <a:pt x="493" y="171"/>
                  <a:pt x="493" y="171"/>
                  <a:pt x="493" y="171"/>
                </a:cubicBezTo>
                <a:cubicBezTo>
                  <a:pt x="541" y="171"/>
                  <a:pt x="541" y="171"/>
                  <a:pt x="541" y="171"/>
                </a:cubicBezTo>
                <a:cubicBezTo>
                  <a:pt x="541" y="157"/>
                  <a:pt x="541" y="157"/>
                  <a:pt x="541" y="157"/>
                </a:cubicBezTo>
                <a:cubicBezTo>
                  <a:pt x="479" y="157"/>
                  <a:pt x="479" y="157"/>
                  <a:pt x="479" y="157"/>
                </a:cubicBezTo>
                <a:lnTo>
                  <a:pt x="479" y="261"/>
                </a:lnTo>
                <a:close/>
                <a:moveTo>
                  <a:pt x="805" y="261"/>
                </a:moveTo>
                <a:cubicBezTo>
                  <a:pt x="866" y="261"/>
                  <a:pt x="866" y="261"/>
                  <a:pt x="866" y="261"/>
                </a:cubicBezTo>
                <a:cubicBezTo>
                  <a:pt x="866" y="247"/>
                  <a:pt x="866" y="247"/>
                  <a:pt x="866" y="247"/>
                </a:cubicBezTo>
                <a:cubicBezTo>
                  <a:pt x="819" y="247"/>
                  <a:pt x="819" y="247"/>
                  <a:pt x="819" y="247"/>
                </a:cubicBezTo>
                <a:cubicBezTo>
                  <a:pt x="819" y="211"/>
                  <a:pt x="819" y="211"/>
                  <a:pt x="819" y="211"/>
                </a:cubicBezTo>
                <a:cubicBezTo>
                  <a:pt x="860" y="211"/>
                  <a:pt x="860" y="211"/>
                  <a:pt x="860" y="211"/>
                </a:cubicBezTo>
                <a:cubicBezTo>
                  <a:pt x="860" y="198"/>
                  <a:pt x="860" y="198"/>
                  <a:pt x="860" y="198"/>
                </a:cubicBezTo>
                <a:cubicBezTo>
                  <a:pt x="819" y="198"/>
                  <a:pt x="819" y="198"/>
                  <a:pt x="819" y="198"/>
                </a:cubicBezTo>
                <a:cubicBezTo>
                  <a:pt x="819" y="171"/>
                  <a:pt x="819" y="171"/>
                  <a:pt x="819" y="171"/>
                </a:cubicBezTo>
                <a:cubicBezTo>
                  <a:pt x="866" y="171"/>
                  <a:pt x="866" y="171"/>
                  <a:pt x="866" y="171"/>
                </a:cubicBezTo>
                <a:cubicBezTo>
                  <a:pt x="866" y="157"/>
                  <a:pt x="866" y="157"/>
                  <a:pt x="866" y="157"/>
                </a:cubicBezTo>
                <a:cubicBezTo>
                  <a:pt x="805" y="157"/>
                  <a:pt x="805" y="157"/>
                  <a:pt x="805" y="157"/>
                </a:cubicBezTo>
                <a:lnTo>
                  <a:pt x="805" y="261"/>
                </a:lnTo>
                <a:close/>
                <a:moveTo>
                  <a:pt x="634" y="235"/>
                </a:moveTo>
                <a:cubicBezTo>
                  <a:pt x="595" y="149"/>
                  <a:pt x="595" y="149"/>
                  <a:pt x="595" y="149"/>
                </a:cubicBezTo>
                <a:cubicBezTo>
                  <a:pt x="578" y="261"/>
                  <a:pt x="578" y="261"/>
                  <a:pt x="578" y="261"/>
                </a:cubicBezTo>
                <a:cubicBezTo>
                  <a:pt x="592" y="261"/>
                  <a:pt x="592" y="261"/>
                  <a:pt x="592" y="261"/>
                </a:cubicBezTo>
                <a:cubicBezTo>
                  <a:pt x="601" y="194"/>
                  <a:pt x="601" y="194"/>
                  <a:pt x="601" y="194"/>
                </a:cubicBezTo>
                <a:cubicBezTo>
                  <a:pt x="634" y="267"/>
                  <a:pt x="634" y="267"/>
                  <a:pt x="634" y="267"/>
                </a:cubicBezTo>
                <a:cubicBezTo>
                  <a:pt x="668" y="194"/>
                  <a:pt x="668" y="194"/>
                  <a:pt x="668" y="194"/>
                </a:cubicBezTo>
                <a:cubicBezTo>
                  <a:pt x="677" y="261"/>
                  <a:pt x="677" y="261"/>
                  <a:pt x="677" y="261"/>
                </a:cubicBezTo>
                <a:cubicBezTo>
                  <a:pt x="691" y="261"/>
                  <a:pt x="691" y="261"/>
                  <a:pt x="691" y="261"/>
                </a:cubicBezTo>
                <a:cubicBezTo>
                  <a:pt x="674" y="148"/>
                  <a:pt x="674" y="148"/>
                  <a:pt x="674" y="148"/>
                </a:cubicBezTo>
                <a:lnTo>
                  <a:pt x="634" y="235"/>
                </a:lnTo>
                <a:close/>
                <a:moveTo>
                  <a:pt x="737" y="261"/>
                </a:moveTo>
                <a:cubicBezTo>
                  <a:pt x="751" y="261"/>
                  <a:pt x="751" y="261"/>
                  <a:pt x="751" y="261"/>
                </a:cubicBezTo>
                <a:cubicBezTo>
                  <a:pt x="751" y="157"/>
                  <a:pt x="751" y="157"/>
                  <a:pt x="751" y="157"/>
                </a:cubicBezTo>
                <a:cubicBezTo>
                  <a:pt x="737" y="157"/>
                  <a:pt x="737" y="157"/>
                  <a:pt x="737" y="157"/>
                </a:cubicBezTo>
                <a:lnTo>
                  <a:pt x="737" y="261"/>
                </a:lnTo>
                <a:close/>
                <a:moveTo>
                  <a:pt x="955" y="211"/>
                </a:moveTo>
                <a:cubicBezTo>
                  <a:pt x="950" y="207"/>
                  <a:pt x="945" y="204"/>
                  <a:pt x="939" y="201"/>
                </a:cubicBezTo>
                <a:cubicBezTo>
                  <a:pt x="929" y="197"/>
                  <a:pt x="929" y="197"/>
                  <a:pt x="929" y="197"/>
                </a:cubicBezTo>
                <a:cubicBezTo>
                  <a:pt x="925" y="195"/>
                  <a:pt x="922" y="194"/>
                  <a:pt x="919" y="191"/>
                </a:cubicBezTo>
                <a:cubicBezTo>
                  <a:pt x="916" y="189"/>
                  <a:pt x="916" y="187"/>
                  <a:pt x="916" y="183"/>
                </a:cubicBezTo>
                <a:cubicBezTo>
                  <a:pt x="916" y="175"/>
                  <a:pt x="922" y="169"/>
                  <a:pt x="931" y="169"/>
                </a:cubicBezTo>
                <a:cubicBezTo>
                  <a:pt x="936" y="169"/>
                  <a:pt x="940" y="171"/>
                  <a:pt x="942" y="172"/>
                </a:cubicBezTo>
                <a:cubicBezTo>
                  <a:pt x="944" y="174"/>
                  <a:pt x="946" y="177"/>
                  <a:pt x="947" y="179"/>
                </a:cubicBezTo>
                <a:cubicBezTo>
                  <a:pt x="948" y="181"/>
                  <a:pt x="948" y="181"/>
                  <a:pt x="948" y="181"/>
                </a:cubicBezTo>
                <a:cubicBezTo>
                  <a:pt x="959" y="173"/>
                  <a:pt x="959" y="173"/>
                  <a:pt x="959" y="173"/>
                </a:cubicBezTo>
                <a:cubicBezTo>
                  <a:pt x="958" y="172"/>
                  <a:pt x="958" y="172"/>
                  <a:pt x="958" y="172"/>
                </a:cubicBezTo>
                <a:cubicBezTo>
                  <a:pt x="956" y="167"/>
                  <a:pt x="952" y="163"/>
                  <a:pt x="948" y="161"/>
                </a:cubicBezTo>
                <a:cubicBezTo>
                  <a:pt x="943" y="157"/>
                  <a:pt x="938" y="156"/>
                  <a:pt x="931" y="156"/>
                </a:cubicBezTo>
                <a:cubicBezTo>
                  <a:pt x="914" y="156"/>
                  <a:pt x="902" y="167"/>
                  <a:pt x="902" y="183"/>
                </a:cubicBezTo>
                <a:cubicBezTo>
                  <a:pt x="902" y="190"/>
                  <a:pt x="904" y="195"/>
                  <a:pt x="909" y="200"/>
                </a:cubicBezTo>
                <a:cubicBezTo>
                  <a:pt x="913" y="205"/>
                  <a:pt x="918" y="207"/>
                  <a:pt x="922" y="209"/>
                </a:cubicBezTo>
                <a:cubicBezTo>
                  <a:pt x="932" y="213"/>
                  <a:pt x="932" y="213"/>
                  <a:pt x="932" y="213"/>
                </a:cubicBezTo>
                <a:cubicBezTo>
                  <a:pt x="937" y="215"/>
                  <a:pt x="941" y="217"/>
                  <a:pt x="944" y="220"/>
                </a:cubicBezTo>
                <a:cubicBezTo>
                  <a:pt x="947" y="223"/>
                  <a:pt x="948" y="226"/>
                  <a:pt x="948" y="231"/>
                </a:cubicBezTo>
                <a:cubicBezTo>
                  <a:pt x="948" y="240"/>
                  <a:pt x="942" y="249"/>
                  <a:pt x="929" y="249"/>
                </a:cubicBezTo>
                <a:cubicBezTo>
                  <a:pt x="924" y="249"/>
                  <a:pt x="919" y="247"/>
                  <a:pt x="916" y="244"/>
                </a:cubicBezTo>
                <a:cubicBezTo>
                  <a:pt x="913" y="241"/>
                  <a:pt x="911" y="236"/>
                  <a:pt x="910" y="232"/>
                </a:cubicBezTo>
                <a:cubicBezTo>
                  <a:pt x="910" y="230"/>
                  <a:pt x="910" y="230"/>
                  <a:pt x="910" y="230"/>
                </a:cubicBezTo>
                <a:cubicBezTo>
                  <a:pt x="896" y="234"/>
                  <a:pt x="896" y="234"/>
                  <a:pt x="896" y="234"/>
                </a:cubicBezTo>
                <a:cubicBezTo>
                  <a:pt x="897" y="235"/>
                  <a:pt x="897" y="235"/>
                  <a:pt x="897" y="235"/>
                </a:cubicBezTo>
                <a:cubicBezTo>
                  <a:pt x="898" y="243"/>
                  <a:pt x="902" y="249"/>
                  <a:pt x="906" y="254"/>
                </a:cubicBezTo>
                <a:cubicBezTo>
                  <a:pt x="912" y="260"/>
                  <a:pt x="920" y="262"/>
                  <a:pt x="929" y="262"/>
                </a:cubicBezTo>
                <a:cubicBezTo>
                  <a:pt x="948" y="262"/>
                  <a:pt x="962" y="249"/>
                  <a:pt x="962" y="230"/>
                </a:cubicBezTo>
                <a:cubicBezTo>
                  <a:pt x="962" y="222"/>
                  <a:pt x="960" y="216"/>
                  <a:pt x="955" y="211"/>
                </a:cubicBezTo>
                <a:close/>
                <a:moveTo>
                  <a:pt x="0" y="261"/>
                </a:moveTo>
                <a:cubicBezTo>
                  <a:pt x="15" y="261"/>
                  <a:pt x="15" y="261"/>
                  <a:pt x="15" y="261"/>
                </a:cubicBezTo>
                <a:cubicBezTo>
                  <a:pt x="48" y="184"/>
                  <a:pt x="48" y="184"/>
                  <a:pt x="48" y="184"/>
                </a:cubicBezTo>
                <a:cubicBezTo>
                  <a:pt x="79" y="260"/>
                  <a:pt x="79" y="260"/>
                  <a:pt x="79" y="260"/>
                </a:cubicBezTo>
                <a:cubicBezTo>
                  <a:pt x="80" y="261"/>
                  <a:pt x="80" y="261"/>
                  <a:pt x="80" y="261"/>
                </a:cubicBezTo>
                <a:cubicBezTo>
                  <a:pt x="95" y="261"/>
                  <a:pt x="95" y="261"/>
                  <a:pt x="95" y="261"/>
                </a:cubicBezTo>
                <a:cubicBezTo>
                  <a:pt x="48" y="151"/>
                  <a:pt x="48" y="151"/>
                  <a:pt x="48" y="151"/>
                </a:cubicBezTo>
                <a:lnTo>
                  <a:pt x="0" y="261"/>
                </a:lnTo>
                <a:close/>
                <a:moveTo>
                  <a:pt x="229" y="261"/>
                </a:moveTo>
                <a:cubicBezTo>
                  <a:pt x="244" y="261"/>
                  <a:pt x="244" y="261"/>
                  <a:pt x="244" y="261"/>
                </a:cubicBezTo>
                <a:cubicBezTo>
                  <a:pt x="277" y="184"/>
                  <a:pt x="277" y="184"/>
                  <a:pt x="277" y="184"/>
                </a:cubicBezTo>
                <a:cubicBezTo>
                  <a:pt x="309" y="260"/>
                  <a:pt x="309" y="260"/>
                  <a:pt x="309" y="260"/>
                </a:cubicBezTo>
                <a:cubicBezTo>
                  <a:pt x="309" y="261"/>
                  <a:pt x="309" y="261"/>
                  <a:pt x="309" y="261"/>
                </a:cubicBezTo>
                <a:cubicBezTo>
                  <a:pt x="324" y="261"/>
                  <a:pt x="324" y="261"/>
                  <a:pt x="324" y="261"/>
                </a:cubicBezTo>
                <a:cubicBezTo>
                  <a:pt x="277" y="151"/>
                  <a:pt x="277" y="151"/>
                  <a:pt x="277" y="151"/>
                </a:cubicBezTo>
                <a:lnTo>
                  <a:pt x="229" y="261"/>
                </a:lnTo>
                <a:close/>
                <a:moveTo>
                  <a:pt x="1071" y="11"/>
                </a:moveTo>
                <a:cubicBezTo>
                  <a:pt x="1071" y="18"/>
                  <a:pt x="1071" y="18"/>
                  <a:pt x="1071" y="18"/>
                </a:cubicBezTo>
                <a:cubicBezTo>
                  <a:pt x="1075" y="18"/>
                  <a:pt x="1075" y="18"/>
                  <a:pt x="1075" y="18"/>
                </a:cubicBezTo>
                <a:cubicBezTo>
                  <a:pt x="1077" y="9"/>
                  <a:pt x="1077" y="9"/>
                  <a:pt x="1077" y="9"/>
                </a:cubicBezTo>
                <a:cubicBezTo>
                  <a:pt x="1076" y="8"/>
                  <a:pt x="1074" y="7"/>
                  <a:pt x="1072" y="6"/>
                </a:cubicBezTo>
                <a:cubicBezTo>
                  <a:pt x="1070" y="6"/>
                  <a:pt x="1067" y="6"/>
                  <a:pt x="1064" y="6"/>
                </a:cubicBezTo>
                <a:cubicBezTo>
                  <a:pt x="1061" y="6"/>
                  <a:pt x="1058" y="6"/>
                  <a:pt x="1056" y="7"/>
                </a:cubicBezTo>
                <a:cubicBezTo>
                  <a:pt x="1053" y="9"/>
                  <a:pt x="1051" y="10"/>
                  <a:pt x="1049" y="12"/>
                </a:cubicBezTo>
                <a:cubicBezTo>
                  <a:pt x="1048" y="14"/>
                  <a:pt x="1047" y="17"/>
                  <a:pt x="1047" y="20"/>
                </a:cubicBezTo>
                <a:cubicBezTo>
                  <a:pt x="1047" y="22"/>
                  <a:pt x="1048" y="24"/>
                  <a:pt x="1049" y="26"/>
                </a:cubicBezTo>
                <a:cubicBezTo>
                  <a:pt x="1050" y="28"/>
                  <a:pt x="1051" y="30"/>
                  <a:pt x="1053" y="31"/>
                </a:cubicBezTo>
                <a:cubicBezTo>
                  <a:pt x="1055" y="32"/>
                  <a:pt x="1057" y="34"/>
                  <a:pt x="1059" y="35"/>
                </a:cubicBezTo>
                <a:cubicBezTo>
                  <a:pt x="1062" y="37"/>
                  <a:pt x="1064" y="39"/>
                  <a:pt x="1066" y="40"/>
                </a:cubicBezTo>
                <a:cubicBezTo>
                  <a:pt x="1067" y="42"/>
                  <a:pt x="1068" y="44"/>
                  <a:pt x="1068" y="47"/>
                </a:cubicBezTo>
                <a:cubicBezTo>
                  <a:pt x="1068" y="49"/>
                  <a:pt x="1067" y="52"/>
                  <a:pt x="1065" y="53"/>
                </a:cubicBezTo>
                <a:cubicBezTo>
                  <a:pt x="1062" y="55"/>
                  <a:pt x="1060" y="56"/>
                  <a:pt x="1057" y="56"/>
                </a:cubicBezTo>
                <a:cubicBezTo>
                  <a:pt x="1055" y="56"/>
                  <a:pt x="1053" y="56"/>
                  <a:pt x="1052" y="55"/>
                </a:cubicBezTo>
                <a:cubicBezTo>
                  <a:pt x="1050" y="55"/>
                  <a:pt x="1049" y="54"/>
                  <a:pt x="1048" y="54"/>
                </a:cubicBezTo>
                <a:cubicBezTo>
                  <a:pt x="1048" y="46"/>
                  <a:pt x="1048" y="46"/>
                  <a:pt x="1048" y="46"/>
                </a:cubicBezTo>
                <a:cubicBezTo>
                  <a:pt x="1044" y="46"/>
                  <a:pt x="1044" y="46"/>
                  <a:pt x="1044" y="46"/>
                </a:cubicBezTo>
                <a:cubicBezTo>
                  <a:pt x="1042" y="56"/>
                  <a:pt x="1042" y="56"/>
                  <a:pt x="1042" y="56"/>
                </a:cubicBezTo>
                <a:cubicBezTo>
                  <a:pt x="1043" y="57"/>
                  <a:pt x="1045" y="58"/>
                  <a:pt x="1048" y="58"/>
                </a:cubicBezTo>
                <a:cubicBezTo>
                  <a:pt x="1051" y="59"/>
                  <a:pt x="1054" y="59"/>
                  <a:pt x="1057" y="59"/>
                </a:cubicBezTo>
                <a:cubicBezTo>
                  <a:pt x="1060" y="59"/>
                  <a:pt x="1063" y="59"/>
                  <a:pt x="1066" y="57"/>
                </a:cubicBezTo>
                <a:cubicBezTo>
                  <a:pt x="1069" y="56"/>
                  <a:pt x="1071" y="54"/>
                  <a:pt x="1073" y="52"/>
                </a:cubicBezTo>
                <a:cubicBezTo>
                  <a:pt x="1074" y="50"/>
                  <a:pt x="1075" y="47"/>
                  <a:pt x="1075" y="44"/>
                </a:cubicBezTo>
                <a:cubicBezTo>
                  <a:pt x="1075" y="42"/>
                  <a:pt x="1074" y="40"/>
                  <a:pt x="1073" y="38"/>
                </a:cubicBezTo>
                <a:cubicBezTo>
                  <a:pt x="1072" y="36"/>
                  <a:pt x="1071" y="35"/>
                  <a:pt x="1069" y="34"/>
                </a:cubicBezTo>
                <a:cubicBezTo>
                  <a:pt x="1068" y="32"/>
                  <a:pt x="1066" y="31"/>
                  <a:pt x="1064" y="29"/>
                </a:cubicBezTo>
                <a:cubicBezTo>
                  <a:pt x="1060" y="27"/>
                  <a:pt x="1058" y="25"/>
                  <a:pt x="1056" y="24"/>
                </a:cubicBezTo>
                <a:cubicBezTo>
                  <a:pt x="1055" y="22"/>
                  <a:pt x="1054" y="20"/>
                  <a:pt x="1054" y="17"/>
                </a:cubicBezTo>
                <a:cubicBezTo>
                  <a:pt x="1054" y="15"/>
                  <a:pt x="1055" y="13"/>
                  <a:pt x="1057" y="11"/>
                </a:cubicBezTo>
                <a:cubicBezTo>
                  <a:pt x="1059" y="10"/>
                  <a:pt x="1061" y="9"/>
                  <a:pt x="1064" y="9"/>
                </a:cubicBezTo>
                <a:cubicBezTo>
                  <a:pt x="1065" y="9"/>
                  <a:pt x="1067" y="9"/>
                  <a:pt x="1068" y="10"/>
                </a:cubicBezTo>
                <a:cubicBezTo>
                  <a:pt x="1069" y="10"/>
                  <a:pt x="1070" y="10"/>
                  <a:pt x="1071" y="11"/>
                </a:cubicBezTo>
                <a:close/>
                <a:moveTo>
                  <a:pt x="1107" y="27"/>
                </a:moveTo>
                <a:cubicBezTo>
                  <a:pt x="1108" y="27"/>
                  <a:pt x="1108" y="27"/>
                  <a:pt x="1108" y="27"/>
                </a:cubicBezTo>
                <a:cubicBezTo>
                  <a:pt x="1110" y="20"/>
                  <a:pt x="1110" y="20"/>
                  <a:pt x="1110" y="20"/>
                </a:cubicBezTo>
                <a:cubicBezTo>
                  <a:pt x="1109" y="20"/>
                  <a:pt x="1108" y="19"/>
                  <a:pt x="1107" y="19"/>
                </a:cubicBezTo>
                <a:cubicBezTo>
                  <a:pt x="1105" y="19"/>
                  <a:pt x="1104" y="19"/>
                  <a:pt x="1102" y="19"/>
                </a:cubicBezTo>
                <a:cubicBezTo>
                  <a:pt x="1098" y="19"/>
                  <a:pt x="1094" y="20"/>
                  <a:pt x="1091" y="22"/>
                </a:cubicBezTo>
                <a:cubicBezTo>
                  <a:pt x="1088" y="25"/>
                  <a:pt x="1086" y="28"/>
                  <a:pt x="1084" y="32"/>
                </a:cubicBezTo>
                <a:cubicBezTo>
                  <a:pt x="1083" y="36"/>
                  <a:pt x="1082" y="40"/>
                  <a:pt x="1082" y="43"/>
                </a:cubicBezTo>
                <a:cubicBezTo>
                  <a:pt x="1082" y="48"/>
                  <a:pt x="1083" y="52"/>
                  <a:pt x="1085" y="55"/>
                </a:cubicBezTo>
                <a:cubicBezTo>
                  <a:pt x="1087" y="58"/>
                  <a:pt x="1091" y="59"/>
                  <a:pt x="1094" y="59"/>
                </a:cubicBezTo>
                <a:cubicBezTo>
                  <a:pt x="1098" y="59"/>
                  <a:pt x="1100" y="59"/>
                  <a:pt x="1102" y="57"/>
                </a:cubicBezTo>
                <a:cubicBezTo>
                  <a:pt x="1105" y="56"/>
                  <a:pt x="1106" y="54"/>
                  <a:pt x="1108" y="53"/>
                </a:cubicBezTo>
                <a:cubicBezTo>
                  <a:pt x="1106" y="50"/>
                  <a:pt x="1106" y="50"/>
                  <a:pt x="1106" y="50"/>
                </a:cubicBezTo>
                <a:cubicBezTo>
                  <a:pt x="1105" y="52"/>
                  <a:pt x="1103" y="53"/>
                  <a:pt x="1102" y="54"/>
                </a:cubicBezTo>
                <a:cubicBezTo>
                  <a:pt x="1100" y="54"/>
                  <a:pt x="1099" y="55"/>
                  <a:pt x="1097" y="55"/>
                </a:cubicBezTo>
                <a:cubicBezTo>
                  <a:pt x="1094" y="55"/>
                  <a:pt x="1092" y="54"/>
                  <a:pt x="1091" y="52"/>
                </a:cubicBezTo>
                <a:cubicBezTo>
                  <a:pt x="1090" y="50"/>
                  <a:pt x="1089" y="47"/>
                  <a:pt x="1089" y="43"/>
                </a:cubicBezTo>
                <a:cubicBezTo>
                  <a:pt x="1089" y="39"/>
                  <a:pt x="1090" y="35"/>
                  <a:pt x="1091" y="32"/>
                </a:cubicBezTo>
                <a:cubicBezTo>
                  <a:pt x="1092" y="30"/>
                  <a:pt x="1093" y="27"/>
                  <a:pt x="1095" y="26"/>
                </a:cubicBezTo>
                <a:cubicBezTo>
                  <a:pt x="1097" y="24"/>
                  <a:pt x="1099" y="23"/>
                  <a:pt x="1101" y="23"/>
                </a:cubicBezTo>
                <a:cubicBezTo>
                  <a:pt x="1102" y="23"/>
                  <a:pt x="1105" y="24"/>
                  <a:pt x="1107" y="27"/>
                </a:cubicBezTo>
                <a:close/>
                <a:moveTo>
                  <a:pt x="1124" y="52"/>
                </a:moveTo>
                <a:cubicBezTo>
                  <a:pt x="1129" y="19"/>
                  <a:pt x="1129" y="19"/>
                  <a:pt x="1129" y="19"/>
                </a:cubicBezTo>
                <a:cubicBezTo>
                  <a:pt x="1128" y="19"/>
                  <a:pt x="1128" y="19"/>
                  <a:pt x="1128" y="19"/>
                </a:cubicBezTo>
                <a:cubicBezTo>
                  <a:pt x="1118" y="20"/>
                  <a:pt x="1118" y="20"/>
                  <a:pt x="1118" y="20"/>
                </a:cubicBezTo>
                <a:cubicBezTo>
                  <a:pt x="1117" y="23"/>
                  <a:pt x="1117" y="23"/>
                  <a:pt x="1117" y="23"/>
                </a:cubicBezTo>
                <a:cubicBezTo>
                  <a:pt x="1122" y="24"/>
                  <a:pt x="1122" y="24"/>
                  <a:pt x="1122" y="24"/>
                </a:cubicBezTo>
                <a:cubicBezTo>
                  <a:pt x="1121" y="31"/>
                  <a:pt x="1120" y="37"/>
                  <a:pt x="1119" y="41"/>
                </a:cubicBezTo>
                <a:cubicBezTo>
                  <a:pt x="1118" y="49"/>
                  <a:pt x="1117" y="54"/>
                  <a:pt x="1117" y="55"/>
                </a:cubicBezTo>
                <a:cubicBezTo>
                  <a:pt x="1117" y="56"/>
                  <a:pt x="1118" y="57"/>
                  <a:pt x="1118" y="58"/>
                </a:cubicBezTo>
                <a:cubicBezTo>
                  <a:pt x="1119" y="59"/>
                  <a:pt x="1120" y="59"/>
                  <a:pt x="1122" y="59"/>
                </a:cubicBezTo>
                <a:cubicBezTo>
                  <a:pt x="1124" y="59"/>
                  <a:pt x="1125" y="59"/>
                  <a:pt x="1127" y="58"/>
                </a:cubicBezTo>
                <a:cubicBezTo>
                  <a:pt x="1128" y="57"/>
                  <a:pt x="1129" y="55"/>
                  <a:pt x="1130" y="54"/>
                </a:cubicBezTo>
                <a:cubicBezTo>
                  <a:pt x="1129" y="53"/>
                  <a:pt x="1129" y="53"/>
                  <a:pt x="1129" y="53"/>
                </a:cubicBezTo>
                <a:cubicBezTo>
                  <a:pt x="1128" y="54"/>
                  <a:pt x="1128" y="54"/>
                  <a:pt x="1127" y="54"/>
                </a:cubicBezTo>
                <a:cubicBezTo>
                  <a:pt x="1126" y="55"/>
                  <a:pt x="1126" y="55"/>
                  <a:pt x="1125" y="55"/>
                </a:cubicBezTo>
                <a:cubicBezTo>
                  <a:pt x="1125" y="55"/>
                  <a:pt x="1125" y="55"/>
                  <a:pt x="1125" y="54"/>
                </a:cubicBezTo>
                <a:cubicBezTo>
                  <a:pt x="1124" y="54"/>
                  <a:pt x="1124" y="54"/>
                  <a:pt x="1124" y="53"/>
                </a:cubicBezTo>
                <a:lnTo>
                  <a:pt x="1124" y="52"/>
                </a:lnTo>
                <a:close/>
                <a:moveTo>
                  <a:pt x="1127" y="11"/>
                </a:moveTo>
                <a:cubicBezTo>
                  <a:pt x="1128" y="11"/>
                  <a:pt x="1129" y="11"/>
                  <a:pt x="1130" y="10"/>
                </a:cubicBezTo>
                <a:cubicBezTo>
                  <a:pt x="1131" y="9"/>
                  <a:pt x="1131" y="7"/>
                  <a:pt x="1131" y="6"/>
                </a:cubicBezTo>
                <a:cubicBezTo>
                  <a:pt x="1131" y="5"/>
                  <a:pt x="1131" y="4"/>
                  <a:pt x="1130" y="3"/>
                </a:cubicBezTo>
                <a:cubicBezTo>
                  <a:pt x="1130" y="3"/>
                  <a:pt x="1129" y="2"/>
                  <a:pt x="1128" y="2"/>
                </a:cubicBezTo>
                <a:cubicBezTo>
                  <a:pt x="1126" y="2"/>
                  <a:pt x="1125" y="3"/>
                  <a:pt x="1124" y="4"/>
                </a:cubicBezTo>
                <a:cubicBezTo>
                  <a:pt x="1123" y="5"/>
                  <a:pt x="1123" y="6"/>
                  <a:pt x="1123" y="7"/>
                </a:cubicBezTo>
                <a:cubicBezTo>
                  <a:pt x="1123" y="8"/>
                  <a:pt x="1123" y="9"/>
                  <a:pt x="1124" y="10"/>
                </a:cubicBezTo>
                <a:cubicBezTo>
                  <a:pt x="1125" y="11"/>
                  <a:pt x="1126" y="11"/>
                  <a:pt x="1127" y="11"/>
                </a:cubicBezTo>
                <a:close/>
                <a:moveTo>
                  <a:pt x="1166" y="52"/>
                </a:moveTo>
                <a:cubicBezTo>
                  <a:pt x="1165" y="49"/>
                  <a:pt x="1165" y="49"/>
                  <a:pt x="1165" y="49"/>
                </a:cubicBezTo>
                <a:cubicBezTo>
                  <a:pt x="1163" y="51"/>
                  <a:pt x="1161" y="52"/>
                  <a:pt x="1159" y="53"/>
                </a:cubicBezTo>
                <a:cubicBezTo>
                  <a:pt x="1157" y="54"/>
                  <a:pt x="1155" y="55"/>
                  <a:pt x="1153" y="55"/>
                </a:cubicBezTo>
                <a:cubicBezTo>
                  <a:pt x="1150" y="55"/>
                  <a:pt x="1148" y="54"/>
                  <a:pt x="1147" y="51"/>
                </a:cubicBezTo>
                <a:cubicBezTo>
                  <a:pt x="1145" y="49"/>
                  <a:pt x="1145" y="46"/>
                  <a:pt x="1145" y="43"/>
                </a:cubicBezTo>
                <a:cubicBezTo>
                  <a:pt x="1148" y="43"/>
                  <a:pt x="1151" y="42"/>
                  <a:pt x="1155" y="41"/>
                </a:cubicBezTo>
                <a:cubicBezTo>
                  <a:pt x="1158" y="40"/>
                  <a:pt x="1162" y="38"/>
                  <a:pt x="1164" y="36"/>
                </a:cubicBezTo>
                <a:cubicBezTo>
                  <a:pt x="1167" y="33"/>
                  <a:pt x="1168" y="31"/>
                  <a:pt x="1168" y="27"/>
                </a:cubicBezTo>
                <a:cubicBezTo>
                  <a:pt x="1168" y="25"/>
                  <a:pt x="1167" y="23"/>
                  <a:pt x="1166" y="21"/>
                </a:cubicBezTo>
                <a:cubicBezTo>
                  <a:pt x="1164" y="19"/>
                  <a:pt x="1162" y="19"/>
                  <a:pt x="1158" y="19"/>
                </a:cubicBezTo>
                <a:cubicBezTo>
                  <a:pt x="1154" y="19"/>
                  <a:pt x="1151" y="20"/>
                  <a:pt x="1148" y="22"/>
                </a:cubicBezTo>
                <a:cubicBezTo>
                  <a:pt x="1145" y="24"/>
                  <a:pt x="1142" y="28"/>
                  <a:pt x="1140" y="31"/>
                </a:cubicBezTo>
                <a:cubicBezTo>
                  <a:pt x="1138" y="35"/>
                  <a:pt x="1138" y="40"/>
                  <a:pt x="1138" y="44"/>
                </a:cubicBezTo>
                <a:cubicBezTo>
                  <a:pt x="1138" y="47"/>
                  <a:pt x="1138" y="49"/>
                  <a:pt x="1139" y="52"/>
                </a:cubicBezTo>
                <a:cubicBezTo>
                  <a:pt x="1140" y="54"/>
                  <a:pt x="1142" y="56"/>
                  <a:pt x="1144" y="57"/>
                </a:cubicBezTo>
                <a:cubicBezTo>
                  <a:pt x="1146" y="59"/>
                  <a:pt x="1148" y="59"/>
                  <a:pt x="1151" y="59"/>
                </a:cubicBezTo>
                <a:cubicBezTo>
                  <a:pt x="1155" y="59"/>
                  <a:pt x="1158" y="58"/>
                  <a:pt x="1160" y="57"/>
                </a:cubicBezTo>
                <a:cubicBezTo>
                  <a:pt x="1163" y="55"/>
                  <a:pt x="1165" y="54"/>
                  <a:pt x="1166" y="52"/>
                </a:cubicBezTo>
                <a:close/>
                <a:moveTo>
                  <a:pt x="1157" y="22"/>
                </a:moveTo>
                <a:cubicBezTo>
                  <a:pt x="1158" y="22"/>
                  <a:pt x="1159" y="23"/>
                  <a:pt x="1160" y="24"/>
                </a:cubicBezTo>
                <a:cubicBezTo>
                  <a:pt x="1161" y="25"/>
                  <a:pt x="1161" y="26"/>
                  <a:pt x="1161" y="28"/>
                </a:cubicBezTo>
                <a:cubicBezTo>
                  <a:pt x="1161" y="30"/>
                  <a:pt x="1161" y="32"/>
                  <a:pt x="1159" y="34"/>
                </a:cubicBezTo>
                <a:cubicBezTo>
                  <a:pt x="1157" y="35"/>
                  <a:pt x="1155" y="37"/>
                  <a:pt x="1152" y="38"/>
                </a:cubicBezTo>
                <a:cubicBezTo>
                  <a:pt x="1150" y="39"/>
                  <a:pt x="1147" y="39"/>
                  <a:pt x="1145" y="39"/>
                </a:cubicBezTo>
                <a:cubicBezTo>
                  <a:pt x="1145" y="37"/>
                  <a:pt x="1146" y="34"/>
                  <a:pt x="1147" y="32"/>
                </a:cubicBezTo>
                <a:cubicBezTo>
                  <a:pt x="1148" y="29"/>
                  <a:pt x="1149" y="27"/>
                  <a:pt x="1151" y="25"/>
                </a:cubicBezTo>
                <a:cubicBezTo>
                  <a:pt x="1152" y="23"/>
                  <a:pt x="1154" y="22"/>
                  <a:pt x="1157" y="22"/>
                </a:cubicBezTo>
                <a:close/>
                <a:moveTo>
                  <a:pt x="1187" y="28"/>
                </a:moveTo>
                <a:cubicBezTo>
                  <a:pt x="1188" y="19"/>
                  <a:pt x="1188" y="19"/>
                  <a:pt x="1188" y="19"/>
                </a:cubicBezTo>
                <a:cubicBezTo>
                  <a:pt x="1186" y="19"/>
                  <a:pt x="1186" y="19"/>
                  <a:pt x="1186" y="19"/>
                </a:cubicBezTo>
                <a:cubicBezTo>
                  <a:pt x="1178" y="20"/>
                  <a:pt x="1178" y="20"/>
                  <a:pt x="1178" y="20"/>
                </a:cubicBezTo>
                <a:cubicBezTo>
                  <a:pt x="1177" y="23"/>
                  <a:pt x="1177" y="23"/>
                  <a:pt x="1177" y="23"/>
                </a:cubicBezTo>
                <a:cubicBezTo>
                  <a:pt x="1180" y="25"/>
                  <a:pt x="1180" y="25"/>
                  <a:pt x="1180" y="25"/>
                </a:cubicBezTo>
                <a:cubicBezTo>
                  <a:pt x="1176" y="58"/>
                  <a:pt x="1176" y="58"/>
                  <a:pt x="1176" y="58"/>
                </a:cubicBezTo>
                <a:cubicBezTo>
                  <a:pt x="1183" y="58"/>
                  <a:pt x="1183" y="58"/>
                  <a:pt x="1183" y="58"/>
                </a:cubicBezTo>
                <a:cubicBezTo>
                  <a:pt x="1186" y="33"/>
                  <a:pt x="1186" y="33"/>
                  <a:pt x="1186" y="33"/>
                </a:cubicBezTo>
                <a:cubicBezTo>
                  <a:pt x="1188" y="31"/>
                  <a:pt x="1190" y="28"/>
                  <a:pt x="1192" y="26"/>
                </a:cubicBezTo>
                <a:cubicBezTo>
                  <a:pt x="1194" y="25"/>
                  <a:pt x="1196" y="24"/>
                  <a:pt x="1198" y="24"/>
                </a:cubicBezTo>
                <a:cubicBezTo>
                  <a:pt x="1200" y="24"/>
                  <a:pt x="1201" y="24"/>
                  <a:pt x="1202" y="25"/>
                </a:cubicBezTo>
                <a:cubicBezTo>
                  <a:pt x="1202" y="26"/>
                  <a:pt x="1203" y="27"/>
                  <a:pt x="1203" y="29"/>
                </a:cubicBezTo>
                <a:cubicBezTo>
                  <a:pt x="1203" y="31"/>
                  <a:pt x="1202" y="33"/>
                  <a:pt x="1202" y="35"/>
                </a:cubicBezTo>
                <a:cubicBezTo>
                  <a:pt x="1202" y="37"/>
                  <a:pt x="1201" y="39"/>
                  <a:pt x="1201" y="41"/>
                </a:cubicBezTo>
                <a:cubicBezTo>
                  <a:pt x="1201" y="43"/>
                  <a:pt x="1201" y="43"/>
                  <a:pt x="1201" y="43"/>
                </a:cubicBezTo>
                <a:cubicBezTo>
                  <a:pt x="1200" y="46"/>
                  <a:pt x="1200" y="46"/>
                  <a:pt x="1200" y="46"/>
                </a:cubicBezTo>
                <a:cubicBezTo>
                  <a:pt x="1199" y="51"/>
                  <a:pt x="1199" y="54"/>
                  <a:pt x="1199" y="55"/>
                </a:cubicBezTo>
                <a:cubicBezTo>
                  <a:pt x="1199" y="58"/>
                  <a:pt x="1200" y="59"/>
                  <a:pt x="1203" y="59"/>
                </a:cubicBezTo>
                <a:cubicBezTo>
                  <a:pt x="1205" y="59"/>
                  <a:pt x="1206" y="59"/>
                  <a:pt x="1207" y="58"/>
                </a:cubicBezTo>
                <a:cubicBezTo>
                  <a:pt x="1208" y="58"/>
                  <a:pt x="1209" y="57"/>
                  <a:pt x="1210" y="57"/>
                </a:cubicBezTo>
                <a:cubicBezTo>
                  <a:pt x="1210" y="56"/>
                  <a:pt x="1211" y="55"/>
                  <a:pt x="1211" y="55"/>
                </a:cubicBezTo>
                <a:cubicBezTo>
                  <a:pt x="1210" y="53"/>
                  <a:pt x="1210" y="53"/>
                  <a:pt x="1210" y="53"/>
                </a:cubicBezTo>
                <a:cubicBezTo>
                  <a:pt x="1209" y="54"/>
                  <a:pt x="1208" y="55"/>
                  <a:pt x="1207" y="55"/>
                </a:cubicBezTo>
                <a:cubicBezTo>
                  <a:pt x="1206" y="55"/>
                  <a:pt x="1206" y="54"/>
                  <a:pt x="1206" y="53"/>
                </a:cubicBezTo>
                <a:cubicBezTo>
                  <a:pt x="1206" y="51"/>
                  <a:pt x="1206" y="48"/>
                  <a:pt x="1207" y="45"/>
                </a:cubicBezTo>
                <a:cubicBezTo>
                  <a:pt x="1208" y="41"/>
                  <a:pt x="1208" y="41"/>
                  <a:pt x="1208" y="41"/>
                </a:cubicBezTo>
                <a:cubicBezTo>
                  <a:pt x="1208" y="40"/>
                  <a:pt x="1208" y="40"/>
                  <a:pt x="1208" y="40"/>
                </a:cubicBezTo>
                <a:cubicBezTo>
                  <a:pt x="1209" y="34"/>
                  <a:pt x="1210" y="31"/>
                  <a:pt x="1210" y="29"/>
                </a:cubicBezTo>
                <a:cubicBezTo>
                  <a:pt x="1210" y="25"/>
                  <a:pt x="1209" y="23"/>
                  <a:pt x="1207" y="21"/>
                </a:cubicBezTo>
                <a:cubicBezTo>
                  <a:pt x="1206" y="19"/>
                  <a:pt x="1204" y="19"/>
                  <a:pt x="1201" y="19"/>
                </a:cubicBezTo>
                <a:cubicBezTo>
                  <a:pt x="1199" y="19"/>
                  <a:pt x="1196" y="19"/>
                  <a:pt x="1193" y="21"/>
                </a:cubicBezTo>
                <a:cubicBezTo>
                  <a:pt x="1191" y="23"/>
                  <a:pt x="1189" y="25"/>
                  <a:pt x="1187" y="28"/>
                </a:cubicBezTo>
                <a:close/>
                <a:moveTo>
                  <a:pt x="1243" y="27"/>
                </a:moveTo>
                <a:cubicBezTo>
                  <a:pt x="1245" y="27"/>
                  <a:pt x="1245" y="27"/>
                  <a:pt x="1245" y="27"/>
                </a:cubicBezTo>
                <a:cubicBezTo>
                  <a:pt x="1247" y="20"/>
                  <a:pt x="1247" y="20"/>
                  <a:pt x="1247" y="20"/>
                </a:cubicBezTo>
                <a:cubicBezTo>
                  <a:pt x="1246" y="20"/>
                  <a:pt x="1244" y="19"/>
                  <a:pt x="1243" y="19"/>
                </a:cubicBezTo>
                <a:cubicBezTo>
                  <a:pt x="1241" y="19"/>
                  <a:pt x="1240" y="19"/>
                  <a:pt x="1239" y="19"/>
                </a:cubicBezTo>
                <a:cubicBezTo>
                  <a:pt x="1234" y="19"/>
                  <a:pt x="1231" y="20"/>
                  <a:pt x="1228" y="22"/>
                </a:cubicBezTo>
                <a:cubicBezTo>
                  <a:pt x="1224" y="25"/>
                  <a:pt x="1222" y="28"/>
                  <a:pt x="1220" y="32"/>
                </a:cubicBezTo>
                <a:cubicBezTo>
                  <a:pt x="1219" y="36"/>
                  <a:pt x="1218" y="40"/>
                  <a:pt x="1218" y="43"/>
                </a:cubicBezTo>
                <a:cubicBezTo>
                  <a:pt x="1218" y="48"/>
                  <a:pt x="1219" y="52"/>
                  <a:pt x="1221" y="55"/>
                </a:cubicBezTo>
                <a:cubicBezTo>
                  <a:pt x="1224" y="58"/>
                  <a:pt x="1227" y="59"/>
                  <a:pt x="1231" y="59"/>
                </a:cubicBezTo>
                <a:cubicBezTo>
                  <a:pt x="1234" y="59"/>
                  <a:pt x="1236" y="59"/>
                  <a:pt x="1239" y="57"/>
                </a:cubicBezTo>
                <a:cubicBezTo>
                  <a:pt x="1241" y="56"/>
                  <a:pt x="1243" y="54"/>
                  <a:pt x="1244" y="53"/>
                </a:cubicBezTo>
                <a:cubicBezTo>
                  <a:pt x="1242" y="50"/>
                  <a:pt x="1242" y="50"/>
                  <a:pt x="1242" y="50"/>
                </a:cubicBezTo>
                <a:cubicBezTo>
                  <a:pt x="1241" y="52"/>
                  <a:pt x="1239" y="53"/>
                  <a:pt x="1238" y="54"/>
                </a:cubicBezTo>
                <a:cubicBezTo>
                  <a:pt x="1236" y="54"/>
                  <a:pt x="1235" y="55"/>
                  <a:pt x="1233" y="55"/>
                </a:cubicBezTo>
                <a:cubicBezTo>
                  <a:pt x="1230" y="55"/>
                  <a:pt x="1228" y="54"/>
                  <a:pt x="1227" y="52"/>
                </a:cubicBezTo>
                <a:cubicBezTo>
                  <a:pt x="1226" y="50"/>
                  <a:pt x="1225" y="47"/>
                  <a:pt x="1225" y="43"/>
                </a:cubicBezTo>
                <a:cubicBezTo>
                  <a:pt x="1225" y="39"/>
                  <a:pt x="1226" y="35"/>
                  <a:pt x="1227" y="32"/>
                </a:cubicBezTo>
                <a:cubicBezTo>
                  <a:pt x="1228" y="30"/>
                  <a:pt x="1229" y="27"/>
                  <a:pt x="1231" y="26"/>
                </a:cubicBezTo>
                <a:cubicBezTo>
                  <a:pt x="1233" y="24"/>
                  <a:pt x="1235" y="23"/>
                  <a:pt x="1237" y="23"/>
                </a:cubicBezTo>
                <a:cubicBezTo>
                  <a:pt x="1239" y="23"/>
                  <a:pt x="1241" y="24"/>
                  <a:pt x="1243" y="27"/>
                </a:cubicBezTo>
                <a:close/>
                <a:moveTo>
                  <a:pt x="1279" y="52"/>
                </a:moveTo>
                <a:cubicBezTo>
                  <a:pt x="1277" y="49"/>
                  <a:pt x="1277" y="49"/>
                  <a:pt x="1277" y="49"/>
                </a:cubicBezTo>
                <a:cubicBezTo>
                  <a:pt x="1276" y="51"/>
                  <a:pt x="1274" y="52"/>
                  <a:pt x="1272" y="53"/>
                </a:cubicBezTo>
                <a:cubicBezTo>
                  <a:pt x="1270" y="54"/>
                  <a:pt x="1268" y="55"/>
                  <a:pt x="1266" y="55"/>
                </a:cubicBezTo>
                <a:cubicBezTo>
                  <a:pt x="1263" y="55"/>
                  <a:pt x="1261" y="54"/>
                  <a:pt x="1259" y="51"/>
                </a:cubicBezTo>
                <a:cubicBezTo>
                  <a:pt x="1258" y="49"/>
                  <a:pt x="1257" y="46"/>
                  <a:pt x="1258" y="43"/>
                </a:cubicBezTo>
                <a:cubicBezTo>
                  <a:pt x="1260" y="43"/>
                  <a:pt x="1264" y="42"/>
                  <a:pt x="1267" y="41"/>
                </a:cubicBezTo>
                <a:cubicBezTo>
                  <a:pt x="1271" y="40"/>
                  <a:pt x="1274" y="38"/>
                  <a:pt x="1277" y="36"/>
                </a:cubicBezTo>
                <a:cubicBezTo>
                  <a:pt x="1280" y="33"/>
                  <a:pt x="1281" y="31"/>
                  <a:pt x="1281" y="27"/>
                </a:cubicBezTo>
                <a:cubicBezTo>
                  <a:pt x="1281" y="25"/>
                  <a:pt x="1280" y="23"/>
                  <a:pt x="1278" y="21"/>
                </a:cubicBezTo>
                <a:cubicBezTo>
                  <a:pt x="1277" y="19"/>
                  <a:pt x="1274" y="19"/>
                  <a:pt x="1271" y="19"/>
                </a:cubicBezTo>
                <a:cubicBezTo>
                  <a:pt x="1267" y="19"/>
                  <a:pt x="1264" y="20"/>
                  <a:pt x="1260" y="22"/>
                </a:cubicBezTo>
                <a:cubicBezTo>
                  <a:pt x="1257" y="24"/>
                  <a:pt x="1255" y="28"/>
                  <a:pt x="1253" y="31"/>
                </a:cubicBezTo>
                <a:cubicBezTo>
                  <a:pt x="1251" y="35"/>
                  <a:pt x="1250" y="40"/>
                  <a:pt x="1250" y="44"/>
                </a:cubicBezTo>
                <a:cubicBezTo>
                  <a:pt x="1250" y="47"/>
                  <a:pt x="1251" y="49"/>
                  <a:pt x="1252" y="52"/>
                </a:cubicBezTo>
                <a:cubicBezTo>
                  <a:pt x="1253" y="54"/>
                  <a:pt x="1254" y="56"/>
                  <a:pt x="1256" y="57"/>
                </a:cubicBezTo>
                <a:cubicBezTo>
                  <a:pt x="1258" y="59"/>
                  <a:pt x="1261" y="59"/>
                  <a:pt x="1264" y="59"/>
                </a:cubicBezTo>
                <a:cubicBezTo>
                  <a:pt x="1267" y="59"/>
                  <a:pt x="1270" y="58"/>
                  <a:pt x="1273" y="57"/>
                </a:cubicBezTo>
                <a:cubicBezTo>
                  <a:pt x="1276" y="55"/>
                  <a:pt x="1278" y="54"/>
                  <a:pt x="1279" y="52"/>
                </a:cubicBezTo>
                <a:close/>
                <a:moveTo>
                  <a:pt x="1269" y="22"/>
                </a:moveTo>
                <a:cubicBezTo>
                  <a:pt x="1271" y="22"/>
                  <a:pt x="1272" y="23"/>
                  <a:pt x="1273" y="24"/>
                </a:cubicBezTo>
                <a:cubicBezTo>
                  <a:pt x="1274" y="25"/>
                  <a:pt x="1274" y="26"/>
                  <a:pt x="1274" y="28"/>
                </a:cubicBezTo>
                <a:cubicBezTo>
                  <a:pt x="1274" y="30"/>
                  <a:pt x="1273" y="32"/>
                  <a:pt x="1272" y="34"/>
                </a:cubicBezTo>
                <a:cubicBezTo>
                  <a:pt x="1270" y="35"/>
                  <a:pt x="1268" y="37"/>
                  <a:pt x="1265" y="38"/>
                </a:cubicBezTo>
                <a:cubicBezTo>
                  <a:pt x="1263" y="39"/>
                  <a:pt x="1260" y="39"/>
                  <a:pt x="1258" y="39"/>
                </a:cubicBezTo>
                <a:cubicBezTo>
                  <a:pt x="1258" y="37"/>
                  <a:pt x="1259" y="34"/>
                  <a:pt x="1259" y="32"/>
                </a:cubicBezTo>
                <a:cubicBezTo>
                  <a:pt x="1260" y="29"/>
                  <a:pt x="1262" y="27"/>
                  <a:pt x="1263" y="25"/>
                </a:cubicBezTo>
                <a:cubicBezTo>
                  <a:pt x="1265" y="23"/>
                  <a:pt x="1267" y="22"/>
                  <a:pt x="1269" y="22"/>
                </a:cubicBezTo>
                <a:close/>
                <a:moveTo>
                  <a:pt x="1310" y="25"/>
                </a:moveTo>
                <a:cubicBezTo>
                  <a:pt x="1311" y="20"/>
                  <a:pt x="1311" y="20"/>
                  <a:pt x="1311" y="20"/>
                </a:cubicBezTo>
                <a:cubicBezTo>
                  <a:pt x="1311" y="20"/>
                  <a:pt x="1309" y="19"/>
                  <a:pt x="1308" y="19"/>
                </a:cubicBezTo>
                <a:cubicBezTo>
                  <a:pt x="1306" y="19"/>
                  <a:pt x="1304" y="19"/>
                  <a:pt x="1303" y="19"/>
                </a:cubicBezTo>
                <a:cubicBezTo>
                  <a:pt x="1300" y="19"/>
                  <a:pt x="1298" y="19"/>
                  <a:pt x="1296" y="20"/>
                </a:cubicBezTo>
                <a:cubicBezTo>
                  <a:pt x="1293" y="21"/>
                  <a:pt x="1292" y="22"/>
                  <a:pt x="1291" y="24"/>
                </a:cubicBezTo>
                <a:cubicBezTo>
                  <a:pt x="1289" y="26"/>
                  <a:pt x="1289" y="27"/>
                  <a:pt x="1289" y="30"/>
                </a:cubicBezTo>
                <a:cubicBezTo>
                  <a:pt x="1289" y="34"/>
                  <a:pt x="1291" y="38"/>
                  <a:pt x="1296" y="41"/>
                </a:cubicBezTo>
                <a:cubicBezTo>
                  <a:pt x="1298" y="43"/>
                  <a:pt x="1300" y="44"/>
                  <a:pt x="1301" y="45"/>
                </a:cubicBezTo>
                <a:cubicBezTo>
                  <a:pt x="1302" y="46"/>
                  <a:pt x="1303" y="48"/>
                  <a:pt x="1303" y="50"/>
                </a:cubicBezTo>
                <a:cubicBezTo>
                  <a:pt x="1303" y="51"/>
                  <a:pt x="1302" y="53"/>
                  <a:pt x="1301" y="54"/>
                </a:cubicBezTo>
                <a:cubicBezTo>
                  <a:pt x="1299" y="55"/>
                  <a:pt x="1297" y="55"/>
                  <a:pt x="1295" y="55"/>
                </a:cubicBezTo>
                <a:cubicBezTo>
                  <a:pt x="1293" y="55"/>
                  <a:pt x="1292" y="55"/>
                  <a:pt x="1290" y="54"/>
                </a:cubicBezTo>
                <a:cubicBezTo>
                  <a:pt x="1288" y="53"/>
                  <a:pt x="1287" y="53"/>
                  <a:pt x="1286" y="52"/>
                </a:cubicBezTo>
                <a:cubicBezTo>
                  <a:pt x="1285" y="57"/>
                  <a:pt x="1285" y="57"/>
                  <a:pt x="1285" y="57"/>
                </a:cubicBezTo>
                <a:cubicBezTo>
                  <a:pt x="1285" y="58"/>
                  <a:pt x="1287" y="58"/>
                  <a:pt x="1289" y="58"/>
                </a:cubicBezTo>
                <a:cubicBezTo>
                  <a:pt x="1291" y="59"/>
                  <a:pt x="1293" y="59"/>
                  <a:pt x="1295" y="59"/>
                </a:cubicBezTo>
                <a:cubicBezTo>
                  <a:pt x="1299" y="59"/>
                  <a:pt x="1303" y="58"/>
                  <a:pt x="1305" y="56"/>
                </a:cubicBezTo>
                <a:cubicBezTo>
                  <a:pt x="1308" y="54"/>
                  <a:pt x="1309" y="52"/>
                  <a:pt x="1309" y="48"/>
                </a:cubicBezTo>
                <a:cubicBezTo>
                  <a:pt x="1309" y="46"/>
                  <a:pt x="1309" y="45"/>
                  <a:pt x="1308" y="43"/>
                </a:cubicBezTo>
                <a:cubicBezTo>
                  <a:pt x="1307" y="42"/>
                  <a:pt x="1306" y="41"/>
                  <a:pt x="1305" y="40"/>
                </a:cubicBezTo>
                <a:cubicBezTo>
                  <a:pt x="1304" y="39"/>
                  <a:pt x="1303" y="38"/>
                  <a:pt x="1301" y="36"/>
                </a:cubicBezTo>
                <a:cubicBezTo>
                  <a:pt x="1299" y="35"/>
                  <a:pt x="1298" y="34"/>
                  <a:pt x="1297" y="32"/>
                </a:cubicBezTo>
                <a:cubicBezTo>
                  <a:pt x="1296" y="31"/>
                  <a:pt x="1295" y="30"/>
                  <a:pt x="1295" y="28"/>
                </a:cubicBezTo>
                <a:cubicBezTo>
                  <a:pt x="1295" y="26"/>
                  <a:pt x="1296" y="25"/>
                  <a:pt x="1297" y="24"/>
                </a:cubicBezTo>
                <a:cubicBezTo>
                  <a:pt x="1299" y="23"/>
                  <a:pt x="1300" y="23"/>
                  <a:pt x="1303" y="23"/>
                </a:cubicBezTo>
                <a:cubicBezTo>
                  <a:pt x="1304" y="23"/>
                  <a:pt x="1306" y="23"/>
                  <a:pt x="1307" y="24"/>
                </a:cubicBezTo>
                <a:cubicBezTo>
                  <a:pt x="1309" y="24"/>
                  <a:pt x="1310" y="25"/>
                  <a:pt x="1310" y="25"/>
                </a:cubicBezTo>
                <a:close/>
                <a:moveTo>
                  <a:pt x="1047" y="110"/>
                </a:moveTo>
                <a:cubicBezTo>
                  <a:pt x="1052" y="111"/>
                  <a:pt x="1052" y="111"/>
                  <a:pt x="1052" y="111"/>
                </a:cubicBezTo>
                <a:cubicBezTo>
                  <a:pt x="1046" y="156"/>
                  <a:pt x="1046" y="156"/>
                  <a:pt x="1046" y="156"/>
                </a:cubicBezTo>
                <a:cubicBezTo>
                  <a:pt x="1041" y="157"/>
                  <a:pt x="1041" y="157"/>
                  <a:pt x="1041" y="157"/>
                </a:cubicBezTo>
                <a:cubicBezTo>
                  <a:pt x="1041" y="159"/>
                  <a:pt x="1041" y="159"/>
                  <a:pt x="1041" y="159"/>
                </a:cubicBezTo>
                <a:cubicBezTo>
                  <a:pt x="1078" y="159"/>
                  <a:pt x="1078" y="159"/>
                  <a:pt x="1078" y="159"/>
                </a:cubicBezTo>
                <a:cubicBezTo>
                  <a:pt x="1081" y="147"/>
                  <a:pt x="1081" y="147"/>
                  <a:pt x="1081" y="147"/>
                </a:cubicBezTo>
                <a:cubicBezTo>
                  <a:pt x="1077" y="146"/>
                  <a:pt x="1077" y="146"/>
                  <a:pt x="1077" y="146"/>
                </a:cubicBezTo>
                <a:cubicBezTo>
                  <a:pt x="1073" y="155"/>
                  <a:pt x="1073" y="155"/>
                  <a:pt x="1073" y="155"/>
                </a:cubicBezTo>
                <a:cubicBezTo>
                  <a:pt x="1053" y="156"/>
                  <a:pt x="1053" y="156"/>
                  <a:pt x="1053" y="156"/>
                </a:cubicBezTo>
                <a:cubicBezTo>
                  <a:pt x="1056" y="134"/>
                  <a:pt x="1056" y="134"/>
                  <a:pt x="1056" y="134"/>
                </a:cubicBezTo>
                <a:cubicBezTo>
                  <a:pt x="1072" y="135"/>
                  <a:pt x="1072" y="135"/>
                  <a:pt x="1072" y="135"/>
                </a:cubicBezTo>
                <a:cubicBezTo>
                  <a:pt x="1073" y="130"/>
                  <a:pt x="1073" y="130"/>
                  <a:pt x="1073" y="130"/>
                </a:cubicBezTo>
                <a:cubicBezTo>
                  <a:pt x="1057" y="130"/>
                  <a:pt x="1057" y="130"/>
                  <a:pt x="1057" y="130"/>
                </a:cubicBezTo>
                <a:cubicBezTo>
                  <a:pt x="1059" y="110"/>
                  <a:pt x="1059" y="110"/>
                  <a:pt x="1059" y="110"/>
                </a:cubicBezTo>
                <a:cubicBezTo>
                  <a:pt x="1075" y="111"/>
                  <a:pt x="1075" y="111"/>
                  <a:pt x="1075" y="111"/>
                </a:cubicBezTo>
                <a:cubicBezTo>
                  <a:pt x="1076" y="118"/>
                  <a:pt x="1076" y="118"/>
                  <a:pt x="1076" y="118"/>
                </a:cubicBezTo>
                <a:cubicBezTo>
                  <a:pt x="1080" y="118"/>
                  <a:pt x="1080" y="118"/>
                  <a:pt x="1080" y="118"/>
                </a:cubicBezTo>
                <a:cubicBezTo>
                  <a:pt x="1081" y="107"/>
                  <a:pt x="1081" y="107"/>
                  <a:pt x="1081" y="107"/>
                </a:cubicBezTo>
                <a:cubicBezTo>
                  <a:pt x="1048" y="107"/>
                  <a:pt x="1048" y="107"/>
                  <a:pt x="1048" y="107"/>
                </a:cubicBezTo>
                <a:lnTo>
                  <a:pt x="1047" y="110"/>
                </a:lnTo>
                <a:close/>
                <a:moveTo>
                  <a:pt x="1100" y="129"/>
                </a:moveTo>
                <a:cubicBezTo>
                  <a:pt x="1100" y="120"/>
                  <a:pt x="1100" y="120"/>
                  <a:pt x="1100" y="120"/>
                </a:cubicBezTo>
                <a:cubicBezTo>
                  <a:pt x="1099" y="119"/>
                  <a:pt x="1099" y="119"/>
                  <a:pt x="1099" y="119"/>
                </a:cubicBezTo>
                <a:cubicBezTo>
                  <a:pt x="1090" y="121"/>
                  <a:pt x="1090" y="121"/>
                  <a:pt x="1090" y="121"/>
                </a:cubicBezTo>
                <a:cubicBezTo>
                  <a:pt x="1090" y="124"/>
                  <a:pt x="1090" y="124"/>
                  <a:pt x="1090" y="124"/>
                </a:cubicBezTo>
                <a:cubicBezTo>
                  <a:pt x="1093" y="125"/>
                  <a:pt x="1093" y="125"/>
                  <a:pt x="1093" y="125"/>
                </a:cubicBezTo>
                <a:cubicBezTo>
                  <a:pt x="1089" y="159"/>
                  <a:pt x="1089" y="159"/>
                  <a:pt x="1089" y="159"/>
                </a:cubicBezTo>
                <a:cubicBezTo>
                  <a:pt x="1095" y="159"/>
                  <a:pt x="1095" y="159"/>
                  <a:pt x="1095" y="159"/>
                </a:cubicBezTo>
                <a:cubicBezTo>
                  <a:pt x="1099" y="134"/>
                  <a:pt x="1099" y="134"/>
                  <a:pt x="1099" y="134"/>
                </a:cubicBezTo>
                <a:cubicBezTo>
                  <a:pt x="1101" y="131"/>
                  <a:pt x="1103" y="129"/>
                  <a:pt x="1105" y="127"/>
                </a:cubicBezTo>
                <a:cubicBezTo>
                  <a:pt x="1107" y="125"/>
                  <a:pt x="1109" y="124"/>
                  <a:pt x="1111" y="124"/>
                </a:cubicBezTo>
                <a:cubicBezTo>
                  <a:pt x="1113" y="124"/>
                  <a:pt x="1114" y="125"/>
                  <a:pt x="1114" y="126"/>
                </a:cubicBezTo>
                <a:cubicBezTo>
                  <a:pt x="1115" y="127"/>
                  <a:pt x="1115" y="128"/>
                  <a:pt x="1115" y="130"/>
                </a:cubicBezTo>
                <a:cubicBezTo>
                  <a:pt x="1115" y="132"/>
                  <a:pt x="1115" y="134"/>
                  <a:pt x="1115" y="135"/>
                </a:cubicBezTo>
                <a:cubicBezTo>
                  <a:pt x="1115" y="137"/>
                  <a:pt x="1114" y="140"/>
                  <a:pt x="1114" y="142"/>
                </a:cubicBezTo>
                <a:cubicBezTo>
                  <a:pt x="1114" y="144"/>
                  <a:pt x="1114" y="144"/>
                  <a:pt x="1114" y="144"/>
                </a:cubicBezTo>
                <a:cubicBezTo>
                  <a:pt x="1113" y="147"/>
                  <a:pt x="1113" y="147"/>
                  <a:pt x="1113" y="147"/>
                </a:cubicBezTo>
                <a:cubicBezTo>
                  <a:pt x="1112" y="151"/>
                  <a:pt x="1112" y="154"/>
                  <a:pt x="1112" y="156"/>
                </a:cubicBezTo>
                <a:cubicBezTo>
                  <a:pt x="1112" y="159"/>
                  <a:pt x="1113" y="160"/>
                  <a:pt x="1116" y="160"/>
                </a:cubicBezTo>
                <a:cubicBezTo>
                  <a:pt x="1117" y="160"/>
                  <a:pt x="1119" y="160"/>
                  <a:pt x="1120" y="159"/>
                </a:cubicBezTo>
                <a:cubicBezTo>
                  <a:pt x="1121" y="159"/>
                  <a:pt x="1122" y="158"/>
                  <a:pt x="1123" y="157"/>
                </a:cubicBezTo>
                <a:cubicBezTo>
                  <a:pt x="1123" y="157"/>
                  <a:pt x="1124" y="156"/>
                  <a:pt x="1124" y="156"/>
                </a:cubicBezTo>
                <a:cubicBezTo>
                  <a:pt x="1123" y="154"/>
                  <a:pt x="1123" y="154"/>
                  <a:pt x="1123" y="154"/>
                </a:cubicBezTo>
                <a:cubicBezTo>
                  <a:pt x="1122" y="155"/>
                  <a:pt x="1121" y="156"/>
                  <a:pt x="1120" y="156"/>
                </a:cubicBezTo>
                <a:cubicBezTo>
                  <a:pt x="1119" y="156"/>
                  <a:pt x="1119" y="155"/>
                  <a:pt x="1119" y="154"/>
                </a:cubicBezTo>
                <a:cubicBezTo>
                  <a:pt x="1119" y="152"/>
                  <a:pt x="1119" y="149"/>
                  <a:pt x="1120" y="145"/>
                </a:cubicBezTo>
                <a:cubicBezTo>
                  <a:pt x="1121" y="142"/>
                  <a:pt x="1121" y="142"/>
                  <a:pt x="1121" y="142"/>
                </a:cubicBezTo>
                <a:cubicBezTo>
                  <a:pt x="1121" y="140"/>
                  <a:pt x="1121" y="140"/>
                  <a:pt x="1121" y="140"/>
                </a:cubicBezTo>
                <a:cubicBezTo>
                  <a:pt x="1122" y="135"/>
                  <a:pt x="1122" y="132"/>
                  <a:pt x="1122" y="130"/>
                </a:cubicBezTo>
                <a:cubicBezTo>
                  <a:pt x="1122" y="126"/>
                  <a:pt x="1122" y="123"/>
                  <a:pt x="1120" y="122"/>
                </a:cubicBezTo>
                <a:cubicBezTo>
                  <a:pt x="1119" y="120"/>
                  <a:pt x="1117" y="119"/>
                  <a:pt x="1114" y="119"/>
                </a:cubicBezTo>
                <a:cubicBezTo>
                  <a:pt x="1112" y="119"/>
                  <a:pt x="1109" y="120"/>
                  <a:pt x="1106" y="122"/>
                </a:cubicBezTo>
                <a:cubicBezTo>
                  <a:pt x="1104" y="124"/>
                  <a:pt x="1102" y="126"/>
                  <a:pt x="1100" y="129"/>
                </a:cubicBezTo>
                <a:close/>
                <a:moveTo>
                  <a:pt x="1159" y="162"/>
                </a:moveTo>
                <a:cubicBezTo>
                  <a:pt x="1165" y="119"/>
                  <a:pt x="1165" y="119"/>
                  <a:pt x="1165" y="119"/>
                </a:cubicBezTo>
                <a:cubicBezTo>
                  <a:pt x="1160" y="121"/>
                  <a:pt x="1160" y="121"/>
                  <a:pt x="1160" y="121"/>
                </a:cubicBezTo>
                <a:cubicBezTo>
                  <a:pt x="1159" y="121"/>
                  <a:pt x="1158" y="120"/>
                  <a:pt x="1157" y="120"/>
                </a:cubicBezTo>
                <a:cubicBezTo>
                  <a:pt x="1155" y="120"/>
                  <a:pt x="1154" y="119"/>
                  <a:pt x="1153" y="119"/>
                </a:cubicBezTo>
                <a:cubicBezTo>
                  <a:pt x="1148" y="119"/>
                  <a:pt x="1144" y="121"/>
                  <a:pt x="1141" y="123"/>
                </a:cubicBezTo>
                <a:cubicBezTo>
                  <a:pt x="1137" y="126"/>
                  <a:pt x="1135" y="129"/>
                  <a:pt x="1133" y="133"/>
                </a:cubicBezTo>
                <a:cubicBezTo>
                  <a:pt x="1131" y="137"/>
                  <a:pt x="1130" y="141"/>
                  <a:pt x="1130" y="145"/>
                </a:cubicBezTo>
                <a:cubicBezTo>
                  <a:pt x="1130" y="150"/>
                  <a:pt x="1131" y="153"/>
                  <a:pt x="1133" y="156"/>
                </a:cubicBezTo>
                <a:cubicBezTo>
                  <a:pt x="1135" y="159"/>
                  <a:pt x="1138" y="160"/>
                  <a:pt x="1142" y="160"/>
                </a:cubicBezTo>
                <a:cubicBezTo>
                  <a:pt x="1144" y="160"/>
                  <a:pt x="1146" y="159"/>
                  <a:pt x="1148" y="158"/>
                </a:cubicBezTo>
                <a:cubicBezTo>
                  <a:pt x="1150" y="157"/>
                  <a:pt x="1152" y="156"/>
                  <a:pt x="1153" y="155"/>
                </a:cubicBezTo>
                <a:cubicBezTo>
                  <a:pt x="1151" y="164"/>
                  <a:pt x="1151" y="164"/>
                  <a:pt x="1151" y="164"/>
                </a:cubicBezTo>
                <a:cubicBezTo>
                  <a:pt x="1151" y="167"/>
                  <a:pt x="1150" y="169"/>
                  <a:pt x="1149" y="170"/>
                </a:cubicBezTo>
                <a:cubicBezTo>
                  <a:pt x="1147" y="172"/>
                  <a:pt x="1145" y="172"/>
                  <a:pt x="1142" y="172"/>
                </a:cubicBezTo>
                <a:cubicBezTo>
                  <a:pt x="1140" y="172"/>
                  <a:pt x="1139" y="172"/>
                  <a:pt x="1137" y="171"/>
                </a:cubicBezTo>
                <a:cubicBezTo>
                  <a:pt x="1136" y="171"/>
                  <a:pt x="1134" y="170"/>
                  <a:pt x="1133" y="170"/>
                </a:cubicBezTo>
                <a:cubicBezTo>
                  <a:pt x="1132" y="175"/>
                  <a:pt x="1132" y="175"/>
                  <a:pt x="1132" y="175"/>
                </a:cubicBezTo>
                <a:cubicBezTo>
                  <a:pt x="1132" y="176"/>
                  <a:pt x="1134" y="176"/>
                  <a:pt x="1135" y="176"/>
                </a:cubicBezTo>
                <a:cubicBezTo>
                  <a:pt x="1137" y="177"/>
                  <a:pt x="1138" y="177"/>
                  <a:pt x="1140" y="177"/>
                </a:cubicBezTo>
                <a:cubicBezTo>
                  <a:pt x="1142" y="177"/>
                  <a:pt x="1145" y="176"/>
                  <a:pt x="1148" y="175"/>
                </a:cubicBezTo>
                <a:cubicBezTo>
                  <a:pt x="1150" y="174"/>
                  <a:pt x="1153" y="173"/>
                  <a:pt x="1155" y="170"/>
                </a:cubicBezTo>
                <a:cubicBezTo>
                  <a:pt x="1157" y="168"/>
                  <a:pt x="1158" y="165"/>
                  <a:pt x="1159" y="162"/>
                </a:cubicBezTo>
                <a:close/>
                <a:moveTo>
                  <a:pt x="1157" y="125"/>
                </a:moveTo>
                <a:cubicBezTo>
                  <a:pt x="1154" y="150"/>
                  <a:pt x="1154" y="150"/>
                  <a:pt x="1154" y="150"/>
                </a:cubicBezTo>
                <a:cubicBezTo>
                  <a:pt x="1152" y="151"/>
                  <a:pt x="1151" y="153"/>
                  <a:pt x="1149" y="154"/>
                </a:cubicBezTo>
                <a:cubicBezTo>
                  <a:pt x="1148" y="155"/>
                  <a:pt x="1146" y="155"/>
                  <a:pt x="1144" y="155"/>
                </a:cubicBezTo>
                <a:cubicBezTo>
                  <a:pt x="1142" y="155"/>
                  <a:pt x="1140" y="155"/>
                  <a:pt x="1139" y="153"/>
                </a:cubicBezTo>
                <a:cubicBezTo>
                  <a:pt x="1138" y="151"/>
                  <a:pt x="1138" y="148"/>
                  <a:pt x="1138" y="145"/>
                </a:cubicBezTo>
                <a:cubicBezTo>
                  <a:pt x="1138" y="142"/>
                  <a:pt x="1138" y="138"/>
                  <a:pt x="1139" y="135"/>
                </a:cubicBezTo>
                <a:cubicBezTo>
                  <a:pt x="1140" y="132"/>
                  <a:pt x="1142" y="129"/>
                  <a:pt x="1144" y="127"/>
                </a:cubicBezTo>
                <a:cubicBezTo>
                  <a:pt x="1146" y="124"/>
                  <a:pt x="1149" y="123"/>
                  <a:pt x="1152" y="123"/>
                </a:cubicBezTo>
                <a:cubicBezTo>
                  <a:pt x="1154" y="123"/>
                  <a:pt x="1156" y="124"/>
                  <a:pt x="1157" y="125"/>
                </a:cubicBezTo>
                <a:close/>
                <a:moveTo>
                  <a:pt x="1181" y="153"/>
                </a:moveTo>
                <a:cubicBezTo>
                  <a:pt x="1185" y="120"/>
                  <a:pt x="1185" y="120"/>
                  <a:pt x="1185" y="120"/>
                </a:cubicBezTo>
                <a:cubicBezTo>
                  <a:pt x="1184" y="119"/>
                  <a:pt x="1184" y="119"/>
                  <a:pt x="1184" y="119"/>
                </a:cubicBezTo>
                <a:cubicBezTo>
                  <a:pt x="1174" y="121"/>
                  <a:pt x="1174" y="121"/>
                  <a:pt x="1174" y="121"/>
                </a:cubicBezTo>
                <a:cubicBezTo>
                  <a:pt x="1173" y="123"/>
                  <a:pt x="1173" y="123"/>
                  <a:pt x="1173" y="123"/>
                </a:cubicBezTo>
                <a:cubicBezTo>
                  <a:pt x="1178" y="125"/>
                  <a:pt x="1178" y="125"/>
                  <a:pt x="1178" y="125"/>
                </a:cubicBezTo>
                <a:cubicBezTo>
                  <a:pt x="1177" y="132"/>
                  <a:pt x="1176" y="138"/>
                  <a:pt x="1175" y="142"/>
                </a:cubicBezTo>
                <a:cubicBezTo>
                  <a:pt x="1174" y="150"/>
                  <a:pt x="1174" y="154"/>
                  <a:pt x="1173" y="156"/>
                </a:cubicBezTo>
                <a:cubicBezTo>
                  <a:pt x="1173" y="157"/>
                  <a:pt x="1174" y="158"/>
                  <a:pt x="1174" y="159"/>
                </a:cubicBezTo>
                <a:cubicBezTo>
                  <a:pt x="1175" y="160"/>
                  <a:pt x="1176" y="160"/>
                  <a:pt x="1178" y="160"/>
                </a:cubicBezTo>
                <a:cubicBezTo>
                  <a:pt x="1180" y="160"/>
                  <a:pt x="1182" y="159"/>
                  <a:pt x="1183" y="158"/>
                </a:cubicBezTo>
                <a:cubicBezTo>
                  <a:pt x="1184" y="157"/>
                  <a:pt x="1185" y="156"/>
                  <a:pt x="1186" y="155"/>
                </a:cubicBezTo>
                <a:cubicBezTo>
                  <a:pt x="1185" y="154"/>
                  <a:pt x="1185" y="154"/>
                  <a:pt x="1185" y="154"/>
                </a:cubicBezTo>
                <a:cubicBezTo>
                  <a:pt x="1184" y="154"/>
                  <a:pt x="1184" y="155"/>
                  <a:pt x="1183" y="155"/>
                </a:cubicBezTo>
                <a:cubicBezTo>
                  <a:pt x="1183" y="156"/>
                  <a:pt x="1182" y="156"/>
                  <a:pt x="1182" y="156"/>
                </a:cubicBezTo>
                <a:cubicBezTo>
                  <a:pt x="1181" y="156"/>
                  <a:pt x="1181" y="156"/>
                  <a:pt x="1181" y="155"/>
                </a:cubicBezTo>
                <a:cubicBezTo>
                  <a:pt x="1181" y="155"/>
                  <a:pt x="1180" y="155"/>
                  <a:pt x="1180" y="154"/>
                </a:cubicBezTo>
                <a:lnTo>
                  <a:pt x="1181" y="153"/>
                </a:lnTo>
                <a:close/>
                <a:moveTo>
                  <a:pt x="1183" y="112"/>
                </a:moveTo>
                <a:cubicBezTo>
                  <a:pt x="1184" y="112"/>
                  <a:pt x="1185" y="111"/>
                  <a:pt x="1186" y="110"/>
                </a:cubicBezTo>
                <a:cubicBezTo>
                  <a:pt x="1187" y="109"/>
                  <a:pt x="1188" y="108"/>
                  <a:pt x="1188" y="107"/>
                </a:cubicBezTo>
                <a:cubicBezTo>
                  <a:pt x="1188" y="106"/>
                  <a:pt x="1187" y="105"/>
                  <a:pt x="1187" y="104"/>
                </a:cubicBezTo>
                <a:cubicBezTo>
                  <a:pt x="1186" y="103"/>
                  <a:pt x="1185" y="103"/>
                  <a:pt x="1184" y="103"/>
                </a:cubicBezTo>
                <a:cubicBezTo>
                  <a:pt x="1182" y="103"/>
                  <a:pt x="1181" y="103"/>
                  <a:pt x="1180" y="104"/>
                </a:cubicBezTo>
                <a:cubicBezTo>
                  <a:pt x="1180" y="105"/>
                  <a:pt x="1179" y="107"/>
                  <a:pt x="1179" y="108"/>
                </a:cubicBezTo>
                <a:cubicBezTo>
                  <a:pt x="1179" y="109"/>
                  <a:pt x="1179" y="110"/>
                  <a:pt x="1180" y="111"/>
                </a:cubicBezTo>
                <a:cubicBezTo>
                  <a:pt x="1181" y="111"/>
                  <a:pt x="1182" y="112"/>
                  <a:pt x="1183" y="112"/>
                </a:cubicBezTo>
                <a:close/>
                <a:moveTo>
                  <a:pt x="1207" y="129"/>
                </a:moveTo>
                <a:cubicBezTo>
                  <a:pt x="1208" y="120"/>
                  <a:pt x="1208" y="120"/>
                  <a:pt x="1208" y="120"/>
                </a:cubicBezTo>
                <a:cubicBezTo>
                  <a:pt x="1207" y="119"/>
                  <a:pt x="1207" y="119"/>
                  <a:pt x="1207" y="119"/>
                </a:cubicBezTo>
                <a:cubicBezTo>
                  <a:pt x="1198" y="121"/>
                  <a:pt x="1198" y="121"/>
                  <a:pt x="1198" y="121"/>
                </a:cubicBezTo>
                <a:cubicBezTo>
                  <a:pt x="1198" y="124"/>
                  <a:pt x="1198" y="124"/>
                  <a:pt x="1198" y="124"/>
                </a:cubicBezTo>
                <a:cubicBezTo>
                  <a:pt x="1201" y="125"/>
                  <a:pt x="1201" y="125"/>
                  <a:pt x="1201" y="125"/>
                </a:cubicBezTo>
                <a:cubicBezTo>
                  <a:pt x="1196" y="159"/>
                  <a:pt x="1196" y="159"/>
                  <a:pt x="1196" y="159"/>
                </a:cubicBezTo>
                <a:cubicBezTo>
                  <a:pt x="1203" y="159"/>
                  <a:pt x="1203" y="159"/>
                  <a:pt x="1203" y="159"/>
                </a:cubicBezTo>
                <a:cubicBezTo>
                  <a:pt x="1207" y="134"/>
                  <a:pt x="1207" y="134"/>
                  <a:pt x="1207" y="134"/>
                </a:cubicBezTo>
                <a:cubicBezTo>
                  <a:pt x="1208" y="131"/>
                  <a:pt x="1210" y="129"/>
                  <a:pt x="1213" y="127"/>
                </a:cubicBezTo>
                <a:cubicBezTo>
                  <a:pt x="1215" y="125"/>
                  <a:pt x="1217" y="124"/>
                  <a:pt x="1219" y="124"/>
                </a:cubicBezTo>
                <a:cubicBezTo>
                  <a:pt x="1220" y="124"/>
                  <a:pt x="1221" y="125"/>
                  <a:pt x="1222" y="126"/>
                </a:cubicBezTo>
                <a:cubicBezTo>
                  <a:pt x="1223" y="127"/>
                  <a:pt x="1223" y="128"/>
                  <a:pt x="1223" y="130"/>
                </a:cubicBezTo>
                <a:cubicBezTo>
                  <a:pt x="1223" y="132"/>
                  <a:pt x="1223" y="134"/>
                  <a:pt x="1223" y="135"/>
                </a:cubicBezTo>
                <a:cubicBezTo>
                  <a:pt x="1222" y="137"/>
                  <a:pt x="1222" y="140"/>
                  <a:pt x="1222" y="142"/>
                </a:cubicBezTo>
                <a:cubicBezTo>
                  <a:pt x="1221" y="144"/>
                  <a:pt x="1221" y="144"/>
                  <a:pt x="1221" y="144"/>
                </a:cubicBezTo>
                <a:cubicBezTo>
                  <a:pt x="1221" y="147"/>
                  <a:pt x="1221" y="147"/>
                  <a:pt x="1221" y="147"/>
                </a:cubicBezTo>
                <a:cubicBezTo>
                  <a:pt x="1220" y="151"/>
                  <a:pt x="1219" y="154"/>
                  <a:pt x="1219" y="156"/>
                </a:cubicBezTo>
                <a:cubicBezTo>
                  <a:pt x="1219" y="159"/>
                  <a:pt x="1221" y="160"/>
                  <a:pt x="1224" y="160"/>
                </a:cubicBezTo>
                <a:cubicBezTo>
                  <a:pt x="1225" y="160"/>
                  <a:pt x="1226" y="160"/>
                  <a:pt x="1227" y="159"/>
                </a:cubicBezTo>
                <a:cubicBezTo>
                  <a:pt x="1228" y="159"/>
                  <a:pt x="1229" y="158"/>
                  <a:pt x="1230" y="157"/>
                </a:cubicBezTo>
                <a:cubicBezTo>
                  <a:pt x="1231" y="157"/>
                  <a:pt x="1231" y="156"/>
                  <a:pt x="1232" y="156"/>
                </a:cubicBezTo>
                <a:cubicBezTo>
                  <a:pt x="1231" y="154"/>
                  <a:pt x="1231" y="154"/>
                  <a:pt x="1231" y="154"/>
                </a:cubicBezTo>
                <a:cubicBezTo>
                  <a:pt x="1229" y="155"/>
                  <a:pt x="1228" y="156"/>
                  <a:pt x="1227" y="156"/>
                </a:cubicBezTo>
                <a:cubicBezTo>
                  <a:pt x="1227" y="156"/>
                  <a:pt x="1227" y="155"/>
                  <a:pt x="1227" y="154"/>
                </a:cubicBezTo>
                <a:cubicBezTo>
                  <a:pt x="1227" y="152"/>
                  <a:pt x="1227" y="149"/>
                  <a:pt x="1228" y="145"/>
                </a:cubicBezTo>
                <a:cubicBezTo>
                  <a:pt x="1228" y="142"/>
                  <a:pt x="1228" y="142"/>
                  <a:pt x="1228" y="142"/>
                </a:cubicBezTo>
                <a:cubicBezTo>
                  <a:pt x="1229" y="140"/>
                  <a:pt x="1229" y="140"/>
                  <a:pt x="1229" y="140"/>
                </a:cubicBezTo>
                <a:cubicBezTo>
                  <a:pt x="1230" y="135"/>
                  <a:pt x="1230" y="132"/>
                  <a:pt x="1230" y="130"/>
                </a:cubicBezTo>
                <a:cubicBezTo>
                  <a:pt x="1230" y="126"/>
                  <a:pt x="1229" y="123"/>
                  <a:pt x="1228" y="122"/>
                </a:cubicBezTo>
                <a:cubicBezTo>
                  <a:pt x="1227" y="120"/>
                  <a:pt x="1225" y="119"/>
                  <a:pt x="1222" y="119"/>
                </a:cubicBezTo>
                <a:cubicBezTo>
                  <a:pt x="1219" y="119"/>
                  <a:pt x="1217" y="120"/>
                  <a:pt x="1214" y="122"/>
                </a:cubicBezTo>
                <a:cubicBezTo>
                  <a:pt x="1211" y="124"/>
                  <a:pt x="1209" y="126"/>
                  <a:pt x="1207" y="129"/>
                </a:cubicBezTo>
                <a:close/>
                <a:moveTo>
                  <a:pt x="1267" y="153"/>
                </a:moveTo>
                <a:cubicBezTo>
                  <a:pt x="1266" y="150"/>
                  <a:pt x="1266" y="150"/>
                  <a:pt x="1266" y="150"/>
                </a:cubicBezTo>
                <a:cubicBezTo>
                  <a:pt x="1264" y="152"/>
                  <a:pt x="1262" y="153"/>
                  <a:pt x="1260" y="154"/>
                </a:cubicBezTo>
                <a:cubicBezTo>
                  <a:pt x="1258" y="155"/>
                  <a:pt x="1256" y="156"/>
                  <a:pt x="1254" y="156"/>
                </a:cubicBezTo>
                <a:cubicBezTo>
                  <a:pt x="1251" y="156"/>
                  <a:pt x="1249" y="154"/>
                  <a:pt x="1248" y="152"/>
                </a:cubicBezTo>
                <a:cubicBezTo>
                  <a:pt x="1246" y="150"/>
                  <a:pt x="1246" y="147"/>
                  <a:pt x="1246" y="143"/>
                </a:cubicBezTo>
                <a:cubicBezTo>
                  <a:pt x="1249" y="143"/>
                  <a:pt x="1252" y="143"/>
                  <a:pt x="1256" y="142"/>
                </a:cubicBezTo>
                <a:cubicBezTo>
                  <a:pt x="1259" y="140"/>
                  <a:pt x="1263" y="139"/>
                  <a:pt x="1265" y="136"/>
                </a:cubicBezTo>
                <a:cubicBezTo>
                  <a:pt x="1268" y="134"/>
                  <a:pt x="1269" y="131"/>
                  <a:pt x="1269" y="128"/>
                </a:cubicBezTo>
                <a:cubicBezTo>
                  <a:pt x="1269" y="125"/>
                  <a:pt x="1268" y="123"/>
                  <a:pt x="1267" y="122"/>
                </a:cubicBezTo>
                <a:cubicBezTo>
                  <a:pt x="1265" y="120"/>
                  <a:pt x="1263" y="119"/>
                  <a:pt x="1259" y="119"/>
                </a:cubicBezTo>
                <a:cubicBezTo>
                  <a:pt x="1255" y="119"/>
                  <a:pt x="1252" y="121"/>
                  <a:pt x="1249" y="123"/>
                </a:cubicBezTo>
                <a:cubicBezTo>
                  <a:pt x="1246" y="125"/>
                  <a:pt x="1243" y="128"/>
                  <a:pt x="1241" y="132"/>
                </a:cubicBezTo>
                <a:cubicBezTo>
                  <a:pt x="1240" y="136"/>
                  <a:pt x="1239" y="140"/>
                  <a:pt x="1239" y="145"/>
                </a:cubicBezTo>
                <a:cubicBezTo>
                  <a:pt x="1239" y="147"/>
                  <a:pt x="1239" y="150"/>
                  <a:pt x="1240" y="152"/>
                </a:cubicBezTo>
                <a:cubicBezTo>
                  <a:pt x="1241" y="155"/>
                  <a:pt x="1243" y="156"/>
                  <a:pt x="1245" y="158"/>
                </a:cubicBezTo>
                <a:cubicBezTo>
                  <a:pt x="1247" y="159"/>
                  <a:pt x="1249" y="160"/>
                  <a:pt x="1253" y="160"/>
                </a:cubicBezTo>
                <a:cubicBezTo>
                  <a:pt x="1256" y="160"/>
                  <a:pt x="1259" y="159"/>
                  <a:pt x="1261" y="158"/>
                </a:cubicBezTo>
                <a:cubicBezTo>
                  <a:pt x="1264" y="156"/>
                  <a:pt x="1266" y="154"/>
                  <a:pt x="1267" y="153"/>
                </a:cubicBezTo>
                <a:close/>
                <a:moveTo>
                  <a:pt x="1258" y="123"/>
                </a:moveTo>
                <a:cubicBezTo>
                  <a:pt x="1259" y="123"/>
                  <a:pt x="1260" y="124"/>
                  <a:pt x="1261" y="125"/>
                </a:cubicBezTo>
                <a:cubicBezTo>
                  <a:pt x="1262" y="125"/>
                  <a:pt x="1263" y="127"/>
                  <a:pt x="1263" y="129"/>
                </a:cubicBezTo>
                <a:cubicBezTo>
                  <a:pt x="1263" y="131"/>
                  <a:pt x="1262" y="133"/>
                  <a:pt x="1260" y="135"/>
                </a:cubicBezTo>
                <a:cubicBezTo>
                  <a:pt x="1258" y="136"/>
                  <a:pt x="1256" y="138"/>
                  <a:pt x="1253" y="139"/>
                </a:cubicBezTo>
                <a:cubicBezTo>
                  <a:pt x="1251" y="139"/>
                  <a:pt x="1248" y="140"/>
                  <a:pt x="1246" y="140"/>
                </a:cubicBezTo>
                <a:cubicBezTo>
                  <a:pt x="1246" y="138"/>
                  <a:pt x="1247" y="135"/>
                  <a:pt x="1248" y="132"/>
                </a:cubicBezTo>
                <a:cubicBezTo>
                  <a:pt x="1249" y="130"/>
                  <a:pt x="1250" y="127"/>
                  <a:pt x="1252" y="126"/>
                </a:cubicBezTo>
                <a:cubicBezTo>
                  <a:pt x="1254" y="124"/>
                  <a:pt x="1255" y="123"/>
                  <a:pt x="1258" y="123"/>
                </a:cubicBezTo>
                <a:close/>
                <a:moveTo>
                  <a:pt x="1303" y="153"/>
                </a:moveTo>
                <a:cubicBezTo>
                  <a:pt x="1302" y="150"/>
                  <a:pt x="1302" y="150"/>
                  <a:pt x="1302" y="150"/>
                </a:cubicBezTo>
                <a:cubicBezTo>
                  <a:pt x="1300" y="152"/>
                  <a:pt x="1298" y="153"/>
                  <a:pt x="1296" y="154"/>
                </a:cubicBezTo>
                <a:cubicBezTo>
                  <a:pt x="1294" y="155"/>
                  <a:pt x="1292" y="156"/>
                  <a:pt x="1290" y="156"/>
                </a:cubicBezTo>
                <a:cubicBezTo>
                  <a:pt x="1287" y="156"/>
                  <a:pt x="1285" y="154"/>
                  <a:pt x="1284" y="152"/>
                </a:cubicBezTo>
                <a:cubicBezTo>
                  <a:pt x="1282" y="150"/>
                  <a:pt x="1282" y="147"/>
                  <a:pt x="1282" y="143"/>
                </a:cubicBezTo>
                <a:cubicBezTo>
                  <a:pt x="1285" y="143"/>
                  <a:pt x="1288" y="143"/>
                  <a:pt x="1292" y="142"/>
                </a:cubicBezTo>
                <a:cubicBezTo>
                  <a:pt x="1295" y="140"/>
                  <a:pt x="1299" y="139"/>
                  <a:pt x="1301" y="136"/>
                </a:cubicBezTo>
                <a:cubicBezTo>
                  <a:pt x="1304" y="134"/>
                  <a:pt x="1305" y="131"/>
                  <a:pt x="1305" y="128"/>
                </a:cubicBezTo>
                <a:cubicBezTo>
                  <a:pt x="1305" y="125"/>
                  <a:pt x="1304" y="123"/>
                  <a:pt x="1303" y="122"/>
                </a:cubicBezTo>
                <a:cubicBezTo>
                  <a:pt x="1301" y="120"/>
                  <a:pt x="1299" y="119"/>
                  <a:pt x="1295" y="119"/>
                </a:cubicBezTo>
                <a:cubicBezTo>
                  <a:pt x="1291" y="119"/>
                  <a:pt x="1288" y="121"/>
                  <a:pt x="1285" y="123"/>
                </a:cubicBezTo>
                <a:cubicBezTo>
                  <a:pt x="1282" y="125"/>
                  <a:pt x="1279" y="128"/>
                  <a:pt x="1277" y="132"/>
                </a:cubicBezTo>
                <a:cubicBezTo>
                  <a:pt x="1275" y="136"/>
                  <a:pt x="1275" y="140"/>
                  <a:pt x="1275" y="145"/>
                </a:cubicBezTo>
                <a:cubicBezTo>
                  <a:pt x="1275" y="147"/>
                  <a:pt x="1275" y="150"/>
                  <a:pt x="1276" y="152"/>
                </a:cubicBezTo>
                <a:cubicBezTo>
                  <a:pt x="1277" y="155"/>
                  <a:pt x="1279" y="156"/>
                  <a:pt x="1281" y="158"/>
                </a:cubicBezTo>
                <a:cubicBezTo>
                  <a:pt x="1283" y="159"/>
                  <a:pt x="1285" y="160"/>
                  <a:pt x="1288" y="160"/>
                </a:cubicBezTo>
                <a:cubicBezTo>
                  <a:pt x="1292" y="160"/>
                  <a:pt x="1295" y="159"/>
                  <a:pt x="1297" y="158"/>
                </a:cubicBezTo>
                <a:cubicBezTo>
                  <a:pt x="1300" y="156"/>
                  <a:pt x="1302" y="154"/>
                  <a:pt x="1303" y="153"/>
                </a:cubicBezTo>
                <a:close/>
                <a:moveTo>
                  <a:pt x="1294" y="123"/>
                </a:moveTo>
                <a:cubicBezTo>
                  <a:pt x="1295" y="123"/>
                  <a:pt x="1296" y="124"/>
                  <a:pt x="1297" y="125"/>
                </a:cubicBezTo>
                <a:cubicBezTo>
                  <a:pt x="1298" y="125"/>
                  <a:pt x="1298" y="127"/>
                  <a:pt x="1298" y="129"/>
                </a:cubicBezTo>
                <a:cubicBezTo>
                  <a:pt x="1298" y="131"/>
                  <a:pt x="1298" y="133"/>
                  <a:pt x="1296" y="135"/>
                </a:cubicBezTo>
                <a:cubicBezTo>
                  <a:pt x="1294" y="136"/>
                  <a:pt x="1292" y="138"/>
                  <a:pt x="1289" y="139"/>
                </a:cubicBezTo>
                <a:cubicBezTo>
                  <a:pt x="1287" y="139"/>
                  <a:pt x="1284" y="140"/>
                  <a:pt x="1282" y="140"/>
                </a:cubicBezTo>
                <a:cubicBezTo>
                  <a:pt x="1282" y="138"/>
                  <a:pt x="1283" y="135"/>
                  <a:pt x="1284" y="132"/>
                </a:cubicBezTo>
                <a:cubicBezTo>
                  <a:pt x="1285" y="130"/>
                  <a:pt x="1286" y="127"/>
                  <a:pt x="1288" y="126"/>
                </a:cubicBezTo>
                <a:cubicBezTo>
                  <a:pt x="1289" y="124"/>
                  <a:pt x="1291" y="123"/>
                  <a:pt x="1294" y="123"/>
                </a:cubicBezTo>
                <a:close/>
                <a:moveTo>
                  <a:pt x="1322" y="129"/>
                </a:moveTo>
                <a:cubicBezTo>
                  <a:pt x="1323" y="127"/>
                  <a:pt x="1323" y="127"/>
                  <a:pt x="1323" y="127"/>
                </a:cubicBezTo>
                <a:cubicBezTo>
                  <a:pt x="1323" y="120"/>
                  <a:pt x="1323" y="120"/>
                  <a:pt x="1323" y="120"/>
                </a:cubicBezTo>
                <a:cubicBezTo>
                  <a:pt x="1322" y="119"/>
                  <a:pt x="1322" y="119"/>
                  <a:pt x="1322" y="119"/>
                </a:cubicBezTo>
                <a:cubicBezTo>
                  <a:pt x="1314" y="121"/>
                  <a:pt x="1314" y="121"/>
                  <a:pt x="1314" y="121"/>
                </a:cubicBezTo>
                <a:cubicBezTo>
                  <a:pt x="1313" y="124"/>
                  <a:pt x="1313" y="124"/>
                  <a:pt x="1313" y="124"/>
                </a:cubicBezTo>
                <a:cubicBezTo>
                  <a:pt x="1317" y="125"/>
                  <a:pt x="1317" y="125"/>
                  <a:pt x="1317" y="125"/>
                </a:cubicBezTo>
                <a:cubicBezTo>
                  <a:pt x="1312" y="159"/>
                  <a:pt x="1312" y="159"/>
                  <a:pt x="1312" y="159"/>
                </a:cubicBezTo>
                <a:cubicBezTo>
                  <a:pt x="1319" y="159"/>
                  <a:pt x="1319" y="159"/>
                  <a:pt x="1319" y="159"/>
                </a:cubicBezTo>
                <a:cubicBezTo>
                  <a:pt x="1322" y="134"/>
                  <a:pt x="1322" y="134"/>
                  <a:pt x="1322" y="134"/>
                </a:cubicBezTo>
                <a:cubicBezTo>
                  <a:pt x="1323" y="132"/>
                  <a:pt x="1325" y="130"/>
                  <a:pt x="1327" y="129"/>
                </a:cubicBezTo>
                <a:cubicBezTo>
                  <a:pt x="1329" y="127"/>
                  <a:pt x="1331" y="127"/>
                  <a:pt x="1333" y="127"/>
                </a:cubicBezTo>
                <a:cubicBezTo>
                  <a:pt x="1334" y="127"/>
                  <a:pt x="1335" y="127"/>
                  <a:pt x="1336" y="127"/>
                </a:cubicBezTo>
                <a:cubicBezTo>
                  <a:pt x="1338" y="120"/>
                  <a:pt x="1338" y="120"/>
                  <a:pt x="1338" y="120"/>
                </a:cubicBezTo>
                <a:cubicBezTo>
                  <a:pt x="1337" y="120"/>
                  <a:pt x="1336" y="119"/>
                  <a:pt x="1335" y="119"/>
                </a:cubicBezTo>
                <a:cubicBezTo>
                  <a:pt x="1333" y="119"/>
                  <a:pt x="1331" y="120"/>
                  <a:pt x="1330" y="121"/>
                </a:cubicBezTo>
                <a:cubicBezTo>
                  <a:pt x="1328" y="122"/>
                  <a:pt x="1326" y="123"/>
                  <a:pt x="1325" y="125"/>
                </a:cubicBezTo>
                <a:cubicBezTo>
                  <a:pt x="1324" y="126"/>
                  <a:pt x="1323" y="128"/>
                  <a:pt x="1322" y="129"/>
                </a:cubicBezTo>
                <a:close/>
                <a:moveTo>
                  <a:pt x="1349" y="153"/>
                </a:moveTo>
                <a:cubicBezTo>
                  <a:pt x="1354" y="120"/>
                  <a:pt x="1354" y="120"/>
                  <a:pt x="1354" y="120"/>
                </a:cubicBezTo>
                <a:cubicBezTo>
                  <a:pt x="1352" y="119"/>
                  <a:pt x="1352" y="119"/>
                  <a:pt x="1352" y="119"/>
                </a:cubicBezTo>
                <a:cubicBezTo>
                  <a:pt x="1342" y="121"/>
                  <a:pt x="1342" y="121"/>
                  <a:pt x="1342" y="121"/>
                </a:cubicBezTo>
                <a:cubicBezTo>
                  <a:pt x="1342" y="123"/>
                  <a:pt x="1342" y="123"/>
                  <a:pt x="1342" y="123"/>
                </a:cubicBezTo>
                <a:cubicBezTo>
                  <a:pt x="1346" y="125"/>
                  <a:pt x="1346" y="125"/>
                  <a:pt x="1346" y="125"/>
                </a:cubicBezTo>
                <a:cubicBezTo>
                  <a:pt x="1345" y="132"/>
                  <a:pt x="1345" y="138"/>
                  <a:pt x="1344" y="142"/>
                </a:cubicBezTo>
                <a:cubicBezTo>
                  <a:pt x="1343" y="150"/>
                  <a:pt x="1342" y="154"/>
                  <a:pt x="1342" y="156"/>
                </a:cubicBezTo>
                <a:cubicBezTo>
                  <a:pt x="1342" y="157"/>
                  <a:pt x="1342" y="158"/>
                  <a:pt x="1343" y="159"/>
                </a:cubicBezTo>
                <a:cubicBezTo>
                  <a:pt x="1344" y="160"/>
                  <a:pt x="1345" y="160"/>
                  <a:pt x="1347" y="160"/>
                </a:cubicBezTo>
                <a:cubicBezTo>
                  <a:pt x="1349" y="160"/>
                  <a:pt x="1350" y="159"/>
                  <a:pt x="1352" y="158"/>
                </a:cubicBezTo>
                <a:cubicBezTo>
                  <a:pt x="1353" y="157"/>
                  <a:pt x="1354" y="156"/>
                  <a:pt x="1355" y="155"/>
                </a:cubicBezTo>
                <a:cubicBezTo>
                  <a:pt x="1354" y="154"/>
                  <a:pt x="1354" y="154"/>
                  <a:pt x="1354" y="154"/>
                </a:cubicBezTo>
                <a:cubicBezTo>
                  <a:pt x="1353" y="154"/>
                  <a:pt x="1352" y="155"/>
                  <a:pt x="1352" y="155"/>
                </a:cubicBezTo>
                <a:cubicBezTo>
                  <a:pt x="1351" y="156"/>
                  <a:pt x="1351" y="156"/>
                  <a:pt x="1350" y="156"/>
                </a:cubicBezTo>
                <a:cubicBezTo>
                  <a:pt x="1350" y="156"/>
                  <a:pt x="1350" y="156"/>
                  <a:pt x="1349" y="155"/>
                </a:cubicBezTo>
                <a:cubicBezTo>
                  <a:pt x="1349" y="155"/>
                  <a:pt x="1349" y="155"/>
                  <a:pt x="1349" y="154"/>
                </a:cubicBezTo>
                <a:lnTo>
                  <a:pt x="1349" y="153"/>
                </a:lnTo>
                <a:close/>
                <a:moveTo>
                  <a:pt x="1351" y="112"/>
                </a:moveTo>
                <a:cubicBezTo>
                  <a:pt x="1353" y="112"/>
                  <a:pt x="1354" y="111"/>
                  <a:pt x="1355" y="110"/>
                </a:cubicBezTo>
                <a:cubicBezTo>
                  <a:pt x="1356" y="109"/>
                  <a:pt x="1356" y="108"/>
                  <a:pt x="1356" y="107"/>
                </a:cubicBezTo>
                <a:cubicBezTo>
                  <a:pt x="1356" y="106"/>
                  <a:pt x="1356" y="105"/>
                  <a:pt x="1355" y="104"/>
                </a:cubicBezTo>
                <a:cubicBezTo>
                  <a:pt x="1354" y="103"/>
                  <a:pt x="1353" y="103"/>
                  <a:pt x="1352" y="103"/>
                </a:cubicBezTo>
                <a:cubicBezTo>
                  <a:pt x="1351" y="103"/>
                  <a:pt x="1350" y="103"/>
                  <a:pt x="1349" y="104"/>
                </a:cubicBezTo>
                <a:cubicBezTo>
                  <a:pt x="1348" y="105"/>
                  <a:pt x="1348" y="107"/>
                  <a:pt x="1348" y="108"/>
                </a:cubicBezTo>
                <a:cubicBezTo>
                  <a:pt x="1348" y="109"/>
                  <a:pt x="1348" y="110"/>
                  <a:pt x="1349" y="111"/>
                </a:cubicBezTo>
                <a:cubicBezTo>
                  <a:pt x="1350" y="111"/>
                  <a:pt x="1350" y="112"/>
                  <a:pt x="1351" y="112"/>
                </a:cubicBezTo>
                <a:close/>
                <a:moveTo>
                  <a:pt x="1374" y="129"/>
                </a:moveTo>
                <a:cubicBezTo>
                  <a:pt x="1375" y="120"/>
                  <a:pt x="1375" y="120"/>
                  <a:pt x="1375" y="120"/>
                </a:cubicBezTo>
                <a:cubicBezTo>
                  <a:pt x="1374" y="119"/>
                  <a:pt x="1374" y="119"/>
                  <a:pt x="1374" y="119"/>
                </a:cubicBezTo>
                <a:cubicBezTo>
                  <a:pt x="1365" y="121"/>
                  <a:pt x="1365" y="121"/>
                  <a:pt x="1365" y="121"/>
                </a:cubicBezTo>
                <a:cubicBezTo>
                  <a:pt x="1365" y="124"/>
                  <a:pt x="1365" y="124"/>
                  <a:pt x="1365" y="124"/>
                </a:cubicBezTo>
                <a:cubicBezTo>
                  <a:pt x="1368" y="125"/>
                  <a:pt x="1368" y="125"/>
                  <a:pt x="1368" y="125"/>
                </a:cubicBezTo>
                <a:cubicBezTo>
                  <a:pt x="1364" y="159"/>
                  <a:pt x="1364" y="159"/>
                  <a:pt x="1364" y="159"/>
                </a:cubicBezTo>
                <a:cubicBezTo>
                  <a:pt x="1370" y="159"/>
                  <a:pt x="1370" y="159"/>
                  <a:pt x="1370" y="159"/>
                </a:cubicBezTo>
                <a:cubicBezTo>
                  <a:pt x="1374" y="134"/>
                  <a:pt x="1374" y="134"/>
                  <a:pt x="1374" y="134"/>
                </a:cubicBezTo>
                <a:cubicBezTo>
                  <a:pt x="1375" y="131"/>
                  <a:pt x="1377" y="129"/>
                  <a:pt x="1380" y="127"/>
                </a:cubicBezTo>
                <a:cubicBezTo>
                  <a:pt x="1382" y="125"/>
                  <a:pt x="1384" y="124"/>
                  <a:pt x="1386" y="124"/>
                </a:cubicBezTo>
                <a:cubicBezTo>
                  <a:pt x="1388" y="124"/>
                  <a:pt x="1389" y="125"/>
                  <a:pt x="1389" y="126"/>
                </a:cubicBezTo>
                <a:cubicBezTo>
                  <a:pt x="1390" y="127"/>
                  <a:pt x="1390" y="128"/>
                  <a:pt x="1390" y="130"/>
                </a:cubicBezTo>
                <a:cubicBezTo>
                  <a:pt x="1390" y="132"/>
                  <a:pt x="1390" y="134"/>
                  <a:pt x="1390" y="135"/>
                </a:cubicBezTo>
                <a:cubicBezTo>
                  <a:pt x="1390" y="137"/>
                  <a:pt x="1389" y="140"/>
                  <a:pt x="1389" y="142"/>
                </a:cubicBezTo>
                <a:cubicBezTo>
                  <a:pt x="1388" y="144"/>
                  <a:pt x="1388" y="144"/>
                  <a:pt x="1388" y="144"/>
                </a:cubicBezTo>
                <a:cubicBezTo>
                  <a:pt x="1388" y="147"/>
                  <a:pt x="1388" y="147"/>
                  <a:pt x="1388" y="147"/>
                </a:cubicBezTo>
                <a:cubicBezTo>
                  <a:pt x="1387" y="151"/>
                  <a:pt x="1387" y="154"/>
                  <a:pt x="1387" y="156"/>
                </a:cubicBezTo>
                <a:cubicBezTo>
                  <a:pt x="1387" y="159"/>
                  <a:pt x="1388" y="160"/>
                  <a:pt x="1391" y="160"/>
                </a:cubicBezTo>
                <a:cubicBezTo>
                  <a:pt x="1392" y="160"/>
                  <a:pt x="1394" y="160"/>
                  <a:pt x="1395" y="159"/>
                </a:cubicBezTo>
                <a:cubicBezTo>
                  <a:pt x="1396" y="159"/>
                  <a:pt x="1397" y="158"/>
                  <a:pt x="1397" y="157"/>
                </a:cubicBezTo>
                <a:cubicBezTo>
                  <a:pt x="1398" y="157"/>
                  <a:pt x="1399" y="156"/>
                  <a:pt x="1399" y="156"/>
                </a:cubicBezTo>
                <a:cubicBezTo>
                  <a:pt x="1398" y="154"/>
                  <a:pt x="1398" y="154"/>
                  <a:pt x="1398" y="154"/>
                </a:cubicBezTo>
                <a:cubicBezTo>
                  <a:pt x="1397" y="155"/>
                  <a:pt x="1396" y="156"/>
                  <a:pt x="1395" y="156"/>
                </a:cubicBezTo>
                <a:cubicBezTo>
                  <a:pt x="1394" y="156"/>
                  <a:pt x="1394" y="155"/>
                  <a:pt x="1394" y="154"/>
                </a:cubicBezTo>
                <a:cubicBezTo>
                  <a:pt x="1394" y="152"/>
                  <a:pt x="1394" y="149"/>
                  <a:pt x="1395" y="145"/>
                </a:cubicBezTo>
                <a:cubicBezTo>
                  <a:pt x="1395" y="142"/>
                  <a:pt x="1395" y="142"/>
                  <a:pt x="1395" y="142"/>
                </a:cubicBezTo>
                <a:cubicBezTo>
                  <a:pt x="1396" y="140"/>
                  <a:pt x="1396" y="140"/>
                  <a:pt x="1396" y="140"/>
                </a:cubicBezTo>
                <a:cubicBezTo>
                  <a:pt x="1397" y="135"/>
                  <a:pt x="1397" y="132"/>
                  <a:pt x="1397" y="130"/>
                </a:cubicBezTo>
                <a:cubicBezTo>
                  <a:pt x="1397" y="126"/>
                  <a:pt x="1397" y="123"/>
                  <a:pt x="1395" y="122"/>
                </a:cubicBezTo>
                <a:cubicBezTo>
                  <a:pt x="1394" y="120"/>
                  <a:pt x="1392" y="119"/>
                  <a:pt x="1389" y="119"/>
                </a:cubicBezTo>
                <a:cubicBezTo>
                  <a:pt x="1386" y="119"/>
                  <a:pt x="1384" y="120"/>
                  <a:pt x="1381" y="122"/>
                </a:cubicBezTo>
                <a:cubicBezTo>
                  <a:pt x="1379" y="124"/>
                  <a:pt x="1376" y="126"/>
                  <a:pt x="1374" y="129"/>
                </a:cubicBezTo>
                <a:close/>
                <a:moveTo>
                  <a:pt x="1433" y="162"/>
                </a:moveTo>
                <a:cubicBezTo>
                  <a:pt x="1440" y="119"/>
                  <a:pt x="1440" y="119"/>
                  <a:pt x="1440" y="119"/>
                </a:cubicBezTo>
                <a:cubicBezTo>
                  <a:pt x="1435" y="121"/>
                  <a:pt x="1435" y="121"/>
                  <a:pt x="1435" y="121"/>
                </a:cubicBezTo>
                <a:cubicBezTo>
                  <a:pt x="1434" y="121"/>
                  <a:pt x="1433" y="120"/>
                  <a:pt x="1432" y="120"/>
                </a:cubicBezTo>
                <a:cubicBezTo>
                  <a:pt x="1430" y="120"/>
                  <a:pt x="1429" y="119"/>
                  <a:pt x="1428" y="119"/>
                </a:cubicBezTo>
                <a:cubicBezTo>
                  <a:pt x="1423" y="119"/>
                  <a:pt x="1419" y="121"/>
                  <a:pt x="1416" y="123"/>
                </a:cubicBezTo>
                <a:cubicBezTo>
                  <a:pt x="1412" y="126"/>
                  <a:pt x="1410" y="129"/>
                  <a:pt x="1408" y="133"/>
                </a:cubicBezTo>
                <a:cubicBezTo>
                  <a:pt x="1406" y="137"/>
                  <a:pt x="1405" y="141"/>
                  <a:pt x="1405" y="145"/>
                </a:cubicBezTo>
                <a:cubicBezTo>
                  <a:pt x="1405" y="150"/>
                  <a:pt x="1406" y="153"/>
                  <a:pt x="1408" y="156"/>
                </a:cubicBezTo>
                <a:cubicBezTo>
                  <a:pt x="1410" y="159"/>
                  <a:pt x="1413" y="160"/>
                  <a:pt x="1417" y="160"/>
                </a:cubicBezTo>
                <a:cubicBezTo>
                  <a:pt x="1419" y="160"/>
                  <a:pt x="1421" y="159"/>
                  <a:pt x="1423" y="158"/>
                </a:cubicBezTo>
                <a:cubicBezTo>
                  <a:pt x="1425" y="157"/>
                  <a:pt x="1426" y="156"/>
                  <a:pt x="1428" y="155"/>
                </a:cubicBezTo>
                <a:cubicBezTo>
                  <a:pt x="1426" y="164"/>
                  <a:pt x="1426" y="164"/>
                  <a:pt x="1426" y="164"/>
                </a:cubicBezTo>
                <a:cubicBezTo>
                  <a:pt x="1426" y="167"/>
                  <a:pt x="1425" y="169"/>
                  <a:pt x="1424" y="170"/>
                </a:cubicBezTo>
                <a:cubicBezTo>
                  <a:pt x="1422" y="172"/>
                  <a:pt x="1420" y="172"/>
                  <a:pt x="1417" y="172"/>
                </a:cubicBezTo>
                <a:cubicBezTo>
                  <a:pt x="1415" y="172"/>
                  <a:pt x="1414" y="172"/>
                  <a:pt x="1412" y="171"/>
                </a:cubicBezTo>
                <a:cubicBezTo>
                  <a:pt x="1410" y="171"/>
                  <a:pt x="1409" y="170"/>
                  <a:pt x="1408" y="170"/>
                </a:cubicBezTo>
                <a:cubicBezTo>
                  <a:pt x="1406" y="175"/>
                  <a:pt x="1406" y="175"/>
                  <a:pt x="1406" y="175"/>
                </a:cubicBezTo>
                <a:cubicBezTo>
                  <a:pt x="1407" y="176"/>
                  <a:pt x="1408" y="176"/>
                  <a:pt x="1410" y="176"/>
                </a:cubicBezTo>
                <a:cubicBezTo>
                  <a:pt x="1411" y="177"/>
                  <a:pt x="1413" y="177"/>
                  <a:pt x="1414" y="177"/>
                </a:cubicBezTo>
                <a:cubicBezTo>
                  <a:pt x="1417" y="177"/>
                  <a:pt x="1420" y="176"/>
                  <a:pt x="1423" y="175"/>
                </a:cubicBezTo>
                <a:cubicBezTo>
                  <a:pt x="1425" y="174"/>
                  <a:pt x="1428" y="173"/>
                  <a:pt x="1430" y="170"/>
                </a:cubicBezTo>
                <a:cubicBezTo>
                  <a:pt x="1432" y="168"/>
                  <a:pt x="1433" y="165"/>
                  <a:pt x="1433" y="162"/>
                </a:cubicBezTo>
                <a:close/>
                <a:moveTo>
                  <a:pt x="1432" y="125"/>
                </a:moveTo>
                <a:cubicBezTo>
                  <a:pt x="1428" y="150"/>
                  <a:pt x="1428" y="150"/>
                  <a:pt x="1428" y="150"/>
                </a:cubicBezTo>
                <a:cubicBezTo>
                  <a:pt x="1427" y="151"/>
                  <a:pt x="1426" y="153"/>
                  <a:pt x="1424" y="154"/>
                </a:cubicBezTo>
                <a:cubicBezTo>
                  <a:pt x="1423" y="155"/>
                  <a:pt x="1421" y="155"/>
                  <a:pt x="1419" y="155"/>
                </a:cubicBezTo>
                <a:cubicBezTo>
                  <a:pt x="1417" y="155"/>
                  <a:pt x="1415" y="155"/>
                  <a:pt x="1414" y="153"/>
                </a:cubicBezTo>
                <a:cubicBezTo>
                  <a:pt x="1413" y="151"/>
                  <a:pt x="1412" y="148"/>
                  <a:pt x="1412" y="145"/>
                </a:cubicBezTo>
                <a:cubicBezTo>
                  <a:pt x="1412" y="142"/>
                  <a:pt x="1413" y="138"/>
                  <a:pt x="1414" y="135"/>
                </a:cubicBezTo>
                <a:cubicBezTo>
                  <a:pt x="1415" y="132"/>
                  <a:pt x="1417" y="129"/>
                  <a:pt x="1419" y="127"/>
                </a:cubicBezTo>
                <a:cubicBezTo>
                  <a:pt x="1421" y="124"/>
                  <a:pt x="1424" y="123"/>
                  <a:pt x="1427" y="123"/>
                </a:cubicBezTo>
                <a:cubicBezTo>
                  <a:pt x="1429" y="123"/>
                  <a:pt x="1431" y="124"/>
                  <a:pt x="1432" y="125"/>
                </a:cubicBezTo>
                <a:close/>
                <a:moveTo>
                  <a:pt x="1076" y="242"/>
                </a:moveTo>
                <a:cubicBezTo>
                  <a:pt x="1072" y="249"/>
                  <a:pt x="1072" y="249"/>
                  <a:pt x="1072" y="249"/>
                </a:cubicBezTo>
                <a:cubicBezTo>
                  <a:pt x="1072" y="242"/>
                  <a:pt x="1072" y="242"/>
                  <a:pt x="1072" y="242"/>
                </a:cubicBezTo>
                <a:cubicBezTo>
                  <a:pt x="1066" y="208"/>
                  <a:pt x="1066" y="208"/>
                  <a:pt x="1066" y="208"/>
                </a:cubicBezTo>
                <a:cubicBezTo>
                  <a:pt x="1050" y="208"/>
                  <a:pt x="1050" y="208"/>
                  <a:pt x="1050" y="208"/>
                </a:cubicBezTo>
                <a:cubicBezTo>
                  <a:pt x="1049" y="211"/>
                  <a:pt x="1049" y="211"/>
                  <a:pt x="1049" y="211"/>
                </a:cubicBezTo>
                <a:cubicBezTo>
                  <a:pt x="1056" y="212"/>
                  <a:pt x="1056" y="212"/>
                  <a:pt x="1056" y="212"/>
                </a:cubicBezTo>
                <a:cubicBezTo>
                  <a:pt x="1045" y="256"/>
                  <a:pt x="1045" y="256"/>
                  <a:pt x="1045" y="256"/>
                </a:cubicBezTo>
                <a:cubicBezTo>
                  <a:pt x="1039" y="257"/>
                  <a:pt x="1039" y="257"/>
                  <a:pt x="1039" y="257"/>
                </a:cubicBezTo>
                <a:cubicBezTo>
                  <a:pt x="1039" y="260"/>
                  <a:pt x="1039" y="260"/>
                  <a:pt x="1039" y="260"/>
                </a:cubicBezTo>
                <a:cubicBezTo>
                  <a:pt x="1057" y="260"/>
                  <a:pt x="1057" y="260"/>
                  <a:pt x="1057" y="260"/>
                </a:cubicBezTo>
                <a:cubicBezTo>
                  <a:pt x="1057" y="257"/>
                  <a:pt x="1057" y="257"/>
                  <a:pt x="1057" y="257"/>
                </a:cubicBezTo>
                <a:cubicBezTo>
                  <a:pt x="1050" y="256"/>
                  <a:pt x="1050" y="256"/>
                  <a:pt x="1050" y="256"/>
                </a:cubicBezTo>
                <a:cubicBezTo>
                  <a:pt x="1057" y="225"/>
                  <a:pt x="1057" y="225"/>
                  <a:pt x="1057" y="225"/>
                </a:cubicBezTo>
                <a:cubicBezTo>
                  <a:pt x="1060" y="211"/>
                  <a:pt x="1060" y="211"/>
                  <a:pt x="1060" y="211"/>
                </a:cubicBezTo>
                <a:cubicBezTo>
                  <a:pt x="1062" y="225"/>
                  <a:pt x="1062" y="225"/>
                  <a:pt x="1062" y="225"/>
                </a:cubicBezTo>
                <a:cubicBezTo>
                  <a:pt x="1068" y="261"/>
                  <a:pt x="1068" y="261"/>
                  <a:pt x="1068" y="261"/>
                </a:cubicBezTo>
                <a:cubicBezTo>
                  <a:pt x="1072" y="260"/>
                  <a:pt x="1072" y="260"/>
                  <a:pt x="1072" y="260"/>
                </a:cubicBezTo>
                <a:cubicBezTo>
                  <a:pt x="1088" y="224"/>
                  <a:pt x="1088" y="224"/>
                  <a:pt x="1088" y="224"/>
                </a:cubicBezTo>
                <a:cubicBezTo>
                  <a:pt x="1094" y="211"/>
                  <a:pt x="1094" y="211"/>
                  <a:pt x="1094" y="211"/>
                </a:cubicBezTo>
                <a:cubicBezTo>
                  <a:pt x="1093" y="225"/>
                  <a:pt x="1093" y="225"/>
                  <a:pt x="1093" y="225"/>
                </a:cubicBezTo>
                <a:cubicBezTo>
                  <a:pt x="1091" y="256"/>
                  <a:pt x="1091" y="256"/>
                  <a:pt x="1091" y="256"/>
                </a:cubicBezTo>
                <a:cubicBezTo>
                  <a:pt x="1085" y="257"/>
                  <a:pt x="1085" y="257"/>
                  <a:pt x="1085" y="257"/>
                </a:cubicBezTo>
                <a:cubicBezTo>
                  <a:pt x="1084" y="260"/>
                  <a:pt x="1084" y="260"/>
                  <a:pt x="1084" y="260"/>
                </a:cubicBezTo>
                <a:cubicBezTo>
                  <a:pt x="1104" y="260"/>
                  <a:pt x="1104" y="260"/>
                  <a:pt x="1104" y="260"/>
                </a:cubicBezTo>
                <a:cubicBezTo>
                  <a:pt x="1104" y="257"/>
                  <a:pt x="1104" y="257"/>
                  <a:pt x="1104" y="257"/>
                </a:cubicBezTo>
                <a:cubicBezTo>
                  <a:pt x="1098" y="256"/>
                  <a:pt x="1098" y="256"/>
                  <a:pt x="1098" y="256"/>
                </a:cubicBezTo>
                <a:cubicBezTo>
                  <a:pt x="1099" y="212"/>
                  <a:pt x="1099" y="212"/>
                  <a:pt x="1099" y="212"/>
                </a:cubicBezTo>
                <a:cubicBezTo>
                  <a:pt x="1106" y="211"/>
                  <a:pt x="1106" y="211"/>
                  <a:pt x="1106" y="211"/>
                </a:cubicBezTo>
                <a:cubicBezTo>
                  <a:pt x="1106" y="208"/>
                  <a:pt x="1106" y="208"/>
                  <a:pt x="1106" y="208"/>
                </a:cubicBezTo>
                <a:cubicBezTo>
                  <a:pt x="1091" y="208"/>
                  <a:pt x="1091" y="208"/>
                  <a:pt x="1091" y="208"/>
                </a:cubicBezTo>
                <a:cubicBezTo>
                  <a:pt x="1090" y="211"/>
                  <a:pt x="1087" y="217"/>
                  <a:pt x="1083" y="225"/>
                </a:cubicBezTo>
                <a:cubicBezTo>
                  <a:pt x="1079" y="233"/>
                  <a:pt x="1077" y="239"/>
                  <a:pt x="1076" y="242"/>
                </a:cubicBezTo>
                <a:close/>
                <a:moveTo>
                  <a:pt x="1138" y="253"/>
                </a:moveTo>
                <a:cubicBezTo>
                  <a:pt x="1136" y="251"/>
                  <a:pt x="1136" y="251"/>
                  <a:pt x="1136" y="251"/>
                </a:cubicBezTo>
                <a:cubicBezTo>
                  <a:pt x="1134" y="253"/>
                  <a:pt x="1133" y="254"/>
                  <a:pt x="1131" y="255"/>
                </a:cubicBezTo>
                <a:cubicBezTo>
                  <a:pt x="1129" y="256"/>
                  <a:pt x="1126" y="256"/>
                  <a:pt x="1124" y="256"/>
                </a:cubicBezTo>
                <a:cubicBezTo>
                  <a:pt x="1121" y="256"/>
                  <a:pt x="1119" y="255"/>
                  <a:pt x="1118" y="253"/>
                </a:cubicBezTo>
                <a:cubicBezTo>
                  <a:pt x="1117" y="250"/>
                  <a:pt x="1116" y="247"/>
                  <a:pt x="1116" y="244"/>
                </a:cubicBezTo>
                <a:cubicBezTo>
                  <a:pt x="1119" y="244"/>
                  <a:pt x="1123" y="244"/>
                  <a:pt x="1126" y="242"/>
                </a:cubicBezTo>
                <a:cubicBezTo>
                  <a:pt x="1130" y="241"/>
                  <a:pt x="1133" y="240"/>
                  <a:pt x="1136" y="237"/>
                </a:cubicBezTo>
                <a:cubicBezTo>
                  <a:pt x="1138" y="235"/>
                  <a:pt x="1140" y="232"/>
                  <a:pt x="1140" y="229"/>
                </a:cubicBezTo>
                <a:cubicBezTo>
                  <a:pt x="1140" y="226"/>
                  <a:pt x="1139" y="224"/>
                  <a:pt x="1137" y="223"/>
                </a:cubicBezTo>
                <a:cubicBezTo>
                  <a:pt x="1135" y="221"/>
                  <a:pt x="1133" y="220"/>
                  <a:pt x="1130" y="220"/>
                </a:cubicBezTo>
                <a:cubicBezTo>
                  <a:pt x="1126" y="220"/>
                  <a:pt x="1122" y="221"/>
                  <a:pt x="1119" y="224"/>
                </a:cubicBezTo>
                <a:cubicBezTo>
                  <a:pt x="1116" y="226"/>
                  <a:pt x="1114" y="229"/>
                  <a:pt x="1112" y="233"/>
                </a:cubicBezTo>
                <a:cubicBezTo>
                  <a:pt x="1110" y="237"/>
                  <a:pt x="1109" y="241"/>
                  <a:pt x="1109" y="246"/>
                </a:cubicBezTo>
                <a:cubicBezTo>
                  <a:pt x="1109" y="248"/>
                  <a:pt x="1110" y="251"/>
                  <a:pt x="1111" y="253"/>
                </a:cubicBezTo>
                <a:cubicBezTo>
                  <a:pt x="1111" y="255"/>
                  <a:pt x="1113" y="257"/>
                  <a:pt x="1115" y="259"/>
                </a:cubicBezTo>
                <a:cubicBezTo>
                  <a:pt x="1117" y="260"/>
                  <a:pt x="1120" y="261"/>
                  <a:pt x="1123" y="261"/>
                </a:cubicBezTo>
                <a:cubicBezTo>
                  <a:pt x="1126" y="261"/>
                  <a:pt x="1129" y="260"/>
                  <a:pt x="1132" y="258"/>
                </a:cubicBezTo>
                <a:cubicBezTo>
                  <a:pt x="1135" y="257"/>
                  <a:pt x="1136" y="255"/>
                  <a:pt x="1138" y="253"/>
                </a:cubicBezTo>
                <a:close/>
                <a:moveTo>
                  <a:pt x="1128" y="224"/>
                </a:moveTo>
                <a:cubicBezTo>
                  <a:pt x="1130" y="224"/>
                  <a:pt x="1131" y="224"/>
                  <a:pt x="1132" y="225"/>
                </a:cubicBezTo>
                <a:cubicBezTo>
                  <a:pt x="1132" y="226"/>
                  <a:pt x="1133" y="228"/>
                  <a:pt x="1133" y="229"/>
                </a:cubicBezTo>
                <a:cubicBezTo>
                  <a:pt x="1133" y="232"/>
                  <a:pt x="1132" y="234"/>
                  <a:pt x="1130" y="235"/>
                </a:cubicBezTo>
                <a:cubicBezTo>
                  <a:pt x="1129" y="237"/>
                  <a:pt x="1126" y="238"/>
                  <a:pt x="1124" y="239"/>
                </a:cubicBezTo>
                <a:cubicBezTo>
                  <a:pt x="1121" y="240"/>
                  <a:pt x="1119" y="241"/>
                  <a:pt x="1116" y="241"/>
                </a:cubicBezTo>
                <a:cubicBezTo>
                  <a:pt x="1117" y="238"/>
                  <a:pt x="1117" y="236"/>
                  <a:pt x="1118" y="233"/>
                </a:cubicBezTo>
                <a:cubicBezTo>
                  <a:pt x="1119" y="230"/>
                  <a:pt x="1121" y="228"/>
                  <a:pt x="1122" y="226"/>
                </a:cubicBezTo>
                <a:cubicBezTo>
                  <a:pt x="1124" y="225"/>
                  <a:pt x="1126" y="224"/>
                  <a:pt x="1128" y="224"/>
                </a:cubicBezTo>
                <a:close/>
                <a:moveTo>
                  <a:pt x="1175" y="254"/>
                </a:moveTo>
                <a:cubicBezTo>
                  <a:pt x="1182" y="204"/>
                  <a:pt x="1182" y="204"/>
                  <a:pt x="1182" y="204"/>
                </a:cubicBezTo>
                <a:cubicBezTo>
                  <a:pt x="1181" y="204"/>
                  <a:pt x="1181" y="204"/>
                  <a:pt x="1181" y="204"/>
                </a:cubicBezTo>
                <a:cubicBezTo>
                  <a:pt x="1171" y="205"/>
                  <a:pt x="1171" y="205"/>
                  <a:pt x="1171" y="205"/>
                </a:cubicBezTo>
                <a:cubicBezTo>
                  <a:pt x="1170" y="207"/>
                  <a:pt x="1170" y="207"/>
                  <a:pt x="1170" y="207"/>
                </a:cubicBezTo>
                <a:cubicBezTo>
                  <a:pt x="1175" y="208"/>
                  <a:pt x="1175" y="208"/>
                  <a:pt x="1175" y="208"/>
                </a:cubicBezTo>
                <a:cubicBezTo>
                  <a:pt x="1173" y="221"/>
                  <a:pt x="1173" y="221"/>
                  <a:pt x="1173" y="221"/>
                </a:cubicBezTo>
                <a:cubicBezTo>
                  <a:pt x="1171" y="220"/>
                  <a:pt x="1169" y="220"/>
                  <a:pt x="1168" y="220"/>
                </a:cubicBezTo>
                <a:cubicBezTo>
                  <a:pt x="1163" y="220"/>
                  <a:pt x="1159" y="222"/>
                  <a:pt x="1156" y="224"/>
                </a:cubicBezTo>
                <a:cubicBezTo>
                  <a:pt x="1152" y="227"/>
                  <a:pt x="1150" y="230"/>
                  <a:pt x="1148" y="234"/>
                </a:cubicBezTo>
                <a:cubicBezTo>
                  <a:pt x="1146" y="238"/>
                  <a:pt x="1145" y="242"/>
                  <a:pt x="1145" y="246"/>
                </a:cubicBezTo>
                <a:cubicBezTo>
                  <a:pt x="1145" y="250"/>
                  <a:pt x="1146" y="254"/>
                  <a:pt x="1148" y="257"/>
                </a:cubicBezTo>
                <a:cubicBezTo>
                  <a:pt x="1150" y="259"/>
                  <a:pt x="1153" y="261"/>
                  <a:pt x="1157" y="261"/>
                </a:cubicBezTo>
                <a:cubicBezTo>
                  <a:pt x="1159" y="261"/>
                  <a:pt x="1162" y="260"/>
                  <a:pt x="1163" y="259"/>
                </a:cubicBezTo>
                <a:cubicBezTo>
                  <a:pt x="1165" y="258"/>
                  <a:pt x="1167" y="256"/>
                  <a:pt x="1168" y="255"/>
                </a:cubicBezTo>
                <a:cubicBezTo>
                  <a:pt x="1168" y="256"/>
                  <a:pt x="1168" y="256"/>
                  <a:pt x="1168" y="256"/>
                </a:cubicBezTo>
                <a:cubicBezTo>
                  <a:pt x="1168" y="259"/>
                  <a:pt x="1170" y="261"/>
                  <a:pt x="1173" y="261"/>
                </a:cubicBezTo>
                <a:cubicBezTo>
                  <a:pt x="1174" y="261"/>
                  <a:pt x="1176" y="260"/>
                  <a:pt x="1177" y="259"/>
                </a:cubicBezTo>
                <a:cubicBezTo>
                  <a:pt x="1178" y="258"/>
                  <a:pt x="1179" y="257"/>
                  <a:pt x="1180" y="256"/>
                </a:cubicBezTo>
                <a:cubicBezTo>
                  <a:pt x="1179" y="255"/>
                  <a:pt x="1179" y="255"/>
                  <a:pt x="1179" y="255"/>
                </a:cubicBezTo>
                <a:cubicBezTo>
                  <a:pt x="1178" y="256"/>
                  <a:pt x="1177" y="256"/>
                  <a:pt x="1176" y="256"/>
                </a:cubicBezTo>
                <a:cubicBezTo>
                  <a:pt x="1175" y="256"/>
                  <a:pt x="1175" y="256"/>
                  <a:pt x="1175" y="255"/>
                </a:cubicBezTo>
                <a:cubicBezTo>
                  <a:pt x="1175" y="254"/>
                  <a:pt x="1175" y="254"/>
                  <a:pt x="1175" y="254"/>
                </a:cubicBezTo>
                <a:close/>
                <a:moveTo>
                  <a:pt x="1172" y="225"/>
                </a:moveTo>
                <a:cubicBezTo>
                  <a:pt x="1169" y="250"/>
                  <a:pt x="1169" y="250"/>
                  <a:pt x="1169" y="250"/>
                </a:cubicBezTo>
                <a:cubicBezTo>
                  <a:pt x="1168" y="252"/>
                  <a:pt x="1166" y="253"/>
                  <a:pt x="1164" y="254"/>
                </a:cubicBezTo>
                <a:cubicBezTo>
                  <a:pt x="1163" y="256"/>
                  <a:pt x="1161" y="256"/>
                  <a:pt x="1159" y="256"/>
                </a:cubicBezTo>
                <a:cubicBezTo>
                  <a:pt x="1157" y="256"/>
                  <a:pt x="1155" y="255"/>
                  <a:pt x="1154" y="253"/>
                </a:cubicBezTo>
                <a:cubicBezTo>
                  <a:pt x="1153" y="252"/>
                  <a:pt x="1153" y="249"/>
                  <a:pt x="1153" y="246"/>
                </a:cubicBezTo>
                <a:cubicBezTo>
                  <a:pt x="1153" y="242"/>
                  <a:pt x="1153" y="239"/>
                  <a:pt x="1154" y="236"/>
                </a:cubicBezTo>
                <a:cubicBezTo>
                  <a:pt x="1155" y="232"/>
                  <a:pt x="1157" y="230"/>
                  <a:pt x="1159" y="227"/>
                </a:cubicBezTo>
                <a:cubicBezTo>
                  <a:pt x="1161" y="225"/>
                  <a:pt x="1164" y="224"/>
                  <a:pt x="1167" y="224"/>
                </a:cubicBezTo>
                <a:cubicBezTo>
                  <a:pt x="1169" y="224"/>
                  <a:pt x="1171" y="224"/>
                  <a:pt x="1172" y="225"/>
                </a:cubicBezTo>
                <a:close/>
                <a:moveTo>
                  <a:pt x="1198" y="254"/>
                </a:moveTo>
                <a:cubicBezTo>
                  <a:pt x="1202" y="221"/>
                  <a:pt x="1202" y="221"/>
                  <a:pt x="1202" y="221"/>
                </a:cubicBezTo>
                <a:cubicBezTo>
                  <a:pt x="1201" y="220"/>
                  <a:pt x="1201" y="220"/>
                  <a:pt x="1201" y="220"/>
                </a:cubicBezTo>
                <a:cubicBezTo>
                  <a:pt x="1191" y="222"/>
                  <a:pt x="1191" y="222"/>
                  <a:pt x="1191" y="222"/>
                </a:cubicBezTo>
                <a:cubicBezTo>
                  <a:pt x="1190" y="224"/>
                  <a:pt x="1190" y="224"/>
                  <a:pt x="1190" y="224"/>
                </a:cubicBezTo>
                <a:cubicBezTo>
                  <a:pt x="1195" y="226"/>
                  <a:pt x="1195" y="226"/>
                  <a:pt x="1195" y="226"/>
                </a:cubicBezTo>
                <a:cubicBezTo>
                  <a:pt x="1194" y="233"/>
                  <a:pt x="1193" y="239"/>
                  <a:pt x="1192" y="243"/>
                </a:cubicBezTo>
                <a:cubicBezTo>
                  <a:pt x="1191" y="251"/>
                  <a:pt x="1191" y="255"/>
                  <a:pt x="1191" y="256"/>
                </a:cubicBezTo>
                <a:cubicBezTo>
                  <a:pt x="1190" y="258"/>
                  <a:pt x="1191" y="259"/>
                  <a:pt x="1192" y="260"/>
                </a:cubicBezTo>
                <a:cubicBezTo>
                  <a:pt x="1192" y="260"/>
                  <a:pt x="1194" y="261"/>
                  <a:pt x="1195" y="261"/>
                </a:cubicBezTo>
                <a:cubicBezTo>
                  <a:pt x="1197" y="261"/>
                  <a:pt x="1199" y="260"/>
                  <a:pt x="1200" y="259"/>
                </a:cubicBezTo>
                <a:cubicBezTo>
                  <a:pt x="1202" y="258"/>
                  <a:pt x="1203" y="257"/>
                  <a:pt x="1203" y="256"/>
                </a:cubicBezTo>
                <a:cubicBezTo>
                  <a:pt x="1202" y="254"/>
                  <a:pt x="1202" y="254"/>
                  <a:pt x="1202" y="254"/>
                </a:cubicBezTo>
                <a:cubicBezTo>
                  <a:pt x="1202" y="255"/>
                  <a:pt x="1201" y="256"/>
                  <a:pt x="1200" y="256"/>
                </a:cubicBezTo>
                <a:cubicBezTo>
                  <a:pt x="1200" y="256"/>
                  <a:pt x="1199" y="256"/>
                  <a:pt x="1199" y="256"/>
                </a:cubicBezTo>
                <a:cubicBezTo>
                  <a:pt x="1198" y="256"/>
                  <a:pt x="1198" y="256"/>
                  <a:pt x="1198" y="256"/>
                </a:cubicBezTo>
                <a:cubicBezTo>
                  <a:pt x="1198" y="256"/>
                  <a:pt x="1198" y="255"/>
                  <a:pt x="1198" y="255"/>
                </a:cubicBezTo>
                <a:lnTo>
                  <a:pt x="1198" y="254"/>
                </a:lnTo>
                <a:close/>
                <a:moveTo>
                  <a:pt x="1200" y="213"/>
                </a:moveTo>
                <a:cubicBezTo>
                  <a:pt x="1201" y="213"/>
                  <a:pt x="1202" y="212"/>
                  <a:pt x="1203" y="211"/>
                </a:cubicBezTo>
                <a:cubicBezTo>
                  <a:pt x="1204" y="210"/>
                  <a:pt x="1205" y="209"/>
                  <a:pt x="1205" y="207"/>
                </a:cubicBezTo>
                <a:cubicBezTo>
                  <a:pt x="1205" y="206"/>
                  <a:pt x="1204" y="206"/>
                  <a:pt x="1204" y="205"/>
                </a:cubicBezTo>
                <a:cubicBezTo>
                  <a:pt x="1203" y="204"/>
                  <a:pt x="1202" y="204"/>
                  <a:pt x="1201" y="204"/>
                </a:cubicBezTo>
                <a:cubicBezTo>
                  <a:pt x="1200" y="204"/>
                  <a:pt x="1198" y="204"/>
                  <a:pt x="1198" y="205"/>
                </a:cubicBezTo>
                <a:cubicBezTo>
                  <a:pt x="1197" y="206"/>
                  <a:pt x="1196" y="207"/>
                  <a:pt x="1196" y="209"/>
                </a:cubicBezTo>
                <a:cubicBezTo>
                  <a:pt x="1196" y="210"/>
                  <a:pt x="1197" y="211"/>
                  <a:pt x="1197" y="212"/>
                </a:cubicBezTo>
                <a:cubicBezTo>
                  <a:pt x="1198" y="212"/>
                  <a:pt x="1199" y="213"/>
                  <a:pt x="1200" y="213"/>
                </a:cubicBezTo>
                <a:close/>
                <a:moveTo>
                  <a:pt x="1237" y="228"/>
                </a:moveTo>
                <a:cubicBezTo>
                  <a:pt x="1238" y="229"/>
                  <a:pt x="1238" y="229"/>
                  <a:pt x="1238" y="229"/>
                </a:cubicBezTo>
                <a:cubicBezTo>
                  <a:pt x="1240" y="222"/>
                  <a:pt x="1240" y="222"/>
                  <a:pt x="1240" y="222"/>
                </a:cubicBezTo>
                <a:cubicBezTo>
                  <a:pt x="1239" y="221"/>
                  <a:pt x="1238" y="221"/>
                  <a:pt x="1237" y="221"/>
                </a:cubicBezTo>
                <a:cubicBezTo>
                  <a:pt x="1235" y="220"/>
                  <a:pt x="1234" y="220"/>
                  <a:pt x="1232" y="220"/>
                </a:cubicBezTo>
                <a:cubicBezTo>
                  <a:pt x="1228" y="220"/>
                  <a:pt x="1224" y="221"/>
                  <a:pt x="1221" y="224"/>
                </a:cubicBezTo>
                <a:cubicBezTo>
                  <a:pt x="1218" y="227"/>
                  <a:pt x="1216" y="230"/>
                  <a:pt x="1214" y="234"/>
                </a:cubicBezTo>
                <a:cubicBezTo>
                  <a:pt x="1213" y="237"/>
                  <a:pt x="1212" y="241"/>
                  <a:pt x="1212" y="245"/>
                </a:cubicBezTo>
                <a:cubicBezTo>
                  <a:pt x="1212" y="250"/>
                  <a:pt x="1213" y="254"/>
                  <a:pt x="1215" y="257"/>
                </a:cubicBezTo>
                <a:cubicBezTo>
                  <a:pt x="1217" y="259"/>
                  <a:pt x="1220" y="261"/>
                  <a:pt x="1224" y="261"/>
                </a:cubicBezTo>
                <a:cubicBezTo>
                  <a:pt x="1227" y="261"/>
                  <a:pt x="1230" y="260"/>
                  <a:pt x="1232" y="259"/>
                </a:cubicBezTo>
                <a:cubicBezTo>
                  <a:pt x="1235" y="257"/>
                  <a:pt x="1236" y="256"/>
                  <a:pt x="1238" y="254"/>
                </a:cubicBezTo>
                <a:cubicBezTo>
                  <a:pt x="1236" y="252"/>
                  <a:pt x="1236" y="252"/>
                  <a:pt x="1236" y="252"/>
                </a:cubicBezTo>
                <a:cubicBezTo>
                  <a:pt x="1235" y="253"/>
                  <a:pt x="1233" y="254"/>
                  <a:pt x="1232" y="255"/>
                </a:cubicBezTo>
                <a:cubicBezTo>
                  <a:pt x="1230" y="256"/>
                  <a:pt x="1229" y="256"/>
                  <a:pt x="1227" y="256"/>
                </a:cubicBezTo>
                <a:cubicBezTo>
                  <a:pt x="1224" y="256"/>
                  <a:pt x="1222" y="255"/>
                  <a:pt x="1221" y="253"/>
                </a:cubicBezTo>
                <a:cubicBezTo>
                  <a:pt x="1220" y="251"/>
                  <a:pt x="1219" y="248"/>
                  <a:pt x="1219" y="244"/>
                </a:cubicBezTo>
                <a:cubicBezTo>
                  <a:pt x="1219" y="240"/>
                  <a:pt x="1219" y="237"/>
                  <a:pt x="1221" y="234"/>
                </a:cubicBezTo>
                <a:cubicBezTo>
                  <a:pt x="1222" y="231"/>
                  <a:pt x="1223" y="229"/>
                  <a:pt x="1225" y="227"/>
                </a:cubicBezTo>
                <a:cubicBezTo>
                  <a:pt x="1227" y="225"/>
                  <a:pt x="1229" y="225"/>
                  <a:pt x="1231" y="225"/>
                </a:cubicBezTo>
                <a:cubicBezTo>
                  <a:pt x="1232" y="225"/>
                  <a:pt x="1235" y="226"/>
                  <a:pt x="1237" y="228"/>
                </a:cubicBezTo>
                <a:close/>
                <a:moveTo>
                  <a:pt x="1255" y="254"/>
                </a:moveTo>
                <a:cubicBezTo>
                  <a:pt x="1260" y="221"/>
                  <a:pt x="1260" y="221"/>
                  <a:pt x="1260" y="221"/>
                </a:cubicBezTo>
                <a:cubicBezTo>
                  <a:pt x="1259" y="220"/>
                  <a:pt x="1259" y="220"/>
                  <a:pt x="1259" y="220"/>
                </a:cubicBezTo>
                <a:cubicBezTo>
                  <a:pt x="1249" y="222"/>
                  <a:pt x="1249" y="222"/>
                  <a:pt x="1249" y="222"/>
                </a:cubicBezTo>
                <a:cubicBezTo>
                  <a:pt x="1248" y="224"/>
                  <a:pt x="1248" y="224"/>
                  <a:pt x="1248" y="224"/>
                </a:cubicBezTo>
                <a:cubicBezTo>
                  <a:pt x="1253" y="226"/>
                  <a:pt x="1253" y="226"/>
                  <a:pt x="1253" y="226"/>
                </a:cubicBezTo>
                <a:cubicBezTo>
                  <a:pt x="1252" y="233"/>
                  <a:pt x="1251" y="239"/>
                  <a:pt x="1250" y="243"/>
                </a:cubicBezTo>
                <a:cubicBezTo>
                  <a:pt x="1249" y="251"/>
                  <a:pt x="1248" y="255"/>
                  <a:pt x="1248" y="256"/>
                </a:cubicBezTo>
                <a:cubicBezTo>
                  <a:pt x="1248" y="258"/>
                  <a:pt x="1249" y="259"/>
                  <a:pt x="1249" y="260"/>
                </a:cubicBezTo>
                <a:cubicBezTo>
                  <a:pt x="1250" y="260"/>
                  <a:pt x="1251" y="261"/>
                  <a:pt x="1253" y="261"/>
                </a:cubicBezTo>
                <a:cubicBezTo>
                  <a:pt x="1255" y="261"/>
                  <a:pt x="1256" y="260"/>
                  <a:pt x="1258" y="259"/>
                </a:cubicBezTo>
                <a:cubicBezTo>
                  <a:pt x="1259" y="258"/>
                  <a:pt x="1260" y="257"/>
                  <a:pt x="1261" y="256"/>
                </a:cubicBezTo>
                <a:cubicBezTo>
                  <a:pt x="1260" y="254"/>
                  <a:pt x="1260" y="254"/>
                  <a:pt x="1260" y="254"/>
                </a:cubicBezTo>
                <a:cubicBezTo>
                  <a:pt x="1259" y="255"/>
                  <a:pt x="1259" y="256"/>
                  <a:pt x="1258" y="256"/>
                </a:cubicBezTo>
                <a:cubicBezTo>
                  <a:pt x="1258" y="256"/>
                  <a:pt x="1257" y="256"/>
                  <a:pt x="1256" y="256"/>
                </a:cubicBezTo>
                <a:cubicBezTo>
                  <a:pt x="1256" y="256"/>
                  <a:pt x="1256" y="256"/>
                  <a:pt x="1256" y="256"/>
                </a:cubicBezTo>
                <a:cubicBezTo>
                  <a:pt x="1255" y="256"/>
                  <a:pt x="1255" y="255"/>
                  <a:pt x="1255" y="255"/>
                </a:cubicBezTo>
                <a:lnTo>
                  <a:pt x="1255" y="254"/>
                </a:lnTo>
                <a:close/>
                <a:moveTo>
                  <a:pt x="1258" y="213"/>
                </a:moveTo>
                <a:cubicBezTo>
                  <a:pt x="1259" y="213"/>
                  <a:pt x="1260" y="212"/>
                  <a:pt x="1261" y="211"/>
                </a:cubicBezTo>
                <a:cubicBezTo>
                  <a:pt x="1262" y="210"/>
                  <a:pt x="1262" y="209"/>
                  <a:pt x="1262" y="207"/>
                </a:cubicBezTo>
                <a:cubicBezTo>
                  <a:pt x="1262" y="206"/>
                  <a:pt x="1262" y="206"/>
                  <a:pt x="1261" y="205"/>
                </a:cubicBezTo>
                <a:cubicBezTo>
                  <a:pt x="1261" y="204"/>
                  <a:pt x="1260" y="204"/>
                  <a:pt x="1259" y="204"/>
                </a:cubicBezTo>
                <a:cubicBezTo>
                  <a:pt x="1257" y="204"/>
                  <a:pt x="1256" y="204"/>
                  <a:pt x="1255" y="205"/>
                </a:cubicBezTo>
                <a:cubicBezTo>
                  <a:pt x="1254" y="206"/>
                  <a:pt x="1254" y="207"/>
                  <a:pt x="1254" y="209"/>
                </a:cubicBezTo>
                <a:cubicBezTo>
                  <a:pt x="1254" y="210"/>
                  <a:pt x="1254" y="211"/>
                  <a:pt x="1255" y="212"/>
                </a:cubicBezTo>
                <a:cubicBezTo>
                  <a:pt x="1256" y="212"/>
                  <a:pt x="1257" y="213"/>
                  <a:pt x="1258" y="213"/>
                </a:cubicBezTo>
                <a:close/>
                <a:moveTo>
                  <a:pt x="1282" y="229"/>
                </a:moveTo>
                <a:cubicBezTo>
                  <a:pt x="1283" y="221"/>
                  <a:pt x="1283" y="221"/>
                  <a:pt x="1283" y="221"/>
                </a:cubicBezTo>
                <a:cubicBezTo>
                  <a:pt x="1281" y="220"/>
                  <a:pt x="1281" y="220"/>
                  <a:pt x="1281" y="220"/>
                </a:cubicBezTo>
                <a:cubicBezTo>
                  <a:pt x="1273" y="222"/>
                  <a:pt x="1273" y="222"/>
                  <a:pt x="1273" y="222"/>
                </a:cubicBezTo>
                <a:cubicBezTo>
                  <a:pt x="1272" y="224"/>
                  <a:pt x="1272" y="224"/>
                  <a:pt x="1272" y="224"/>
                </a:cubicBezTo>
                <a:cubicBezTo>
                  <a:pt x="1275" y="226"/>
                  <a:pt x="1275" y="226"/>
                  <a:pt x="1275" y="226"/>
                </a:cubicBezTo>
                <a:cubicBezTo>
                  <a:pt x="1271" y="260"/>
                  <a:pt x="1271" y="260"/>
                  <a:pt x="1271" y="260"/>
                </a:cubicBezTo>
                <a:cubicBezTo>
                  <a:pt x="1278" y="260"/>
                  <a:pt x="1278" y="260"/>
                  <a:pt x="1278" y="260"/>
                </a:cubicBezTo>
                <a:cubicBezTo>
                  <a:pt x="1281" y="235"/>
                  <a:pt x="1281" y="235"/>
                  <a:pt x="1281" y="235"/>
                </a:cubicBezTo>
                <a:cubicBezTo>
                  <a:pt x="1283" y="232"/>
                  <a:pt x="1285" y="230"/>
                  <a:pt x="1287" y="228"/>
                </a:cubicBezTo>
                <a:cubicBezTo>
                  <a:pt x="1289" y="226"/>
                  <a:pt x="1291" y="225"/>
                  <a:pt x="1293" y="225"/>
                </a:cubicBezTo>
                <a:cubicBezTo>
                  <a:pt x="1295" y="225"/>
                  <a:pt x="1296" y="226"/>
                  <a:pt x="1297" y="226"/>
                </a:cubicBezTo>
                <a:cubicBezTo>
                  <a:pt x="1297" y="227"/>
                  <a:pt x="1298" y="229"/>
                  <a:pt x="1298" y="231"/>
                </a:cubicBezTo>
                <a:cubicBezTo>
                  <a:pt x="1298" y="233"/>
                  <a:pt x="1297" y="234"/>
                  <a:pt x="1297" y="236"/>
                </a:cubicBezTo>
                <a:cubicBezTo>
                  <a:pt x="1297" y="238"/>
                  <a:pt x="1297" y="240"/>
                  <a:pt x="1296" y="243"/>
                </a:cubicBezTo>
                <a:cubicBezTo>
                  <a:pt x="1296" y="245"/>
                  <a:pt x="1296" y="245"/>
                  <a:pt x="1296" y="245"/>
                </a:cubicBezTo>
                <a:cubicBezTo>
                  <a:pt x="1295" y="248"/>
                  <a:pt x="1295" y="248"/>
                  <a:pt x="1295" y="248"/>
                </a:cubicBezTo>
                <a:cubicBezTo>
                  <a:pt x="1294" y="252"/>
                  <a:pt x="1294" y="255"/>
                  <a:pt x="1294" y="256"/>
                </a:cubicBezTo>
                <a:cubicBezTo>
                  <a:pt x="1294" y="259"/>
                  <a:pt x="1295" y="261"/>
                  <a:pt x="1298" y="261"/>
                </a:cubicBezTo>
                <a:cubicBezTo>
                  <a:pt x="1300" y="261"/>
                  <a:pt x="1301" y="260"/>
                  <a:pt x="1302" y="260"/>
                </a:cubicBezTo>
                <a:cubicBezTo>
                  <a:pt x="1303" y="259"/>
                  <a:pt x="1304" y="259"/>
                  <a:pt x="1305" y="258"/>
                </a:cubicBezTo>
                <a:cubicBezTo>
                  <a:pt x="1305" y="258"/>
                  <a:pt x="1306" y="257"/>
                  <a:pt x="1306" y="257"/>
                </a:cubicBezTo>
                <a:cubicBezTo>
                  <a:pt x="1305" y="255"/>
                  <a:pt x="1305" y="255"/>
                  <a:pt x="1305" y="255"/>
                </a:cubicBezTo>
                <a:cubicBezTo>
                  <a:pt x="1304" y="256"/>
                  <a:pt x="1303" y="256"/>
                  <a:pt x="1302" y="256"/>
                </a:cubicBezTo>
                <a:cubicBezTo>
                  <a:pt x="1301" y="256"/>
                  <a:pt x="1301" y="256"/>
                  <a:pt x="1301" y="255"/>
                </a:cubicBezTo>
                <a:cubicBezTo>
                  <a:pt x="1301" y="253"/>
                  <a:pt x="1301" y="250"/>
                  <a:pt x="1302" y="246"/>
                </a:cubicBezTo>
                <a:cubicBezTo>
                  <a:pt x="1303" y="243"/>
                  <a:pt x="1303" y="243"/>
                  <a:pt x="1303" y="243"/>
                </a:cubicBezTo>
                <a:cubicBezTo>
                  <a:pt x="1303" y="241"/>
                  <a:pt x="1303" y="241"/>
                  <a:pt x="1303" y="241"/>
                </a:cubicBezTo>
                <a:cubicBezTo>
                  <a:pt x="1304" y="236"/>
                  <a:pt x="1305" y="232"/>
                  <a:pt x="1305" y="230"/>
                </a:cubicBezTo>
                <a:cubicBezTo>
                  <a:pt x="1305" y="227"/>
                  <a:pt x="1304" y="224"/>
                  <a:pt x="1302" y="223"/>
                </a:cubicBezTo>
                <a:cubicBezTo>
                  <a:pt x="1301" y="221"/>
                  <a:pt x="1299" y="220"/>
                  <a:pt x="1296" y="220"/>
                </a:cubicBezTo>
                <a:cubicBezTo>
                  <a:pt x="1294" y="220"/>
                  <a:pt x="1291" y="221"/>
                  <a:pt x="1289" y="223"/>
                </a:cubicBezTo>
                <a:cubicBezTo>
                  <a:pt x="1286" y="224"/>
                  <a:pt x="1284" y="227"/>
                  <a:pt x="1282" y="229"/>
                </a:cubicBezTo>
                <a:close/>
                <a:moveTo>
                  <a:pt x="1342" y="253"/>
                </a:moveTo>
                <a:cubicBezTo>
                  <a:pt x="1340" y="251"/>
                  <a:pt x="1340" y="251"/>
                  <a:pt x="1340" y="251"/>
                </a:cubicBezTo>
                <a:cubicBezTo>
                  <a:pt x="1339" y="253"/>
                  <a:pt x="1337" y="254"/>
                  <a:pt x="1335" y="255"/>
                </a:cubicBezTo>
                <a:cubicBezTo>
                  <a:pt x="1333" y="256"/>
                  <a:pt x="1331" y="256"/>
                  <a:pt x="1329" y="256"/>
                </a:cubicBezTo>
                <a:cubicBezTo>
                  <a:pt x="1326" y="256"/>
                  <a:pt x="1323" y="255"/>
                  <a:pt x="1322" y="253"/>
                </a:cubicBezTo>
                <a:cubicBezTo>
                  <a:pt x="1321" y="250"/>
                  <a:pt x="1320" y="247"/>
                  <a:pt x="1320" y="244"/>
                </a:cubicBezTo>
                <a:cubicBezTo>
                  <a:pt x="1323" y="244"/>
                  <a:pt x="1327" y="244"/>
                  <a:pt x="1330" y="242"/>
                </a:cubicBezTo>
                <a:cubicBezTo>
                  <a:pt x="1334" y="241"/>
                  <a:pt x="1337" y="240"/>
                  <a:pt x="1340" y="237"/>
                </a:cubicBezTo>
                <a:cubicBezTo>
                  <a:pt x="1342" y="235"/>
                  <a:pt x="1344" y="232"/>
                  <a:pt x="1344" y="229"/>
                </a:cubicBezTo>
                <a:cubicBezTo>
                  <a:pt x="1344" y="226"/>
                  <a:pt x="1343" y="224"/>
                  <a:pt x="1341" y="223"/>
                </a:cubicBezTo>
                <a:cubicBezTo>
                  <a:pt x="1340" y="221"/>
                  <a:pt x="1337" y="220"/>
                  <a:pt x="1334" y="220"/>
                </a:cubicBezTo>
                <a:cubicBezTo>
                  <a:pt x="1330" y="220"/>
                  <a:pt x="1326" y="221"/>
                  <a:pt x="1323" y="224"/>
                </a:cubicBezTo>
                <a:cubicBezTo>
                  <a:pt x="1320" y="226"/>
                  <a:pt x="1318" y="229"/>
                  <a:pt x="1316" y="233"/>
                </a:cubicBezTo>
                <a:cubicBezTo>
                  <a:pt x="1314" y="237"/>
                  <a:pt x="1313" y="241"/>
                  <a:pt x="1313" y="246"/>
                </a:cubicBezTo>
                <a:cubicBezTo>
                  <a:pt x="1313" y="248"/>
                  <a:pt x="1314" y="251"/>
                  <a:pt x="1315" y="253"/>
                </a:cubicBezTo>
                <a:cubicBezTo>
                  <a:pt x="1316" y="255"/>
                  <a:pt x="1317" y="257"/>
                  <a:pt x="1319" y="259"/>
                </a:cubicBezTo>
                <a:cubicBezTo>
                  <a:pt x="1321" y="260"/>
                  <a:pt x="1324" y="261"/>
                  <a:pt x="1327" y="261"/>
                </a:cubicBezTo>
                <a:cubicBezTo>
                  <a:pt x="1330" y="261"/>
                  <a:pt x="1333" y="260"/>
                  <a:pt x="1336" y="258"/>
                </a:cubicBezTo>
                <a:cubicBezTo>
                  <a:pt x="1339" y="257"/>
                  <a:pt x="1341" y="255"/>
                  <a:pt x="1342" y="253"/>
                </a:cubicBezTo>
                <a:close/>
                <a:moveTo>
                  <a:pt x="1332" y="224"/>
                </a:moveTo>
                <a:cubicBezTo>
                  <a:pt x="1334" y="224"/>
                  <a:pt x="1335" y="224"/>
                  <a:pt x="1336" y="225"/>
                </a:cubicBezTo>
                <a:cubicBezTo>
                  <a:pt x="1337" y="226"/>
                  <a:pt x="1337" y="228"/>
                  <a:pt x="1337" y="229"/>
                </a:cubicBezTo>
                <a:cubicBezTo>
                  <a:pt x="1337" y="232"/>
                  <a:pt x="1336" y="234"/>
                  <a:pt x="1334" y="235"/>
                </a:cubicBezTo>
                <a:cubicBezTo>
                  <a:pt x="1333" y="237"/>
                  <a:pt x="1331" y="238"/>
                  <a:pt x="1328" y="239"/>
                </a:cubicBezTo>
                <a:cubicBezTo>
                  <a:pt x="1325" y="240"/>
                  <a:pt x="1323" y="241"/>
                  <a:pt x="1321" y="241"/>
                </a:cubicBezTo>
                <a:cubicBezTo>
                  <a:pt x="1321" y="238"/>
                  <a:pt x="1321" y="236"/>
                  <a:pt x="1322" y="233"/>
                </a:cubicBezTo>
                <a:cubicBezTo>
                  <a:pt x="1323" y="230"/>
                  <a:pt x="1325" y="228"/>
                  <a:pt x="1326" y="226"/>
                </a:cubicBezTo>
                <a:cubicBezTo>
                  <a:pt x="1328" y="225"/>
                  <a:pt x="1330" y="224"/>
                  <a:pt x="1332" y="22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180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CA018DF-7EFB-4D08-89D5-E61FB47F425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996940" y="4886690"/>
            <a:ext cx="2416810" cy="117148"/>
          </a:xfrm>
        </p:spPr>
        <p:txBody>
          <a:bodyPr wrap="square">
            <a:spAutoFit/>
          </a:bodyPr>
          <a:lstStyle>
            <a:lvl1pPr marL="0" indent="0">
              <a:buNone/>
              <a:defRPr sz="750" cap="all" spc="110" baseline="0">
                <a:solidFill>
                  <a:schemeClr val="tx2"/>
                </a:solidFill>
              </a:defRPr>
            </a:lvl1pPr>
          </a:lstStyle>
          <a:p>
            <a:pPr lvl="0">
              <a:buNone/>
            </a:pPr>
            <a:r>
              <a:t>CLICK TO EDIT MASTER TEXT</a:t>
            </a: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Deep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01BD2-153A-4DD6-A72F-EAD52EDD9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1" y="1405557"/>
            <a:ext cx="3596054" cy="1772693"/>
          </a:xfrm>
        </p:spPr>
        <p:txBody>
          <a:bodyPr anchor="t">
            <a:normAutofit/>
          </a:bodyPr>
          <a:lstStyle>
            <a:lvl1pPr>
              <a:buNone/>
              <a:defRPr sz="2800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26322-6CEA-4120-8EE4-8EFF90C3722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319620" y="1143028"/>
            <a:ext cx="1160585" cy="936923"/>
          </a:xfrm>
        </p:spPr>
        <p:txBody>
          <a:bodyPr>
            <a:noAutofit/>
          </a:bodyPr>
          <a:lstStyle>
            <a:lvl1pPr marL="0" indent="0" algn="r">
              <a:buNone/>
              <a:defRPr sz="6000">
                <a:solidFill>
                  <a:srgbClr val="B6BDBD"/>
                </a:solidFill>
                <a:latin typeface="+mj-lt"/>
                <a:ea typeface="+mj-lt"/>
                <a:cs typeface="+mj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XX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43693-F383-421C-8F9F-9AC0701D88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636A1DB-EA2D-4A7E-BF0D-8FECFA0D1CEB}" type="slidenum">
              <a:t>‹#›</a:t>
            </a:fld>
            <a:endParaRPr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113BA2E-092B-4BF2-8FB1-0AAC0955C2BB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373564" y="1404939"/>
            <a:ext cx="3087687" cy="373856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tIns="548640"/>
          <a:lstStyle>
            <a:lvl1pPr marL="0" indent="0" algn="ctr">
              <a:buNone/>
              <a:defRPr/>
            </a:lvl1pPr>
          </a:lstStyle>
          <a:p>
            <a:r>
              <a:t>Click icon to add picture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D8F21E1D-5F95-4EE3-B551-B64B1E8EA4BC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495300" y="477933"/>
            <a:ext cx="2416810" cy="124906"/>
          </a:xfrm>
        </p:spPr>
        <p:txBody>
          <a:bodyPr wrap="square">
            <a:spAutoFit/>
          </a:bodyPr>
          <a:lstStyle>
            <a:lvl1pPr marL="0" indent="0">
              <a:buNone/>
              <a:defRPr sz="800" cap="all" spc="110" baseline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CLICK TO EDIT MASTER TEXT</a:t>
            </a: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Deep Blue">
    <p:bg>
      <p:bgPr>
        <a:solidFill>
          <a:srgbClr val="3154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60E0B-EADD-49E3-86E8-C1C142D99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1" y="1405557"/>
            <a:ext cx="3596054" cy="1772693"/>
          </a:xfrm>
        </p:spPr>
        <p:txBody>
          <a:bodyPr anchor="t">
            <a:normAutofit/>
          </a:bodyPr>
          <a:lstStyle>
            <a:lvl1pPr>
              <a:buNone/>
              <a:defRPr sz="2800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B1BE22-AD4A-47FA-96E5-1FCF9FC3F48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319620" y="1143028"/>
            <a:ext cx="1160585" cy="936923"/>
          </a:xfrm>
        </p:spPr>
        <p:txBody>
          <a:bodyPr>
            <a:noAutofit/>
          </a:bodyPr>
          <a:lstStyle>
            <a:lvl1pPr marL="0" indent="0" algn="r">
              <a:buNone/>
              <a:defRPr sz="6000">
                <a:solidFill>
                  <a:srgbClr val="B6BDBD"/>
                </a:solidFill>
                <a:latin typeface="+mj-lt"/>
                <a:ea typeface="+mj-lt"/>
                <a:cs typeface="+mj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XX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EAF30-423F-4E36-9D33-EEAF35171A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636A1DB-EA2D-4A7E-BF0D-8FECFA0D1CEB}" type="slidenum">
              <a:t>‹#›</a:t>
            </a:fld>
            <a:endParaRPr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113BA2E-092B-4BF2-8FB1-0AAC0955C2BB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373564" y="1404939"/>
            <a:ext cx="3087687" cy="373856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tIns="548640"/>
          <a:lstStyle>
            <a:lvl1pPr marL="0" indent="0" algn="ctr">
              <a:buNone/>
              <a:defRPr/>
            </a:lvl1pPr>
          </a:lstStyle>
          <a:p>
            <a:r>
              <a:t>Click icon to add picture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D8F21E1D-5F95-4EE3-B551-B64B1E8EA4BC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495300" y="477933"/>
            <a:ext cx="2416810" cy="124906"/>
          </a:xfrm>
        </p:spPr>
        <p:txBody>
          <a:bodyPr wrap="square">
            <a:spAutoFit/>
          </a:bodyPr>
          <a:lstStyle>
            <a:lvl1pPr marL="0" indent="0">
              <a:buNone/>
              <a:defRPr sz="800" cap="all" spc="110" baseline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CLICK TO EDIT MASTER TEXT</a:t>
            </a: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Deep Violet">
    <p:bg>
      <p:bgPr>
        <a:solidFill>
          <a:srgbClr val="683B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787B0-B9C2-4214-BCD2-3711A8956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1" y="1405557"/>
            <a:ext cx="3596054" cy="1772693"/>
          </a:xfrm>
        </p:spPr>
        <p:txBody>
          <a:bodyPr anchor="t">
            <a:normAutofit/>
          </a:bodyPr>
          <a:lstStyle>
            <a:lvl1pPr>
              <a:buNone/>
              <a:defRPr sz="2800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B9212F-D447-4CCA-B4E1-8B15D91AA78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319620" y="1143028"/>
            <a:ext cx="1160585" cy="936923"/>
          </a:xfrm>
        </p:spPr>
        <p:txBody>
          <a:bodyPr>
            <a:noAutofit/>
          </a:bodyPr>
          <a:lstStyle>
            <a:lvl1pPr marL="0" indent="0" algn="r">
              <a:buNone/>
              <a:defRPr sz="6000">
                <a:solidFill>
                  <a:srgbClr val="B6BDBD"/>
                </a:solidFill>
                <a:latin typeface="+mj-lt"/>
                <a:ea typeface="+mj-lt"/>
                <a:cs typeface="+mj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XX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7D091-360D-4DB1-AD4D-2F7A35158C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636A1DB-EA2D-4A7E-BF0D-8FECFA0D1CEB}" type="slidenum">
              <a:t>‹#›</a:t>
            </a:fld>
            <a:endParaRPr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113BA2E-092B-4BF2-8FB1-0AAC0955C2BB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373564" y="1404939"/>
            <a:ext cx="3087687" cy="373856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tIns="548640"/>
          <a:lstStyle>
            <a:lvl1pPr marL="0" indent="0" algn="ctr">
              <a:buNone/>
              <a:defRPr/>
            </a:lvl1pPr>
          </a:lstStyle>
          <a:p>
            <a:r>
              <a:t>Click icon to add picture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D8F21E1D-5F95-4EE3-B551-B64B1E8EA4BC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495300" y="477933"/>
            <a:ext cx="2416810" cy="124906"/>
          </a:xfrm>
        </p:spPr>
        <p:txBody>
          <a:bodyPr wrap="square">
            <a:spAutoFit/>
          </a:bodyPr>
          <a:lstStyle>
            <a:lvl1pPr marL="0" indent="0">
              <a:buNone/>
              <a:defRPr sz="800" cap="all" spc="110" baseline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CLICK TO EDIT MASTER TEXT</a:t>
            </a: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Deep Green">
    <p:bg>
      <p:bgPr>
        <a:solidFill>
          <a:srgbClr val="3448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A1DE7-4687-44BE-AF4C-FBAF63B87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1" y="1405557"/>
            <a:ext cx="3596054" cy="1772693"/>
          </a:xfrm>
        </p:spPr>
        <p:txBody>
          <a:bodyPr anchor="t">
            <a:normAutofit/>
          </a:bodyPr>
          <a:lstStyle>
            <a:lvl1pPr>
              <a:buNone/>
              <a:defRPr sz="2800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66022B-91D7-48AF-9B59-00A9BA70465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319620" y="1143028"/>
            <a:ext cx="1160585" cy="936923"/>
          </a:xfrm>
        </p:spPr>
        <p:txBody>
          <a:bodyPr>
            <a:noAutofit/>
          </a:bodyPr>
          <a:lstStyle>
            <a:lvl1pPr marL="0" indent="0" algn="r">
              <a:buNone/>
              <a:defRPr sz="6000">
                <a:solidFill>
                  <a:srgbClr val="B6BDBD"/>
                </a:solidFill>
                <a:latin typeface="+mj-lt"/>
                <a:ea typeface="+mj-lt"/>
                <a:cs typeface="+mj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XX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81F8B-521F-4601-B8CB-40F5EB8C09C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636A1DB-EA2D-4A7E-BF0D-8FECFA0D1CEB}" type="slidenum">
              <a:t>‹#›</a:t>
            </a:fld>
            <a:endParaRPr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113BA2E-092B-4BF2-8FB1-0AAC0955C2BB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373564" y="1404939"/>
            <a:ext cx="3087687" cy="373856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tIns="548640"/>
          <a:lstStyle>
            <a:lvl1pPr marL="0" indent="0" algn="ctr">
              <a:buNone/>
              <a:defRPr/>
            </a:lvl1pPr>
          </a:lstStyle>
          <a:p>
            <a:r>
              <a:t>Click icon to add picture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D8F21E1D-5F95-4EE3-B551-B64B1E8EA4BC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495300" y="477933"/>
            <a:ext cx="2416810" cy="124906"/>
          </a:xfrm>
        </p:spPr>
        <p:txBody>
          <a:bodyPr wrap="square">
            <a:spAutoFit/>
          </a:bodyPr>
          <a:lstStyle>
            <a:lvl1pPr marL="0" indent="0">
              <a:buNone/>
              <a:defRPr sz="800" cap="all" spc="110" baseline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CLICK TO EDIT MASTER TEXT</a:t>
            </a: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Deep Red">
    <p:bg>
      <p:bgPr>
        <a:solidFill>
          <a:srgbClr val="7C2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05DF5-243F-4D11-AAB9-AD2F2D020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1" y="1405557"/>
            <a:ext cx="3596054" cy="1772693"/>
          </a:xfrm>
        </p:spPr>
        <p:txBody>
          <a:bodyPr anchor="t">
            <a:normAutofit/>
          </a:bodyPr>
          <a:lstStyle>
            <a:lvl1pPr>
              <a:buNone/>
              <a:defRPr sz="2800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BFAFA-A8D7-45AE-BBC2-DC88EA743E8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319620" y="1143028"/>
            <a:ext cx="1160585" cy="936923"/>
          </a:xfrm>
        </p:spPr>
        <p:txBody>
          <a:bodyPr>
            <a:noAutofit/>
          </a:bodyPr>
          <a:lstStyle>
            <a:lvl1pPr marL="0" indent="0" algn="r">
              <a:buNone/>
              <a:defRPr sz="6000">
                <a:solidFill>
                  <a:srgbClr val="B6BDBD"/>
                </a:solidFill>
                <a:latin typeface="+mj-lt"/>
                <a:ea typeface="+mj-lt"/>
                <a:cs typeface="+mj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XX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B28658-68F3-43C5-828F-DA4BDAA239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636A1DB-EA2D-4A7E-BF0D-8FECFA0D1CEB}" type="slidenum">
              <a:t>‹#›</a:t>
            </a:fld>
            <a:endParaRPr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113BA2E-092B-4BF2-8FB1-0AAC0955C2BB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373564" y="1404939"/>
            <a:ext cx="3087687" cy="373856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tIns="548640"/>
          <a:lstStyle>
            <a:lvl1pPr marL="0" indent="0" algn="ctr">
              <a:buNone/>
              <a:defRPr/>
            </a:lvl1pPr>
          </a:lstStyle>
          <a:p>
            <a:r>
              <a:t>Click icon to add picture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D8F21E1D-5F95-4EE3-B551-B64B1E8EA4BC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495300" y="477933"/>
            <a:ext cx="2416810" cy="124906"/>
          </a:xfrm>
        </p:spPr>
        <p:txBody>
          <a:bodyPr wrap="square">
            <a:spAutoFit/>
          </a:bodyPr>
          <a:lstStyle>
            <a:lvl1pPr marL="0" indent="0">
              <a:buNone/>
              <a:defRPr sz="800" cap="all" spc="110" baseline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CLICK TO EDIT MASTER TEXT</a:t>
            </a: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Deep Gold">
    <p:bg>
      <p:bgPr>
        <a:solidFill>
          <a:srgbClr val="7353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3DB0B-3009-4F0B-8C99-1A582A618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1" y="1405557"/>
            <a:ext cx="3596054" cy="1772693"/>
          </a:xfrm>
        </p:spPr>
        <p:txBody>
          <a:bodyPr anchor="t">
            <a:normAutofit/>
          </a:bodyPr>
          <a:lstStyle>
            <a:lvl1pPr>
              <a:buNone/>
              <a:defRPr sz="2800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5E22C0-B0EA-405C-9A7F-C54E5412C54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319620" y="1143028"/>
            <a:ext cx="1160585" cy="936923"/>
          </a:xfrm>
        </p:spPr>
        <p:txBody>
          <a:bodyPr>
            <a:noAutofit/>
          </a:bodyPr>
          <a:lstStyle>
            <a:lvl1pPr marL="0" indent="0" algn="r">
              <a:buNone/>
              <a:defRPr sz="6000">
                <a:solidFill>
                  <a:srgbClr val="B6BDBD"/>
                </a:solidFill>
                <a:latin typeface="+mj-lt"/>
                <a:ea typeface="+mj-lt"/>
                <a:cs typeface="+mj-lt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XX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65CAF-EF9E-4E5F-B3D5-A787134E4B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636A1DB-EA2D-4A7E-BF0D-8FECFA0D1CEB}" type="slidenum">
              <a:t>‹#›</a:t>
            </a:fld>
            <a:endParaRPr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113BA2E-092B-4BF2-8FB1-0AAC0955C2BB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373564" y="1404939"/>
            <a:ext cx="3087687" cy="373856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tIns="548640"/>
          <a:lstStyle>
            <a:lvl1pPr marL="0" indent="0" algn="ctr">
              <a:buNone/>
              <a:defRPr/>
            </a:lvl1pPr>
          </a:lstStyle>
          <a:p>
            <a:r>
              <a:t>Click icon to add picture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D8F21E1D-5F95-4EE3-B551-B64B1E8EA4BC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495300" y="477933"/>
            <a:ext cx="2416810" cy="124906"/>
          </a:xfrm>
        </p:spPr>
        <p:txBody>
          <a:bodyPr wrap="square">
            <a:spAutoFit/>
          </a:bodyPr>
          <a:lstStyle>
            <a:lvl1pPr marL="0" indent="0">
              <a:buNone/>
              <a:defRPr sz="800" cap="all" spc="110" baseline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CLICK TO EDIT MASTER TEXT</a:t>
            </a: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B92FFCA-85D1-4CA5-A797-87F6F998E12D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0" y="1"/>
            <a:ext cx="9144000" cy="249701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lIns="274320" tIns="182880"/>
          <a:lstStyle>
            <a:lvl1pPr marL="0" indent="0">
              <a:buNone/>
              <a:defRPr/>
            </a:lvl1pPr>
          </a:lstStyle>
          <a:p>
            <a:r>
              <a:t>Click icon to add picture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31E953C3-1002-4E09-BA10-86FC589FF3FC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47675" y="427237"/>
            <a:ext cx="8247086" cy="4286250"/>
          </a:xfrm>
          <a:prstGeom prst="rect">
            <a:avLst/>
          </a:prstGeom>
          <a:solidFill>
            <a:schemeClr val="bg2"/>
          </a:solidFill>
        </p:spPr>
        <p:txBody>
          <a:bodyPr lIns="1097280" tIns="1005840" rIns="1097280" bIns="457200"/>
          <a:lstStyle>
            <a:lvl1pPr marL="0" indent="0" algn="ctr">
              <a:buNone/>
              <a:defRPr sz="24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BAEE5-123C-415D-8D39-06410AB0C0B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1520" y="3305267"/>
            <a:ext cx="7918450" cy="633687"/>
          </a:xfrm>
        </p:spPr>
        <p:txBody>
          <a:bodyPr/>
          <a:lstStyle>
            <a:lvl1pPr marL="0" indent="0" algn="ctr">
              <a:buNone/>
              <a:defRPr sz="900" cap="all" baseline="0">
                <a:solidFill>
                  <a:schemeClr val="tx1"/>
                </a:solidFill>
              </a:defRPr>
            </a:lvl1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B19B1-AF7F-4034-8618-F500C456DD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636A1DB-EA2D-4A7E-BF0D-8FECFA0D1CEB}" type="slidenum">
              <a:t>‹#›</a:t>
            </a:fld>
            <a:endParaRPr/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99540483-9756-45C6-9829-97780BF5C2BE}"/>
              </a:ext>
            </a:extLst>
          </p:cNvPr>
          <p:cNvSpPr>
            <a:spLocks noGrp="1"/>
          </p:cNvSpPr>
          <p:nvPr/>
        </p:nvSpPr>
        <p:spPr>
          <a:xfrm>
            <a:off x="4456674" y="2955534"/>
            <a:ext cx="313446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F8A8D-EDC3-479B-8A30-CAF247A6E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94AFA-E17C-4D60-9FA5-FDF3FF902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19EAB-F50A-4E4D-AFD6-E76ECA1E8AC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636A1DB-EA2D-4A7E-BF0D-8FECFA0D1CE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738FB-4F85-4F4F-B33E-812017FA8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7E186-9FD4-46D4-A9D1-FE1E27C24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789" y="1817689"/>
            <a:ext cx="3607288" cy="2791589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CF99E-2B3D-4479-91F4-E595D70897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636A1DB-EA2D-4A7E-BF0D-8FECFA0D1CEB}" type="slidenum">
              <a:t>‹#›</a:t>
            </a:fld>
            <a:endParaRPr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A822995-1844-4B85-89FD-F70A7096EEB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439256" y="1817689"/>
            <a:ext cx="3607288" cy="2791589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7F3CF-53D1-410F-B921-25F6F0410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4D7AB-0C94-439B-987D-13DD2E33B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789" y="1817689"/>
            <a:ext cx="2359554" cy="2791589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0439A-8717-4CEB-A223-A335342486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636A1DB-EA2D-4A7E-BF0D-8FECFA0D1CEB}" type="slidenum">
              <a:t>‹#›</a:t>
            </a:fld>
            <a:endParaRPr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A822995-1844-4B85-89FD-F70A7096EEB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274357" y="1817689"/>
            <a:ext cx="2359554" cy="2791589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E843150-ADE4-4964-8B5C-777665BC9CF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052925" y="1817689"/>
            <a:ext cx="2359554" cy="2791589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54CEC-92CF-48DC-A829-2A833DF18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409AC-AAD2-4051-96F6-F3FD3C70A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790" y="1817689"/>
            <a:ext cx="1764332" cy="2791589"/>
          </a:xfrm>
        </p:spPr>
        <p:txBody>
          <a:bodyPr/>
          <a:lstStyle>
            <a:lvl1pPr marL="173034" indent="-173034">
              <a:buNone/>
              <a:defRPr sz="1300"/>
            </a:lvl1pPr>
            <a:lvl2pPr marL="344480" indent="-171446">
              <a:buNone/>
              <a:defRPr sz="1200"/>
            </a:lvl2pPr>
            <a:lvl3pPr marL="517512" indent="-173034">
              <a:buNone/>
              <a:defRPr/>
            </a:lvl3pPr>
            <a:lvl4pPr marL="690546" indent="-173034">
              <a:buNone/>
              <a:defRPr sz="1000"/>
            </a:lvl4pPr>
            <a:lvl5pPr marL="854054" indent="-163509"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6F5AED-804F-4640-909B-F158D4DE5B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636A1DB-EA2D-4A7E-BF0D-8FECFA0D1CEB}" type="slidenum">
              <a:t>‹#›</a:t>
            </a:fld>
            <a:endParaRPr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F7BB18F-7847-4709-B159-588F3CA5D57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546577" y="1817689"/>
            <a:ext cx="1764332" cy="2791589"/>
          </a:xfrm>
        </p:spPr>
        <p:txBody>
          <a:bodyPr/>
          <a:lstStyle>
            <a:lvl1pPr marL="173034" indent="-173034">
              <a:buNone/>
              <a:defRPr sz="1300"/>
            </a:lvl1pPr>
            <a:lvl2pPr marL="344480" indent="-171446">
              <a:buNone/>
              <a:defRPr sz="1200"/>
            </a:lvl2pPr>
            <a:lvl3pPr marL="517512" indent="-173034">
              <a:buNone/>
              <a:defRPr/>
            </a:lvl3pPr>
            <a:lvl4pPr marL="690546" indent="-173034">
              <a:buNone/>
              <a:defRPr sz="1000"/>
            </a:lvl4pPr>
            <a:lvl5pPr marL="854054" indent="-163509"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974D9DD-910B-4846-A2BB-F0F43AEC472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597363" y="1817689"/>
            <a:ext cx="1764332" cy="2791589"/>
          </a:xfrm>
        </p:spPr>
        <p:txBody>
          <a:bodyPr/>
          <a:lstStyle>
            <a:lvl1pPr marL="173034" indent="-173034">
              <a:buNone/>
              <a:defRPr sz="1300"/>
            </a:lvl1pPr>
            <a:lvl2pPr marL="344480" indent="-171446">
              <a:buNone/>
              <a:defRPr sz="1200"/>
            </a:lvl2pPr>
            <a:lvl3pPr marL="517512" indent="-173034">
              <a:buNone/>
              <a:defRPr/>
            </a:lvl3pPr>
            <a:lvl4pPr marL="690546" indent="-173034">
              <a:buNone/>
              <a:defRPr sz="1000"/>
            </a:lvl4pPr>
            <a:lvl5pPr marL="854054" indent="-163509"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D08DDAC-45DA-407C-952A-1A0B402D35DE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648148" y="1817689"/>
            <a:ext cx="1764332" cy="2791589"/>
          </a:xfrm>
        </p:spPr>
        <p:txBody>
          <a:bodyPr/>
          <a:lstStyle>
            <a:lvl1pPr marL="173034" indent="-173034">
              <a:buNone/>
              <a:defRPr sz="1300"/>
            </a:lvl1pPr>
            <a:lvl2pPr marL="344480" indent="-171446">
              <a:buNone/>
              <a:defRPr sz="1200"/>
            </a:lvl2pPr>
            <a:lvl3pPr marL="517512" indent="-173034">
              <a:buNone/>
              <a:defRPr/>
            </a:lvl3pPr>
            <a:lvl4pPr marL="690546" indent="-173034">
              <a:buNone/>
              <a:defRPr sz="1000"/>
            </a:lvl4pPr>
            <a:lvl5pPr marL="854054" indent="-163509"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37905-5971-4ACD-8180-D07E46AAB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58796-664F-4D3D-8D9E-AB6A15725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791" y="1817689"/>
            <a:ext cx="1445153" cy="2791589"/>
          </a:xfrm>
        </p:spPr>
        <p:txBody>
          <a:bodyPr/>
          <a:lstStyle>
            <a:lvl1pPr marL="112710" indent="-112710">
              <a:buNone/>
              <a:defRPr sz="1100"/>
            </a:lvl1pPr>
            <a:lvl2pPr marL="233357" indent="-120647">
              <a:buNone/>
              <a:defRPr sz="1000"/>
            </a:lvl2pPr>
            <a:lvl3pPr marL="344480" indent="-111122">
              <a:buNone/>
              <a:defRPr sz="900"/>
            </a:lvl3pPr>
            <a:lvl4pPr marL="457189" indent="-112710">
              <a:buNone/>
              <a:defRPr sz="800"/>
            </a:lvl4pPr>
            <a:lvl5pPr marL="854054" indent="-163509"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13081F-9DA3-4E28-9EE6-8618755AD1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636A1DB-EA2D-4A7E-BF0D-8FECFA0D1CEB}" type="slidenum">
              <a:t>‹#›</a:t>
            </a:fld>
            <a:endParaRPr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4EB108D6-7313-4C37-8D4F-6A49FA0933B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113244" y="1817689"/>
            <a:ext cx="1445153" cy="2791589"/>
          </a:xfrm>
        </p:spPr>
        <p:txBody>
          <a:bodyPr/>
          <a:lstStyle>
            <a:lvl1pPr marL="112710" indent="-112710">
              <a:buNone/>
              <a:defRPr sz="1100"/>
            </a:lvl1pPr>
            <a:lvl2pPr marL="233357" indent="-120647">
              <a:buNone/>
              <a:defRPr sz="1000"/>
            </a:lvl2pPr>
            <a:lvl3pPr marL="344480" indent="-111122">
              <a:buNone/>
              <a:defRPr sz="900"/>
            </a:lvl3pPr>
            <a:lvl4pPr marL="457189" indent="-112710">
              <a:buNone/>
              <a:defRPr sz="800"/>
            </a:lvl4pPr>
            <a:lvl5pPr marL="854054" indent="-163509"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B17ECF6-30D7-4B4B-B670-FEB84C8130C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730697" y="1817689"/>
            <a:ext cx="1445153" cy="2791589"/>
          </a:xfrm>
        </p:spPr>
        <p:txBody>
          <a:bodyPr/>
          <a:lstStyle>
            <a:lvl1pPr marL="112710" indent="-112710">
              <a:buNone/>
              <a:defRPr sz="1100"/>
            </a:lvl1pPr>
            <a:lvl2pPr marL="233357" indent="-120647">
              <a:buNone/>
              <a:defRPr sz="1000"/>
            </a:lvl2pPr>
            <a:lvl3pPr marL="344480" indent="-111122">
              <a:buNone/>
              <a:defRPr sz="900"/>
            </a:lvl3pPr>
            <a:lvl4pPr marL="457189" indent="-112710">
              <a:buNone/>
              <a:defRPr sz="800"/>
            </a:lvl4pPr>
            <a:lvl5pPr marL="854054" indent="-163509"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8E053DB-CB79-4834-9B82-A2B4B03B099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348150" y="1817689"/>
            <a:ext cx="1445153" cy="2791589"/>
          </a:xfrm>
        </p:spPr>
        <p:txBody>
          <a:bodyPr/>
          <a:lstStyle>
            <a:lvl1pPr marL="112710" indent="-112710">
              <a:buNone/>
              <a:defRPr sz="1100"/>
            </a:lvl1pPr>
            <a:lvl2pPr marL="233357" indent="-120647">
              <a:buNone/>
              <a:defRPr sz="1000"/>
            </a:lvl2pPr>
            <a:lvl3pPr marL="344480" indent="-111122">
              <a:buNone/>
              <a:defRPr sz="900"/>
            </a:lvl3pPr>
            <a:lvl4pPr marL="457189" indent="-112710">
              <a:buNone/>
              <a:defRPr sz="800"/>
            </a:lvl4pPr>
            <a:lvl5pPr marL="854054" indent="-163509"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042BD6AF-288E-4274-8225-4F8B273CA565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965601" y="1817689"/>
            <a:ext cx="1445153" cy="2791589"/>
          </a:xfrm>
        </p:spPr>
        <p:txBody>
          <a:bodyPr/>
          <a:lstStyle>
            <a:lvl1pPr marL="112710" indent="-112710">
              <a:buNone/>
              <a:defRPr sz="1100"/>
            </a:lvl1pPr>
            <a:lvl2pPr marL="233357" indent="-120647">
              <a:buNone/>
              <a:defRPr sz="1000"/>
            </a:lvl2pPr>
            <a:lvl3pPr marL="344480" indent="-111122">
              <a:buNone/>
              <a:defRPr sz="900"/>
            </a:lvl3pPr>
            <a:lvl4pPr marL="457189" indent="-112710">
              <a:buNone/>
              <a:defRPr sz="800"/>
            </a:lvl4pPr>
            <a:lvl5pPr marL="854054" indent="-163509"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_Heav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3755B-D139-4B7D-AA01-F25C3EC5F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F74DF-98B2-4F9A-A30D-D4988A821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1" y="1695451"/>
            <a:ext cx="7201862" cy="2913827"/>
          </a:xfrm>
        </p:spPr>
        <p:txBody>
          <a:bodyPr/>
          <a:lstStyle>
            <a:lvl1pPr marL="173034" indent="-173034">
              <a:lnSpc>
                <a:spcPct val="100000"/>
              </a:lnSpc>
              <a:spcBef>
                <a:spcPts val="600"/>
              </a:spcBef>
              <a:buNone/>
              <a:defRPr sz="1200"/>
            </a:lvl1pPr>
            <a:lvl2pPr marL="344480" indent="-171446">
              <a:lnSpc>
                <a:spcPct val="100000"/>
              </a:lnSpc>
              <a:spcBef>
                <a:spcPts val="300"/>
              </a:spcBef>
              <a:buNone/>
              <a:defRPr sz="1100"/>
            </a:lvl2pPr>
            <a:lvl3pPr marL="517512" indent="-173034">
              <a:lnSpc>
                <a:spcPct val="100000"/>
              </a:lnSpc>
              <a:spcBef>
                <a:spcPts val="300"/>
              </a:spcBef>
              <a:buNone/>
              <a:defRPr sz="1000"/>
            </a:lvl3pPr>
            <a:lvl4pPr marL="690546" indent="-173034">
              <a:lnSpc>
                <a:spcPct val="100000"/>
              </a:lnSpc>
              <a:spcBef>
                <a:spcPts val="300"/>
              </a:spcBef>
              <a:buNone/>
              <a:defRPr sz="900"/>
            </a:lvl4pPr>
            <a:lvl5pPr marL="854054" indent="-163509">
              <a:lnSpc>
                <a:spcPct val="100000"/>
              </a:lnSpc>
              <a:spcBef>
                <a:spcPts val="300"/>
              </a:spcBef>
              <a:buNone/>
              <a:defRPr sz="800"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AACC61-BE3D-4F28-8454-60427229CC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636A1DB-EA2D-4A7E-BF0D-8FECFA0D1CE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_Heav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465F0-7FEC-4660-A9A5-369C5D5DB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F7EAF-01A2-47B7-80A2-6E8958FF0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695451"/>
            <a:ext cx="3611880" cy="2913827"/>
          </a:xfrm>
        </p:spPr>
        <p:txBody>
          <a:bodyPr/>
          <a:lstStyle>
            <a:lvl1pPr marL="173034" indent="-173034">
              <a:lnSpc>
                <a:spcPct val="100000"/>
              </a:lnSpc>
              <a:spcBef>
                <a:spcPts val="600"/>
              </a:spcBef>
              <a:buNone/>
              <a:defRPr sz="1200"/>
            </a:lvl1pPr>
            <a:lvl2pPr marL="344480" indent="-171446">
              <a:lnSpc>
                <a:spcPct val="100000"/>
              </a:lnSpc>
              <a:spcBef>
                <a:spcPts val="300"/>
              </a:spcBef>
              <a:buNone/>
              <a:defRPr sz="1100"/>
            </a:lvl2pPr>
            <a:lvl3pPr marL="517512" indent="-173034">
              <a:lnSpc>
                <a:spcPct val="100000"/>
              </a:lnSpc>
              <a:spcBef>
                <a:spcPts val="300"/>
              </a:spcBef>
              <a:buNone/>
              <a:defRPr sz="1000"/>
            </a:lvl3pPr>
            <a:lvl4pPr marL="690546" indent="-173034">
              <a:lnSpc>
                <a:spcPct val="100000"/>
              </a:lnSpc>
              <a:spcBef>
                <a:spcPts val="300"/>
              </a:spcBef>
              <a:buNone/>
              <a:defRPr sz="900"/>
            </a:lvl4pPr>
            <a:lvl5pPr marL="854054" indent="-163509">
              <a:lnSpc>
                <a:spcPct val="100000"/>
              </a:lnSpc>
              <a:spcBef>
                <a:spcPts val="300"/>
              </a:spcBef>
              <a:buNone/>
              <a:defRPr sz="800"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76925-CFB3-4DC8-A335-091619D8AB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636A1DB-EA2D-4A7E-BF0D-8FECFA0D1CEB}" type="slidenum">
              <a:t>‹#›</a:t>
            </a:fld>
            <a:endParaRPr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7CECDB5-813F-44A7-A308-C2E59BAB215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428564" y="1695451"/>
            <a:ext cx="3611880" cy="2913827"/>
          </a:xfrm>
        </p:spPr>
        <p:txBody>
          <a:bodyPr/>
          <a:lstStyle>
            <a:lvl1pPr marL="173034" indent="-173034">
              <a:lnSpc>
                <a:spcPct val="100000"/>
              </a:lnSpc>
              <a:spcBef>
                <a:spcPts val="600"/>
              </a:spcBef>
              <a:buNone/>
              <a:defRPr sz="1200"/>
            </a:lvl1pPr>
            <a:lvl2pPr marL="344480" indent="-171446">
              <a:lnSpc>
                <a:spcPct val="100000"/>
              </a:lnSpc>
              <a:spcBef>
                <a:spcPts val="300"/>
              </a:spcBef>
              <a:buNone/>
              <a:defRPr sz="1100"/>
            </a:lvl2pPr>
            <a:lvl3pPr marL="517512" indent="-173034">
              <a:lnSpc>
                <a:spcPct val="100000"/>
              </a:lnSpc>
              <a:spcBef>
                <a:spcPts val="300"/>
              </a:spcBef>
              <a:buNone/>
              <a:defRPr sz="1000"/>
            </a:lvl3pPr>
            <a:lvl4pPr marL="690546" indent="-173034">
              <a:lnSpc>
                <a:spcPct val="100000"/>
              </a:lnSpc>
              <a:spcBef>
                <a:spcPts val="300"/>
              </a:spcBef>
              <a:buNone/>
              <a:defRPr sz="900"/>
            </a:lvl4pPr>
            <a:lvl5pPr marL="854054" indent="-163509">
              <a:lnSpc>
                <a:spcPct val="100000"/>
              </a:lnSpc>
              <a:spcBef>
                <a:spcPts val="300"/>
              </a:spcBef>
              <a:buNone/>
              <a:defRPr sz="800"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hree Content_Heav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D32F4-AEA5-4150-818F-F2C7B3307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E37AB-DC77-4D26-B9FB-C64AEF17E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695451"/>
            <a:ext cx="2359152" cy="2913827"/>
          </a:xfrm>
        </p:spPr>
        <p:txBody>
          <a:bodyPr/>
          <a:lstStyle>
            <a:lvl1pPr marL="173034" indent="-173034">
              <a:lnSpc>
                <a:spcPct val="100000"/>
              </a:lnSpc>
              <a:spcBef>
                <a:spcPts val="600"/>
              </a:spcBef>
              <a:buNone/>
              <a:defRPr sz="1200"/>
            </a:lvl1pPr>
            <a:lvl2pPr marL="344480" indent="-171446">
              <a:lnSpc>
                <a:spcPct val="100000"/>
              </a:lnSpc>
              <a:spcBef>
                <a:spcPts val="300"/>
              </a:spcBef>
              <a:buNone/>
              <a:defRPr sz="1100"/>
            </a:lvl2pPr>
            <a:lvl3pPr marL="517512" indent="-173034">
              <a:lnSpc>
                <a:spcPct val="100000"/>
              </a:lnSpc>
              <a:spcBef>
                <a:spcPts val="300"/>
              </a:spcBef>
              <a:buNone/>
              <a:defRPr sz="1000"/>
            </a:lvl3pPr>
            <a:lvl4pPr marL="690546" indent="-173034">
              <a:lnSpc>
                <a:spcPct val="100000"/>
              </a:lnSpc>
              <a:spcBef>
                <a:spcPts val="300"/>
              </a:spcBef>
              <a:buNone/>
              <a:defRPr sz="900"/>
            </a:lvl4pPr>
            <a:lvl5pPr marL="854054" indent="-163509">
              <a:lnSpc>
                <a:spcPct val="100000"/>
              </a:lnSpc>
              <a:spcBef>
                <a:spcPts val="300"/>
              </a:spcBef>
              <a:buNone/>
              <a:defRPr sz="800"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9728C-7202-4498-A561-A22D0C415F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636A1DB-EA2D-4A7E-BF0D-8FECFA0D1CEB}" type="slidenum">
              <a:t>‹#›</a:t>
            </a:fld>
            <a:endParaRPr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7CECDB5-813F-44A7-A308-C2E59BAB215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274314" y="1695451"/>
            <a:ext cx="2359152" cy="2913827"/>
          </a:xfrm>
        </p:spPr>
        <p:txBody>
          <a:bodyPr/>
          <a:lstStyle>
            <a:lvl1pPr marL="173034" indent="-173034">
              <a:lnSpc>
                <a:spcPct val="100000"/>
              </a:lnSpc>
              <a:spcBef>
                <a:spcPts val="600"/>
              </a:spcBef>
              <a:buNone/>
              <a:defRPr sz="1200"/>
            </a:lvl1pPr>
            <a:lvl2pPr marL="344480" indent="-171446">
              <a:lnSpc>
                <a:spcPct val="100000"/>
              </a:lnSpc>
              <a:spcBef>
                <a:spcPts val="300"/>
              </a:spcBef>
              <a:buNone/>
              <a:defRPr sz="1100"/>
            </a:lvl2pPr>
            <a:lvl3pPr marL="517512" indent="-173034">
              <a:lnSpc>
                <a:spcPct val="100000"/>
              </a:lnSpc>
              <a:spcBef>
                <a:spcPts val="300"/>
              </a:spcBef>
              <a:buNone/>
              <a:defRPr sz="1000"/>
            </a:lvl3pPr>
            <a:lvl4pPr marL="690546" indent="-173034">
              <a:lnSpc>
                <a:spcPct val="100000"/>
              </a:lnSpc>
              <a:spcBef>
                <a:spcPts val="300"/>
              </a:spcBef>
              <a:buNone/>
              <a:defRPr sz="900"/>
            </a:lvl4pPr>
            <a:lvl5pPr marL="854054" indent="-163509">
              <a:lnSpc>
                <a:spcPct val="100000"/>
              </a:lnSpc>
              <a:spcBef>
                <a:spcPts val="300"/>
              </a:spcBef>
              <a:buNone/>
              <a:defRPr sz="800"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596E2F6-FF82-441A-919C-438C1BEE4F3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053327" y="1695451"/>
            <a:ext cx="2359152" cy="2913827"/>
          </a:xfrm>
        </p:spPr>
        <p:txBody>
          <a:bodyPr/>
          <a:lstStyle>
            <a:lvl1pPr marL="173034" indent="-173034">
              <a:lnSpc>
                <a:spcPct val="100000"/>
              </a:lnSpc>
              <a:spcBef>
                <a:spcPts val="600"/>
              </a:spcBef>
              <a:buNone/>
              <a:defRPr sz="1200"/>
            </a:lvl1pPr>
            <a:lvl2pPr marL="344480" indent="-171446">
              <a:lnSpc>
                <a:spcPct val="100000"/>
              </a:lnSpc>
              <a:spcBef>
                <a:spcPts val="300"/>
              </a:spcBef>
              <a:buNone/>
              <a:defRPr sz="1100"/>
            </a:lvl2pPr>
            <a:lvl3pPr marL="517512" indent="-173034">
              <a:lnSpc>
                <a:spcPct val="100000"/>
              </a:lnSpc>
              <a:spcBef>
                <a:spcPts val="300"/>
              </a:spcBef>
              <a:buNone/>
              <a:defRPr sz="1000"/>
            </a:lvl3pPr>
            <a:lvl4pPr marL="690546" indent="-173034">
              <a:lnSpc>
                <a:spcPct val="100000"/>
              </a:lnSpc>
              <a:spcBef>
                <a:spcPts val="300"/>
              </a:spcBef>
              <a:buNone/>
              <a:defRPr sz="900"/>
            </a:lvl4pPr>
            <a:lvl5pPr marL="854054" indent="-163509">
              <a:lnSpc>
                <a:spcPct val="100000"/>
              </a:lnSpc>
              <a:spcBef>
                <a:spcPts val="300"/>
              </a:spcBef>
              <a:buNone/>
              <a:defRPr sz="800"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our Content_Heav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94625-760F-4B55-9ABF-34B72027A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DB8D1-52DA-4E8A-B6AB-0144BBA01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695451"/>
            <a:ext cx="1764792" cy="2913827"/>
          </a:xfrm>
        </p:spPr>
        <p:txBody>
          <a:bodyPr/>
          <a:lstStyle>
            <a:lvl1pPr marL="173034" indent="-173034">
              <a:lnSpc>
                <a:spcPct val="100000"/>
              </a:lnSpc>
              <a:spcBef>
                <a:spcPts val="600"/>
              </a:spcBef>
              <a:buNone/>
              <a:defRPr sz="1200"/>
            </a:lvl1pPr>
            <a:lvl2pPr marL="344480" indent="-171446">
              <a:lnSpc>
                <a:spcPct val="100000"/>
              </a:lnSpc>
              <a:spcBef>
                <a:spcPts val="300"/>
              </a:spcBef>
              <a:buNone/>
              <a:defRPr sz="1100"/>
            </a:lvl2pPr>
            <a:lvl3pPr marL="517512" indent="-173034">
              <a:lnSpc>
                <a:spcPct val="100000"/>
              </a:lnSpc>
              <a:spcBef>
                <a:spcPts val="300"/>
              </a:spcBef>
              <a:buNone/>
              <a:defRPr sz="1000"/>
            </a:lvl3pPr>
            <a:lvl4pPr marL="690546" indent="-173034">
              <a:lnSpc>
                <a:spcPct val="100000"/>
              </a:lnSpc>
              <a:spcBef>
                <a:spcPts val="300"/>
              </a:spcBef>
              <a:buNone/>
              <a:defRPr sz="900"/>
            </a:lvl4pPr>
            <a:lvl5pPr marL="854054" indent="-163509">
              <a:lnSpc>
                <a:spcPct val="100000"/>
              </a:lnSpc>
              <a:spcBef>
                <a:spcPts val="300"/>
              </a:spcBef>
              <a:buNone/>
              <a:defRPr sz="800"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2328C-4E8A-457C-995E-504095231D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636A1DB-EA2D-4A7E-BF0D-8FECFA0D1CEB}" type="slidenum">
              <a:t>‹#›</a:t>
            </a:fld>
            <a:endParaRPr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7CECDB5-813F-44A7-A308-C2E59BAB215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546096" y="1695451"/>
            <a:ext cx="1764792" cy="2913827"/>
          </a:xfrm>
        </p:spPr>
        <p:txBody>
          <a:bodyPr/>
          <a:lstStyle>
            <a:lvl1pPr marL="173034" indent="-173034">
              <a:lnSpc>
                <a:spcPct val="100000"/>
              </a:lnSpc>
              <a:spcBef>
                <a:spcPts val="600"/>
              </a:spcBef>
              <a:buNone/>
              <a:defRPr sz="1200"/>
            </a:lvl1pPr>
            <a:lvl2pPr marL="344480" indent="-171446">
              <a:lnSpc>
                <a:spcPct val="100000"/>
              </a:lnSpc>
              <a:spcBef>
                <a:spcPts val="300"/>
              </a:spcBef>
              <a:buNone/>
              <a:defRPr sz="1100"/>
            </a:lvl2pPr>
            <a:lvl3pPr marL="517512" indent="-173034">
              <a:lnSpc>
                <a:spcPct val="100000"/>
              </a:lnSpc>
              <a:spcBef>
                <a:spcPts val="300"/>
              </a:spcBef>
              <a:buNone/>
              <a:defRPr sz="1000"/>
            </a:lvl3pPr>
            <a:lvl4pPr marL="690546" indent="-173034">
              <a:lnSpc>
                <a:spcPct val="100000"/>
              </a:lnSpc>
              <a:spcBef>
                <a:spcPts val="300"/>
              </a:spcBef>
              <a:buNone/>
              <a:defRPr sz="900"/>
            </a:lvl4pPr>
            <a:lvl5pPr marL="854054" indent="-163509">
              <a:lnSpc>
                <a:spcPct val="100000"/>
              </a:lnSpc>
              <a:spcBef>
                <a:spcPts val="300"/>
              </a:spcBef>
              <a:buNone/>
              <a:defRPr sz="800"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596E2F6-FF82-441A-919C-438C1BEE4F3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596892" y="1695451"/>
            <a:ext cx="1764792" cy="2913827"/>
          </a:xfrm>
        </p:spPr>
        <p:txBody>
          <a:bodyPr/>
          <a:lstStyle>
            <a:lvl1pPr marL="173034" indent="-173034">
              <a:lnSpc>
                <a:spcPct val="100000"/>
              </a:lnSpc>
              <a:spcBef>
                <a:spcPts val="600"/>
              </a:spcBef>
              <a:buNone/>
              <a:defRPr sz="1200"/>
            </a:lvl1pPr>
            <a:lvl2pPr marL="344480" indent="-171446">
              <a:lnSpc>
                <a:spcPct val="100000"/>
              </a:lnSpc>
              <a:spcBef>
                <a:spcPts val="300"/>
              </a:spcBef>
              <a:buNone/>
              <a:defRPr sz="1100"/>
            </a:lvl2pPr>
            <a:lvl3pPr marL="517512" indent="-173034">
              <a:lnSpc>
                <a:spcPct val="100000"/>
              </a:lnSpc>
              <a:spcBef>
                <a:spcPts val="300"/>
              </a:spcBef>
              <a:buNone/>
              <a:defRPr sz="1000"/>
            </a:lvl3pPr>
            <a:lvl4pPr marL="690546" indent="-173034">
              <a:lnSpc>
                <a:spcPct val="100000"/>
              </a:lnSpc>
              <a:spcBef>
                <a:spcPts val="300"/>
              </a:spcBef>
              <a:buNone/>
              <a:defRPr sz="900"/>
            </a:lvl4pPr>
            <a:lvl5pPr marL="854054" indent="-163509">
              <a:lnSpc>
                <a:spcPct val="100000"/>
              </a:lnSpc>
              <a:spcBef>
                <a:spcPts val="300"/>
              </a:spcBef>
              <a:buNone/>
              <a:defRPr sz="800"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5F2E673-F52C-4F78-BAC9-56503F69B59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647687" y="1695451"/>
            <a:ext cx="1764792" cy="2913827"/>
          </a:xfrm>
        </p:spPr>
        <p:txBody>
          <a:bodyPr/>
          <a:lstStyle>
            <a:lvl1pPr marL="173034" indent="-173034">
              <a:lnSpc>
                <a:spcPct val="100000"/>
              </a:lnSpc>
              <a:spcBef>
                <a:spcPts val="600"/>
              </a:spcBef>
              <a:buNone/>
              <a:defRPr sz="1200"/>
            </a:lvl1pPr>
            <a:lvl2pPr marL="344480" indent="-171446">
              <a:lnSpc>
                <a:spcPct val="100000"/>
              </a:lnSpc>
              <a:spcBef>
                <a:spcPts val="300"/>
              </a:spcBef>
              <a:buNone/>
              <a:defRPr sz="1100"/>
            </a:lvl2pPr>
            <a:lvl3pPr marL="517512" indent="-173034">
              <a:lnSpc>
                <a:spcPct val="100000"/>
              </a:lnSpc>
              <a:spcBef>
                <a:spcPts val="300"/>
              </a:spcBef>
              <a:buNone/>
              <a:defRPr sz="1000"/>
            </a:lvl3pPr>
            <a:lvl4pPr marL="690546" indent="-173034">
              <a:lnSpc>
                <a:spcPct val="100000"/>
              </a:lnSpc>
              <a:spcBef>
                <a:spcPts val="300"/>
              </a:spcBef>
              <a:buNone/>
              <a:defRPr sz="900"/>
            </a:lvl4pPr>
            <a:lvl5pPr marL="854054" indent="-163509">
              <a:lnSpc>
                <a:spcPct val="100000"/>
              </a:lnSpc>
              <a:spcBef>
                <a:spcPts val="300"/>
              </a:spcBef>
              <a:buNone/>
              <a:defRPr sz="800"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partment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7FB1027-BCD9-449C-A98B-33364CB17664}"/>
              </a:ext>
            </a:extLst>
          </p:cNvPr>
          <p:cNvSpPr>
            <a:spLocks noGrp="1"/>
          </p:cNvSpPr>
          <p:nvPr/>
        </p:nvSpPr>
        <p:spPr>
          <a:xfrm>
            <a:off x="1" y="1"/>
            <a:ext cx="4325815" cy="4684893"/>
          </a:xfrm>
          <a:prstGeom prst="rect">
            <a:avLst/>
          </a:prstGeom>
          <a:solidFill>
            <a:srgbClr val="003C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2C8F05-324A-41F2-86C3-9C8C0141B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205" y="328422"/>
            <a:ext cx="3607288" cy="913396"/>
          </a:xfrm>
        </p:spPr>
        <p:txBody>
          <a:bodyPr anchor="t"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4433D-CF2E-405B-AFD5-350DED669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789" y="1695451"/>
            <a:ext cx="3607288" cy="2913827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16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  <a:lvl2pPr marL="234944" indent="-234944">
              <a:buFont typeface="Arial"/>
              <a:buChar char="•"/>
              <a:defRPr sz="1400"/>
            </a:lvl2pPr>
            <a:lvl3pPr marL="457189" indent="-222245">
              <a:buFont typeface="Arial"/>
              <a:buChar char="–"/>
              <a:defRPr sz="1200"/>
            </a:lvl3pPr>
            <a:lvl4pPr marL="692133" indent="-234944">
              <a:buNone/>
              <a:defRPr sz="1100"/>
            </a:lvl4pPr>
            <a:lvl5pPr marL="914378" indent="-222245">
              <a:buNone/>
              <a:defRPr sz="1000"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AFC48C-BFA2-4548-B587-4E30304395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636A1DB-EA2D-4A7E-BF0D-8FECFA0D1CEB}" type="slidenum">
              <a:t>‹#›</a:t>
            </a:fld>
            <a:endParaRPr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A822995-1844-4B85-89FD-F70A7096EEB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689233" y="785447"/>
            <a:ext cx="3607288" cy="3823831"/>
          </a:xfrm>
        </p:spPr>
        <p:txBody>
          <a:bodyPr/>
          <a:lstStyle>
            <a:lvl1pPr marL="0" indent="0">
              <a:lnSpc>
                <a:spcPct val="120000"/>
              </a:lnSpc>
              <a:spcAft>
                <a:spcPts val="1800"/>
              </a:spcAft>
              <a:buNone/>
              <a:defRPr sz="1050"/>
            </a:lvl1pPr>
            <a:lvl2pPr marL="117472" indent="-117472">
              <a:lnSpc>
                <a:spcPct val="100000"/>
              </a:lnSpc>
              <a:spcBef>
                <a:spcPts val="1500"/>
              </a:spcBef>
              <a:buFont typeface="Arial"/>
              <a:buChar char="•"/>
              <a:defRPr sz="1050"/>
            </a:lvl2pPr>
            <a:lvl3pPr>
              <a:buNone/>
              <a:defRPr sz="900"/>
            </a:lvl3pPr>
            <a:lvl4pPr>
              <a:buNone/>
              <a:defRPr sz="800"/>
            </a:lvl4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partment description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7FB1027-BCD9-449C-A98B-33364CB17664}"/>
              </a:ext>
            </a:extLst>
          </p:cNvPr>
          <p:cNvSpPr>
            <a:spLocks noGrp="1"/>
          </p:cNvSpPr>
          <p:nvPr/>
        </p:nvSpPr>
        <p:spPr>
          <a:xfrm>
            <a:off x="1" y="1"/>
            <a:ext cx="5863589" cy="4684893"/>
          </a:xfrm>
          <a:prstGeom prst="rect">
            <a:avLst/>
          </a:prstGeom>
          <a:solidFill>
            <a:srgbClr val="003C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66759-485E-4B52-9AA4-DB7D5867F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205" y="328422"/>
            <a:ext cx="3607288" cy="913396"/>
          </a:xfrm>
        </p:spPr>
        <p:txBody>
          <a:bodyPr anchor="t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84EB7-54A7-47F9-9742-7C560E46B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789" y="1695451"/>
            <a:ext cx="3607288" cy="2913827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16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234944" indent="-234944">
              <a:buFont typeface="Arial"/>
              <a:buChar char="•"/>
              <a:defRPr sz="1400">
                <a:solidFill>
                  <a:schemeClr val="bg1"/>
                </a:solidFill>
              </a:defRPr>
            </a:lvl2pPr>
            <a:lvl3pPr marL="457189" indent="-222245">
              <a:buFont typeface="Arial"/>
              <a:buChar char="–"/>
              <a:defRPr sz="1200">
                <a:solidFill>
                  <a:schemeClr val="bg1"/>
                </a:solidFill>
              </a:defRPr>
            </a:lvl3pPr>
            <a:lvl4pPr marL="692133" indent="-234944">
              <a:buNone/>
              <a:defRPr sz="1100">
                <a:solidFill>
                  <a:schemeClr val="bg1"/>
                </a:solidFill>
              </a:defRPr>
            </a:lvl4pPr>
            <a:lvl5pPr marL="914378" indent="-222245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0347E-DFEE-4458-BC3D-2B64B331EE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636A1DB-EA2D-4A7E-BF0D-8FECFA0D1CEB}" type="slidenum">
              <a:t>‹#›</a:t>
            </a:fld>
            <a:endParaRPr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A822995-1844-4B85-89FD-F70A7096EEB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689233" y="785447"/>
            <a:ext cx="3607288" cy="3823831"/>
          </a:xfrm>
        </p:spPr>
        <p:txBody>
          <a:bodyPr/>
          <a:lstStyle>
            <a:lvl1pPr marL="0" indent="0">
              <a:lnSpc>
                <a:spcPct val="120000"/>
              </a:lnSpc>
              <a:spcAft>
                <a:spcPts val="1800"/>
              </a:spcAft>
              <a:buNone/>
              <a:defRPr sz="1050"/>
            </a:lvl1pPr>
            <a:lvl2pPr marL="117472" indent="-117472">
              <a:lnSpc>
                <a:spcPct val="100000"/>
              </a:lnSpc>
              <a:spcBef>
                <a:spcPts val="1500"/>
              </a:spcBef>
              <a:buFont typeface="Arial"/>
              <a:buChar char="•"/>
              <a:defRPr sz="1050"/>
            </a:lvl2pPr>
            <a:lvl3pPr>
              <a:buNone/>
              <a:defRPr sz="900"/>
            </a:lvl3pPr>
            <a:lvl4pPr>
              <a:buNone/>
              <a:defRPr sz="800"/>
            </a:lvl4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DC0698F-EBDF-49FA-A73A-1B335440AF10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tIns="1554480"/>
          <a:lstStyle>
            <a:lvl1pPr marL="0" indent="0" algn="ctr">
              <a:buNone/>
              <a:defRPr/>
            </a:lvl1pPr>
          </a:lstStyle>
          <a:p>
            <a:r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1E5138-4351-4A73-8F48-44FAB16C6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CC0F3C-97C5-4765-A49E-D24CF1E2229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0636A1DB-EA2D-4A7E-BF0D-8FECFA0D1CEB}" type="slidenum">
              <a:t>‹#›</a:t>
            </a:fld>
            <a:endParaRPr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EB0A5C7A-CAA8-43DD-B541-DCF02544DCA8}"/>
              </a:ext>
            </a:extLst>
          </p:cNvPr>
          <p:cNvSpPr>
            <a:spLocks noGrp="1"/>
          </p:cNvSpPr>
          <p:nvPr/>
        </p:nvSpPr>
        <p:spPr>
          <a:xfrm>
            <a:off x="544392" y="4795468"/>
            <a:ext cx="1252024" cy="234457"/>
          </a:xfrm>
          <a:custGeom>
            <a:avLst/>
            <a:gdLst>
              <a:gd name="T0" fmla="*/ 225 w 1440"/>
              <a:gd name="T1" fmla="*/ 110 h 267"/>
              <a:gd name="T2" fmla="*/ 317 w 1440"/>
              <a:gd name="T3" fmla="*/ 7 h 267"/>
              <a:gd name="T4" fmla="*/ 475 w 1440"/>
              <a:gd name="T5" fmla="*/ 19 h 267"/>
              <a:gd name="T6" fmla="*/ 830 w 1440"/>
              <a:gd name="T7" fmla="*/ 7 h 267"/>
              <a:gd name="T8" fmla="*/ 130 w 1440"/>
              <a:gd name="T9" fmla="*/ 210 h 267"/>
              <a:gd name="T10" fmla="*/ 437 w 1440"/>
              <a:gd name="T11" fmla="*/ 209 h 267"/>
              <a:gd name="T12" fmla="*/ 493 w 1440"/>
              <a:gd name="T13" fmla="*/ 198 h 267"/>
              <a:gd name="T14" fmla="*/ 866 w 1440"/>
              <a:gd name="T15" fmla="*/ 171 h 267"/>
              <a:gd name="T16" fmla="*/ 737 w 1440"/>
              <a:gd name="T17" fmla="*/ 261 h 267"/>
              <a:gd name="T18" fmla="*/ 958 w 1440"/>
              <a:gd name="T19" fmla="*/ 172 h 267"/>
              <a:gd name="T20" fmla="*/ 906 w 1440"/>
              <a:gd name="T21" fmla="*/ 254 h 267"/>
              <a:gd name="T22" fmla="*/ 309 w 1440"/>
              <a:gd name="T23" fmla="*/ 260 h 267"/>
              <a:gd name="T24" fmla="*/ 1053 w 1440"/>
              <a:gd name="T25" fmla="*/ 31 h 267"/>
              <a:gd name="T26" fmla="*/ 1075 w 1440"/>
              <a:gd name="T27" fmla="*/ 44 h 267"/>
              <a:gd name="T28" fmla="*/ 1091 w 1440"/>
              <a:gd name="T29" fmla="*/ 22 h 267"/>
              <a:gd name="T30" fmla="*/ 1107 w 1440"/>
              <a:gd name="T31" fmla="*/ 27 h 267"/>
              <a:gd name="T32" fmla="*/ 1125 w 1440"/>
              <a:gd name="T33" fmla="*/ 55 h 267"/>
              <a:gd name="T34" fmla="*/ 1159 w 1440"/>
              <a:gd name="T35" fmla="*/ 53 h 267"/>
              <a:gd name="T36" fmla="*/ 1160 w 1440"/>
              <a:gd name="T37" fmla="*/ 57 h 267"/>
              <a:gd name="T38" fmla="*/ 1177 w 1440"/>
              <a:gd name="T39" fmla="*/ 23 h 267"/>
              <a:gd name="T40" fmla="*/ 1207 w 1440"/>
              <a:gd name="T41" fmla="*/ 58 h 267"/>
              <a:gd name="T42" fmla="*/ 1245 w 1440"/>
              <a:gd name="T43" fmla="*/ 27 h 267"/>
              <a:gd name="T44" fmla="*/ 1225 w 1440"/>
              <a:gd name="T45" fmla="*/ 43 h 267"/>
              <a:gd name="T46" fmla="*/ 1271 w 1440"/>
              <a:gd name="T47" fmla="*/ 19 h 267"/>
              <a:gd name="T48" fmla="*/ 1259 w 1440"/>
              <a:gd name="T49" fmla="*/ 32 h 267"/>
              <a:gd name="T50" fmla="*/ 1290 w 1440"/>
              <a:gd name="T51" fmla="*/ 54 h 267"/>
              <a:gd name="T52" fmla="*/ 1310 w 1440"/>
              <a:gd name="T53" fmla="*/ 25 h 267"/>
              <a:gd name="T54" fmla="*/ 1059 w 1440"/>
              <a:gd name="T55" fmla="*/ 110 h 267"/>
              <a:gd name="T56" fmla="*/ 1099 w 1440"/>
              <a:gd name="T57" fmla="*/ 134 h 267"/>
              <a:gd name="T58" fmla="*/ 1120 w 1440"/>
              <a:gd name="T59" fmla="*/ 156 h 267"/>
              <a:gd name="T60" fmla="*/ 1141 w 1440"/>
              <a:gd name="T61" fmla="*/ 123 h 267"/>
              <a:gd name="T62" fmla="*/ 1148 w 1440"/>
              <a:gd name="T63" fmla="*/ 175 h 267"/>
              <a:gd name="T64" fmla="*/ 1184 w 1440"/>
              <a:gd name="T65" fmla="*/ 119 h 267"/>
              <a:gd name="T66" fmla="*/ 1181 w 1440"/>
              <a:gd name="T67" fmla="*/ 153 h 267"/>
              <a:gd name="T68" fmla="*/ 1201 w 1440"/>
              <a:gd name="T69" fmla="*/ 125 h 267"/>
              <a:gd name="T70" fmla="*/ 1230 w 1440"/>
              <a:gd name="T71" fmla="*/ 157 h 267"/>
              <a:gd name="T72" fmla="*/ 1260 w 1440"/>
              <a:gd name="T73" fmla="*/ 154 h 267"/>
              <a:gd name="T74" fmla="*/ 1261 w 1440"/>
              <a:gd name="T75" fmla="*/ 158 h 267"/>
              <a:gd name="T76" fmla="*/ 1284 w 1440"/>
              <a:gd name="T77" fmla="*/ 152 h 267"/>
              <a:gd name="T78" fmla="*/ 1294 w 1440"/>
              <a:gd name="T79" fmla="*/ 123 h 267"/>
              <a:gd name="T80" fmla="*/ 1317 w 1440"/>
              <a:gd name="T81" fmla="*/ 125 h 267"/>
              <a:gd name="T82" fmla="*/ 1342 w 1440"/>
              <a:gd name="T83" fmla="*/ 121 h 267"/>
              <a:gd name="T84" fmla="*/ 1351 w 1440"/>
              <a:gd name="T85" fmla="*/ 112 h 267"/>
              <a:gd name="T86" fmla="*/ 1364 w 1440"/>
              <a:gd name="T87" fmla="*/ 159 h 267"/>
              <a:gd name="T88" fmla="*/ 1399 w 1440"/>
              <a:gd name="T89" fmla="*/ 156 h 267"/>
              <a:gd name="T90" fmla="*/ 1432 w 1440"/>
              <a:gd name="T91" fmla="*/ 120 h 267"/>
              <a:gd name="T92" fmla="*/ 1410 w 1440"/>
              <a:gd name="T93" fmla="*/ 176 h 267"/>
              <a:gd name="T94" fmla="*/ 1076 w 1440"/>
              <a:gd name="T95" fmla="*/ 242 h 267"/>
              <a:gd name="T96" fmla="*/ 1062 w 1440"/>
              <a:gd name="T97" fmla="*/ 225 h 267"/>
              <a:gd name="T98" fmla="*/ 1091 w 1440"/>
              <a:gd name="T99" fmla="*/ 208 h 267"/>
              <a:gd name="T100" fmla="*/ 1112 w 1440"/>
              <a:gd name="T101" fmla="*/ 233 h 267"/>
              <a:gd name="T102" fmla="*/ 1128 w 1440"/>
              <a:gd name="T103" fmla="*/ 224 h 267"/>
              <a:gd name="T104" fmla="*/ 1168 w 1440"/>
              <a:gd name="T105" fmla="*/ 255 h 267"/>
              <a:gd name="T106" fmla="*/ 1154 w 1440"/>
              <a:gd name="T107" fmla="*/ 236 h 267"/>
              <a:gd name="T108" fmla="*/ 1203 w 1440"/>
              <a:gd name="T109" fmla="*/ 256 h 267"/>
              <a:gd name="T110" fmla="*/ 1200 w 1440"/>
              <a:gd name="T111" fmla="*/ 213 h 267"/>
              <a:gd name="T112" fmla="*/ 1227 w 1440"/>
              <a:gd name="T113" fmla="*/ 256 h 267"/>
              <a:gd name="T114" fmla="*/ 1249 w 1440"/>
              <a:gd name="T115" fmla="*/ 260 h 267"/>
              <a:gd name="T116" fmla="*/ 1255 w 1440"/>
              <a:gd name="T117" fmla="*/ 205 h 267"/>
              <a:gd name="T118" fmla="*/ 1297 w 1440"/>
              <a:gd name="T119" fmla="*/ 226 h 267"/>
              <a:gd name="T120" fmla="*/ 1303 w 1440"/>
              <a:gd name="T121" fmla="*/ 243 h 267"/>
              <a:gd name="T122" fmla="*/ 1344 w 1440"/>
              <a:gd name="T123" fmla="*/ 229 h 267"/>
              <a:gd name="T124" fmla="*/ 1328 w 1440"/>
              <a:gd name="T125" fmla="*/ 239 h 267"/>
            </a:gdLst>
            <a:ahLst/>
            <a:cxnLst/>
            <a:rect l="0" t="0" r="r" b="b"/>
            <a:pathLst>
              <a:path w="1440" h="267">
                <a:moveTo>
                  <a:pt x="17" y="110"/>
                </a:moveTo>
                <a:cubicBezTo>
                  <a:pt x="3" y="110"/>
                  <a:pt x="3" y="110"/>
                  <a:pt x="3" y="110"/>
                </a:cubicBezTo>
                <a:cubicBezTo>
                  <a:pt x="3" y="1"/>
                  <a:pt x="3" y="1"/>
                  <a:pt x="3" y="1"/>
                </a:cubicBezTo>
                <a:cubicBezTo>
                  <a:pt x="81" y="83"/>
                  <a:pt x="81" y="83"/>
                  <a:pt x="81" y="83"/>
                </a:cubicBezTo>
                <a:cubicBezTo>
                  <a:pt x="81" y="7"/>
                  <a:pt x="81" y="7"/>
                  <a:pt x="81" y="7"/>
                </a:cubicBezTo>
                <a:cubicBezTo>
                  <a:pt x="95" y="7"/>
                  <a:pt x="95" y="7"/>
                  <a:pt x="95" y="7"/>
                </a:cubicBezTo>
                <a:cubicBezTo>
                  <a:pt x="95" y="117"/>
                  <a:pt x="95" y="117"/>
                  <a:pt x="95" y="117"/>
                </a:cubicBezTo>
                <a:cubicBezTo>
                  <a:pt x="17" y="35"/>
                  <a:pt x="17" y="35"/>
                  <a:pt x="17" y="35"/>
                </a:cubicBezTo>
                <a:lnTo>
                  <a:pt x="17" y="110"/>
                </a:lnTo>
                <a:close/>
                <a:moveTo>
                  <a:pt x="130" y="110"/>
                </a:moveTo>
                <a:cubicBezTo>
                  <a:pt x="145" y="110"/>
                  <a:pt x="145" y="110"/>
                  <a:pt x="145" y="110"/>
                </a:cubicBezTo>
                <a:cubicBezTo>
                  <a:pt x="178" y="33"/>
                  <a:pt x="178" y="33"/>
                  <a:pt x="178" y="33"/>
                </a:cubicBezTo>
                <a:cubicBezTo>
                  <a:pt x="210" y="109"/>
                  <a:pt x="210" y="109"/>
                  <a:pt x="210" y="109"/>
                </a:cubicBezTo>
                <a:cubicBezTo>
                  <a:pt x="210" y="110"/>
                  <a:pt x="210" y="110"/>
                  <a:pt x="210" y="110"/>
                </a:cubicBezTo>
                <a:cubicBezTo>
                  <a:pt x="225" y="110"/>
                  <a:pt x="225" y="110"/>
                  <a:pt x="225" y="110"/>
                </a:cubicBezTo>
                <a:cubicBezTo>
                  <a:pt x="178" y="0"/>
                  <a:pt x="178" y="0"/>
                  <a:pt x="178" y="0"/>
                </a:cubicBezTo>
                <a:lnTo>
                  <a:pt x="130" y="110"/>
                </a:lnTo>
                <a:close/>
                <a:moveTo>
                  <a:pt x="700" y="110"/>
                </a:moveTo>
                <a:cubicBezTo>
                  <a:pt x="715" y="110"/>
                  <a:pt x="715" y="110"/>
                  <a:pt x="715" y="110"/>
                </a:cubicBezTo>
                <a:cubicBezTo>
                  <a:pt x="748" y="33"/>
                  <a:pt x="748" y="33"/>
                  <a:pt x="748" y="33"/>
                </a:cubicBezTo>
                <a:cubicBezTo>
                  <a:pt x="780" y="109"/>
                  <a:pt x="780" y="109"/>
                  <a:pt x="780" y="109"/>
                </a:cubicBezTo>
                <a:cubicBezTo>
                  <a:pt x="780" y="110"/>
                  <a:pt x="780" y="110"/>
                  <a:pt x="780" y="110"/>
                </a:cubicBezTo>
                <a:cubicBezTo>
                  <a:pt x="795" y="110"/>
                  <a:pt x="795" y="110"/>
                  <a:pt x="795" y="110"/>
                </a:cubicBezTo>
                <a:cubicBezTo>
                  <a:pt x="748" y="0"/>
                  <a:pt x="748" y="0"/>
                  <a:pt x="748" y="0"/>
                </a:cubicBezTo>
                <a:lnTo>
                  <a:pt x="700" y="110"/>
                </a:lnTo>
                <a:close/>
                <a:moveTo>
                  <a:pt x="273" y="110"/>
                </a:moveTo>
                <a:cubicBezTo>
                  <a:pt x="286" y="110"/>
                  <a:pt x="286" y="110"/>
                  <a:pt x="286" y="110"/>
                </a:cubicBezTo>
                <a:cubicBezTo>
                  <a:pt x="286" y="20"/>
                  <a:pt x="286" y="20"/>
                  <a:pt x="286" y="20"/>
                </a:cubicBezTo>
                <a:cubicBezTo>
                  <a:pt x="317" y="20"/>
                  <a:pt x="317" y="20"/>
                  <a:pt x="317" y="20"/>
                </a:cubicBezTo>
                <a:cubicBezTo>
                  <a:pt x="317" y="7"/>
                  <a:pt x="317" y="7"/>
                  <a:pt x="317" y="7"/>
                </a:cubicBezTo>
                <a:cubicBezTo>
                  <a:pt x="242" y="7"/>
                  <a:pt x="242" y="7"/>
                  <a:pt x="242" y="7"/>
                </a:cubicBezTo>
                <a:cubicBezTo>
                  <a:pt x="242" y="20"/>
                  <a:pt x="242" y="20"/>
                  <a:pt x="242" y="20"/>
                </a:cubicBezTo>
                <a:cubicBezTo>
                  <a:pt x="273" y="20"/>
                  <a:pt x="273" y="20"/>
                  <a:pt x="273" y="20"/>
                </a:cubicBezTo>
                <a:lnTo>
                  <a:pt x="273" y="110"/>
                </a:lnTo>
                <a:close/>
                <a:moveTo>
                  <a:pt x="374" y="7"/>
                </a:moveTo>
                <a:cubicBezTo>
                  <a:pt x="360" y="7"/>
                  <a:pt x="360" y="7"/>
                  <a:pt x="360" y="7"/>
                </a:cubicBezTo>
                <a:cubicBezTo>
                  <a:pt x="360" y="110"/>
                  <a:pt x="360" y="110"/>
                  <a:pt x="360" y="110"/>
                </a:cubicBezTo>
                <a:cubicBezTo>
                  <a:pt x="374" y="110"/>
                  <a:pt x="374" y="110"/>
                  <a:pt x="374" y="110"/>
                </a:cubicBezTo>
                <a:lnTo>
                  <a:pt x="374" y="7"/>
                </a:lnTo>
                <a:close/>
                <a:moveTo>
                  <a:pt x="475" y="112"/>
                </a:moveTo>
                <a:cubicBezTo>
                  <a:pt x="445" y="112"/>
                  <a:pt x="421" y="88"/>
                  <a:pt x="421" y="59"/>
                </a:cubicBezTo>
                <a:cubicBezTo>
                  <a:pt x="421" y="29"/>
                  <a:pt x="445" y="5"/>
                  <a:pt x="475" y="5"/>
                </a:cubicBezTo>
                <a:cubicBezTo>
                  <a:pt x="505" y="5"/>
                  <a:pt x="528" y="29"/>
                  <a:pt x="528" y="59"/>
                </a:cubicBezTo>
                <a:cubicBezTo>
                  <a:pt x="528" y="88"/>
                  <a:pt x="505" y="112"/>
                  <a:pt x="475" y="112"/>
                </a:cubicBezTo>
                <a:close/>
                <a:moveTo>
                  <a:pt x="475" y="19"/>
                </a:moveTo>
                <a:cubicBezTo>
                  <a:pt x="453" y="19"/>
                  <a:pt x="435" y="37"/>
                  <a:pt x="435" y="59"/>
                </a:cubicBezTo>
                <a:cubicBezTo>
                  <a:pt x="435" y="81"/>
                  <a:pt x="453" y="99"/>
                  <a:pt x="475" y="99"/>
                </a:cubicBezTo>
                <a:cubicBezTo>
                  <a:pt x="497" y="99"/>
                  <a:pt x="514" y="81"/>
                  <a:pt x="514" y="59"/>
                </a:cubicBezTo>
                <a:cubicBezTo>
                  <a:pt x="514" y="37"/>
                  <a:pt x="497" y="19"/>
                  <a:pt x="475" y="19"/>
                </a:cubicBezTo>
                <a:close/>
                <a:moveTo>
                  <a:pt x="586" y="35"/>
                </a:moveTo>
                <a:cubicBezTo>
                  <a:pt x="664" y="117"/>
                  <a:pt x="664" y="117"/>
                  <a:pt x="664" y="117"/>
                </a:cubicBezTo>
                <a:cubicBezTo>
                  <a:pt x="664" y="7"/>
                  <a:pt x="664" y="7"/>
                  <a:pt x="664" y="7"/>
                </a:cubicBezTo>
                <a:cubicBezTo>
                  <a:pt x="650" y="7"/>
                  <a:pt x="650" y="7"/>
                  <a:pt x="650" y="7"/>
                </a:cubicBezTo>
                <a:cubicBezTo>
                  <a:pt x="650" y="83"/>
                  <a:pt x="650" y="83"/>
                  <a:pt x="650" y="83"/>
                </a:cubicBezTo>
                <a:cubicBezTo>
                  <a:pt x="572" y="1"/>
                  <a:pt x="572" y="1"/>
                  <a:pt x="572" y="1"/>
                </a:cubicBezTo>
                <a:cubicBezTo>
                  <a:pt x="572" y="110"/>
                  <a:pt x="572" y="110"/>
                  <a:pt x="572" y="110"/>
                </a:cubicBezTo>
                <a:cubicBezTo>
                  <a:pt x="586" y="110"/>
                  <a:pt x="586" y="110"/>
                  <a:pt x="586" y="110"/>
                </a:cubicBezTo>
                <a:lnTo>
                  <a:pt x="586" y="35"/>
                </a:lnTo>
                <a:close/>
                <a:moveTo>
                  <a:pt x="843" y="7"/>
                </a:moveTo>
                <a:cubicBezTo>
                  <a:pt x="830" y="7"/>
                  <a:pt x="830" y="7"/>
                  <a:pt x="830" y="7"/>
                </a:cubicBezTo>
                <a:cubicBezTo>
                  <a:pt x="830" y="110"/>
                  <a:pt x="830" y="110"/>
                  <a:pt x="830" y="110"/>
                </a:cubicBezTo>
                <a:cubicBezTo>
                  <a:pt x="885" y="110"/>
                  <a:pt x="885" y="110"/>
                  <a:pt x="885" y="110"/>
                </a:cubicBezTo>
                <a:cubicBezTo>
                  <a:pt x="885" y="97"/>
                  <a:pt x="885" y="97"/>
                  <a:pt x="885" y="97"/>
                </a:cubicBezTo>
                <a:cubicBezTo>
                  <a:pt x="843" y="97"/>
                  <a:pt x="843" y="97"/>
                  <a:pt x="843" y="97"/>
                </a:cubicBezTo>
                <a:lnTo>
                  <a:pt x="843" y="7"/>
                </a:lnTo>
                <a:close/>
                <a:moveTo>
                  <a:pt x="169" y="156"/>
                </a:moveTo>
                <a:cubicBezTo>
                  <a:pt x="139" y="156"/>
                  <a:pt x="116" y="179"/>
                  <a:pt x="116" y="209"/>
                </a:cubicBezTo>
                <a:cubicBezTo>
                  <a:pt x="116" y="240"/>
                  <a:pt x="139" y="262"/>
                  <a:pt x="169" y="262"/>
                </a:cubicBezTo>
                <a:cubicBezTo>
                  <a:pt x="175" y="262"/>
                  <a:pt x="188" y="261"/>
                  <a:pt x="200" y="252"/>
                </a:cubicBezTo>
                <a:cubicBezTo>
                  <a:pt x="200" y="252"/>
                  <a:pt x="200" y="252"/>
                  <a:pt x="200" y="252"/>
                </a:cubicBezTo>
                <a:cubicBezTo>
                  <a:pt x="200" y="234"/>
                  <a:pt x="200" y="234"/>
                  <a:pt x="200" y="234"/>
                </a:cubicBezTo>
                <a:cubicBezTo>
                  <a:pt x="198" y="236"/>
                  <a:pt x="198" y="236"/>
                  <a:pt x="198" y="236"/>
                </a:cubicBezTo>
                <a:cubicBezTo>
                  <a:pt x="196" y="239"/>
                  <a:pt x="192" y="242"/>
                  <a:pt x="187" y="245"/>
                </a:cubicBezTo>
                <a:cubicBezTo>
                  <a:pt x="181" y="247"/>
                  <a:pt x="175" y="249"/>
                  <a:pt x="169" y="249"/>
                </a:cubicBezTo>
                <a:cubicBezTo>
                  <a:pt x="142" y="249"/>
                  <a:pt x="130" y="226"/>
                  <a:pt x="130" y="210"/>
                </a:cubicBezTo>
                <a:cubicBezTo>
                  <a:pt x="130" y="187"/>
                  <a:pt x="147" y="169"/>
                  <a:pt x="169" y="169"/>
                </a:cubicBezTo>
                <a:cubicBezTo>
                  <a:pt x="174" y="169"/>
                  <a:pt x="180" y="170"/>
                  <a:pt x="185" y="173"/>
                </a:cubicBezTo>
                <a:cubicBezTo>
                  <a:pt x="190" y="175"/>
                  <a:pt x="194" y="178"/>
                  <a:pt x="198" y="182"/>
                </a:cubicBezTo>
                <a:cubicBezTo>
                  <a:pt x="200" y="184"/>
                  <a:pt x="200" y="184"/>
                  <a:pt x="200" y="184"/>
                </a:cubicBezTo>
                <a:cubicBezTo>
                  <a:pt x="200" y="166"/>
                  <a:pt x="200" y="166"/>
                  <a:pt x="200" y="166"/>
                </a:cubicBezTo>
                <a:cubicBezTo>
                  <a:pt x="200" y="166"/>
                  <a:pt x="200" y="166"/>
                  <a:pt x="200" y="166"/>
                </a:cubicBezTo>
                <a:cubicBezTo>
                  <a:pt x="191" y="159"/>
                  <a:pt x="181" y="156"/>
                  <a:pt x="169" y="156"/>
                </a:cubicBezTo>
                <a:close/>
                <a:moveTo>
                  <a:pt x="437" y="209"/>
                </a:moveTo>
                <a:cubicBezTo>
                  <a:pt x="437" y="225"/>
                  <a:pt x="431" y="238"/>
                  <a:pt x="419" y="249"/>
                </a:cubicBezTo>
                <a:cubicBezTo>
                  <a:pt x="409" y="257"/>
                  <a:pt x="399" y="261"/>
                  <a:pt x="382" y="261"/>
                </a:cubicBezTo>
                <a:cubicBezTo>
                  <a:pt x="360" y="261"/>
                  <a:pt x="360" y="261"/>
                  <a:pt x="360" y="261"/>
                </a:cubicBezTo>
                <a:cubicBezTo>
                  <a:pt x="360" y="157"/>
                  <a:pt x="360" y="157"/>
                  <a:pt x="360" y="157"/>
                </a:cubicBezTo>
                <a:cubicBezTo>
                  <a:pt x="382" y="157"/>
                  <a:pt x="382" y="157"/>
                  <a:pt x="382" y="157"/>
                </a:cubicBezTo>
                <a:cubicBezTo>
                  <a:pt x="393" y="157"/>
                  <a:pt x="407" y="159"/>
                  <a:pt x="420" y="170"/>
                </a:cubicBezTo>
                <a:cubicBezTo>
                  <a:pt x="426" y="175"/>
                  <a:pt x="437" y="187"/>
                  <a:pt x="437" y="209"/>
                </a:cubicBezTo>
                <a:close/>
                <a:moveTo>
                  <a:pt x="423" y="209"/>
                </a:moveTo>
                <a:cubicBezTo>
                  <a:pt x="423" y="186"/>
                  <a:pt x="407" y="171"/>
                  <a:pt x="382" y="171"/>
                </a:cubicBezTo>
                <a:cubicBezTo>
                  <a:pt x="374" y="171"/>
                  <a:pt x="374" y="171"/>
                  <a:pt x="374" y="171"/>
                </a:cubicBezTo>
                <a:cubicBezTo>
                  <a:pt x="374" y="247"/>
                  <a:pt x="374" y="247"/>
                  <a:pt x="374" y="247"/>
                </a:cubicBezTo>
                <a:cubicBezTo>
                  <a:pt x="382" y="247"/>
                  <a:pt x="382" y="247"/>
                  <a:pt x="382" y="247"/>
                </a:cubicBezTo>
                <a:cubicBezTo>
                  <a:pt x="390" y="247"/>
                  <a:pt x="401" y="246"/>
                  <a:pt x="410" y="239"/>
                </a:cubicBezTo>
                <a:cubicBezTo>
                  <a:pt x="416" y="234"/>
                  <a:pt x="423" y="224"/>
                  <a:pt x="423" y="209"/>
                </a:cubicBezTo>
                <a:close/>
                <a:moveTo>
                  <a:pt x="479" y="261"/>
                </a:moveTo>
                <a:cubicBezTo>
                  <a:pt x="541" y="261"/>
                  <a:pt x="541" y="261"/>
                  <a:pt x="541" y="261"/>
                </a:cubicBezTo>
                <a:cubicBezTo>
                  <a:pt x="541" y="247"/>
                  <a:pt x="541" y="247"/>
                  <a:pt x="541" y="247"/>
                </a:cubicBezTo>
                <a:cubicBezTo>
                  <a:pt x="493" y="247"/>
                  <a:pt x="493" y="247"/>
                  <a:pt x="493" y="247"/>
                </a:cubicBezTo>
                <a:cubicBezTo>
                  <a:pt x="493" y="211"/>
                  <a:pt x="493" y="211"/>
                  <a:pt x="493" y="211"/>
                </a:cubicBezTo>
                <a:cubicBezTo>
                  <a:pt x="535" y="211"/>
                  <a:pt x="535" y="211"/>
                  <a:pt x="535" y="211"/>
                </a:cubicBezTo>
                <a:cubicBezTo>
                  <a:pt x="535" y="198"/>
                  <a:pt x="535" y="198"/>
                  <a:pt x="535" y="198"/>
                </a:cubicBezTo>
                <a:cubicBezTo>
                  <a:pt x="493" y="198"/>
                  <a:pt x="493" y="198"/>
                  <a:pt x="493" y="198"/>
                </a:cubicBezTo>
                <a:cubicBezTo>
                  <a:pt x="493" y="171"/>
                  <a:pt x="493" y="171"/>
                  <a:pt x="493" y="171"/>
                </a:cubicBezTo>
                <a:cubicBezTo>
                  <a:pt x="541" y="171"/>
                  <a:pt x="541" y="171"/>
                  <a:pt x="541" y="171"/>
                </a:cubicBezTo>
                <a:cubicBezTo>
                  <a:pt x="541" y="157"/>
                  <a:pt x="541" y="157"/>
                  <a:pt x="541" y="157"/>
                </a:cubicBezTo>
                <a:cubicBezTo>
                  <a:pt x="479" y="157"/>
                  <a:pt x="479" y="157"/>
                  <a:pt x="479" y="157"/>
                </a:cubicBezTo>
                <a:lnTo>
                  <a:pt x="479" y="261"/>
                </a:lnTo>
                <a:close/>
                <a:moveTo>
                  <a:pt x="805" y="261"/>
                </a:moveTo>
                <a:cubicBezTo>
                  <a:pt x="866" y="261"/>
                  <a:pt x="866" y="261"/>
                  <a:pt x="866" y="261"/>
                </a:cubicBezTo>
                <a:cubicBezTo>
                  <a:pt x="866" y="247"/>
                  <a:pt x="866" y="247"/>
                  <a:pt x="866" y="247"/>
                </a:cubicBezTo>
                <a:cubicBezTo>
                  <a:pt x="819" y="247"/>
                  <a:pt x="819" y="247"/>
                  <a:pt x="819" y="247"/>
                </a:cubicBezTo>
                <a:cubicBezTo>
                  <a:pt x="819" y="211"/>
                  <a:pt x="819" y="211"/>
                  <a:pt x="819" y="211"/>
                </a:cubicBezTo>
                <a:cubicBezTo>
                  <a:pt x="860" y="211"/>
                  <a:pt x="860" y="211"/>
                  <a:pt x="860" y="211"/>
                </a:cubicBezTo>
                <a:cubicBezTo>
                  <a:pt x="860" y="198"/>
                  <a:pt x="860" y="198"/>
                  <a:pt x="860" y="198"/>
                </a:cubicBezTo>
                <a:cubicBezTo>
                  <a:pt x="819" y="198"/>
                  <a:pt x="819" y="198"/>
                  <a:pt x="819" y="198"/>
                </a:cubicBezTo>
                <a:cubicBezTo>
                  <a:pt x="819" y="171"/>
                  <a:pt x="819" y="171"/>
                  <a:pt x="819" y="171"/>
                </a:cubicBezTo>
                <a:cubicBezTo>
                  <a:pt x="866" y="171"/>
                  <a:pt x="866" y="171"/>
                  <a:pt x="866" y="171"/>
                </a:cubicBezTo>
                <a:cubicBezTo>
                  <a:pt x="866" y="157"/>
                  <a:pt x="866" y="157"/>
                  <a:pt x="866" y="157"/>
                </a:cubicBezTo>
                <a:cubicBezTo>
                  <a:pt x="805" y="157"/>
                  <a:pt x="805" y="157"/>
                  <a:pt x="805" y="157"/>
                </a:cubicBezTo>
                <a:lnTo>
                  <a:pt x="805" y="261"/>
                </a:lnTo>
                <a:close/>
                <a:moveTo>
                  <a:pt x="634" y="235"/>
                </a:moveTo>
                <a:cubicBezTo>
                  <a:pt x="595" y="149"/>
                  <a:pt x="595" y="149"/>
                  <a:pt x="595" y="149"/>
                </a:cubicBezTo>
                <a:cubicBezTo>
                  <a:pt x="578" y="261"/>
                  <a:pt x="578" y="261"/>
                  <a:pt x="578" y="261"/>
                </a:cubicBezTo>
                <a:cubicBezTo>
                  <a:pt x="592" y="261"/>
                  <a:pt x="592" y="261"/>
                  <a:pt x="592" y="261"/>
                </a:cubicBezTo>
                <a:cubicBezTo>
                  <a:pt x="601" y="194"/>
                  <a:pt x="601" y="194"/>
                  <a:pt x="601" y="194"/>
                </a:cubicBezTo>
                <a:cubicBezTo>
                  <a:pt x="634" y="267"/>
                  <a:pt x="634" y="267"/>
                  <a:pt x="634" y="267"/>
                </a:cubicBezTo>
                <a:cubicBezTo>
                  <a:pt x="668" y="194"/>
                  <a:pt x="668" y="194"/>
                  <a:pt x="668" y="194"/>
                </a:cubicBezTo>
                <a:cubicBezTo>
                  <a:pt x="677" y="261"/>
                  <a:pt x="677" y="261"/>
                  <a:pt x="677" y="261"/>
                </a:cubicBezTo>
                <a:cubicBezTo>
                  <a:pt x="691" y="261"/>
                  <a:pt x="691" y="261"/>
                  <a:pt x="691" y="261"/>
                </a:cubicBezTo>
                <a:cubicBezTo>
                  <a:pt x="674" y="148"/>
                  <a:pt x="674" y="148"/>
                  <a:pt x="674" y="148"/>
                </a:cubicBezTo>
                <a:lnTo>
                  <a:pt x="634" y="235"/>
                </a:lnTo>
                <a:close/>
                <a:moveTo>
                  <a:pt x="737" y="261"/>
                </a:moveTo>
                <a:cubicBezTo>
                  <a:pt x="751" y="261"/>
                  <a:pt x="751" y="261"/>
                  <a:pt x="751" y="261"/>
                </a:cubicBezTo>
                <a:cubicBezTo>
                  <a:pt x="751" y="157"/>
                  <a:pt x="751" y="157"/>
                  <a:pt x="751" y="157"/>
                </a:cubicBezTo>
                <a:cubicBezTo>
                  <a:pt x="737" y="157"/>
                  <a:pt x="737" y="157"/>
                  <a:pt x="737" y="157"/>
                </a:cubicBezTo>
                <a:lnTo>
                  <a:pt x="737" y="261"/>
                </a:lnTo>
                <a:close/>
                <a:moveTo>
                  <a:pt x="955" y="211"/>
                </a:moveTo>
                <a:cubicBezTo>
                  <a:pt x="950" y="207"/>
                  <a:pt x="945" y="204"/>
                  <a:pt x="939" y="201"/>
                </a:cubicBezTo>
                <a:cubicBezTo>
                  <a:pt x="929" y="197"/>
                  <a:pt x="929" y="197"/>
                  <a:pt x="929" y="197"/>
                </a:cubicBezTo>
                <a:cubicBezTo>
                  <a:pt x="925" y="195"/>
                  <a:pt x="922" y="194"/>
                  <a:pt x="919" y="191"/>
                </a:cubicBezTo>
                <a:cubicBezTo>
                  <a:pt x="916" y="189"/>
                  <a:pt x="916" y="187"/>
                  <a:pt x="916" y="183"/>
                </a:cubicBezTo>
                <a:cubicBezTo>
                  <a:pt x="916" y="175"/>
                  <a:pt x="922" y="169"/>
                  <a:pt x="931" y="169"/>
                </a:cubicBezTo>
                <a:cubicBezTo>
                  <a:pt x="936" y="169"/>
                  <a:pt x="940" y="171"/>
                  <a:pt x="942" y="172"/>
                </a:cubicBezTo>
                <a:cubicBezTo>
                  <a:pt x="944" y="174"/>
                  <a:pt x="946" y="177"/>
                  <a:pt x="947" y="179"/>
                </a:cubicBezTo>
                <a:cubicBezTo>
                  <a:pt x="948" y="181"/>
                  <a:pt x="948" y="181"/>
                  <a:pt x="948" y="181"/>
                </a:cubicBezTo>
                <a:cubicBezTo>
                  <a:pt x="959" y="173"/>
                  <a:pt x="959" y="173"/>
                  <a:pt x="959" y="173"/>
                </a:cubicBezTo>
                <a:cubicBezTo>
                  <a:pt x="958" y="172"/>
                  <a:pt x="958" y="172"/>
                  <a:pt x="958" y="172"/>
                </a:cubicBezTo>
                <a:cubicBezTo>
                  <a:pt x="956" y="167"/>
                  <a:pt x="952" y="163"/>
                  <a:pt x="948" y="161"/>
                </a:cubicBezTo>
                <a:cubicBezTo>
                  <a:pt x="943" y="157"/>
                  <a:pt x="938" y="156"/>
                  <a:pt x="931" y="156"/>
                </a:cubicBezTo>
                <a:cubicBezTo>
                  <a:pt x="914" y="156"/>
                  <a:pt x="902" y="167"/>
                  <a:pt x="902" y="183"/>
                </a:cubicBezTo>
                <a:cubicBezTo>
                  <a:pt x="902" y="190"/>
                  <a:pt x="904" y="195"/>
                  <a:pt x="909" y="200"/>
                </a:cubicBezTo>
                <a:cubicBezTo>
                  <a:pt x="913" y="205"/>
                  <a:pt x="918" y="207"/>
                  <a:pt x="922" y="209"/>
                </a:cubicBezTo>
                <a:cubicBezTo>
                  <a:pt x="932" y="213"/>
                  <a:pt x="932" y="213"/>
                  <a:pt x="932" y="213"/>
                </a:cubicBezTo>
                <a:cubicBezTo>
                  <a:pt x="937" y="215"/>
                  <a:pt x="941" y="217"/>
                  <a:pt x="944" y="220"/>
                </a:cubicBezTo>
                <a:cubicBezTo>
                  <a:pt x="947" y="223"/>
                  <a:pt x="948" y="226"/>
                  <a:pt x="948" y="231"/>
                </a:cubicBezTo>
                <a:cubicBezTo>
                  <a:pt x="948" y="240"/>
                  <a:pt x="942" y="249"/>
                  <a:pt x="929" y="249"/>
                </a:cubicBezTo>
                <a:cubicBezTo>
                  <a:pt x="924" y="249"/>
                  <a:pt x="919" y="247"/>
                  <a:pt x="916" y="244"/>
                </a:cubicBezTo>
                <a:cubicBezTo>
                  <a:pt x="913" y="241"/>
                  <a:pt x="911" y="236"/>
                  <a:pt x="910" y="232"/>
                </a:cubicBezTo>
                <a:cubicBezTo>
                  <a:pt x="910" y="230"/>
                  <a:pt x="910" y="230"/>
                  <a:pt x="910" y="230"/>
                </a:cubicBezTo>
                <a:cubicBezTo>
                  <a:pt x="896" y="234"/>
                  <a:pt x="896" y="234"/>
                  <a:pt x="896" y="234"/>
                </a:cubicBezTo>
                <a:cubicBezTo>
                  <a:pt x="897" y="235"/>
                  <a:pt x="897" y="235"/>
                  <a:pt x="897" y="235"/>
                </a:cubicBezTo>
                <a:cubicBezTo>
                  <a:pt x="898" y="243"/>
                  <a:pt x="902" y="249"/>
                  <a:pt x="906" y="254"/>
                </a:cubicBezTo>
                <a:cubicBezTo>
                  <a:pt x="912" y="260"/>
                  <a:pt x="920" y="262"/>
                  <a:pt x="929" y="262"/>
                </a:cubicBezTo>
                <a:cubicBezTo>
                  <a:pt x="948" y="262"/>
                  <a:pt x="962" y="249"/>
                  <a:pt x="962" y="230"/>
                </a:cubicBezTo>
                <a:cubicBezTo>
                  <a:pt x="962" y="222"/>
                  <a:pt x="960" y="216"/>
                  <a:pt x="955" y="211"/>
                </a:cubicBezTo>
                <a:close/>
                <a:moveTo>
                  <a:pt x="0" y="261"/>
                </a:moveTo>
                <a:cubicBezTo>
                  <a:pt x="15" y="261"/>
                  <a:pt x="15" y="261"/>
                  <a:pt x="15" y="261"/>
                </a:cubicBezTo>
                <a:cubicBezTo>
                  <a:pt x="48" y="184"/>
                  <a:pt x="48" y="184"/>
                  <a:pt x="48" y="184"/>
                </a:cubicBezTo>
                <a:cubicBezTo>
                  <a:pt x="79" y="260"/>
                  <a:pt x="79" y="260"/>
                  <a:pt x="79" y="260"/>
                </a:cubicBezTo>
                <a:cubicBezTo>
                  <a:pt x="80" y="261"/>
                  <a:pt x="80" y="261"/>
                  <a:pt x="80" y="261"/>
                </a:cubicBezTo>
                <a:cubicBezTo>
                  <a:pt x="95" y="261"/>
                  <a:pt x="95" y="261"/>
                  <a:pt x="95" y="261"/>
                </a:cubicBezTo>
                <a:cubicBezTo>
                  <a:pt x="48" y="151"/>
                  <a:pt x="48" y="151"/>
                  <a:pt x="48" y="151"/>
                </a:cubicBezTo>
                <a:lnTo>
                  <a:pt x="0" y="261"/>
                </a:lnTo>
                <a:close/>
                <a:moveTo>
                  <a:pt x="229" y="261"/>
                </a:moveTo>
                <a:cubicBezTo>
                  <a:pt x="244" y="261"/>
                  <a:pt x="244" y="261"/>
                  <a:pt x="244" y="261"/>
                </a:cubicBezTo>
                <a:cubicBezTo>
                  <a:pt x="277" y="184"/>
                  <a:pt x="277" y="184"/>
                  <a:pt x="277" y="184"/>
                </a:cubicBezTo>
                <a:cubicBezTo>
                  <a:pt x="309" y="260"/>
                  <a:pt x="309" y="260"/>
                  <a:pt x="309" y="260"/>
                </a:cubicBezTo>
                <a:cubicBezTo>
                  <a:pt x="309" y="261"/>
                  <a:pt x="309" y="261"/>
                  <a:pt x="309" y="261"/>
                </a:cubicBezTo>
                <a:cubicBezTo>
                  <a:pt x="324" y="261"/>
                  <a:pt x="324" y="261"/>
                  <a:pt x="324" y="261"/>
                </a:cubicBezTo>
                <a:cubicBezTo>
                  <a:pt x="277" y="151"/>
                  <a:pt x="277" y="151"/>
                  <a:pt x="277" y="151"/>
                </a:cubicBezTo>
                <a:lnTo>
                  <a:pt x="229" y="261"/>
                </a:lnTo>
                <a:close/>
                <a:moveTo>
                  <a:pt x="1071" y="11"/>
                </a:moveTo>
                <a:cubicBezTo>
                  <a:pt x="1071" y="18"/>
                  <a:pt x="1071" y="18"/>
                  <a:pt x="1071" y="18"/>
                </a:cubicBezTo>
                <a:cubicBezTo>
                  <a:pt x="1075" y="18"/>
                  <a:pt x="1075" y="18"/>
                  <a:pt x="1075" y="18"/>
                </a:cubicBezTo>
                <a:cubicBezTo>
                  <a:pt x="1077" y="9"/>
                  <a:pt x="1077" y="9"/>
                  <a:pt x="1077" y="9"/>
                </a:cubicBezTo>
                <a:cubicBezTo>
                  <a:pt x="1076" y="8"/>
                  <a:pt x="1074" y="7"/>
                  <a:pt x="1072" y="6"/>
                </a:cubicBezTo>
                <a:cubicBezTo>
                  <a:pt x="1070" y="6"/>
                  <a:pt x="1067" y="6"/>
                  <a:pt x="1064" y="6"/>
                </a:cubicBezTo>
                <a:cubicBezTo>
                  <a:pt x="1061" y="6"/>
                  <a:pt x="1058" y="6"/>
                  <a:pt x="1056" y="7"/>
                </a:cubicBezTo>
                <a:cubicBezTo>
                  <a:pt x="1053" y="9"/>
                  <a:pt x="1051" y="10"/>
                  <a:pt x="1049" y="12"/>
                </a:cubicBezTo>
                <a:cubicBezTo>
                  <a:pt x="1048" y="14"/>
                  <a:pt x="1047" y="17"/>
                  <a:pt x="1047" y="20"/>
                </a:cubicBezTo>
                <a:cubicBezTo>
                  <a:pt x="1047" y="22"/>
                  <a:pt x="1048" y="24"/>
                  <a:pt x="1049" y="26"/>
                </a:cubicBezTo>
                <a:cubicBezTo>
                  <a:pt x="1050" y="28"/>
                  <a:pt x="1051" y="30"/>
                  <a:pt x="1053" y="31"/>
                </a:cubicBezTo>
                <a:cubicBezTo>
                  <a:pt x="1055" y="32"/>
                  <a:pt x="1057" y="34"/>
                  <a:pt x="1059" y="35"/>
                </a:cubicBezTo>
                <a:cubicBezTo>
                  <a:pt x="1062" y="37"/>
                  <a:pt x="1064" y="39"/>
                  <a:pt x="1066" y="40"/>
                </a:cubicBezTo>
                <a:cubicBezTo>
                  <a:pt x="1067" y="42"/>
                  <a:pt x="1068" y="44"/>
                  <a:pt x="1068" y="47"/>
                </a:cubicBezTo>
                <a:cubicBezTo>
                  <a:pt x="1068" y="49"/>
                  <a:pt x="1067" y="52"/>
                  <a:pt x="1065" y="53"/>
                </a:cubicBezTo>
                <a:cubicBezTo>
                  <a:pt x="1062" y="55"/>
                  <a:pt x="1060" y="56"/>
                  <a:pt x="1057" y="56"/>
                </a:cubicBezTo>
                <a:cubicBezTo>
                  <a:pt x="1055" y="56"/>
                  <a:pt x="1053" y="56"/>
                  <a:pt x="1052" y="55"/>
                </a:cubicBezTo>
                <a:cubicBezTo>
                  <a:pt x="1050" y="55"/>
                  <a:pt x="1049" y="54"/>
                  <a:pt x="1048" y="54"/>
                </a:cubicBezTo>
                <a:cubicBezTo>
                  <a:pt x="1048" y="46"/>
                  <a:pt x="1048" y="46"/>
                  <a:pt x="1048" y="46"/>
                </a:cubicBezTo>
                <a:cubicBezTo>
                  <a:pt x="1044" y="46"/>
                  <a:pt x="1044" y="46"/>
                  <a:pt x="1044" y="46"/>
                </a:cubicBezTo>
                <a:cubicBezTo>
                  <a:pt x="1042" y="56"/>
                  <a:pt x="1042" y="56"/>
                  <a:pt x="1042" y="56"/>
                </a:cubicBezTo>
                <a:cubicBezTo>
                  <a:pt x="1043" y="57"/>
                  <a:pt x="1045" y="58"/>
                  <a:pt x="1048" y="58"/>
                </a:cubicBezTo>
                <a:cubicBezTo>
                  <a:pt x="1051" y="59"/>
                  <a:pt x="1054" y="59"/>
                  <a:pt x="1057" y="59"/>
                </a:cubicBezTo>
                <a:cubicBezTo>
                  <a:pt x="1060" y="59"/>
                  <a:pt x="1063" y="59"/>
                  <a:pt x="1066" y="57"/>
                </a:cubicBezTo>
                <a:cubicBezTo>
                  <a:pt x="1069" y="56"/>
                  <a:pt x="1071" y="54"/>
                  <a:pt x="1073" y="52"/>
                </a:cubicBezTo>
                <a:cubicBezTo>
                  <a:pt x="1074" y="50"/>
                  <a:pt x="1075" y="47"/>
                  <a:pt x="1075" y="44"/>
                </a:cubicBezTo>
                <a:cubicBezTo>
                  <a:pt x="1075" y="42"/>
                  <a:pt x="1074" y="40"/>
                  <a:pt x="1073" y="38"/>
                </a:cubicBezTo>
                <a:cubicBezTo>
                  <a:pt x="1072" y="36"/>
                  <a:pt x="1071" y="35"/>
                  <a:pt x="1069" y="34"/>
                </a:cubicBezTo>
                <a:cubicBezTo>
                  <a:pt x="1068" y="32"/>
                  <a:pt x="1066" y="31"/>
                  <a:pt x="1064" y="29"/>
                </a:cubicBezTo>
                <a:cubicBezTo>
                  <a:pt x="1060" y="27"/>
                  <a:pt x="1058" y="25"/>
                  <a:pt x="1056" y="24"/>
                </a:cubicBezTo>
                <a:cubicBezTo>
                  <a:pt x="1055" y="22"/>
                  <a:pt x="1054" y="20"/>
                  <a:pt x="1054" y="17"/>
                </a:cubicBezTo>
                <a:cubicBezTo>
                  <a:pt x="1054" y="15"/>
                  <a:pt x="1055" y="13"/>
                  <a:pt x="1057" y="11"/>
                </a:cubicBezTo>
                <a:cubicBezTo>
                  <a:pt x="1059" y="10"/>
                  <a:pt x="1061" y="9"/>
                  <a:pt x="1064" y="9"/>
                </a:cubicBezTo>
                <a:cubicBezTo>
                  <a:pt x="1065" y="9"/>
                  <a:pt x="1067" y="9"/>
                  <a:pt x="1068" y="10"/>
                </a:cubicBezTo>
                <a:cubicBezTo>
                  <a:pt x="1069" y="10"/>
                  <a:pt x="1070" y="10"/>
                  <a:pt x="1071" y="11"/>
                </a:cubicBezTo>
                <a:close/>
                <a:moveTo>
                  <a:pt x="1107" y="27"/>
                </a:moveTo>
                <a:cubicBezTo>
                  <a:pt x="1108" y="27"/>
                  <a:pt x="1108" y="27"/>
                  <a:pt x="1108" y="27"/>
                </a:cubicBezTo>
                <a:cubicBezTo>
                  <a:pt x="1110" y="20"/>
                  <a:pt x="1110" y="20"/>
                  <a:pt x="1110" y="20"/>
                </a:cubicBezTo>
                <a:cubicBezTo>
                  <a:pt x="1109" y="20"/>
                  <a:pt x="1108" y="19"/>
                  <a:pt x="1107" y="19"/>
                </a:cubicBezTo>
                <a:cubicBezTo>
                  <a:pt x="1105" y="19"/>
                  <a:pt x="1104" y="19"/>
                  <a:pt x="1102" y="19"/>
                </a:cubicBezTo>
                <a:cubicBezTo>
                  <a:pt x="1098" y="19"/>
                  <a:pt x="1094" y="20"/>
                  <a:pt x="1091" y="22"/>
                </a:cubicBezTo>
                <a:cubicBezTo>
                  <a:pt x="1088" y="25"/>
                  <a:pt x="1086" y="28"/>
                  <a:pt x="1084" y="32"/>
                </a:cubicBezTo>
                <a:cubicBezTo>
                  <a:pt x="1083" y="36"/>
                  <a:pt x="1082" y="40"/>
                  <a:pt x="1082" y="43"/>
                </a:cubicBezTo>
                <a:cubicBezTo>
                  <a:pt x="1082" y="48"/>
                  <a:pt x="1083" y="52"/>
                  <a:pt x="1085" y="55"/>
                </a:cubicBezTo>
                <a:cubicBezTo>
                  <a:pt x="1087" y="58"/>
                  <a:pt x="1091" y="59"/>
                  <a:pt x="1094" y="59"/>
                </a:cubicBezTo>
                <a:cubicBezTo>
                  <a:pt x="1098" y="59"/>
                  <a:pt x="1100" y="59"/>
                  <a:pt x="1102" y="57"/>
                </a:cubicBezTo>
                <a:cubicBezTo>
                  <a:pt x="1105" y="56"/>
                  <a:pt x="1106" y="54"/>
                  <a:pt x="1108" y="53"/>
                </a:cubicBezTo>
                <a:cubicBezTo>
                  <a:pt x="1106" y="50"/>
                  <a:pt x="1106" y="50"/>
                  <a:pt x="1106" y="50"/>
                </a:cubicBezTo>
                <a:cubicBezTo>
                  <a:pt x="1105" y="52"/>
                  <a:pt x="1103" y="53"/>
                  <a:pt x="1102" y="54"/>
                </a:cubicBezTo>
                <a:cubicBezTo>
                  <a:pt x="1100" y="54"/>
                  <a:pt x="1099" y="55"/>
                  <a:pt x="1097" y="55"/>
                </a:cubicBezTo>
                <a:cubicBezTo>
                  <a:pt x="1094" y="55"/>
                  <a:pt x="1092" y="54"/>
                  <a:pt x="1091" y="52"/>
                </a:cubicBezTo>
                <a:cubicBezTo>
                  <a:pt x="1090" y="50"/>
                  <a:pt x="1089" y="47"/>
                  <a:pt x="1089" y="43"/>
                </a:cubicBezTo>
                <a:cubicBezTo>
                  <a:pt x="1089" y="39"/>
                  <a:pt x="1090" y="35"/>
                  <a:pt x="1091" y="32"/>
                </a:cubicBezTo>
                <a:cubicBezTo>
                  <a:pt x="1092" y="30"/>
                  <a:pt x="1093" y="27"/>
                  <a:pt x="1095" y="26"/>
                </a:cubicBezTo>
                <a:cubicBezTo>
                  <a:pt x="1097" y="24"/>
                  <a:pt x="1099" y="23"/>
                  <a:pt x="1101" y="23"/>
                </a:cubicBezTo>
                <a:cubicBezTo>
                  <a:pt x="1102" y="23"/>
                  <a:pt x="1105" y="24"/>
                  <a:pt x="1107" y="27"/>
                </a:cubicBezTo>
                <a:close/>
                <a:moveTo>
                  <a:pt x="1124" y="52"/>
                </a:moveTo>
                <a:cubicBezTo>
                  <a:pt x="1129" y="19"/>
                  <a:pt x="1129" y="19"/>
                  <a:pt x="1129" y="19"/>
                </a:cubicBezTo>
                <a:cubicBezTo>
                  <a:pt x="1128" y="19"/>
                  <a:pt x="1128" y="19"/>
                  <a:pt x="1128" y="19"/>
                </a:cubicBezTo>
                <a:cubicBezTo>
                  <a:pt x="1118" y="20"/>
                  <a:pt x="1118" y="20"/>
                  <a:pt x="1118" y="20"/>
                </a:cubicBezTo>
                <a:cubicBezTo>
                  <a:pt x="1117" y="23"/>
                  <a:pt x="1117" y="23"/>
                  <a:pt x="1117" y="23"/>
                </a:cubicBezTo>
                <a:cubicBezTo>
                  <a:pt x="1122" y="24"/>
                  <a:pt x="1122" y="24"/>
                  <a:pt x="1122" y="24"/>
                </a:cubicBezTo>
                <a:cubicBezTo>
                  <a:pt x="1121" y="31"/>
                  <a:pt x="1120" y="37"/>
                  <a:pt x="1119" y="41"/>
                </a:cubicBezTo>
                <a:cubicBezTo>
                  <a:pt x="1118" y="49"/>
                  <a:pt x="1117" y="54"/>
                  <a:pt x="1117" y="55"/>
                </a:cubicBezTo>
                <a:cubicBezTo>
                  <a:pt x="1117" y="56"/>
                  <a:pt x="1118" y="57"/>
                  <a:pt x="1118" y="58"/>
                </a:cubicBezTo>
                <a:cubicBezTo>
                  <a:pt x="1119" y="59"/>
                  <a:pt x="1120" y="59"/>
                  <a:pt x="1122" y="59"/>
                </a:cubicBezTo>
                <a:cubicBezTo>
                  <a:pt x="1124" y="59"/>
                  <a:pt x="1125" y="59"/>
                  <a:pt x="1127" y="58"/>
                </a:cubicBezTo>
                <a:cubicBezTo>
                  <a:pt x="1128" y="57"/>
                  <a:pt x="1129" y="55"/>
                  <a:pt x="1130" y="54"/>
                </a:cubicBezTo>
                <a:cubicBezTo>
                  <a:pt x="1129" y="53"/>
                  <a:pt x="1129" y="53"/>
                  <a:pt x="1129" y="53"/>
                </a:cubicBezTo>
                <a:cubicBezTo>
                  <a:pt x="1128" y="54"/>
                  <a:pt x="1128" y="54"/>
                  <a:pt x="1127" y="54"/>
                </a:cubicBezTo>
                <a:cubicBezTo>
                  <a:pt x="1126" y="55"/>
                  <a:pt x="1126" y="55"/>
                  <a:pt x="1125" y="55"/>
                </a:cubicBezTo>
                <a:cubicBezTo>
                  <a:pt x="1125" y="55"/>
                  <a:pt x="1125" y="55"/>
                  <a:pt x="1125" y="54"/>
                </a:cubicBezTo>
                <a:cubicBezTo>
                  <a:pt x="1124" y="54"/>
                  <a:pt x="1124" y="54"/>
                  <a:pt x="1124" y="53"/>
                </a:cubicBezTo>
                <a:lnTo>
                  <a:pt x="1124" y="52"/>
                </a:lnTo>
                <a:close/>
                <a:moveTo>
                  <a:pt x="1127" y="11"/>
                </a:moveTo>
                <a:cubicBezTo>
                  <a:pt x="1128" y="11"/>
                  <a:pt x="1129" y="11"/>
                  <a:pt x="1130" y="10"/>
                </a:cubicBezTo>
                <a:cubicBezTo>
                  <a:pt x="1131" y="9"/>
                  <a:pt x="1131" y="7"/>
                  <a:pt x="1131" y="6"/>
                </a:cubicBezTo>
                <a:cubicBezTo>
                  <a:pt x="1131" y="5"/>
                  <a:pt x="1131" y="4"/>
                  <a:pt x="1130" y="3"/>
                </a:cubicBezTo>
                <a:cubicBezTo>
                  <a:pt x="1130" y="3"/>
                  <a:pt x="1129" y="2"/>
                  <a:pt x="1128" y="2"/>
                </a:cubicBezTo>
                <a:cubicBezTo>
                  <a:pt x="1126" y="2"/>
                  <a:pt x="1125" y="3"/>
                  <a:pt x="1124" y="4"/>
                </a:cubicBezTo>
                <a:cubicBezTo>
                  <a:pt x="1123" y="5"/>
                  <a:pt x="1123" y="6"/>
                  <a:pt x="1123" y="7"/>
                </a:cubicBezTo>
                <a:cubicBezTo>
                  <a:pt x="1123" y="8"/>
                  <a:pt x="1123" y="9"/>
                  <a:pt x="1124" y="10"/>
                </a:cubicBezTo>
                <a:cubicBezTo>
                  <a:pt x="1125" y="11"/>
                  <a:pt x="1126" y="11"/>
                  <a:pt x="1127" y="11"/>
                </a:cubicBezTo>
                <a:close/>
                <a:moveTo>
                  <a:pt x="1166" y="52"/>
                </a:moveTo>
                <a:cubicBezTo>
                  <a:pt x="1165" y="49"/>
                  <a:pt x="1165" y="49"/>
                  <a:pt x="1165" y="49"/>
                </a:cubicBezTo>
                <a:cubicBezTo>
                  <a:pt x="1163" y="51"/>
                  <a:pt x="1161" y="52"/>
                  <a:pt x="1159" y="53"/>
                </a:cubicBezTo>
                <a:cubicBezTo>
                  <a:pt x="1157" y="54"/>
                  <a:pt x="1155" y="55"/>
                  <a:pt x="1153" y="55"/>
                </a:cubicBezTo>
                <a:cubicBezTo>
                  <a:pt x="1150" y="55"/>
                  <a:pt x="1148" y="54"/>
                  <a:pt x="1147" y="51"/>
                </a:cubicBezTo>
                <a:cubicBezTo>
                  <a:pt x="1145" y="49"/>
                  <a:pt x="1145" y="46"/>
                  <a:pt x="1145" y="43"/>
                </a:cubicBezTo>
                <a:cubicBezTo>
                  <a:pt x="1148" y="43"/>
                  <a:pt x="1151" y="42"/>
                  <a:pt x="1155" y="41"/>
                </a:cubicBezTo>
                <a:cubicBezTo>
                  <a:pt x="1158" y="40"/>
                  <a:pt x="1162" y="38"/>
                  <a:pt x="1164" y="36"/>
                </a:cubicBezTo>
                <a:cubicBezTo>
                  <a:pt x="1167" y="33"/>
                  <a:pt x="1168" y="31"/>
                  <a:pt x="1168" y="27"/>
                </a:cubicBezTo>
                <a:cubicBezTo>
                  <a:pt x="1168" y="25"/>
                  <a:pt x="1167" y="23"/>
                  <a:pt x="1166" y="21"/>
                </a:cubicBezTo>
                <a:cubicBezTo>
                  <a:pt x="1164" y="19"/>
                  <a:pt x="1162" y="19"/>
                  <a:pt x="1158" y="19"/>
                </a:cubicBezTo>
                <a:cubicBezTo>
                  <a:pt x="1154" y="19"/>
                  <a:pt x="1151" y="20"/>
                  <a:pt x="1148" y="22"/>
                </a:cubicBezTo>
                <a:cubicBezTo>
                  <a:pt x="1145" y="24"/>
                  <a:pt x="1142" y="28"/>
                  <a:pt x="1140" y="31"/>
                </a:cubicBezTo>
                <a:cubicBezTo>
                  <a:pt x="1138" y="35"/>
                  <a:pt x="1138" y="40"/>
                  <a:pt x="1138" y="44"/>
                </a:cubicBezTo>
                <a:cubicBezTo>
                  <a:pt x="1138" y="47"/>
                  <a:pt x="1138" y="49"/>
                  <a:pt x="1139" y="52"/>
                </a:cubicBezTo>
                <a:cubicBezTo>
                  <a:pt x="1140" y="54"/>
                  <a:pt x="1142" y="56"/>
                  <a:pt x="1144" y="57"/>
                </a:cubicBezTo>
                <a:cubicBezTo>
                  <a:pt x="1146" y="59"/>
                  <a:pt x="1148" y="59"/>
                  <a:pt x="1151" y="59"/>
                </a:cubicBezTo>
                <a:cubicBezTo>
                  <a:pt x="1155" y="59"/>
                  <a:pt x="1158" y="58"/>
                  <a:pt x="1160" y="57"/>
                </a:cubicBezTo>
                <a:cubicBezTo>
                  <a:pt x="1163" y="55"/>
                  <a:pt x="1165" y="54"/>
                  <a:pt x="1166" y="52"/>
                </a:cubicBezTo>
                <a:close/>
                <a:moveTo>
                  <a:pt x="1157" y="22"/>
                </a:moveTo>
                <a:cubicBezTo>
                  <a:pt x="1158" y="22"/>
                  <a:pt x="1159" y="23"/>
                  <a:pt x="1160" y="24"/>
                </a:cubicBezTo>
                <a:cubicBezTo>
                  <a:pt x="1161" y="25"/>
                  <a:pt x="1161" y="26"/>
                  <a:pt x="1161" y="28"/>
                </a:cubicBezTo>
                <a:cubicBezTo>
                  <a:pt x="1161" y="30"/>
                  <a:pt x="1161" y="32"/>
                  <a:pt x="1159" y="34"/>
                </a:cubicBezTo>
                <a:cubicBezTo>
                  <a:pt x="1157" y="35"/>
                  <a:pt x="1155" y="37"/>
                  <a:pt x="1152" y="38"/>
                </a:cubicBezTo>
                <a:cubicBezTo>
                  <a:pt x="1150" y="39"/>
                  <a:pt x="1147" y="39"/>
                  <a:pt x="1145" y="39"/>
                </a:cubicBezTo>
                <a:cubicBezTo>
                  <a:pt x="1145" y="37"/>
                  <a:pt x="1146" y="34"/>
                  <a:pt x="1147" y="32"/>
                </a:cubicBezTo>
                <a:cubicBezTo>
                  <a:pt x="1148" y="29"/>
                  <a:pt x="1149" y="27"/>
                  <a:pt x="1151" y="25"/>
                </a:cubicBezTo>
                <a:cubicBezTo>
                  <a:pt x="1152" y="23"/>
                  <a:pt x="1154" y="22"/>
                  <a:pt x="1157" y="22"/>
                </a:cubicBezTo>
                <a:close/>
                <a:moveTo>
                  <a:pt x="1187" y="28"/>
                </a:moveTo>
                <a:cubicBezTo>
                  <a:pt x="1188" y="19"/>
                  <a:pt x="1188" y="19"/>
                  <a:pt x="1188" y="19"/>
                </a:cubicBezTo>
                <a:cubicBezTo>
                  <a:pt x="1186" y="19"/>
                  <a:pt x="1186" y="19"/>
                  <a:pt x="1186" y="19"/>
                </a:cubicBezTo>
                <a:cubicBezTo>
                  <a:pt x="1178" y="20"/>
                  <a:pt x="1178" y="20"/>
                  <a:pt x="1178" y="20"/>
                </a:cubicBezTo>
                <a:cubicBezTo>
                  <a:pt x="1177" y="23"/>
                  <a:pt x="1177" y="23"/>
                  <a:pt x="1177" y="23"/>
                </a:cubicBezTo>
                <a:cubicBezTo>
                  <a:pt x="1180" y="25"/>
                  <a:pt x="1180" y="25"/>
                  <a:pt x="1180" y="25"/>
                </a:cubicBezTo>
                <a:cubicBezTo>
                  <a:pt x="1176" y="58"/>
                  <a:pt x="1176" y="58"/>
                  <a:pt x="1176" y="58"/>
                </a:cubicBezTo>
                <a:cubicBezTo>
                  <a:pt x="1183" y="58"/>
                  <a:pt x="1183" y="58"/>
                  <a:pt x="1183" y="58"/>
                </a:cubicBezTo>
                <a:cubicBezTo>
                  <a:pt x="1186" y="33"/>
                  <a:pt x="1186" y="33"/>
                  <a:pt x="1186" y="33"/>
                </a:cubicBezTo>
                <a:cubicBezTo>
                  <a:pt x="1188" y="31"/>
                  <a:pt x="1190" y="28"/>
                  <a:pt x="1192" y="26"/>
                </a:cubicBezTo>
                <a:cubicBezTo>
                  <a:pt x="1194" y="25"/>
                  <a:pt x="1196" y="24"/>
                  <a:pt x="1198" y="24"/>
                </a:cubicBezTo>
                <a:cubicBezTo>
                  <a:pt x="1200" y="24"/>
                  <a:pt x="1201" y="24"/>
                  <a:pt x="1202" y="25"/>
                </a:cubicBezTo>
                <a:cubicBezTo>
                  <a:pt x="1202" y="26"/>
                  <a:pt x="1203" y="27"/>
                  <a:pt x="1203" y="29"/>
                </a:cubicBezTo>
                <a:cubicBezTo>
                  <a:pt x="1203" y="31"/>
                  <a:pt x="1202" y="33"/>
                  <a:pt x="1202" y="35"/>
                </a:cubicBezTo>
                <a:cubicBezTo>
                  <a:pt x="1202" y="37"/>
                  <a:pt x="1201" y="39"/>
                  <a:pt x="1201" y="41"/>
                </a:cubicBezTo>
                <a:cubicBezTo>
                  <a:pt x="1201" y="43"/>
                  <a:pt x="1201" y="43"/>
                  <a:pt x="1201" y="43"/>
                </a:cubicBezTo>
                <a:cubicBezTo>
                  <a:pt x="1200" y="46"/>
                  <a:pt x="1200" y="46"/>
                  <a:pt x="1200" y="46"/>
                </a:cubicBezTo>
                <a:cubicBezTo>
                  <a:pt x="1199" y="51"/>
                  <a:pt x="1199" y="54"/>
                  <a:pt x="1199" y="55"/>
                </a:cubicBezTo>
                <a:cubicBezTo>
                  <a:pt x="1199" y="58"/>
                  <a:pt x="1200" y="59"/>
                  <a:pt x="1203" y="59"/>
                </a:cubicBezTo>
                <a:cubicBezTo>
                  <a:pt x="1205" y="59"/>
                  <a:pt x="1206" y="59"/>
                  <a:pt x="1207" y="58"/>
                </a:cubicBezTo>
                <a:cubicBezTo>
                  <a:pt x="1208" y="58"/>
                  <a:pt x="1209" y="57"/>
                  <a:pt x="1210" y="57"/>
                </a:cubicBezTo>
                <a:cubicBezTo>
                  <a:pt x="1210" y="56"/>
                  <a:pt x="1211" y="55"/>
                  <a:pt x="1211" y="55"/>
                </a:cubicBezTo>
                <a:cubicBezTo>
                  <a:pt x="1210" y="53"/>
                  <a:pt x="1210" y="53"/>
                  <a:pt x="1210" y="53"/>
                </a:cubicBezTo>
                <a:cubicBezTo>
                  <a:pt x="1209" y="54"/>
                  <a:pt x="1208" y="55"/>
                  <a:pt x="1207" y="55"/>
                </a:cubicBezTo>
                <a:cubicBezTo>
                  <a:pt x="1206" y="55"/>
                  <a:pt x="1206" y="54"/>
                  <a:pt x="1206" y="53"/>
                </a:cubicBezTo>
                <a:cubicBezTo>
                  <a:pt x="1206" y="51"/>
                  <a:pt x="1206" y="48"/>
                  <a:pt x="1207" y="45"/>
                </a:cubicBezTo>
                <a:cubicBezTo>
                  <a:pt x="1208" y="41"/>
                  <a:pt x="1208" y="41"/>
                  <a:pt x="1208" y="41"/>
                </a:cubicBezTo>
                <a:cubicBezTo>
                  <a:pt x="1208" y="40"/>
                  <a:pt x="1208" y="40"/>
                  <a:pt x="1208" y="40"/>
                </a:cubicBezTo>
                <a:cubicBezTo>
                  <a:pt x="1209" y="34"/>
                  <a:pt x="1210" y="31"/>
                  <a:pt x="1210" y="29"/>
                </a:cubicBezTo>
                <a:cubicBezTo>
                  <a:pt x="1210" y="25"/>
                  <a:pt x="1209" y="23"/>
                  <a:pt x="1207" y="21"/>
                </a:cubicBezTo>
                <a:cubicBezTo>
                  <a:pt x="1206" y="19"/>
                  <a:pt x="1204" y="19"/>
                  <a:pt x="1201" y="19"/>
                </a:cubicBezTo>
                <a:cubicBezTo>
                  <a:pt x="1199" y="19"/>
                  <a:pt x="1196" y="19"/>
                  <a:pt x="1193" y="21"/>
                </a:cubicBezTo>
                <a:cubicBezTo>
                  <a:pt x="1191" y="23"/>
                  <a:pt x="1189" y="25"/>
                  <a:pt x="1187" y="28"/>
                </a:cubicBezTo>
                <a:close/>
                <a:moveTo>
                  <a:pt x="1243" y="27"/>
                </a:moveTo>
                <a:cubicBezTo>
                  <a:pt x="1245" y="27"/>
                  <a:pt x="1245" y="27"/>
                  <a:pt x="1245" y="27"/>
                </a:cubicBezTo>
                <a:cubicBezTo>
                  <a:pt x="1247" y="20"/>
                  <a:pt x="1247" y="20"/>
                  <a:pt x="1247" y="20"/>
                </a:cubicBezTo>
                <a:cubicBezTo>
                  <a:pt x="1246" y="20"/>
                  <a:pt x="1244" y="19"/>
                  <a:pt x="1243" y="19"/>
                </a:cubicBezTo>
                <a:cubicBezTo>
                  <a:pt x="1241" y="19"/>
                  <a:pt x="1240" y="19"/>
                  <a:pt x="1239" y="19"/>
                </a:cubicBezTo>
                <a:cubicBezTo>
                  <a:pt x="1234" y="19"/>
                  <a:pt x="1231" y="20"/>
                  <a:pt x="1228" y="22"/>
                </a:cubicBezTo>
                <a:cubicBezTo>
                  <a:pt x="1224" y="25"/>
                  <a:pt x="1222" y="28"/>
                  <a:pt x="1220" y="32"/>
                </a:cubicBezTo>
                <a:cubicBezTo>
                  <a:pt x="1219" y="36"/>
                  <a:pt x="1218" y="40"/>
                  <a:pt x="1218" y="43"/>
                </a:cubicBezTo>
                <a:cubicBezTo>
                  <a:pt x="1218" y="48"/>
                  <a:pt x="1219" y="52"/>
                  <a:pt x="1221" y="55"/>
                </a:cubicBezTo>
                <a:cubicBezTo>
                  <a:pt x="1224" y="58"/>
                  <a:pt x="1227" y="59"/>
                  <a:pt x="1231" y="59"/>
                </a:cubicBezTo>
                <a:cubicBezTo>
                  <a:pt x="1234" y="59"/>
                  <a:pt x="1236" y="59"/>
                  <a:pt x="1239" y="57"/>
                </a:cubicBezTo>
                <a:cubicBezTo>
                  <a:pt x="1241" y="56"/>
                  <a:pt x="1243" y="54"/>
                  <a:pt x="1244" y="53"/>
                </a:cubicBezTo>
                <a:cubicBezTo>
                  <a:pt x="1242" y="50"/>
                  <a:pt x="1242" y="50"/>
                  <a:pt x="1242" y="50"/>
                </a:cubicBezTo>
                <a:cubicBezTo>
                  <a:pt x="1241" y="52"/>
                  <a:pt x="1239" y="53"/>
                  <a:pt x="1238" y="54"/>
                </a:cubicBezTo>
                <a:cubicBezTo>
                  <a:pt x="1236" y="54"/>
                  <a:pt x="1235" y="55"/>
                  <a:pt x="1233" y="55"/>
                </a:cubicBezTo>
                <a:cubicBezTo>
                  <a:pt x="1230" y="55"/>
                  <a:pt x="1228" y="54"/>
                  <a:pt x="1227" y="52"/>
                </a:cubicBezTo>
                <a:cubicBezTo>
                  <a:pt x="1226" y="50"/>
                  <a:pt x="1225" y="47"/>
                  <a:pt x="1225" y="43"/>
                </a:cubicBezTo>
                <a:cubicBezTo>
                  <a:pt x="1225" y="39"/>
                  <a:pt x="1226" y="35"/>
                  <a:pt x="1227" y="32"/>
                </a:cubicBezTo>
                <a:cubicBezTo>
                  <a:pt x="1228" y="30"/>
                  <a:pt x="1229" y="27"/>
                  <a:pt x="1231" y="26"/>
                </a:cubicBezTo>
                <a:cubicBezTo>
                  <a:pt x="1233" y="24"/>
                  <a:pt x="1235" y="23"/>
                  <a:pt x="1237" y="23"/>
                </a:cubicBezTo>
                <a:cubicBezTo>
                  <a:pt x="1239" y="23"/>
                  <a:pt x="1241" y="24"/>
                  <a:pt x="1243" y="27"/>
                </a:cubicBezTo>
                <a:close/>
                <a:moveTo>
                  <a:pt x="1279" y="52"/>
                </a:moveTo>
                <a:cubicBezTo>
                  <a:pt x="1277" y="49"/>
                  <a:pt x="1277" y="49"/>
                  <a:pt x="1277" y="49"/>
                </a:cubicBezTo>
                <a:cubicBezTo>
                  <a:pt x="1276" y="51"/>
                  <a:pt x="1274" y="52"/>
                  <a:pt x="1272" y="53"/>
                </a:cubicBezTo>
                <a:cubicBezTo>
                  <a:pt x="1270" y="54"/>
                  <a:pt x="1268" y="55"/>
                  <a:pt x="1266" y="55"/>
                </a:cubicBezTo>
                <a:cubicBezTo>
                  <a:pt x="1263" y="55"/>
                  <a:pt x="1261" y="54"/>
                  <a:pt x="1259" y="51"/>
                </a:cubicBezTo>
                <a:cubicBezTo>
                  <a:pt x="1258" y="49"/>
                  <a:pt x="1257" y="46"/>
                  <a:pt x="1258" y="43"/>
                </a:cubicBezTo>
                <a:cubicBezTo>
                  <a:pt x="1260" y="43"/>
                  <a:pt x="1264" y="42"/>
                  <a:pt x="1267" y="41"/>
                </a:cubicBezTo>
                <a:cubicBezTo>
                  <a:pt x="1271" y="40"/>
                  <a:pt x="1274" y="38"/>
                  <a:pt x="1277" y="36"/>
                </a:cubicBezTo>
                <a:cubicBezTo>
                  <a:pt x="1280" y="33"/>
                  <a:pt x="1281" y="31"/>
                  <a:pt x="1281" y="27"/>
                </a:cubicBezTo>
                <a:cubicBezTo>
                  <a:pt x="1281" y="25"/>
                  <a:pt x="1280" y="23"/>
                  <a:pt x="1278" y="21"/>
                </a:cubicBezTo>
                <a:cubicBezTo>
                  <a:pt x="1277" y="19"/>
                  <a:pt x="1274" y="19"/>
                  <a:pt x="1271" y="19"/>
                </a:cubicBezTo>
                <a:cubicBezTo>
                  <a:pt x="1267" y="19"/>
                  <a:pt x="1264" y="20"/>
                  <a:pt x="1260" y="22"/>
                </a:cubicBezTo>
                <a:cubicBezTo>
                  <a:pt x="1257" y="24"/>
                  <a:pt x="1255" y="28"/>
                  <a:pt x="1253" y="31"/>
                </a:cubicBezTo>
                <a:cubicBezTo>
                  <a:pt x="1251" y="35"/>
                  <a:pt x="1250" y="40"/>
                  <a:pt x="1250" y="44"/>
                </a:cubicBezTo>
                <a:cubicBezTo>
                  <a:pt x="1250" y="47"/>
                  <a:pt x="1251" y="49"/>
                  <a:pt x="1252" y="52"/>
                </a:cubicBezTo>
                <a:cubicBezTo>
                  <a:pt x="1253" y="54"/>
                  <a:pt x="1254" y="56"/>
                  <a:pt x="1256" y="57"/>
                </a:cubicBezTo>
                <a:cubicBezTo>
                  <a:pt x="1258" y="59"/>
                  <a:pt x="1261" y="59"/>
                  <a:pt x="1264" y="59"/>
                </a:cubicBezTo>
                <a:cubicBezTo>
                  <a:pt x="1267" y="59"/>
                  <a:pt x="1270" y="58"/>
                  <a:pt x="1273" y="57"/>
                </a:cubicBezTo>
                <a:cubicBezTo>
                  <a:pt x="1276" y="55"/>
                  <a:pt x="1278" y="54"/>
                  <a:pt x="1279" y="52"/>
                </a:cubicBezTo>
                <a:close/>
                <a:moveTo>
                  <a:pt x="1269" y="22"/>
                </a:moveTo>
                <a:cubicBezTo>
                  <a:pt x="1271" y="22"/>
                  <a:pt x="1272" y="23"/>
                  <a:pt x="1273" y="24"/>
                </a:cubicBezTo>
                <a:cubicBezTo>
                  <a:pt x="1274" y="25"/>
                  <a:pt x="1274" y="26"/>
                  <a:pt x="1274" y="28"/>
                </a:cubicBezTo>
                <a:cubicBezTo>
                  <a:pt x="1274" y="30"/>
                  <a:pt x="1273" y="32"/>
                  <a:pt x="1272" y="34"/>
                </a:cubicBezTo>
                <a:cubicBezTo>
                  <a:pt x="1270" y="35"/>
                  <a:pt x="1268" y="37"/>
                  <a:pt x="1265" y="38"/>
                </a:cubicBezTo>
                <a:cubicBezTo>
                  <a:pt x="1263" y="39"/>
                  <a:pt x="1260" y="39"/>
                  <a:pt x="1258" y="39"/>
                </a:cubicBezTo>
                <a:cubicBezTo>
                  <a:pt x="1258" y="37"/>
                  <a:pt x="1259" y="34"/>
                  <a:pt x="1259" y="32"/>
                </a:cubicBezTo>
                <a:cubicBezTo>
                  <a:pt x="1260" y="29"/>
                  <a:pt x="1262" y="27"/>
                  <a:pt x="1263" y="25"/>
                </a:cubicBezTo>
                <a:cubicBezTo>
                  <a:pt x="1265" y="23"/>
                  <a:pt x="1267" y="22"/>
                  <a:pt x="1269" y="22"/>
                </a:cubicBezTo>
                <a:close/>
                <a:moveTo>
                  <a:pt x="1310" y="25"/>
                </a:moveTo>
                <a:cubicBezTo>
                  <a:pt x="1311" y="20"/>
                  <a:pt x="1311" y="20"/>
                  <a:pt x="1311" y="20"/>
                </a:cubicBezTo>
                <a:cubicBezTo>
                  <a:pt x="1311" y="20"/>
                  <a:pt x="1309" y="19"/>
                  <a:pt x="1308" y="19"/>
                </a:cubicBezTo>
                <a:cubicBezTo>
                  <a:pt x="1306" y="19"/>
                  <a:pt x="1304" y="19"/>
                  <a:pt x="1303" y="19"/>
                </a:cubicBezTo>
                <a:cubicBezTo>
                  <a:pt x="1300" y="19"/>
                  <a:pt x="1298" y="19"/>
                  <a:pt x="1296" y="20"/>
                </a:cubicBezTo>
                <a:cubicBezTo>
                  <a:pt x="1293" y="21"/>
                  <a:pt x="1292" y="22"/>
                  <a:pt x="1291" y="24"/>
                </a:cubicBezTo>
                <a:cubicBezTo>
                  <a:pt x="1289" y="26"/>
                  <a:pt x="1289" y="27"/>
                  <a:pt x="1289" y="30"/>
                </a:cubicBezTo>
                <a:cubicBezTo>
                  <a:pt x="1289" y="34"/>
                  <a:pt x="1291" y="38"/>
                  <a:pt x="1296" y="41"/>
                </a:cubicBezTo>
                <a:cubicBezTo>
                  <a:pt x="1298" y="43"/>
                  <a:pt x="1300" y="44"/>
                  <a:pt x="1301" y="45"/>
                </a:cubicBezTo>
                <a:cubicBezTo>
                  <a:pt x="1302" y="46"/>
                  <a:pt x="1303" y="48"/>
                  <a:pt x="1303" y="50"/>
                </a:cubicBezTo>
                <a:cubicBezTo>
                  <a:pt x="1303" y="51"/>
                  <a:pt x="1302" y="53"/>
                  <a:pt x="1301" y="54"/>
                </a:cubicBezTo>
                <a:cubicBezTo>
                  <a:pt x="1299" y="55"/>
                  <a:pt x="1297" y="55"/>
                  <a:pt x="1295" y="55"/>
                </a:cubicBezTo>
                <a:cubicBezTo>
                  <a:pt x="1293" y="55"/>
                  <a:pt x="1292" y="55"/>
                  <a:pt x="1290" y="54"/>
                </a:cubicBezTo>
                <a:cubicBezTo>
                  <a:pt x="1288" y="53"/>
                  <a:pt x="1287" y="53"/>
                  <a:pt x="1286" y="52"/>
                </a:cubicBezTo>
                <a:cubicBezTo>
                  <a:pt x="1285" y="57"/>
                  <a:pt x="1285" y="57"/>
                  <a:pt x="1285" y="57"/>
                </a:cubicBezTo>
                <a:cubicBezTo>
                  <a:pt x="1285" y="58"/>
                  <a:pt x="1287" y="58"/>
                  <a:pt x="1289" y="58"/>
                </a:cubicBezTo>
                <a:cubicBezTo>
                  <a:pt x="1291" y="59"/>
                  <a:pt x="1293" y="59"/>
                  <a:pt x="1295" y="59"/>
                </a:cubicBezTo>
                <a:cubicBezTo>
                  <a:pt x="1299" y="59"/>
                  <a:pt x="1303" y="58"/>
                  <a:pt x="1305" y="56"/>
                </a:cubicBezTo>
                <a:cubicBezTo>
                  <a:pt x="1308" y="54"/>
                  <a:pt x="1309" y="52"/>
                  <a:pt x="1309" y="48"/>
                </a:cubicBezTo>
                <a:cubicBezTo>
                  <a:pt x="1309" y="46"/>
                  <a:pt x="1309" y="45"/>
                  <a:pt x="1308" y="43"/>
                </a:cubicBezTo>
                <a:cubicBezTo>
                  <a:pt x="1307" y="42"/>
                  <a:pt x="1306" y="41"/>
                  <a:pt x="1305" y="40"/>
                </a:cubicBezTo>
                <a:cubicBezTo>
                  <a:pt x="1304" y="39"/>
                  <a:pt x="1303" y="38"/>
                  <a:pt x="1301" y="36"/>
                </a:cubicBezTo>
                <a:cubicBezTo>
                  <a:pt x="1299" y="35"/>
                  <a:pt x="1298" y="34"/>
                  <a:pt x="1297" y="32"/>
                </a:cubicBezTo>
                <a:cubicBezTo>
                  <a:pt x="1296" y="31"/>
                  <a:pt x="1295" y="30"/>
                  <a:pt x="1295" y="28"/>
                </a:cubicBezTo>
                <a:cubicBezTo>
                  <a:pt x="1295" y="26"/>
                  <a:pt x="1296" y="25"/>
                  <a:pt x="1297" y="24"/>
                </a:cubicBezTo>
                <a:cubicBezTo>
                  <a:pt x="1299" y="23"/>
                  <a:pt x="1300" y="23"/>
                  <a:pt x="1303" y="23"/>
                </a:cubicBezTo>
                <a:cubicBezTo>
                  <a:pt x="1304" y="23"/>
                  <a:pt x="1306" y="23"/>
                  <a:pt x="1307" y="24"/>
                </a:cubicBezTo>
                <a:cubicBezTo>
                  <a:pt x="1309" y="24"/>
                  <a:pt x="1310" y="25"/>
                  <a:pt x="1310" y="25"/>
                </a:cubicBezTo>
                <a:close/>
                <a:moveTo>
                  <a:pt x="1047" y="110"/>
                </a:moveTo>
                <a:cubicBezTo>
                  <a:pt x="1052" y="111"/>
                  <a:pt x="1052" y="111"/>
                  <a:pt x="1052" y="111"/>
                </a:cubicBezTo>
                <a:cubicBezTo>
                  <a:pt x="1046" y="156"/>
                  <a:pt x="1046" y="156"/>
                  <a:pt x="1046" y="156"/>
                </a:cubicBezTo>
                <a:cubicBezTo>
                  <a:pt x="1041" y="157"/>
                  <a:pt x="1041" y="157"/>
                  <a:pt x="1041" y="157"/>
                </a:cubicBezTo>
                <a:cubicBezTo>
                  <a:pt x="1041" y="159"/>
                  <a:pt x="1041" y="159"/>
                  <a:pt x="1041" y="159"/>
                </a:cubicBezTo>
                <a:cubicBezTo>
                  <a:pt x="1078" y="159"/>
                  <a:pt x="1078" y="159"/>
                  <a:pt x="1078" y="159"/>
                </a:cubicBezTo>
                <a:cubicBezTo>
                  <a:pt x="1081" y="147"/>
                  <a:pt x="1081" y="147"/>
                  <a:pt x="1081" y="147"/>
                </a:cubicBezTo>
                <a:cubicBezTo>
                  <a:pt x="1077" y="146"/>
                  <a:pt x="1077" y="146"/>
                  <a:pt x="1077" y="146"/>
                </a:cubicBezTo>
                <a:cubicBezTo>
                  <a:pt x="1073" y="155"/>
                  <a:pt x="1073" y="155"/>
                  <a:pt x="1073" y="155"/>
                </a:cubicBezTo>
                <a:cubicBezTo>
                  <a:pt x="1053" y="156"/>
                  <a:pt x="1053" y="156"/>
                  <a:pt x="1053" y="156"/>
                </a:cubicBezTo>
                <a:cubicBezTo>
                  <a:pt x="1056" y="134"/>
                  <a:pt x="1056" y="134"/>
                  <a:pt x="1056" y="134"/>
                </a:cubicBezTo>
                <a:cubicBezTo>
                  <a:pt x="1072" y="135"/>
                  <a:pt x="1072" y="135"/>
                  <a:pt x="1072" y="135"/>
                </a:cubicBezTo>
                <a:cubicBezTo>
                  <a:pt x="1073" y="130"/>
                  <a:pt x="1073" y="130"/>
                  <a:pt x="1073" y="130"/>
                </a:cubicBezTo>
                <a:cubicBezTo>
                  <a:pt x="1057" y="130"/>
                  <a:pt x="1057" y="130"/>
                  <a:pt x="1057" y="130"/>
                </a:cubicBezTo>
                <a:cubicBezTo>
                  <a:pt x="1059" y="110"/>
                  <a:pt x="1059" y="110"/>
                  <a:pt x="1059" y="110"/>
                </a:cubicBezTo>
                <a:cubicBezTo>
                  <a:pt x="1075" y="111"/>
                  <a:pt x="1075" y="111"/>
                  <a:pt x="1075" y="111"/>
                </a:cubicBezTo>
                <a:cubicBezTo>
                  <a:pt x="1076" y="118"/>
                  <a:pt x="1076" y="118"/>
                  <a:pt x="1076" y="118"/>
                </a:cubicBezTo>
                <a:cubicBezTo>
                  <a:pt x="1080" y="118"/>
                  <a:pt x="1080" y="118"/>
                  <a:pt x="1080" y="118"/>
                </a:cubicBezTo>
                <a:cubicBezTo>
                  <a:pt x="1081" y="107"/>
                  <a:pt x="1081" y="107"/>
                  <a:pt x="1081" y="107"/>
                </a:cubicBezTo>
                <a:cubicBezTo>
                  <a:pt x="1048" y="107"/>
                  <a:pt x="1048" y="107"/>
                  <a:pt x="1048" y="107"/>
                </a:cubicBezTo>
                <a:lnTo>
                  <a:pt x="1047" y="110"/>
                </a:lnTo>
                <a:close/>
                <a:moveTo>
                  <a:pt x="1100" y="129"/>
                </a:moveTo>
                <a:cubicBezTo>
                  <a:pt x="1100" y="120"/>
                  <a:pt x="1100" y="120"/>
                  <a:pt x="1100" y="120"/>
                </a:cubicBezTo>
                <a:cubicBezTo>
                  <a:pt x="1099" y="119"/>
                  <a:pt x="1099" y="119"/>
                  <a:pt x="1099" y="119"/>
                </a:cubicBezTo>
                <a:cubicBezTo>
                  <a:pt x="1090" y="121"/>
                  <a:pt x="1090" y="121"/>
                  <a:pt x="1090" y="121"/>
                </a:cubicBezTo>
                <a:cubicBezTo>
                  <a:pt x="1090" y="124"/>
                  <a:pt x="1090" y="124"/>
                  <a:pt x="1090" y="124"/>
                </a:cubicBezTo>
                <a:cubicBezTo>
                  <a:pt x="1093" y="125"/>
                  <a:pt x="1093" y="125"/>
                  <a:pt x="1093" y="125"/>
                </a:cubicBezTo>
                <a:cubicBezTo>
                  <a:pt x="1089" y="159"/>
                  <a:pt x="1089" y="159"/>
                  <a:pt x="1089" y="159"/>
                </a:cubicBezTo>
                <a:cubicBezTo>
                  <a:pt x="1095" y="159"/>
                  <a:pt x="1095" y="159"/>
                  <a:pt x="1095" y="159"/>
                </a:cubicBezTo>
                <a:cubicBezTo>
                  <a:pt x="1099" y="134"/>
                  <a:pt x="1099" y="134"/>
                  <a:pt x="1099" y="134"/>
                </a:cubicBezTo>
                <a:cubicBezTo>
                  <a:pt x="1101" y="131"/>
                  <a:pt x="1103" y="129"/>
                  <a:pt x="1105" y="127"/>
                </a:cubicBezTo>
                <a:cubicBezTo>
                  <a:pt x="1107" y="125"/>
                  <a:pt x="1109" y="124"/>
                  <a:pt x="1111" y="124"/>
                </a:cubicBezTo>
                <a:cubicBezTo>
                  <a:pt x="1113" y="124"/>
                  <a:pt x="1114" y="125"/>
                  <a:pt x="1114" y="126"/>
                </a:cubicBezTo>
                <a:cubicBezTo>
                  <a:pt x="1115" y="127"/>
                  <a:pt x="1115" y="128"/>
                  <a:pt x="1115" y="130"/>
                </a:cubicBezTo>
                <a:cubicBezTo>
                  <a:pt x="1115" y="132"/>
                  <a:pt x="1115" y="134"/>
                  <a:pt x="1115" y="135"/>
                </a:cubicBezTo>
                <a:cubicBezTo>
                  <a:pt x="1115" y="137"/>
                  <a:pt x="1114" y="140"/>
                  <a:pt x="1114" y="142"/>
                </a:cubicBezTo>
                <a:cubicBezTo>
                  <a:pt x="1114" y="144"/>
                  <a:pt x="1114" y="144"/>
                  <a:pt x="1114" y="144"/>
                </a:cubicBezTo>
                <a:cubicBezTo>
                  <a:pt x="1113" y="147"/>
                  <a:pt x="1113" y="147"/>
                  <a:pt x="1113" y="147"/>
                </a:cubicBezTo>
                <a:cubicBezTo>
                  <a:pt x="1112" y="151"/>
                  <a:pt x="1112" y="154"/>
                  <a:pt x="1112" y="156"/>
                </a:cubicBezTo>
                <a:cubicBezTo>
                  <a:pt x="1112" y="159"/>
                  <a:pt x="1113" y="160"/>
                  <a:pt x="1116" y="160"/>
                </a:cubicBezTo>
                <a:cubicBezTo>
                  <a:pt x="1117" y="160"/>
                  <a:pt x="1119" y="160"/>
                  <a:pt x="1120" y="159"/>
                </a:cubicBezTo>
                <a:cubicBezTo>
                  <a:pt x="1121" y="159"/>
                  <a:pt x="1122" y="158"/>
                  <a:pt x="1123" y="157"/>
                </a:cubicBezTo>
                <a:cubicBezTo>
                  <a:pt x="1123" y="157"/>
                  <a:pt x="1124" y="156"/>
                  <a:pt x="1124" y="156"/>
                </a:cubicBezTo>
                <a:cubicBezTo>
                  <a:pt x="1123" y="154"/>
                  <a:pt x="1123" y="154"/>
                  <a:pt x="1123" y="154"/>
                </a:cubicBezTo>
                <a:cubicBezTo>
                  <a:pt x="1122" y="155"/>
                  <a:pt x="1121" y="156"/>
                  <a:pt x="1120" y="156"/>
                </a:cubicBezTo>
                <a:cubicBezTo>
                  <a:pt x="1119" y="156"/>
                  <a:pt x="1119" y="155"/>
                  <a:pt x="1119" y="154"/>
                </a:cubicBezTo>
                <a:cubicBezTo>
                  <a:pt x="1119" y="152"/>
                  <a:pt x="1119" y="149"/>
                  <a:pt x="1120" y="145"/>
                </a:cubicBezTo>
                <a:cubicBezTo>
                  <a:pt x="1121" y="142"/>
                  <a:pt x="1121" y="142"/>
                  <a:pt x="1121" y="142"/>
                </a:cubicBezTo>
                <a:cubicBezTo>
                  <a:pt x="1121" y="140"/>
                  <a:pt x="1121" y="140"/>
                  <a:pt x="1121" y="140"/>
                </a:cubicBezTo>
                <a:cubicBezTo>
                  <a:pt x="1122" y="135"/>
                  <a:pt x="1122" y="132"/>
                  <a:pt x="1122" y="130"/>
                </a:cubicBezTo>
                <a:cubicBezTo>
                  <a:pt x="1122" y="126"/>
                  <a:pt x="1122" y="123"/>
                  <a:pt x="1120" y="122"/>
                </a:cubicBezTo>
                <a:cubicBezTo>
                  <a:pt x="1119" y="120"/>
                  <a:pt x="1117" y="119"/>
                  <a:pt x="1114" y="119"/>
                </a:cubicBezTo>
                <a:cubicBezTo>
                  <a:pt x="1112" y="119"/>
                  <a:pt x="1109" y="120"/>
                  <a:pt x="1106" y="122"/>
                </a:cubicBezTo>
                <a:cubicBezTo>
                  <a:pt x="1104" y="124"/>
                  <a:pt x="1102" y="126"/>
                  <a:pt x="1100" y="129"/>
                </a:cubicBezTo>
                <a:close/>
                <a:moveTo>
                  <a:pt x="1159" y="162"/>
                </a:moveTo>
                <a:cubicBezTo>
                  <a:pt x="1165" y="119"/>
                  <a:pt x="1165" y="119"/>
                  <a:pt x="1165" y="119"/>
                </a:cubicBezTo>
                <a:cubicBezTo>
                  <a:pt x="1160" y="121"/>
                  <a:pt x="1160" y="121"/>
                  <a:pt x="1160" y="121"/>
                </a:cubicBezTo>
                <a:cubicBezTo>
                  <a:pt x="1159" y="121"/>
                  <a:pt x="1158" y="120"/>
                  <a:pt x="1157" y="120"/>
                </a:cubicBezTo>
                <a:cubicBezTo>
                  <a:pt x="1155" y="120"/>
                  <a:pt x="1154" y="119"/>
                  <a:pt x="1153" y="119"/>
                </a:cubicBezTo>
                <a:cubicBezTo>
                  <a:pt x="1148" y="119"/>
                  <a:pt x="1144" y="121"/>
                  <a:pt x="1141" y="123"/>
                </a:cubicBezTo>
                <a:cubicBezTo>
                  <a:pt x="1137" y="126"/>
                  <a:pt x="1135" y="129"/>
                  <a:pt x="1133" y="133"/>
                </a:cubicBezTo>
                <a:cubicBezTo>
                  <a:pt x="1131" y="137"/>
                  <a:pt x="1130" y="141"/>
                  <a:pt x="1130" y="145"/>
                </a:cubicBezTo>
                <a:cubicBezTo>
                  <a:pt x="1130" y="150"/>
                  <a:pt x="1131" y="153"/>
                  <a:pt x="1133" y="156"/>
                </a:cubicBezTo>
                <a:cubicBezTo>
                  <a:pt x="1135" y="159"/>
                  <a:pt x="1138" y="160"/>
                  <a:pt x="1142" y="160"/>
                </a:cubicBezTo>
                <a:cubicBezTo>
                  <a:pt x="1144" y="160"/>
                  <a:pt x="1146" y="159"/>
                  <a:pt x="1148" y="158"/>
                </a:cubicBezTo>
                <a:cubicBezTo>
                  <a:pt x="1150" y="157"/>
                  <a:pt x="1152" y="156"/>
                  <a:pt x="1153" y="155"/>
                </a:cubicBezTo>
                <a:cubicBezTo>
                  <a:pt x="1151" y="164"/>
                  <a:pt x="1151" y="164"/>
                  <a:pt x="1151" y="164"/>
                </a:cubicBezTo>
                <a:cubicBezTo>
                  <a:pt x="1151" y="167"/>
                  <a:pt x="1150" y="169"/>
                  <a:pt x="1149" y="170"/>
                </a:cubicBezTo>
                <a:cubicBezTo>
                  <a:pt x="1147" y="172"/>
                  <a:pt x="1145" y="172"/>
                  <a:pt x="1142" y="172"/>
                </a:cubicBezTo>
                <a:cubicBezTo>
                  <a:pt x="1140" y="172"/>
                  <a:pt x="1139" y="172"/>
                  <a:pt x="1137" y="171"/>
                </a:cubicBezTo>
                <a:cubicBezTo>
                  <a:pt x="1136" y="171"/>
                  <a:pt x="1134" y="170"/>
                  <a:pt x="1133" y="170"/>
                </a:cubicBezTo>
                <a:cubicBezTo>
                  <a:pt x="1132" y="175"/>
                  <a:pt x="1132" y="175"/>
                  <a:pt x="1132" y="175"/>
                </a:cubicBezTo>
                <a:cubicBezTo>
                  <a:pt x="1132" y="176"/>
                  <a:pt x="1134" y="176"/>
                  <a:pt x="1135" y="176"/>
                </a:cubicBezTo>
                <a:cubicBezTo>
                  <a:pt x="1137" y="177"/>
                  <a:pt x="1138" y="177"/>
                  <a:pt x="1140" y="177"/>
                </a:cubicBezTo>
                <a:cubicBezTo>
                  <a:pt x="1142" y="177"/>
                  <a:pt x="1145" y="176"/>
                  <a:pt x="1148" y="175"/>
                </a:cubicBezTo>
                <a:cubicBezTo>
                  <a:pt x="1150" y="174"/>
                  <a:pt x="1153" y="173"/>
                  <a:pt x="1155" y="170"/>
                </a:cubicBezTo>
                <a:cubicBezTo>
                  <a:pt x="1157" y="168"/>
                  <a:pt x="1158" y="165"/>
                  <a:pt x="1159" y="162"/>
                </a:cubicBezTo>
                <a:close/>
                <a:moveTo>
                  <a:pt x="1157" y="125"/>
                </a:moveTo>
                <a:cubicBezTo>
                  <a:pt x="1154" y="150"/>
                  <a:pt x="1154" y="150"/>
                  <a:pt x="1154" y="150"/>
                </a:cubicBezTo>
                <a:cubicBezTo>
                  <a:pt x="1152" y="151"/>
                  <a:pt x="1151" y="153"/>
                  <a:pt x="1149" y="154"/>
                </a:cubicBezTo>
                <a:cubicBezTo>
                  <a:pt x="1148" y="155"/>
                  <a:pt x="1146" y="155"/>
                  <a:pt x="1144" y="155"/>
                </a:cubicBezTo>
                <a:cubicBezTo>
                  <a:pt x="1142" y="155"/>
                  <a:pt x="1140" y="155"/>
                  <a:pt x="1139" y="153"/>
                </a:cubicBezTo>
                <a:cubicBezTo>
                  <a:pt x="1138" y="151"/>
                  <a:pt x="1138" y="148"/>
                  <a:pt x="1138" y="145"/>
                </a:cubicBezTo>
                <a:cubicBezTo>
                  <a:pt x="1138" y="142"/>
                  <a:pt x="1138" y="138"/>
                  <a:pt x="1139" y="135"/>
                </a:cubicBezTo>
                <a:cubicBezTo>
                  <a:pt x="1140" y="132"/>
                  <a:pt x="1142" y="129"/>
                  <a:pt x="1144" y="127"/>
                </a:cubicBezTo>
                <a:cubicBezTo>
                  <a:pt x="1146" y="124"/>
                  <a:pt x="1149" y="123"/>
                  <a:pt x="1152" y="123"/>
                </a:cubicBezTo>
                <a:cubicBezTo>
                  <a:pt x="1154" y="123"/>
                  <a:pt x="1156" y="124"/>
                  <a:pt x="1157" y="125"/>
                </a:cubicBezTo>
                <a:close/>
                <a:moveTo>
                  <a:pt x="1181" y="153"/>
                </a:moveTo>
                <a:cubicBezTo>
                  <a:pt x="1185" y="120"/>
                  <a:pt x="1185" y="120"/>
                  <a:pt x="1185" y="120"/>
                </a:cubicBezTo>
                <a:cubicBezTo>
                  <a:pt x="1184" y="119"/>
                  <a:pt x="1184" y="119"/>
                  <a:pt x="1184" y="119"/>
                </a:cubicBezTo>
                <a:cubicBezTo>
                  <a:pt x="1174" y="121"/>
                  <a:pt x="1174" y="121"/>
                  <a:pt x="1174" y="121"/>
                </a:cubicBezTo>
                <a:cubicBezTo>
                  <a:pt x="1173" y="123"/>
                  <a:pt x="1173" y="123"/>
                  <a:pt x="1173" y="123"/>
                </a:cubicBezTo>
                <a:cubicBezTo>
                  <a:pt x="1178" y="125"/>
                  <a:pt x="1178" y="125"/>
                  <a:pt x="1178" y="125"/>
                </a:cubicBezTo>
                <a:cubicBezTo>
                  <a:pt x="1177" y="132"/>
                  <a:pt x="1176" y="138"/>
                  <a:pt x="1175" y="142"/>
                </a:cubicBezTo>
                <a:cubicBezTo>
                  <a:pt x="1174" y="150"/>
                  <a:pt x="1174" y="154"/>
                  <a:pt x="1173" y="156"/>
                </a:cubicBezTo>
                <a:cubicBezTo>
                  <a:pt x="1173" y="157"/>
                  <a:pt x="1174" y="158"/>
                  <a:pt x="1174" y="159"/>
                </a:cubicBezTo>
                <a:cubicBezTo>
                  <a:pt x="1175" y="160"/>
                  <a:pt x="1176" y="160"/>
                  <a:pt x="1178" y="160"/>
                </a:cubicBezTo>
                <a:cubicBezTo>
                  <a:pt x="1180" y="160"/>
                  <a:pt x="1182" y="159"/>
                  <a:pt x="1183" y="158"/>
                </a:cubicBezTo>
                <a:cubicBezTo>
                  <a:pt x="1184" y="157"/>
                  <a:pt x="1185" y="156"/>
                  <a:pt x="1186" y="155"/>
                </a:cubicBezTo>
                <a:cubicBezTo>
                  <a:pt x="1185" y="154"/>
                  <a:pt x="1185" y="154"/>
                  <a:pt x="1185" y="154"/>
                </a:cubicBezTo>
                <a:cubicBezTo>
                  <a:pt x="1184" y="154"/>
                  <a:pt x="1184" y="155"/>
                  <a:pt x="1183" y="155"/>
                </a:cubicBezTo>
                <a:cubicBezTo>
                  <a:pt x="1183" y="156"/>
                  <a:pt x="1182" y="156"/>
                  <a:pt x="1182" y="156"/>
                </a:cubicBezTo>
                <a:cubicBezTo>
                  <a:pt x="1181" y="156"/>
                  <a:pt x="1181" y="156"/>
                  <a:pt x="1181" y="155"/>
                </a:cubicBezTo>
                <a:cubicBezTo>
                  <a:pt x="1181" y="155"/>
                  <a:pt x="1180" y="155"/>
                  <a:pt x="1180" y="154"/>
                </a:cubicBezTo>
                <a:lnTo>
                  <a:pt x="1181" y="153"/>
                </a:lnTo>
                <a:close/>
                <a:moveTo>
                  <a:pt x="1183" y="112"/>
                </a:moveTo>
                <a:cubicBezTo>
                  <a:pt x="1184" y="112"/>
                  <a:pt x="1185" y="111"/>
                  <a:pt x="1186" y="110"/>
                </a:cubicBezTo>
                <a:cubicBezTo>
                  <a:pt x="1187" y="109"/>
                  <a:pt x="1188" y="108"/>
                  <a:pt x="1188" y="107"/>
                </a:cubicBezTo>
                <a:cubicBezTo>
                  <a:pt x="1188" y="106"/>
                  <a:pt x="1187" y="105"/>
                  <a:pt x="1187" y="104"/>
                </a:cubicBezTo>
                <a:cubicBezTo>
                  <a:pt x="1186" y="103"/>
                  <a:pt x="1185" y="103"/>
                  <a:pt x="1184" y="103"/>
                </a:cubicBezTo>
                <a:cubicBezTo>
                  <a:pt x="1182" y="103"/>
                  <a:pt x="1181" y="103"/>
                  <a:pt x="1180" y="104"/>
                </a:cubicBezTo>
                <a:cubicBezTo>
                  <a:pt x="1180" y="105"/>
                  <a:pt x="1179" y="107"/>
                  <a:pt x="1179" y="108"/>
                </a:cubicBezTo>
                <a:cubicBezTo>
                  <a:pt x="1179" y="109"/>
                  <a:pt x="1179" y="110"/>
                  <a:pt x="1180" y="111"/>
                </a:cubicBezTo>
                <a:cubicBezTo>
                  <a:pt x="1181" y="111"/>
                  <a:pt x="1182" y="112"/>
                  <a:pt x="1183" y="112"/>
                </a:cubicBezTo>
                <a:close/>
                <a:moveTo>
                  <a:pt x="1207" y="129"/>
                </a:moveTo>
                <a:cubicBezTo>
                  <a:pt x="1208" y="120"/>
                  <a:pt x="1208" y="120"/>
                  <a:pt x="1208" y="120"/>
                </a:cubicBezTo>
                <a:cubicBezTo>
                  <a:pt x="1207" y="119"/>
                  <a:pt x="1207" y="119"/>
                  <a:pt x="1207" y="119"/>
                </a:cubicBezTo>
                <a:cubicBezTo>
                  <a:pt x="1198" y="121"/>
                  <a:pt x="1198" y="121"/>
                  <a:pt x="1198" y="121"/>
                </a:cubicBezTo>
                <a:cubicBezTo>
                  <a:pt x="1198" y="124"/>
                  <a:pt x="1198" y="124"/>
                  <a:pt x="1198" y="124"/>
                </a:cubicBezTo>
                <a:cubicBezTo>
                  <a:pt x="1201" y="125"/>
                  <a:pt x="1201" y="125"/>
                  <a:pt x="1201" y="125"/>
                </a:cubicBezTo>
                <a:cubicBezTo>
                  <a:pt x="1196" y="159"/>
                  <a:pt x="1196" y="159"/>
                  <a:pt x="1196" y="159"/>
                </a:cubicBezTo>
                <a:cubicBezTo>
                  <a:pt x="1203" y="159"/>
                  <a:pt x="1203" y="159"/>
                  <a:pt x="1203" y="159"/>
                </a:cubicBezTo>
                <a:cubicBezTo>
                  <a:pt x="1207" y="134"/>
                  <a:pt x="1207" y="134"/>
                  <a:pt x="1207" y="134"/>
                </a:cubicBezTo>
                <a:cubicBezTo>
                  <a:pt x="1208" y="131"/>
                  <a:pt x="1210" y="129"/>
                  <a:pt x="1213" y="127"/>
                </a:cubicBezTo>
                <a:cubicBezTo>
                  <a:pt x="1215" y="125"/>
                  <a:pt x="1217" y="124"/>
                  <a:pt x="1219" y="124"/>
                </a:cubicBezTo>
                <a:cubicBezTo>
                  <a:pt x="1220" y="124"/>
                  <a:pt x="1221" y="125"/>
                  <a:pt x="1222" y="126"/>
                </a:cubicBezTo>
                <a:cubicBezTo>
                  <a:pt x="1223" y="127"/>
                  <a:pt x="1223" y="128"/>
                  <a:pt x="1223" y="130"/>
                </a:cubicBezTo>
                <a:cubicBezTo>
                  <a:pt x="1223" y="132"/>
                  <a:pt x="1223" y="134"/>
                  <a:pt x="1223" y="135"/>
                </a:cubicBezTo>
                <a:cubicBezTo>
                  <a:pt x="1222" y="137"/>
                  <a:pt x="1222" y="140"/>
                  <a:pt x="1222" y="142"/>
                </a:cubicBezTo>
                <a:cubicBezTo>
                  <a:pt x="1221" y="144"/>
                  <a:pt x="1221" y="144"/>
                  <a:pt x="1221" y="144"/>
                </a:cubicBezTo>
                <a:cubicBezTo>
                  <a:pt x="1221" y="147"/>
                  <a:pt x="1221" y="147"/>
                  <a:pt x="1221" y="147"/>
                </a:cubicBezTo>
                <a:cubicBezTo>
                  <a:pt x="1220" y="151"/>
                  <a:pt x="1219" y="154"/>
                  <a:pt x="1219" y="156"/>
                </a:cubicBezTo>
                <a:cubicBezTo>
                  <a:pt x="1219" y="159"/>
                  <a:pt x="1221" y="160"/>
                  <a:pt x="1224" y="160"/>
                </a:cubicBezTo>
                <a:cubicBezTo>
                  <a:pt x="1225" y="160"/>
                  <a:pt x="1226" y="160"/>
                  <a:pt x="1227" y="159"/>
                </a:cubicBezTo>
                <a:cubicBezTo>
                  <a:pt x="1228" y="159"/>
                  <a:pt x="1229" y="158"/>
                  <a:pt x="1230" y="157"/>
                </a:cubicBezTo>
                <a:cubicBezTo>
                  <a:pt x="1231" y="157"/>
                  <a:pt x="1231" y="156"/>
                  <a:pt x="1232" y="156"/>
                </a:cubicBezTo>
                <a:cubicBezTo>
                  <a:pt x="1231" y="154"/>
                  <a:pt x="1231" y="154"/>
                  <a:pt x="1231" y="154"/>
                </a:cubicBezTo>
                <a:cubicBezTo>
                  <a:pt x="1229" y="155"/>
                  <a:pt x="1228" y="156"/>
                  <a:pt x="1227" y="156"/>
                </a:cubicBezTo>
                <a:cubicBezTo>
                  <a:pt x="1227" y="156"/>
                  <a:pt x="1227" y="155"/>
                  <a:pt x="1227" y="154"/>
                </a:cubicBezTo>
                <a:cubicBezTo>
                  <a:pt x="1227" y="152"/>
                  <a:pt x="1227" y="149"/>
                  <a:pt x="1228" y="145"/>
                </a:cubicBezTo>
                <a:cubicBezTo>
                  <a:pt x="1228" y="142"/>
                  <a:pt x="1228" y="142"/>
                  <a:pt x="1228" y="142"/>
                </a:cubicBezTo>
                <a:cubicBezTo>
                  <a:pt x="1229" y="140"/>
                  <a:pt x="1229" y="140"/>
                  <a:pt x="1229" y="140"/>
                </a:cubicBezTo>
                <a:cubicBezTo>
                  <a:pt x="1230" y="135"/>
                  <a:pt x="1230" y="132"/>
                  <a:pt x="1230" y="130"/>
                </a:cubicBezTo>
                <a:cubicBezTo>
                  <a:pt x="1230" y="126"/>
                  <a:pt x="1229" y="123"/>
                  <a:pt x="1228" y="122"/>
                </a:cubicBezTo>
                <a:cubicBezTo>
                  <a:pt x="1227" y="120"/>
                  <a:pt x="1225" y="119"/>
                  <a:pt x="1222" y="119"/>
                </a:cubicBezTo>
                <a:cubicBezTo>
                  <a:pt x="1219" y="119"/>
                  <a:pt x="1217" y="120"/>
                  <a:pt x="1214" y="122"/>
                </a:cubicBezTo>
                <a:cubicBezTo>
                  <a:pt x="1211" y="124"/>
                  <a:pt x="1209" y="126"/>
                  <a:pt x="1207" y="129"/>
                </a:cubicBezTo>
                <a:close/>
                <a:moveTo>
                  <a:pt x="1267" y="153"/>
                </a:moveTo>
                <a:cubicBezTo>
                  <a:pt x="1266" y="150"/>
                  <a:pt x="1266" y="150"/>
                  <a:pt x="1266" y="150"/>
                </a:cubicBezTo>
                <a:cubicBezTo>
                  <a:pt x="1264" y="152"/>
                  <a:pt x="1262" y="153"/>
                  <a:pt x="1260" y="154"/>
                </a:cubicBezTo>
                <a:cubicBezTo>
                  <a:pt x="1258" y="155"/>
                  <a:pt x="1256" y="156"/>
                  <a:pt x="1254" y="156"/>
                </a:cubicBezTo>
                <a:cubicBezTo>
                  <a:pt x="1251" y="156"/>
                  <a:pt x="1249" y="154"/>
                  <a:pt x="1248" y="152"/>
                </a:cubicBezTo>
                <a:cubicBezTo>
                  <a:pt x="1246" y="150"/>
                  <a:pt x="1246" y="147"/>
                  <a:pt x="1246" y="143"/>
                </a:cubicBezTo>
                <a:cubicBezTo>
                  <a:pt x="1249" y="143"/>
                  <a:pt x="1252" y="143"/>
                  <a:pt x="1256" y="142"/>
                </a:cubicBezTo>
                <a:cubicBezTo>
                  <a:pt x="1259" y="140"/>
                  <a:pt x="1263" y="139"/>
                  <a:pt x="1265" y="136"/>
                </a:cubicBezTo>
                <a:cubicBezTo>
                  <a:pt x="1268" y="134"/>
                  <a:pt x="1269" y="131"/>
                  <a:pt x="1269" y="128"/>
                </a:cubicBezTo>
                <a:cubicBezTo>
                  <a:pt x="1269" y="125"/>
                  <a:pt x="1268" y="123"/>
                  <a:pt x="1267" y="122"/>
                </a:cubicBezTo>
                <a:cubicBezTo>
                  <a:pt x="1265" y="120"/>
                  <a:pt x="1263" y="119"/>
                  <a:pt x="1259" y="119"/>
                </a:cubicBezTo>
                <a:cubicBezTo>
                  <a:pt x="1255" y="119"/>
                  <a:pt x="1252" y="121"/>
                  <a:pt x="1249" y="123"/>
                </a:cubicBezTo>
                <a:cubicBezTo>
                  <a:pt x="1246" y="125"/>
                  <a:pt x="1243" y="128"/>
                  <a:pt x="1241" y="132"/>
                </a:cubicBezTo>
                <a:cubicBezTo>
                  <a:pt x="1240" y="136"/>
                  <a:pt x="1239" y="140"/>
                  <a:pt x="1239" y="145"/>
                </a:cubicBezTo>
                <a:cubicBezTo>
                  <a:pt x="1239" y="147"/>
                  <a:pt x="1239" y="150"/>
                  <a:pt x="1240" y="152"/>
                </a:cubicBezTo>
                <a:cubicBezTo>
                  <a:pt x="1241" y="155"/>
                  <a:pt x="1243" y="156"/>
                  <a:pt x="1245" y="158"/>
                </a:cubicBezTo>
                <a:cubicBezTo>
                  <a:pt x="1247" y="159"/>
                  <a:pt x="1249" y="160"/>
                  <a:pt x="1253" y="160"/>
                </a:cubicBezTo>
                <a:cubicBezTo>
                  <a:pt x="1256" y="160"/>
                  <a:pt x="1259" y="159"/>
                  <a:pt x="1261" y="158"/>
                </a:cubicBezTo>
                <a:cubicBezTo>
                  <a:pt x="1264" y="156"/>
                  <a:pt x="1266" y="154"/>
                  <a:pt x="1267" y="153"/>
                </a:cubicBezTo>
                <a:close/>
                <a:moveTo>
                  <a:pt x="1258" y="123"/>
                </a:moveTo>
                <a:cubicBezTo>
                  <a:pt x="1259" y="123"/>
                  <a:pt x="1260" y="124"/>
                  <a:pt x="1261" y="125"/>
                </a:cubicBezTo>
                <a:cubicBezTo>
                  <a:pt x="1262" y="125"/>
                  <a:pt x="1263" y="127"/>
                  <a:pt x="1263" y="129"/>
                </a:cubicBezTo>
                <a:cubicBezTo>
                  <a:pt x="1263" y="131"/>
                  <a:pt x="1262" y="133"/>
                  <a:pt x="1260" y="135"/>
                </a:cubicBezTo>
                <a:cubicBezTo>
                  <a:pt x="1258" y="136"/>
                  <a:pt x="1256" y="138"/>
                  <a:pt x="1253" y="139"/>
                </a:cubicBezTo>
                <a:cubicBezTo>
                  <a:pt x="1251" y="139"/>
                  <a:pt x="1248" y="140"/>
                  <a:pt x="1246" y="140"/>
                </a:cubicBezTo>
                <a:cubicBezTo>
                  <a:pt x="1246" y="138"/>
                  <a:pt x="1247" y="135"/>
                  <a:pt x="1248" y="132"/>
                </a:cubicBezTo>
                <a:cubicBezTo>
                  <a:pt x="1249" y="130"/>
                  <a:pt x="1250" y="127"/>
                  <a:pt x="1252" y="126"/>
                </a:cubicBezTo>
                <a:cubicBezTo>
                  <a:pt x="1254" y="124"/>
                  <a:pt x="1255" y="123"/>
                  <a:pt x="1258" y="123"/>
                </a:cubicBezTo>
                <a:close/>
                <a:moveTo>
                  <a:pt x="1303" y="153"/>
                </a:moveTo>
                <a:cubicBezTo>
                  <a:pt x="1302" y="150"/>
                  <a:pt x="1302" y="150"/>
                  <a:pt x="1302" y="150"/>
                </a:cubicBezTo>
                <a:cubicBezTo>
                  <a:pt x="1300" y="152"/>
                  <a:pt x="1298" y="153"/>
                  <a:pt x="1296" y="154"/>
                </a:cubicBezTo>
                <a:cubicBezTo>
                  <a:pt x="1294" y="155"/>
                  <a:pt x="1292" y="156"/>
                  <a:pt x="1290" y="156"/>
                </a:cubicBezTo>
                <a:cubicBezTo>
                  <a:pt x="1287" y="156"/>
                  <a:pt x="1285" y="154"/>
                  <a:pt x="1284" y="152"/>
                </a:cubicBezTo>
                <a:cubicBezTo>
                  <a:pt x="1282" y="150"/>
                  <a:pt x="1282" y="147"/>
                  <a:pt x="1282" y="143"/>
                </a:cubicBezTo>
                <a:cubicBezTo>
                  <a:pt x="1285" y="143"/>
                  <a:pt x="1288" y="143"/>
                  <a:pt x="1292" y="142"/>
                </a:cubicBezTo>
                <a:cubicBezTo>
                  <a:pt x="1295" y="140"/>
                  <a:pt x="1299" y="139"/>
                  <a:pt x="1301" y="136"/>
                </a:cubicBezTo>
                <a:cubicBezTo>
                  <a:pt x="1304" y="134"/>
                  <a:pt x="1305" y="131"/>
                  <a:pt x="1305" y="128"/>
                </a:cubicBezTo>
                <a:cubicBezTo>
                  <a:pt x="1305" y="125"/>
                  <a:pt x="1304" y="123"/>
                  <a:pt x="1303" y="122"/>
                </a:cubicBezTo>
                <a:cubicBezTo>
                  <a:pt x="1301" y="120"/>
                  <a:pt x="1299" y="119"/>
                  <a:pt x="1295" y="119"/>
                </a:cubicBezTo>
                <a:cubicBezTo>
                  <a:pt x="1291" y="119"/>
                  <a:pt x="1288" y="121"/>
                  <a:pt x="1285" y="123"/>
                </a:cubicBezTo>
                <a:cubicBezTo>
                  <a:pt x="1282" y="125"/>
                  <a:pt x="1279" y="128"/>
                  <a:pt x="1277" y="132"/>
                </a:cubicBezTo>
                <a:cubicBezTo>
                  <a:pt x="1275" y="136"/>
                  <a:pt x="1275" y="140"/>
                  <a:pt x="1275" y="145"/>
                </a:cubicBezTo>
                <a:cubicBezTo>
                  <a:pt x="1275" y="147"/>
                  <a:pt x="1275" y="150"/>
                  <a:pt x="1276" y="152"/>
                </a:cubicBezTo>
                <a:cubicBezTo>
                  <a:pt x="1277" y="155"/>
                  <a:pt x="1279" y="156"/>
                  <a:pt x="1281" y="158"/>
                </a:cubicBezTo>
                <a:cubicBezTo>
                  <a:pt x="1283" y="159"/>
                  <a:pt x="1285" y="160"/>
                  <a:pt x="1288" y="160"/>
                </a:cubicBezTo>
                <a:cubicBezTo>
                  <a:pt x="1292" y="160"/>
                  <a:pt x="1295" y="159"/>
                  <a:pt x="1297" y="158"/>
                </a:cubicBezTo>
                <a:cubicBezTo>
                  <a:pt x="1300" y="156"/>
                  <a:pt x="1302" y="154"/>
                  <a:pt x="1303" y="153"/>
                </a:cubicBezTo>
                <a:close/>
                <a:moveTo>
                  <a:pt x="1294" y="123"/>
                </a:moveTo>
                <a:cubicBezTo>
                  <a:pt x="1295" y="123"/>
                  <a:pt x="1296" y="124"/>
                  <a:pt x="1297" y="125"/>
                </a:cubicBezTo>
                <a:cubicBezTo>
                  <a:pt x="1298" y="125"/>
                  <a:pt x="1298" y="127"/>
                  <a:pt x="1298" y="129"/>
                </a:cubicBezTo>
                <a:cubicBezTo>
                  <a:pt x="1298" y="131"/>
                  <a:pt x="1298" y="133"/>
                  <a:pt x="1296" y="135"/>
                </a:cubicBezTo>
                <a:cubicBezTo>
                  <a:pt x="1294" y="136"/>
                  <a:pt x="1292" y="138"/>
                  <a:pt x="1289" y="139"/>
                </a:cubicBezTo>
                <a:cubicBezTo>
                  <a:pt x="1287" y="139"/>
                  <a:pt x="1284" y="140"/>
                  <a:pt x="1282" y="140"/>
                </a:cubicBezTo>
                <a:cubicBezTo>
                  <a:pt x="1282" y="138"/>
                  <a:pt x="1283" y="135"/>
                  <a:pt x="1284" y="132"/>
                </a:cubicBezTo>
                <a:cubicBezTo>
                  <a:pt x="1285" y="130"/>
                  <a:pt x="1286" y="127"/>
                  <a:pt x="1288" y="126"/>
                </a:cubicBezTo>
                <a:cubicBezTo>
                  <a:pt x="1289" y="124"/>
                  <a:pt x="1291" y="123"/>
                  <a:pt x="1294" y="123"/>
                </a:cubicBezTo>
                <a:close/>
                <a:moveTo>
                  <a:pt x="1322" y="129"/>
                </a:moveTo>
                <a:cubicBezTo>
                  <a:pt x="1323" y="127"/>
                  <a:pt x="1323" y="127"/>
                  <a:pt x="1323" y="127"/>
                </a:cubicBezTo>
                <a:cubicBezTo>
                  <a:pt x="1323" y="120"/>
                  <a:pt x="1323" y="120"/>
                  <a:pt x="1323" y="120"/>
                </a:cubicBezTo>
                <a:cubicBezTo>
                  <a:pt x="1322" y="119"/>
                  <a:pt x="1322" y="119"/>
                  <a:pt x="1322" y="119"/>
                </a:cubicBezTo>
                <a:cubicBezTo>
                  <a:pt x="1314" y="121"/>
                  <a:pt x="1314" y="121"/>
                  <a:pt x="1314" y="121"/>
                </a:cubicBezTo>
                <a:cubicBezTo>
                  <a:pt x="1313" y="124"/>
                  <a:pt x="1313" y="124"/>
                  <a:pt x="1313" y="124"/>
                </a:cubicBezTo>
                <a:cubicBezTo>
                  <a:pt x="1317" y="125"/>
                  <a:pt x="1317" y="125"/>
                  <a:pt x="1317" y="125"/>
                </a:cubicBezTo>
                <a:cubicBezTo>
                  <a:pt x="1312" y="159"/>
                  <a:pt x="1312" y="159"/>
                  <a:pt x="1312" y="159"/>
                </a:cubicBezTo>
                <a:cubicBezTo>
                  <a:pt x="1319" y="159"/>
                  <a:pt x="1319" y="159"/>
                  <a:pt x="1319" y="159"/>
                </a:cubicBezTo>
                <a:cubicBezTo>
                  <a:pt x="1322" y="134"/>
                  <a:pt x="1322" y="134"/>
                  <a:pt x="1322" y="134"/>
                </a:cubicBezTo>
                <a:cubicBezTo>
                  <a:pt x="1323" y="132"/>
                  <a:pt x="1325" y="130"/>
                  <a:pt x="1327" y="129"/>
                </a:cubicBezTo>
                <a:cubicBezTo>
                  <a:pt x="1329" y="127"/>
                  <a:pt x="1331" y="127"/>
                  <a:pt x="1333" y="127"/>
                </a:cubicBezTo>
                <a:cubicBezTo>
                  <a:pt x="1334" y="127"/>
                  <a:pt x="1335" y="127"/>
                  <a:pt x="1336" y="127"/>
                </a:cubicBezTo>
                <a:cubicBezTo>
                  <a:pt x="1338" y="120"/>
                  <a:pt x="1338" y="120"/>
                  <a:pt x="1338" y="120"/>
                </a:cubicBezTo>
                <a:cubicBezTo>
                  <a:pt x="1337" y="120"/>
                  <a:pt x="1336" y="119"/>
                  <a:pt x="1335" y="119"/>
                </a:cubicBezTo>
                <a:cubicBezTo>
                  <a:pt x="1333" y="119"/>
                  <a:pt x="1331" y="120"/>
                  <a:pt x="1330" y="121"/>
                </a:cubicBezTo>
                <a:cubicBezTo>
                  <a:pt x="1328" y="122"/>
                  <a:pt x="1326" y="123"/>
                  <a:pt x="1325" y="125"/>
                </a:cubicBezTo>
                <a:cubicBezTo>
                  <a:pt x="1324" y="126"/>
                  <a:pt x="1323" y="128"/>
                  <a:pt x="1322" y="129"/>
                </a:cubicBezTo>
                <a:close/>
                <a:moveTo>
                  <a:pt x="1349" y="153"/>
                </a:moveTo>
                <a:cubicBezTo>
                  <a:pt x="1354" y="120"/>
                  <a:pt x="1354" y="120"/>
                  <a:pt x="1354" y="120"/>
                </a:cubicBezTo>
                <a:cubicBezTo>
                  <a:pt x="1352" y="119"/>
                  <a:pt x="1352" y="119"/>
                  <a:pt x="1352" y="119"/>
                </a:cubicBezTo>
                <a:cubicBezTo>
                  <a:pt x="1342" y="121"/>
                  <a:pt x="1342" y="121"/>
                  <a:pt x="1342" y="121"/>
                </a:cubicBezTo>
                <a:cubicBezTo>
                  <a:pt x="1342" y="123"/>
                  <a:pt x="1342" y="123"/>
                  <a:pt x="1342" y="123"/>
                </a:cubicBezTo>
                <a:cubicBezTo>
                  <a:pt x="1346" y="125"/>
                  <a:pt x="1346" y="125"/>
                  <a:pt x="1346" y="125"/>
                </a:cubicBezTo>
                <a:cubicBezTo>
                  <a:pt x="1345" y="132"/>
                  <a:pt x="1345" y="138"/>
                  <a:pt x="1344" y="142"/>
                </a:cubicBezTo>
                <a:cubicBezTo>
                  <a:pt x="1343" y="150"/>
                  <a:pt x="1342" y="154"/>
                  <a:pt x="1342" y="156"/>
                </a:cubicBezTo>
                <a:cubicBezTo>
                  <a:pt x="1342" y="157"/>
                  <a:pt x="1342" y="158"/>
                  <a:pt x="1343" y="159"/>
                </a:cubicBezTo>
                <a:cubicBezTo>
                  <a:pt x="1344" y="160"/>
                  <a:pt x="1345" y="160"/>
                  <a:pt x="1347" y="160"/>
                </a:cubicBezTo>
                <a:cubicBezTo>
                  <a:pt x="1349" y="160"/>
                  <a:pt x="1350" y="159"/>
                  <a:pt x="1352" y="158"/>
                </a:cubicBezTo>
                <a:cubicBezTo>
                  <a:pt x="1353" y="157"/>
                  <a:pt x="1354" y="156"/>
                  <a:pt x="1355" y="155"/>
                </a:cubicBezTo>
                <a:cubicBezTo>
                  <a:pt x="1354" y="154"/>
                  <a:pt x="1354" y="154"/>
                  <a:pt x="1354" y="154"/>
                </a:cubicBezTo>
                <a:cubicBezTo>
                  <a:pt x="1353" y="154"/>
                  <a:pt x="1352" y="155"/>
                  <a:pt x="1352" y="155"/>
                </a:cubicBezTo>
                <a:cubicBezTo>
                  <a:pt x="1351" y="156"/>
                  <a:pt x="1351" y="156"/>
                  <a:pt x="1350" y="156"/>
                </a:cubicBezTo>
                <a:cubicBezTo>
                  <a:pt x="1350" y="156"/>
                  <a:pt x="1350" y="156"/>
                  <a:pt x="1349" y="155"/>
                </a:cubicBezTo>
                <a:cubicBezTo>
                  <a:pt x="1349" y="155"/>
                  <a:pt x="1349" y="155"/>
                  <a:pt x="1349" y="154"/>
                </a:cubicBezTo>
                <a:lnTo>
                  <a:pt x="1349" y="153"/>
                </a:lnTo>
                <a:close/>
                <a:moveTo>
                  <a:pt x="1351" y="112"/>
                </a:moveTo>
                <a:cubicBezTo>
                  <a:pt x="1353" y="112"/>
                  <a:pt x="1354" y="111"/>
                  <a:pt x="1355" y="110"/>
                </a:cubicBezTo>
                <a:cubicBezTo>
                  <a:pt x="1356" y="109"/>
                  <a:pt x="1356" y="108"/>
                  <a:pt x="1356" y="107"/>
                </a:cubicBezTo>
                <a:cubicBezTo>
                  <a:pt x="1356" y="106"/>
                  <a:pt x="1356" y="105"/>
                  <a:pt x="1355" y="104"/>
                </a:cubicBezTo>
                <a:cubicBezTo>
                  <a:pt x="1354" y="103"/>
                  <a:pt x="1353" y="103"/>
                  <a:pt x="1352" y="103"/>
                </a:cubicBezTo>
                <a:cubicBezTo>
                  <a:pt x="1351" y="103"/>
                  <a:pt x="1350" y="103"/>
                  <a:pt x="1349" y="104"/>
                </a:cubicBezTo>
                <a:cubicBezTo>
                  <a:pt x="1348" y="105"/>
                  <a:pt x="1348" y="107"/>
                  <a:pt x="1348" y="108"/>
                </a:cubicBezTo>
                <a:cubicBezTo>
                  <a:pt x="1348" y="109"/>
                  <a:pt x="1348" y="110"/>
                  <a:pt x="1349" y="111"/>
                </a:cubicBezTo>
                <a:cubicBezTo>
                  <a:pt x="1350" y="111"/>
                  <a:pt x="1350" y="112"/>
                  <a:pt x="1351" y="112"/>
                </a:cubicBezTo>
                <a:close/>
                <a:moveTo>
                  <a:pt x="1374" y="129"/>
                </a:moveTo>
                <a:cubicBezTo>
                  <a:pt x="1375" y="120"/>
                  <a:pt x="1375" y="120"/>
                  <a:pt x="1375" y="120"/>
                </a:cubicBezTo>
                <a:cubicBezTo>
                  <a:pt x="1374" y="119"/>
                  <a:pt x="1374" y="119"/>
                  <a:pt x="1374" y="119"/>
                </a:cubicBezTo>
                <a:cubicBezTo>
                  <a:pt x="1365" y="121"/>
                  <a:pt x="1365" y="121"/>
                  <a:pt x="1365" y="121"/>
                </a:cubicBezTo>
                <a:cubicBezTo>
                  <a:pt x="1365" y="124"/>
                  <a:pt x="1365" y="124"/>
                  <a:pt x="1365" y="124"/>
                </a:cubicBezTo>
                <a:cubicBezTo>
                  <a:pt x="1368" y="125"/>
                  <a:pt x="1368" y="125"/>
                  <a:pt x="1368" y="125"/>
                </a:cubicBezTo>
                <a:cubicBezTo>
                  <a:pt x="1364" y="159"/>
                  <a:pt x="1364" y="159"/>
                  <a:pt x="1364" y="159"/>
                </a:cubicBezTo>
                <a:cubicBezTo>
                  <a:pt x="1370" y="159"/>
                  <a:pt x="1370" y="159"/>
                  <a:pt x="1370" y="159"/>
                </a:cubicBezTo>
                <a:cubicBezTo>
                  <a:pt x="1374" y="134"/>
                  <a:pt x="1374" y="134"/>
                  <a:pt x="1374" y="134"/>
                </a:cubicBezTo>
                <a:cubicBezTo>
                  <a:pt x="1375" y="131"/>
                  <a:pt x="1377" y="129"/>
                  <a:pt x="1380" y="127"/>
                </a:cubicBezTo>
                <a:cubicBezTo>
                  <a:pt x="1382" y="125"/>
                  <a:pt x="1384" y="124"/>
                  <a:pt x="1386" y="124"/>
                </a:cubicBezTo>
                <a:cubicBezTo>
                  <a:pt x="1388" y="124"/>
                  <a:pt x="1389" y="125"/>
                  <a:pt x="1389" y="126"/>
                </a:cubicBezTo>
                <a:cubicBezTo>
                  <a:pt x="1390" y="127"/>
                  <a:pt x="1390" y="128"/>
                  <a:pt x="1390" y="130"/>
                </a:cubicBezTo>
                <a:cubicBezTo>
                  <a:pt x="1390" y="132"/>
                  <a:pt x="1390" y="134"/>
                  <a:pt x="1390" y="135"/>
                </a:cubicBezTo>
                <a:cubicBezTo>
                  <a:pt x="1390" y="137"/>
                  <a:pt x="1389" y="140"/>
                  <a:pt x="1389" y="142"/>
                </a:cubicBezTo>
                <a:cubicBezTo>
                  <a:pt x="1388" y="144"/>
                  <a:pt x="1388" y="144"/>
                  <a:pt x="1388" y="144"/>
                </a:cubicBezTo>
                <a:cubicBezTo>
                  <a:pt x="1388" y="147"/>
                  <a:pt x="1388" y="147"/>
                  <a:pt x="1388" y="147"/>
                </a:cubicBezTo>
                <a:cubicBezTo>
                  <a:pt x="1387" y="151"/>
                  <a:pt x="1387" y="154"/>
                  <a:pt x="1387" y="156"/>
                </a:cubicBezTo>
                <a:cubicBezTo>
                  <a:pt x="1387" y="159"/>
                  <a:pt x="1388" y="160"/>
                  <a:pt x="1391" y="160"/>
                </a:cubicBezTo>
                <a:cubicBezTo>
                  <a:pt x="1392" y="160"/>
                  <a:pt x="1394" y="160"/>
                  <a:pt x="1395" y="159"/>
                </a:cubicBezTo>
                <a:cubicBezTo>
                  <a:pt x="1396" y="159"/>
                  <a:pt x="1397" y="158"/>
                  <a:pt x="1397" y="157"/>
                </a:cubicBezTo>
                <a:cubicBezTo>
                  <a:pt x="1398" y="157"/>
                  <a:pt x="1399" y="156"/>
                  <a:pt x="1399" y="156"/>
                </a:cubicBezTo>
                <a:cubicBezTo>
                  <a:pt x="1398" y="154"/>
                  <a:pt x="1398" y="154"/>
                  <a:pt x="1398" y="154"/>
                </a:cubicBezTo>
                <a:cubicBezTo>
                  <a:pt x="1397" y="155"/>
                  <a:pt x="1396" y="156"/>
                  <a:pt x="1395" y="156"/>
                </a:cubicBezTo>
                <a:cubicBezTo>
                  <a:pt x="1394" y="156"/>
                  <a:pt x="1394" y="155"/>
                  <a:pt x="1394" y="154"/>
                </a:cubicBezTo>
                <a:cubicBezTo>
                  <a:pt x="1394" y="152"/>
                  <a:pt x="1394" y="149"/>
                  <a:pt x="1395" y="145"/>
                </a:cubicBezTo>
                <a:cubicBezTo>
                  <a:pt x="1395" y="142"/>
                  <a:pt x="1395" y="142"/>
                  <a:pt x="1395" y="142"/>
                </a:cubicBezTo>
                <a:cubicBezTo>
                  <a:pt x="1396" y="140"/>
                  <a:pt x="1396" y="140"/>
                  <a:pt x="1396" y="140"/>
                </a:cubicBezTo>
                <a:cubicBezTo>
                  <a:pt x="1397" y="135"/>
                  <a:pt x="1397" y="132"/>
                  <a:pt x="1397" y="130"/>
                </a:cubicBezTo>
                <a:cubicBezTo>
                  <a:pt x="1397" y="126"/>
                  <a:pt x="1397" y="123"/>
                  <a:pt x="1395" y="122"/>
                </a:cubicBezTo>
                <a:cubicBezTo>
                  <a:pt x="1394" y="120"/>
                  <a:pt x="1392" y="119"/>
                  <a:pt x="1389" y="119"/>
                </a:cubicBezTo>
                <a:cubicBezTo>
                  <a:pt x="1386" y="119"/>
                  <a:pt x="1384" y="120"/>
                  <a:pt x="1381" y="122"/>
                </a:cubicBezTo>
                <a:cubicBezTo>
                  <a:pt x="1379" y="124"/>
                  <a:pt x="1376" y="126"/>
                  <a:pt x="1374" y="129"/>
                </a:cubicBezTo>
                <a:close/>
                <a:moveTo>
                  <a:pt x="1433" y="162"/>
                </a:moveTo>
                <a:cubicBezTo>
                  <a:pt x="1440" y="119"/>
                  <a:pt x="1440" y="119"/>
                  <a:pt x="1440" y="119"/>
                </a:cubicBezTo>
                <a:cubicBezTo>
                  <a:pt x="1435" y="121"/>
                  <a:pt x="1435" y="121"/>
                  <a:pt x="1435" y="121"/>
                </a:cubicBezTo>
                <a:cubicBezTo>
                  <a:pt x="1434" y="121"/>
                  <a:pt x="1433" y="120"/>
                  <a:pt x="1432" y="120"/>
                </a:cubicBezTo>
                <a:cubicBezTo>
                  <a:pt x="1430" y="120"/>
                  <a:pt x="1429" y="119"/>
                  <a:pt x="1428" y="119"/>
                </a:cubicBezTo>
                <a:cubicBezTo>
                  <a:pt x="1423" y="119"/>
                  <a:pt x="1419" y="121"/>
                  <a:pt x="1416" y="123"/>
                </a:cubicBezTo>
                <a:cubicBezTo>
                  <a:pt x="1412" y="126"/>
                  <a:pt x="1410" y="129"/>
                  <a:pt x="1408" y="133"/>
                </a:cubicBezTo>
                <a:cubicBezTo>
                  <a:pt x="1406" y="137"/>
                  <a:pt x="1405" y="141"/>
                  <a:pt x="1405" y="145"/>
                </a:cubicBezTo>
                <a:cubicBezTo>
                  <a:pt x="1405" y="150"/>
                  <a:pt x="1406" y="153"/>
                  <a:pt x="1408" y="156"/>
                </a:cubicBezTo>
                <a:cubicBezTo>
                  <a:pt x="1410" y="159"/>
                  <a:pt x="1413" y="160"/>
                  <a:pt x="1417" y="160"/>
                </a:cubicBezTo>
                <a:cubicBezTo>
                  <a:pt x="1419" y="160"/>
                  <a:pt x="1421" y="159"/>
                  <a:pt x="1423" y="158"/>
                </a:cubicBezTo>
                <a:cubicBezTo>
                  <a:pt x="1425" y="157"/>
                  <a:pt x="1426" y="156"/>
                  <a:pt x="1428" y="155"/>
                </a:cubicBezTo>
                <a:cubicBezTo>
                  <a:pt x="1426" y="164"/>
                  <a:pt x="1426" y="164"/>
                  <a:pt x="1426" y="164"/>
                </a:cubicBezTo>
                <a:cubicBezTo>
                  <a:pt x="1426" y="167"/>
                  <a:pt x="1425" y="169"/>
                  <a:pt x="1424" y="170"/>
                </a:cubicBezTo>
                <a:cubicBezTo>
                  <a:pt x="1422" y="172"/>
                  <a:pt x="1420" y="172"/>
                  <a:pt x="1417" y="172"/>
                </a:cubicBezTo>
                <a:cubicBezTo>
                  <a:pt x="1415" y="172"/>
                  <a:pt x="1414" y="172"/>
                  <a:pt x="1412" y="171"/>
                </a:cubicBezTo>
                <a:cubicBezTo>
                  <a:pt x="1410" y="171"/>
                  <a:pt x="1409" y="170"/>
                  <a:pt x="1408" y="170"/>
                </a:cubicBezTo>
                <a:cubicBezTo>
                  <a:pt x="1406" y="175"/>
                  <a:pt x="1406" y="175"/>
                  <a:pt x="1406" y="175"/>
                </a:cubicBezTo>
                <a:cubicBezTo>
                  <a:pt x="1407" y="176"/>
                  <a:pt x="1408" y="176"/>
                  <a:pt x="1410" y="176"/>
                </a:cubicBezTo>
                <a:cubicBezTo>
                  <a:pt x="1411" y="177"/>
                  <a:pt x="1413" y="177"/>
                  <a:pt x="1414" y="177"/>
                </a:cubicBezTo>
                <a:cubicBezTo>
                  <a:pt x="1417" y="177"/>
                  <a:pt x="1420" y="176"/>
                  <a:pt x="1423" y="175"/>
                </a:cubicBezTo>
                <a:cubicBezTo>
                  <a:pt x="1425" y="174"/>
                  <a:pt x="1428" y="173"/>
                  <a:pt x="1430" y="170"/>
                </a:cubicBezTo>
                <a:cubicBezTo>
                  <a:pt x="1432" y="168"/>
                  <a:pt x="1433" y="165"/>
                  <a:pt x="1433" y="162"/>
                </a:cubicBezTo>
                <a:close/>
                <a:moveTo>
                  <a:pt x="1432" y="125"/>
                </a:moveTo>
                <a:cubicBezTo>
                  <a:pt x="1428" y="150"/>
                  <a:pt x="1428" y="150"/>
                  <a:pt x="1428" y="150"/>
                </a:cubicBezTo>
                <a:cubicBezTo>
                  <a:pt x="1427" y="151"/>
                  <a:pt x="1426" y="153"/>
                  <a:pt x="1424" y="154"/>
                </a:cubicBezTo>
                <a:cubicBezTo>
                  <a:pt x="1423" y="155"/>
                  <a:pt x="1421" y="155"/>
                  <a:pt x="1419" y="155"/>
                </a:cubicBezTo>
                <a:cubicBezTo>
                  <a:pt x="1417" y="155"/>
                  <a:pt x="1415" y="155"/>
                  <a:pt x="1414" y="153"/>
                </a:cubicBezTo>
                <a:cubicBezTo>
                  <a:pt x="1413" y="151"/>
                  <a:pt x="1412" y="148"/>
                  <a:pt x="1412" y="145"/>
                </a:cubicBezTo>
                <a:cubicBezTo>
                  <a:pt x="1412" y="142"/>
                  <a:pt x="1413" y="138"/>
                  <a:pt x="1414" y="135"/>
                </a:cubicBezTo>
                <a:cubicBezTo>
                  <a:pt x="1415" y="132"/>
                  <a:pt x="1417" y="129"/>
                  <a:pt x="1419" y="127"/>
                </a:cubicBezTo>
                <a:cubicBezTo>
                  <a:pt x="1421" y="124"/>
                  <a:pt x="1424" y="123"/>
                  <a:pt x="1427" y="123"/>
                </a:cubicBezTo>
                <a:cubicBezTo>
                  <a:pt x="1429" y="123"/>
                  <a:pt x="1431" y="124"/>
                  <a:pt x="1432" y="125"/>
                </a:cubicBezTo>
                <a:close/>
                <a:moveTo>
                  <a:pt x="1076" y="242"/>
                </a:moveTo>
                <a:cubicBezTo>
                  <a:pt x="1072" y="249"/>
                  <a:pt x="1072" y="249"/>
                  <a:pt x="1072" y="249"/>
                </a:cubicBezTo>
                <a:cubicBezTo>
                  <a:pt x="1072" y="242"/>
                  <a:pt x="1072" y="242"/>
                  <a:pt x="1072" y="242"/>
                </a:cubicBezTo>
                <a:cubicBezTo>
                  <a:pt x="1066" y="208"/>
                  <a:pt x="1066" y="208"/>
                  <a:pt x="1066" y="208"/>
                </a:cubicBezTo>
                <a:cubicBezTo>
                  <a:pt x="1050" y="208"/>
                  <a:pt x="1050" y="208"/>
                  <a:pt x="1050" y="208"/>
                </a:cubicBezTo>
                <a:cubicBezTo>
                  <a:pt x="1049" y="211"/>
                  <a:pt x="1049" y="211"/>
                  <a:pt x="1049" y="211"/>
                </a:cubicBezTo>
                <a:cubicBezTo>
                  <a:pt x="1056" y="212"/>
                  <a:pt x="1056" y="212"/>
                  <a:pt x="1056" y="212"/>
                </a:cubicBezTo>
                <a:cubicBezTo>
                  <a:pt x="1045" y="256"/>
                  <a:pt x="1045" y="256"/>
                  <a:pt x="1045" y="256"/>
                </a:cubicBezTo>
                <a:cubicBezTo>
                  <a:pt x="1039" y="257"/>
                  <a:pt x="1039" y="257"/>
                  <a:pt x="1039" y="257"/>
                </a:cubicBezTo>
                <a:cubicBezTo>
                  <a:pt x="1039" y="260"/>
                  <a:pt x="1039" y="260"/>
                  <a:pt x="1039" y="260"/>
                </a:cubicBezTo>
                <a:cubicBezTo>
                  <a:pt x="1057" y="260"/>
                  <a:pt x="1057" y="260"/>
                  <a:pt x="1057" y="260"/>
                </a:cubicBezTo>
                <a:cubicBezTo>
                  <a:pt x="1057" y="257"/>
                  <a:pt x="1057" y="257"/>
                  <a:pt x="1057" y="257"/>
                </a:cubicBezTo>
                <a:cubicBezTo>
                  <a:pt x="1050" y="256"/>
                  <a:pt x="1050" y="256"/>
                  <a:pt x="1050" y="256"/>
                </a:cubicBezTo>
                <a:cubicBezTo>
                  <a:pt x="1057" y="225"/>
                  <a:pt x="1057" y="225"/>
                  <a:pt x="1057" y="225"/>
                </a:cubicBezTo>
                <a:cubicBezTo>
                  <a:pt x="1060" y="211"/>
                  <a:pt x="1060" y="211"/>
                  <a:pt x="1060" y="211"/>
                </a:cubicBezTo>
                <a:cubicBezTo>
                  <a:pt x="1062" y="225"/>
                  <a:pt x="1062" y="225"/>
                  <a:pt x="1062" y="225"/>
                </a:cubicBezTo>
                <a:cubicBezTo>
                  <a:pt x="1068" y="261"/>
                  <a:pt x="1068" y="261"/>
                  <a:pt x="1068" y="261"/>
                </a:cubicBezTo>
                <a:cubicBezTo>
                  <a:pt x="1072" y="260"/>
                  <a:pt x="1072" y="260"/>
                  <a:pt x="1072" y="260"/>
                </a:cubicBezTo>
                <a:cubicBezTo>
                  <a:pt x="1088" y="224"/>
                  <a:pt x="1088" y="224"/>
                  <a:pt x="1088" y="224"/>
                </a:cubicBezTo>
                <a:cubicBezTo>
                  <a:pt x="1094" y="211"/>
                  <a:pt x="1094" y="211"/>
                  <a:pt x="1094" y="211"/>
                </a:cubicBezTo>
                <a:cubicBezTo>
                  <a:pt x="1093" y="225"/>
                  <a:pt x="1093" y="225"/>
                  <a:pt x="1093" y="225"/>
                </a:cubicBezTo>
                <a:cubicBezTo>
                  <a:pt x="1091" y="256"/>
                  <a:pt x="1091" y="256"/>
                  <a:pt x="1091" y="256"/>
                </a:cubicBezTo>
                <a:cubicBezTo>
                  <a:pt x="1085" y="257"/>
                  <a:pt x="1085" y="257"/>
                  <a:pt x="1085" y="257"/>
                </a:cubicBezTo>
                <a:cubicBezTo>
                  <a:pt x="1084" y="260"/>
                  <a:pt x="1084" y="260"/>
                  <a:pt x="1084" y="260"/>
                </a:cubicBezTo>
                <a:cubicBezTo>
                  <a:pt x="1104" y="260"/>
                  <a:pt x="1104" y="260"/>
                  <a:pt x="1104" y="260"/>
                </a:cubicBezTo>
                <a:cubicBezTo>
                  <a:pt x="1104" y="257"/>
                  <a:pt x="1104" y="257"/>
                  <a:pt x="1104" y="257"/>
                </a:cubicBezTo>
                <a:cubicBezTo>
                  <a:pt x="1098" y="256"/>
                  <a:pt x="1098" y="256"/>
                  <a:pt x="1098" y="256"/>
                </a:cubicBezTo>
                <a:cubicBezTo>
                  <a:pt x="1099" y="212"/>
                  <a:pt x="1099" y="212"/>
                  <a:pt x="1099" y="212"/>
                </a:cubicBezTo>
                <a:cubicBezTo>
                  <a:pt x="1106" y="211"/>
                  <a:pt x="1106" y="211"/>
                  <a:pt x="1106" y="211"/>
                </a:cubicBezTo>
                <a:cubicBezTo>
                  <a:pt x="1106" y="208"/>
                  <a:pt x="1106" y="208"/>
                  <a:pt x="1106" y="208"/>
                </a:cubicBezTo>
                <a:cubicBezTo>
                  <a:pt x="1091" y="208"/>
                  <a:pt x="1091" y="208"/>
                  <a:pt x="1091" y="208"/>
                </a:cubicBezTo>
                <a:cubicBezTo>
                  <a:pt x="1090" y="211"/>
                  <a:pt x="1087" y="217"/>
                  <a:pt x="1083" y="225"/>
                </a:cubicBezTo>
                <a:cubicBezTo>
                  <a:pt x="1079" y="233"/>
                  <a:pt x="1077" y="239"/>
                  <a:pt x="1076" y="242"/>
                </a:cubicBezTo>
                <a:close/>
                <a:moveTo>
                  <a:pt x="1138" y="253"/>
                </a:moveTo>
                <a:cubicBezTo>
                  <a:pt x="1136" y="251"/>
                  <a:pt x="1136" y="251"/>
                  <a:pt x="1136" y="251"/>
                </a:cubicBezTo>
                <a:cubicBezTo>
                  <a:pt x="1134" y="253"/>
                  <a:pt x="1133" y="254"/>
                  <a:pt x="1131" y="255"/>
                </a:cubicBezTo>
                <a:cubicBezTo>
                  <a:pt x="1129" y="256"/>
                  <a:pt x="1126" y="256"/>
                  <a:pt x="1124" y="256"/>
                </a:cubicBezTo>
                <a:cubicBezTo>
                  <a:pt x="1121" y="256"/>
                  <a:pt x="1119" y="255"/>
                  <a:pt x="1118" y="253"/>
                </a:cubicBezTo>
                <a:cubicBezTo>
                  <a:pt x="1117" y="250"/>
                  <a:pt x="1116" y="247"/>
                  <a:pt x="1116" y="244"/>
                </a:cubicBezTo>
                <a:cubicBezTo>
                  <a:pt x="1119" y="244"/>
                  <a:pt x="1123" y="244"/>
                  <a:pt x="1126" y="242"/>
                </a:cubicBezTo>
                <a:cubicBezTo>
                  <a:pt x="1130" y="241"/>
                  <a:pt x="1133" y="240"/>
                  <a:pt x="1136" y="237"/>
                </a:cubicBezTo>
                <a:cubicBezTo>
                  <a:pt x="1138" y="235"/>
                  <a:pt x="1140" y="232"/>
                  <a:pt x="1140" y="229"/>
                </a:cubicBezTo>
                <a:cubicBezTo>
                  <a:pt x="1140" y="226"/>
                  <a:pt x="1139" y="224"/>
                  <a:pt x="1137" y="223"/>
                </a:cubicBezTo>
                <a:cubicBezTo>
                  <a:pt x="1135" y="221"/>
                  <a:pt x="1133" y="220"/>
                  <a:pt x="1130" y="220"/>
                </a:cubicBezTo>
                <a:cubicBezTo>
                  <a:pt x="1126" y="220"/>
                  <a:pt x="1122" y="221"/>
                  <a:pt x="1119" y="224"/>
                </a:cubicBezTo>
                <a:cubicBezTo>
                  <a:pt x="1116" y="226"/>
                  <a:pt x="1114" y="229"/>
                  <a:pt x="1112" y="233"/>
                </a:cubicBezTo>
                <a:cubicBezTo>
                  <a:pt x="1110" y="237"/>
                  <a:pt x="1109" y="241"/>
                  <a:pt x="1109" y="246"/>
                </a:cubicBezTo>
                <a:cubicBezTo>
                  <a:pt x="1109" y="248"/>
                  <a:pt x="1110" y="251"/>
                  <a:pt x="1111" y="253"/>
                </a:cubicBezTo>
                <a:cubicBezTo>
                  <a:pt x="1111" y="255"/>
                  <a:pt x="1113" y="257"/>
                  <a:pt x="1115" y="259"/>
                </a:cubicBezTo>
                <a:cubicBezTo>
                  <a:pt x="1117" y="260"/>
                  <a:pt x="1120" y="261"/>
                  <a:pt x="1123" y="261"/>
                </a:cubicBezTo>
                <a:cubicBezTo>
                  <a:pt x="1126" y="261"/>
                  <a:pt x="1129" y="260"/>
                  <a:pt x="1132" y="258"/>
                </a:cubicBezTo>
                <a:cubicBezTo>
                  <a:pt x="1135" y="257"/>
                  <a:pt x="1136" y="255"/>
                  <a:pt x="1138" y="253"/>
                </a:cubicBezTo>
                <a:close/>
                <a:moveTo>
                  <a:pt x="1128" y="224"/>
                </a:moveTo>
                <a:cubicBezTo>
                  <a:pt x="1130" y="224"/>
                  <a:pt x="1131" y="224"/>
                  <a:pt x="1132" y="225"/>
                </a:cubicBezTo>
                <a:cubicBezTo>
                  <a:pt x="1132" y="226"/>
                  <a:pt x="1133" y="228"/>
                  <a:pt x="1133" y="229"/>
                </a:cubicBezTo>
                <a:cubicBezTo>
                  <a:pt x="1133" y="232"/>
                  <a:pt x="1132" y="234"/>
                  <a:pt x="1130" y="235"/>
                </a:cubicBezTo>
                <a:cubicBezTo>
                  <a:pt x="1129" y="237"/>
                  <a:pt x="1126" y="238"/>
                  <a:pt x="1124" y="239"/>
                </a:cubicBezTo>
                <a:cubicBezTo>
                  <a:pt x="1121" y="240"/>
                  <a:pt x="1119" y="241"/>
                  <a:pt x="1116" y="241"/>
                </a:cubicBezTo>
                <a:cubicBezTo>
                  <a:pt x="1117" y="238"/>
                  <a:pt x="1117" y="236"/>
                  <a:pt x="1118" y="233"/>
                </a:cubicBezTo>
                <a:cubicBezTo>
                  <a:pt x="1119" y="230"/>
                  <a:pt x="1121" y="228"/>
                  <a:pt x="1122" y="226"/>
                </a:cubicBezTo>
                <a:cubicBezTo>
                  <a:pt x="1124" y="225"/>
                  <a:pt x="1126" y="224"/>
                  <a:pt x="1128" y="224"/>
                </a:cubicBezTo>
                <a:close/>
                <a:moveTo>
                  <a:pt x="1175" y="254"/>
                </a:moveTo>
                <a:cubicBezTo>
                  <a:pt x="1182" y="204"/>
                  <a:pt x="1182" y="204"/>
                  <a:pt x="1182" y="204"/>
                </a:cubicBezTo>
                <a:cubicBezTo>
                  <a:pt x="1181" y="204"/>
                  <a:pt x="1181" y="204"/>
                  <a:pt x="1181" y="204"/>
                </a:cubicBezTo>
                <a:cubicBezTo>
                  <a:pt x="1171" y="205"/>
                  <a:pt x="1171" y="205"/>
                  <a:pt x="1171" y="205"/>
                </a:cubicBezTo>
                <a:cubicBezTo>
                  <a:pt x="1170" y="207"/>
                  <a:pt x="1170" y="207"/>
                  <a:pt x="1170" y="207"/>
                </a:cubicBezTo>
                <a:cubicBezTo>
                  <a:pt x="1175" y="208"/>
                  <a:pt x="1175" y="208"/>
                  <a:pt x="1175" y="208"/>
                </a:cubicBezTo>
                <a:cubicBezTo>
                  <a:pt x="1173" y="221"/>
                  <a:pt x="1173" y="221"/>
                  <a:pt x="1173" y="221"/>
                </a:cubicBezTo>
                <a:cubicBezTo>
                  <a:pt x="1171" y="220"/>
                  <a:pt x="1169" y="220"/>
                  <a:pt x="1168" y="220"/>
                </a:cubicBezTo>
                <a:cubicBezTo>
                  <a:pt x="1163" y="220"/>
                  <a:pt x="1159" y="222"/>
                  <a:pt x="1156" y="224"/>
                </a:cubicBezTo>
                <a:cubicBezTo>
                  <a:pt x="1152" y="227"/>
                  <a:pt x="1150" y="230"/>
                  <a:pt x="1148" y="234"/>
                </a:cubicBezTo>
                <a:cubicBezTo>
                  <a:pt x="1146" y="238"/>
                  <a:pt x="1145" y="242"/>
                  <a:pt x="1145" y="246"/>
                </a:cubicBezTo>
                <a:cubicBezTo>
                  <a:pt x="1145" y="250"/>
                  <a:pt x="1146" y="254"/>
                  <a:pt x="1148" y="257"/>
                </a:cubicBezTo>
                <a:cubicBezTo>
                  <a:pt x="1150" y="259"/>
                  <a:pt x="1153" y="261"/>
                  <a:pt x="1157" y="261"/>
                </a:cubicBezTo>
                <a:cubicBezTo>
                  <a:pt x="1159" y="261"/>
                  <a:pt x="1162" y="260"/>
                  <a:pt x="1163" y="259"/>
                </a:cubicBezTo>
                <a:cubicBezTo>
                  <a:pt x="1165" y="258"/>
                  <a:pt x="1167" y="256"/>
                  <a:pt x="1168" y="255"/>
                </a:cubicBezTo>
                <a:cubicBezTo>
                  <a:pt x="1168" y="256"/>
                  <a:pt x="1168" y="256"/>
                  <a:pt x="1168" y="256"/>
                </a:cubicBezTo>
                <a:cubicBezTo>
                  <a:pt x="1168" y="259"/>
                  <a:pt x="1170" y="261"/>
                  <a:pt x="1173" y="261"/>
                </a:cubicBezTo>
                <a:cubicBezTo>
                  <a:pt x="1174" y="261"/>
                  <a:pt x="1176" y="260"/>
                  <a:pt x="1177" y="259"/>
                </a:cubicBezTo>
                <a:cubicBezTo>
                  <a:pt x="1178" y="258"/>
                  <a:pt x="1179" y="257"/>
                  <a:pt x="1180" y="256"/>
                </a:cubicBezTo>
                <a:cubicBezTo>
                  <a:pt x="1179" y="255"/>
                  <a:pt x="1179" y="255"/>
                  <a:pt x="1179" y="255"/>
                </a:cubicBezTo>
                <a:cubicBezTo>
                  <a:pt x="1178" y="256"/>
                  <a:pt x="1177" y="256"/>
                  <a:pt x="1176" y="256"/>
                </a:cubicBezTo>
                <a:cubicBezTo>
                  <a:pt x="1175" y="256"/>
                  <a:pt x="1175" y="256"/>
                  <a:pt x="1175" y="255"/>
                </a:cubicBezTo>
                <a:cubicBezTo>
                  <a:pt x="1175" y="254"/>
                  <a:pt x="1175" y="254"/>
                  <a:pt x="1175" y="254"/>
                </a:cubicBezTo>
                <a:close/>
                <a:moveTo>
                  <a:pt x="1172" y="225"/>
                </a:moveTo>
                <a:cubicBezTo>
                  <a:pt x="1169" y="250"/>
                  <a:pt x="1169" y="250"/>
                  <a:pt x="1169" y="250"/>
                </a:cubicBezTo>
                <a:cubicBezTo>
                  <a:pt x="1168" y="252"/>
                  <a:pt x="1166" y="253"/>
                  <a:pt x="1164" y="254"/>
                </a:cubicBezTo>
                <a:cubicBezTo>
                  <a:pt x="1163" y="256"/>
                  <a:pt x="1161" y="256"/>
                  <a:pt x="1159" y="256"/>
                </a:cubicBezTo>
                <a:cubicBezTo>
                  <a:pt x="1157" y="256"/>
                  <a:pt x="1155" y="255"/>
                  <a:pt x="1154" y="253"/>
                </a:cubicBezTo>
                <a:cubicBezTo>
                  <a:pt x="1153" y="252"/>
                  <a:pt x="1153" y="249"/>
                  <a:pt x="1153" y="246"/>
                </a:cubicBezTo>
                <a:cubicBezTo>
                  <a:pt x="1153" y="242"/>
                  <a:pt x="1153" y="239"/>
                  <a:pt x="1154" y="236"/>
                </a:cubicBezTo>
                <a:cubicBezTo>
                  <a:pt x="1155" y="232"/>
                  <a:pt x="1157" y="230"/>
                  <a:pt x="1159" y="227"/>
                </a:cubicBezTo>
                <a:cubicBezTo>
                  <a:pt x="1161" y="225"/>
                  <a:pt x="1164" y="224"/>
                  <a:pt x="1167" y="224"/>
                </a:cubicBezTo>
                <a:cubicBezTo>
                  <a:pt x="1169" y="224"/>
                  <a:pt x="1171" y="224"/>
                  <a:pt x="1172" y="225"/>
                </a:cubicBezTo>
                <a:close/>
                <a:moveTo>
                  <a:pt x="1198" y="254"/>
                </a:moveTo>
                <a:cubicBezTo>
                  <a:pt x="1202" y="221"/>
                  <a:pt x="1202" y="221"/>
                  <a:pt x="1202" y="221"/>
                </a:cubicBezTo>
                <a:cubicBezTo>
                  <a:pt x="1201" y="220"/>
                  <a:pt x="1201" y="220"/>
                  <a:pt x="1201" y="220"/>
                </a:cubicBezTo>
                <a:cubicBezTo>
                  <a:pt x="1191" y="222"/>
                  <a:pt x="1191" y="222"/>
                  <a:pt x="1191" y="222"/>
                </a:cubicBezTo>
                <a:cubicBezTo>
                  <a:pt x="1190" y="224"/>
                  <a:pt x="1190" y="224"/>
                  <a:pt x="1190" y="224"/>
                </a:cubicBezTo>
                <a:cubicBezTo>
                  <a:pt x="1195" y="226"/>
                  <a:pt x="1195" y="226"/>
                  <a:pt x="1195" y="226"/>
                </a:cubicBezTo>
                <a:cubicBezTo>
                  <a:pt x="1194" y="233"/>
                  <a:pt x="1193" y="239"/>
                  <a:pt x="1192" y="243"/>
                </a:cubicBezTo>
                <a:cubicBezTo>
                  <a:pt x="1191" y="251"/>
                  <a:pt x="1191" y="255"/>
                  <a:pt x="1191" y="256"/>
                </a:cubicBezTo>
                <a:cubicBezTo>
                  <a:pt x="1190" y="258"/>
                  <a:pt x="1191" y="259"/>
                  <a:pt x="1192" y="260"/>
                </a:cubicBezTo>
                <a:cubicBezTo>
                  <a:pt x="1192" y="260"/>
                  <a:pt x="1194" y="261"/>
                  <a:pt x="1195" y="261"/>
                </a:cubicBezTo>
                <a:cubicBezTo>
                  <a:pt x="1197" y="261"/>
                  <a:pt x="1199" y="260"/>
                  <a:pt x="1200" y="259"/>
                </a:cubicBezTo>
                <a:cubicBezTo>
                  <a:pt x="1202" y="258"/>
                  <a:pt x="1203" y="257"/>
                  <a:pt x="1203" y="256"/>
                </a:cubicBezTo>
                <a:cubicBezTo>
                  <a:pt x="1202" y="254"/>
                  <a:pt x="1202" y="254"/>
                  <a:pt x="1202" y="254"/>
                </a:cubicBezTo>
                <a:cubicBezTo>
                  <a:pt x="1202" y="255"/>
                  <a:pt x="1201" y="256"/>
                  <a:pt x="1200" y="256"/>
                </a:cubicBezTo>
                <a:cubicBezTo>
                  <a:pt x="1200" y="256"/>
                  <a:pt x="1199" y="256"/>
                  <a:pt x="1199" y="256"/>
                </a:cubicBezTo>
                <a:cubicBezTo>
                  <a:pt x="1198" y="256"/>
                  <a:pt x="1198" y="256"/>
                  <a:pt x="1198" y="256"/>
                </a:cubicBezTo>
                <a:cubicBezTo>
                  <a:pt x="1198" y="256"/>
                  <a:pt x="1198" y="255"/>
                  <a:pt x="1198" y="255"/>
                </a:cubicBezTo>
                <a:lnTo>
                  <a:pt x="1198" y="254"/>
                </a:lnTo>
                <a:close/>
                <a:moveTo>
                  <a:pt x="1200" y="213"/>
                </a:moveTo>
                <a:cubicBezTo>
                  <a:pt x="1201" y="213"/>
                  <a:pt x="1202" y="212"/>
                  <a:pt x="1203" y="211"/>
                </a:cubicBezTo>
                <a:cubicBezTo>
                  <a:pt x="1204" y="210"/>
                  <a:pt x="1205" y="209"/>
                  <a:pt x="1205" y="207"/>
                </a:cubicBezTo>
                <a:cubicBezTo>
                  <a:pt x="1205" y="206"/>
                  <a:pt x="1204" y="206"/>
                  <a:pt x="1204" y="205"/>
                </a:cubicBezTo>
                <a:cubicBezTo>
                  <a:pt x="1203" y="204"/>
                  <a:pt x="1202" y="204"/>
                  <a:pt x="1201" y="204"/>
                </a:cubicBezTo>
                <a:cubicBezTo>
                  <a:pt x="1200" y="204"/>
                  <a:pt x="1198" y="204"/>
                  <a:pt x="1198" y="205"/>
                </a:cubicBezTo>
                <a:cubicBezTo>
                  <a:pt x="1197" y="206"/>
                  <a:pt x="1196" y="207"/>
                  <a:pt x="1196" y="209"/>
                </a:cubicBezTo>
                <a:cubicBezTo>
                  <a:pt x="1196" y="210"/>
                  <a:pt x="1197" y="211"/>
                  <a:pt x="1197" y="212"/>
                </a:cubicBezTo>
                <a:cubicBezTo>
                  <a:pt x="1198" y="212"/>
                  <a:pt x="1199" y="213"/>
                  <a:pt x="1200" y="213"/>
                </a:cubicBezTo>
                <a:close/>
                <a:moveTo>
                  <a:pt x="1237" y="228"/>
                </a:moveTo>
                <a:cubicBezTo>
                  <a:pt x="1238" y="229"/>
                  <a:pt x="1238" y="229"/>
                  <a:pt x="1238" y="229"/>
                </a:cubicBezTo>
                <a:cubicBezTo>
                  <a:pt x="1240" y="222"/>
                  <a:pt x="1240" y="222"/>
                  <a:pt x="1240" y="222"/>
                </a:cubicBezTo>
                <a:cubicBezTo>
                  <a:pt x="1239" y="221"/>
                  <a:pt x="1238" y="221"/>
                  <a:pt x="1237" y="221"/>
                </a:cubicBezTo>
                <a:cubicBezTo>
                  <a:pt x="1235" y="220"/>
                  <a:pt x="1234" y="220"/>
                  <a:pt x="1232" y="220"/>
                </a:cubicBezTo>
                <a:cubicBezTo>
                  <a:pt x="1228" y="220"/>
                  <a:pt x="1224" y="221"/>
                  <a:pt x="1221" y="224"/>
                </a:cubicBezTo>
                <a:cubicBezTo>
                  <a:pt x="1218" y="227"/>
                  <a:pt x="1216" y="230"/>
                  <a:pt x="1214" y="234"/>
                </a:cubicBezTo>
                <a:cubicBezTo>
                  <a:pt x="1213" y="237"/>
                  <a:pt x="1212" y="241"/>
                  <a:pt x="1212" y="245"/>
                </a:cubicBezTo>
                <a:cubicBezTo>
                  <a:pt x="1212" y="250"/>
                  <a:pt x="1213" y="254"/>
                  <a:pt x="1215" y="257"/>
                </a:cubicBezTo>
                <a:cubicBezTo>
                  <a:pt x="1217" y="259"/>
                  <a:pt x="1220" y="261"/>
                  <a:pt x="1224" y="261"/>
                </a:cubicBezTo>
                <a:cubicBezTo>
                  <a:pt x="1227" y="261"/>
                  <a:pt x="1230" y="260"/>
                  <a:pt x="1232" y="259"/>
                </a:cubicBezTo>
                <a:cubicBezTo>
                  <a:pt x="1235" y="257"/>
                  <a:pt x="1236" y="256"/>
                  <a:pt x="1238" y="254"/>
                </a:cubicBezTo>
                <a:cubicBezTo>
                  <a:pt x="1236" y="252"/>
                  <a:pt x="1236" y="252"/>
                  <a:pt x="1236" y="252"/>
                </a:cubicBezTo>
                <a:cubicBezTo>
                  <a:pt x="1235" y="253"/>
                  <a:pt x="1233" y="254"/>
                  <a:pt x="1232" y="255"/>
                </a:cubicBezTo>
                <a:cubicBezTo>
                  <a:pt x="1230" y="256"/>
                  <a:pt x="1229" y="256"/>
                  <a:pt x="1227" y="256"/>
                </a:cubicBezTo>
                <a:cubicBezTo>
                  <a:pt x="1224" y="256"/>
                  <a:pt x="1222" y="255"/>
                  <a:pt x="1221" y="253"/>
                </a:cubicBezTo>
                <a:cubicBezTo>
                  <a:pt x="1220" y="251"/>
                  <a:pt x="1219" y="248"/>
                  <a:pt x="1219" y="244"/>
                </a:cubicBezTo>
                <a:cubicBezTo>
                  <a:pt x="1219" y="240"/>
                  <a:pt x="1219" y="237"/>
                  <a:pt x="1221" y="234"/>
                </a:cubicBezTo>
                <a:cubicBezTo>
                  <a:pt x="1222" y="231"/>
                  <a:pt x="1223" y="229"/>
                  <a:pt x="1225" y="227"/>
                </a:cubicBezTo>
                <a:cubicBezTo>
                  <a:pt x="1227" y="225"/>
                  <a:pt x="1229" y="225"/>
                  <a:pt x="1231" y="225"/>
                </a:cubicBezTo>
                <a:cubicBezTo>
                  <a:pt x="1232" y="225"/>
                  <a:pt x="1235" y="226"/>
                  <a:pt x="1237" y="228"/>
                </a:cubicBezTo>
                <a:close/>
                <a:moveTo>
                  <a:pt x="1255" y="254"/>
                </a:moveTo>
                <a:cubicBezTo>
                  <a:pt x="1260" y="221"/>
                  <a:pt x="1260" y="221"/>
                  <a:pt x="1260" y="221"/>
                </a:cubicBezTo>
                <a:cubicBezTo>
                  <a:pt x="1259" y="220"/>
                  <a:pt x="1259" y="220"/>
                  <a:pt x="1259" y="220"/>
                </a:cubicBezTo>
                <a:cubicBezTo>
                  <a:pt x="1249" y="222"/>
                  <a:pt x="1249" y="222"/>
                  <a:pt x="1249" y="222"/>
                </a:cubicBezTo>
                <a:cubicBezTo>
                  <a:pt x="1248" y="224"/>
                  <a:pt x="1248" y="224"/>
                  <a:pt x="1248" y="224"/>
                </a:cubicBezTo>
                <a:cubicBezTo>
                  <a:pt x="1253" y="226"/>
                  <a:pt x="1253" y="226"/>
                  <a:pt x="1253" y="226"/>
                </a:cubicBezTo>
                <a:cubicBezTo>
                  <a:pt x="1252" y="233"/>
                  <a:pt x="1251" y="239"/>
                  <a:pt x="1250" y="243"/>
                </a:cubicBezTo>
                <a:cubicBezTo>
                  <a:pt x="1249" y="251"/>
                  <a:pt x="1248" y="255"/>
                  <a:pt x="1248" y="256"/>
                </a:cubicBezTo>
                <a:cubicBezTo>
                  <a:pt x="1248" y="258"/>
                  <a:pt x="1249" y="259"/>
                  <a:pt x="1249" y="260"/>
                </a:cubicBezTo>
                <a:cubicBezTo>
                  <a:pt x="1250" y="260"/>
                  <a:pt x="1251" y="261"/>
                  <a:pt x="1253" y="261"/>
                </a:cubicBezTo>
                <a:cubicBezTo>
                  <a:pt x="1255" y="261"/>
                  <a:pt x="1256" y="260"/>
                  <a:pt x="1258" y="259"/>
                </a:cubicBezTo>
                <a:cubicBezTo>
                  <a:pt x="1259" y="258"/>
                  <a:pt x="1260" y="257"/>
                  <a:pt x="1261" y="256"/>
                </a:cubicBezTo>
                <a:cubicBezTo>
                  <a:pt x="1260" y="254"/>
                  <a:pt x="1260" y="254"/>
                  <a:pt x="1260" y="254"/>
                </a:cubicBezTo>
                <a:cubicBezTo>
                  <a:pt x="1259" y="255"/>
                  <a:pt x="1259" y="256"/>
                  <a:pt x="1258" y="256"/>
                </a:cubicBezTo>
                <a:cubicBezTo>
                  <a:pt x="1258" y="256"/>
                  <a:pt x="1257" y="256"/>
                  <a:pt x="1256" y="256"/>
                </a:cubicBezTo>
                <a:cubicBezTo>
                  <a:pt x="1256" y="256"/>
                  <a:pt x="1256" y="256"/>
                  <a:pt x="1256" y="256"/>
                </a:cubicBezTo>
                <a:cubicBezTo>
                  <a:pt x="1255" y="256"/>
                  <a:pt x="1255" y="255"/>
                  <a:pt x="1255" y="255"/>
                </a:cubicBezTo>
                <a:lnTo>
                  <a:pt x="1255" y="254"/>
                </a:lnTo>
                <a:close/>
                <a:moveTo>
                  <a:pt x="1258" y="213"/>
                </a:moveTo>
                <a:cubicBezTo>
                  <a:pt x="1259" y="213"/>
                  <a:pt x="1260" y="212"/>
                  <a:pt x="1261" y="211"/>
                </a:cubicBezTo>
                <a:cubicBezTo>
                  <a:pt x="1262" y="210"/>
                  <a:pt x="1262" y="209"/>
                  <a:pt x="1262" y="207"/>
                </a:cubicBezTo>
                <a:cubicBezTo>
                  <a:pt x="1262" y="206"/>
                  <a:pt x="1262" y="206"/>
                  <a:pt x="1261" y="205"/>
                </a:cubicBezTo>
                <a:cubicBezTo>
                  <a:pt x="1261" y="204"/>
                  <a:pt x="1260" y="204"/>
                  <a:pt x="1259" y="204"/>
                </a:cubicBezTo>
                <a:cubicBezTo>
                  <a:pt x="1257" y="204"/>
                  <a:pt x="1256" y="204"/>
                  <a:pt x="1255" y="205"/>
                </a:cubicBezTo>
                <a:cubicBezTo>
                  <a:pt x="1254" y="206"/>
                  <a:pt x="1254" y="207"/>
                  <a:pt x="1254" y="209"/>
                </a:cubicBezTo>
                <a:cubicBezTo>
                  <a:pt x="1254" y="210"/>
                  <a:pt x="1254" y="211"/>
                  <a:pt x="1255" y="212"/>
                </a:cubicBezTo>
                <a:cubicBezTo>
                  <a:pt x="1256" y="212"/>
                  <a:pt x="1257" y="213"/>
                  <a:pt x="1258" y="213"/>
                </a:cubicBezTo>
                <a:close/>
                <a:moveTo>
                  <a:pt x="1282" y="229"/>
                </a:moveTo>
                <a:cubicBezTo>
                  <a:pt x="1283" y="221"/>
                  <a:pt x="1283" y="221"/>
                  <a:pt x="1283" y="221"/>
                </a:cubicBezTo>
                <a:cubicBezTo>
                  <a:pt x="1281" y="220"/>
                  <a:pt x="1281" y="220"/>
                  <a:pt x="1281" y="220"/>
                </a:cubicBezTo>
                <a:cubicBezTo>
                  <a:pt x="1273" y="222"/>
                  <a:pt x="1273" y="222"/>
                  <a:pt x="1273" y="222"/>
                </a:cubicBezTo>
                <a:cubicBezTo>
                  <a:pt x="1272" y="224"/>
                  <a:pt x="1272" y="224"/>
                  <a:pt x="1272" y="224"/>
                </a:cubicBezTo>
                <a:cubicBezTo>
                  <a:pt x="1275" y="226"/>
                  <a:pt x="1275" y="226"/>
                  <a:pt x="1275" y="226"/>
                </a:cubicBezTo>
                <a:cubicBezTo>
                  <a:pt x="1271" y="260"/>
                  <a:pt x="1271" y="260"/>
                  <a:pt x="1271" y="260"/>
                </a:cubicBezTo>
                <a:cubicBezTo>
                  <a:pt x="1278" y="260"/>
                  <a:pt x="1278" y="260"/>
                  <a:pt x="1278" y="260"/>
                </a:cubicBezTo>
                <a:cubicBezTo>
                  <a:pt x="1281" y="235"/>
                  <a:pt x="1281" y="235"/>
                  <a:pt x="1281" y="235"/>
                </a:cubicBezTo>
                <a:cubicBezTo>
                  <a:pt x="1283" y="232"/>
                  <a:pt x="1285" y="230"/>
                  <a:pt x="1287" y="228"/>
                </a:cubicBezTo>
                <a:cubicBezTo>
                  <a:pt x="1289" y="226"/>
                  <a:pt x="1291" y="225"/>
                  <a:pt x="1293" y="225"/>
                </a:cubicBezTo>
                <a:cubicBezTo>
                  <a:pt x="1295" y="225"/>
                  <a:pt x="1296" y="226"/>
                  <a:pt x="1297" y="226"/>
                </a:cubicBezTo>
                <a:cubicBezTo>
                  <a:pt x="1297" y="227"/>
                  <a:pt x="1298" y="229"/>
                  <a:pt x="1298" y="231"/>
                </a:cubicBezTo>
                <a:cubicBezTo>
                  <a:pt x="1298" y="233"/>
                  <a:pt x="1297" y="234"/>
                  <a:pt x="1297" y="236"/>
                </a:cubicBezTo>
                <a:cubicBezTo>
                  <a:pt x="1297" y="238"/>
                  <a:pt x="1297" y="240"/>
                  <a:pt x="1296" y="243"/>
                </a:cubicBezTo>
                <a:cubicBezTo>
                  <a:pt x="1296" y="245"/>
                  <a:pt x="1296" y="245"/>
                  <a:pt x="1296" y="245"/>
                </a:cubicBezTo>
                <a:cubicBezTo>
                  <a:pt x="1295" y="248"/>
                  <a:pt x="1295" y="248"/>
                  <a:pt x="1295" y="248"/>
                </a:cubicBezTo>
                <a:cubicBezTo>
                  <a:pt x="1294" y="252"/>
                  <a:pt x="1294" y="255"/>
                  <a:pt x="1294" y="256"/>
                </a:cubicBezTo>
                <a:cubicBezTo>
                  <a:pt x="1294" y="259"/>
                  <a:pt x="1295" y="261"/>
                  <a:pt x="1298" y="261"/>
                </a:cubicBezTo>
                <a:cubicBezTo>
                  <a:pt x="1300" y="261"/>
                  <a:pt x="1301" y="260"/>
                  <a:pt x="1302" y="260"/>
                </a:cubicBezTo>
                <a:cubicBezTo>
                  <a:pt x="1303" y="259"/>
                  <a:pt x="1304" y="259"/>
                  <a:pt x="1305" y="258"/>
                </a:cubicBezTo>
                <a:cubicBezTo>
                  <a:pt x="1305" y="258"/>
                  <a:pt x="1306" y="257"/>
                  <a:pt x="1306" y="257"/>
                </a:cubicBezTo>
                <a:cubicBezTo>
                  <a:pt x="1305" y="255"/>
                  <a:pt x="1305" y="255"/>
                  <a:pt x="1305" y="255"/>
                </a:cubicBezTo>
                <a:cubicBezTo>
                  <a:pt x="1304" y="256"/>
                  <a:pt x="1303" y="256"/>
                  <a:pt x="1302" y="256"/>
                </a:cubicBezTo>
                <a:cubicBezTo>
                  <a:pt x="1301" y="256"/>
                  <a:pt x="1301" y="256"/>
                  <a:pt x="1301" y="255"/>
                </a:cubicBezTo>
                <a:cubicBezTo>
                  <a:pt x="1301" y="253"/>
                  <a:pt x="1301" y="250"/>
                  <a:pt x="1302" y="246"/>
                </a:cubicBezTo>
                <a:cubicBezTo>
                  <a:pt x="1303" y="243"/>
                  <a:pt x="1303" y="243"/>
                  <a:pt x="1303" y="243"/>
                </a:cubicBezTo>
                <a:cubicBezTo>
                  <a:pt x="1303" y="241"/>
                  <a:pt x="1303" y="241"/>
                  <a:pt x="1303" y="241"/>
                </a:cubicBezTo>
                <a:cubicBezTo>
                  <a:pt x="1304" y="236"/>
                  <a:pt x="1305" y="232"/>
                  <a:pt x="1305" y="230"/>
                </a:cubicBezTo>
                <a:cubicBezTo>
                  <a:pt x="1305" y="227"/>
                  <a:pt x="1304" y="224"/>
                  <a:pt x="1302" y="223"/>
                </a:cubicBezTo>
                <a:cubicBezTo>
                  <a:pt x="1301" y="221"/>
                  <a:pt x="1299" y="220"/>
                  <a:pt x="1296" y="220"/>
                </a:cubicBezTo>
                <a:cubicBezTo>
                  <a:pt x="1294" y="220"/>
                  <a:pt x="1291" y="221"/>
                  <a:pt x="1289" y="223"/>
                </a:cubicBezTo>
                <a:cubicBezTo>
                  <a:pt x="1286" y="224"/>
                  <a:pt x="1284" y="227"/>
                  <a:pt x="1282" y="229"/>
                </a:cubicBezTo>
                <a:close/>
                <a:moveTo>
                  <a:pt x="1342" y="253"/>
                </a:moveTo>
                <a:cubicBezTo>
                  <a:pt x="1340" y="251"/>
                  <a:pt x="1340" y="251"/>
                  <a:pt x="1340" y="251"/>
                </a:cubicBezTo>
                <a:cubicBezTo>
                  <a:pt x="1339" y="253"/>
                  <a:pt x="1337" y="254"/>
                  <a:pt x="1335" y="255"/>
                </a:cubicBezTo>
                <a:cubicBezTo>
                  <a:pt x="1333" y="256"/>
                  <a:pt x="1331" y="256"/>
                  <a:pt x="1329" y="256"/>
                </a:cubicBezTo>
                <a:cubicBezTo>
                  <a:pt x="1326" y="256"/>
                  <a:pt x="1323" y="255"/>
                  <a:pt x="1322" y="253"/>
                </a:cubicBezTo>
                <a:cubicBezTo>
                  <a:pt x="1321" y="250"/>
                  <a:pt x="1320" y="247"/>
                  <a:pt x="1320" y="244"/>
                </a:cubicBezTo>
                <a:cubicBezTo>
                  <a:pt x="1323" y="244"/>
                  <a:pt x="1327" y="244"/>
                  <a:pt x="1330" y="242"/>
                </a:cubicBezTo>
                <a:cubicBezTo>
                  <a:pt x="1334" y="241"/>
                  <a:pt x="1337" y="240"/>
                  <a:pt x="1340" y="237"/>
                </a:cubicBezTo>
                <a:cubicBezTo>
                  <a:pt x="1342" y="235"/>
                  <a:pt x="1344" y="232"/>
                  <a:pt x="1344" y="229"/>
                </a:cubicBezTo>
                <a:cubicBezTo>
                  <a:pt x="1344" y="226"/>
                  <a:pt x="1343" y="224"/>
                  <a:pt x="1341" y="223"/>
                </a:cubicBezTo>
                <a:cubicBezTo>
                  <a:pt x="1340" y="221"/>
                  <a:pt x="1337" y="220"/>
                  <a:pt x="1334" y="220"/>
                </a:cubicBezTo>
                <a:cubicBezTo>
                  <a:pt x="1330" y="220"/>
                  <a:pt x="1326" y="221"/>
                  <a:pt x="1323" y="224"/>
                </a:cubicBezTo>
                <a:cubicBezTo>
                  <a:pt x="1320" y="226"/>
                  <a:pt x="1318" y="229"/>
                  <a:pt x="1316" y="233"/>
                </a:cubicBezTo>
                <a:cubicBezTo>
                  <a:pt x="1314" y="237"/>
                  <a:pt x="1313" y="241"/>
                  <a:pt x="1313" y="246"/>
                </a:cubicBezTo>
                <a:cubicBezTo>
                  <a:pt x="1313" y="248"/>
                  <a:pt x="1314" y="251"/>
                  <a:pt x="1315" y="253"/>
                </a:cubicBezTo>
                <a:cubicBezTo>
                  <a:pt x="1316" y="255"/>
                  <a:pt x="1317" y="257"/>
                  <a:pt x="1319" y="259"/>
                </a:cubicBezTo>
                <a:cubicBezTo>
                  <a:pt x="1321" y="260"/>
                  <a:pt x="1324" y="261"/>
                  <a:pt x="1327" y="261"/>
                </a:cubicBezTo>
                <a:cubicBezTo>
                  <a:pt x="1330" y="261"/>
                  <a:pt x="1333" y="260"/>
                  <a:pt x="1336" y="258"/>
                </a:cubicBezTo>
                <a:cubicBezTo>
                  <a:pt x="1339" y="257"/>
                  <a:pt x="1341" y="255"/>
                  <a:pt x="1342" y="253"/>
                </a:cubicBezTo>
                <a:close/>
                <a:moveTo>
                  <a:pt x="1332" y="224"/>
                </a:moveTo>
                <a:cubicBezTo>
                  <a:pt x="1334" y="224"/>
                  <a:pt x="1335" y="224"/>
                  <a:pt x="1336" y="225"/>
                </a:cubicBezTo>
                <a:cubicBezTo>
                  <a:pt x="1337" y="226"/>
                  <a:pt x="1337" y="228"/>
                  <a:pt x="1337" y="229"/>
                </a:cubicBezTo>
                <a:cubicBezTo>
                  <a:pt x="1337" y="232"/>
                  <a:pt x="1336" y="234"/>
                  <a:pt x="1334" y="235"/>
                </a:cubicBezTo>
                <a:cubicBezTo>
                  <a:pt x="1333" y="237"/>
                  <a:pt x="1331" y="238"/>
                  <a:pt x="1328" y="239"/>
                </a:cubicBezTo>
                <a:cubicBezTo>
                  <a:pt x="1325" y="240"/>
                  <a:pt x="1323" y="241"/>
                  <a:pt x="1321" y="241"/>
                </a:cubicBezTo>
                <a:cubicBezTo>
                  <a:pt x="1321" y="238"/>
                  <a:pt x="1321" y="236"/>
                  <a:pt x="1322" y="233"/>
                </a:cubicBezTo>
                <a:cubicBezTo>
                  <a:pt x="1323" y="230"/>
                  <a:pt x="1325" y="228"/>
                  <a:pt x="1326" y="226"/>
                </a:cubicBezTo>
                <a:cubicBezTo>
                  <a:pt x="1328" y="225"/>
                  <a:pt x="1330" y="224"/>
                  <a:pt x="1332" y="22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1800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326E-D071-4DD5-A4CD-E2FB40DD0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D078D8-F64D-4D2E-9A9E-F316D8688A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636A1DB-EA2D-4A7E-BF0D-8FECFA0D1CE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 w/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AE72A0D-A561-46A7-9B20-91BB8490087A}"/>
              </a:ext>
            </a:extLst>
          </p:cNvPr>
          <p:cNvSpPr>
            <a:spLocks noGrp="1"/>
          </p:cNvSpPr>
          <p:nvPr/>
        </p:nvSpPr>
        <p:spPr>
          <a:xfrm>
            <a:off x="0" y="1"/>
            <a:ext cx="9144000" cy="468489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DDE562-8EB5-4014-827E-DD0DD4829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25CCC9-1FD1-49B0-87C0-B051DADF72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636A1DB-EA2D-4A7E-BF0D-8FECFA0D1CEB}" type="slidenum">
              <a:t>‹#›</a:t>
            </a:fld>
            <a:endParaRPr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3E27C736-095E-4C51-9197-AD588C450B8D}"/>
              </a:ext>
            </a:extLst>
          </p:cNvPr>
          <p:cNvSpPr>
            <a:spLocks noGrp="1"/>
          </p:cNvSpPr>
          <p:nvPr/>
        </p:nvSpPr>
        <p:spPr>
          <a:xfrm>
            <a:off x="544392" y="4795468"/>
            <a:ext cx="1252024" cy="234457"/>
          </a:xfrm>
          <a:custGeom>
            <a:avLst/>
            <a:gdLst>
              <a:gd name="T0" fmla="*/ 225 w 1440"/>
              <a:gd name="T1" fmla="*/ 110 h 267"/>
              <a:gd name="T2" fmla="*/ 317 w 1440"/>
              <a:gd name="T3" fmla="*/ 7 h 267"/>
              <a:gd name="T4" fmla="*/ 475 w 1440"/>
              <a:gd name="T5" fmla="*/ 19 h 267"/>
              <a:gd name="T6" fmla="*/ 830 w 1440"/>
              <a:gd name="T7" fmla="*/ 7 h 267"/>
              <a:gd name="T8" fmla="*/ 130 w 1440"/>
              <a:gd name="T9" fmla="*/ 210 h 267"/>
              <a:gd name="T10" fmla="*/ 437 w 1440"/>
              <a:gd name="T11" fmla="*/ 209 h 267"/>
              <a:gd name="T12" fmla="*/ 493 w 1440"/>
              <a:gd name="T13" fmla="*/ 198 h 267"/>
              <a:gd name="T14" fmla="*/ 866 w 1440"/>
              <a:gd name="T15" fmla="*/ 171 h 267"/>
              <a:gd name="T16" fmla="*/ 737 w 1440"/>
              <a:gd name="T17" fmla="*/ 261 h 267"/>
              <a:gd name="T18" fmla="*/ 958 w 1440"/>
              <a:gd name="T19" fmla="*/ 172 h 267"/>
              <a:gd name="T20" fmla="*/ 906 w 1440"/>
              <a:gd name="T21" fmla="*/ 254 h 267"/>
              <a:gd name="T22" fmla="*/ 309 w 1440"/>
              <a:gd name="T23" fmla="*/ 260 h 267"/>
              <a:gd name="T24" fmla="*/ 1053 w 1440"/>
              <a:gd name="T25" fmla="*/ 31 h 267"/>
              <a:gd name="T26" fmla="*/ 1075 w 1440"/>
              <a:gd name="T27" fmla="*/ 44 h 267"/>
              <a:gd name="T28" fmla="*/ 1091 w 1440"/>
              <a:gd name="T29" fmla="*/ 22 h 267"/>
              <a:gd name="T30" fmla="*/ 1107 w 1440"/>
              <a:gd name="T31" fmla="*/ 27 h 267"/>
              <a:gd name="T32" fmla="*/ 1125 w 1440"/>
              <a:gd name="T33" fmla="*/ 55 h 267"/>
              <a:gd name="T34" fmla="*/ 1159 w 1440"/>
              <a:gd name="T35" fmla="*/ 53 h 267"/>
              <a:gd name="T36" fmla="*/ 1160 w 1440"/>
              <a:gd name="T37" fmla="*/ 57 h 267"/>
              <a:gd name="T38" fmla="*/ 1177 w 1440"/>
              <a:gd name="T39" fmla="*/ 23 h 267"/>
              <a:gd name="T40" fmla="*/ 1207 w 1440"/>
              <a:gd name="T41" fmla="*/ 58 h 267"/>
              <a:gd name="T42" fmla="*/ 1245 w 1440"/>
              <a:gd name="T43" fmla="*/ 27 h 267"/>
              <a:gd name="T44" fmla="*/ 1225 w 1440"/>
              <a:gd name="T45" fmla="*/ 43 h 267"/>
              <a:gd name="T46" fmla="*/ 1271 w 1440"/>
              <a:gd name="T47" fmla="*/ 19 h 267"/>
              <a:gd name="T48" fmla="*/ 1259 w 1440"/>
              <a:gd name="T49" fmla="*/ 32 h 267"/>
              <a:gd name="T50" fmla="*/ 1290 w 1440"/>
              <a:gd name="T51" fmla="*/ 54 h 267"/>
              <a:gd name="T52" fmla="*/ 1310 w 1440"/>
              <a:gd name="T53" fmla="*/ 25 h 267"/>
              <a:gd name="T54" fmla="*/ 1059 w 1440"/>
              <a:gd name="T55" fmla="*/ 110 h 267"/>
              <a:gd name="T56" fmla="*/ 1099 w 1440"/>
              <a:gd name="T57" fmla="*/ 134 h 267"/>
              <a:gd name="T58" fmla="*/ 1120 w 1440"/>
              <a:gd name="T59" fmla="*/ 156 h 267"/>
              <a:gd name="T60" fmla="*/ 1141 w 1440"/>
              <a:gd name="T61" fmla="*/ 123 h 267"/>
              <a:gd name="T62" fmla="*/ 1148 w 1440"/>
              <a:gd name="T63" fmla="*/ 175 h 267"/>
              <a:gd name="T64" fmla="*/ 1184 w 1440"/>
              <a:gd name="T65" fmla="*/ 119 h 267"/>
              <a:gd name="T66" fmla="*/ 1181 w 1440"/>
              <a:gd name="T67" fmla="*/ 153 h 267"/>
              <a:gd name="T68" fmla="*/ 1201 w 1440"/>
              <a:gd name="T69" fmla="*/ 125 h 267"/>
              <a:gd name="T70" fmla="*/ 1230 w 1440"/>
              <a:gd name="T71" fmla="*/ 157 h 267"/>
              <a:gd name="T72" fmla="*/ 1260 w 1440"/>
              <a:gd name="T73" fmla="*/ 154 h 267"/>
              <a:gd name="T74" fmla="*/ 1261 w 1440"/>
              <a:gd name="T75" fmla="*/ 158 h 267"/>
              <a:gd name="T76" fmla="*/ 1284 w 1440"/>
              <a:gd name="T77" fmla="*/ 152 h 267"/>
              <a:gd name="T78" fmla="*/ 1294 w 1440"/>
              <a:gd name="T79" fmla="*/ 123 h 267"/>
              <a:gd name="T80" fmla="*/ 1317 w 1440"/>
              <a:gd name="T81" fmla="*/ 125 h 267"/>
              <a:gd name="T82" fmla="*/ 1342 w 1440"/>
              <a:gd name="T83" fmla="*/ 121 h 267"/>
              <a:gd name="T84" fmla="*/ 1351 w 1440"/>
              <a:gd name="T85" fmla="*/ 112 h 267"/>
              <a:gd name="T86" fmla="*/ 1364 w 1440"/>
              <a:gd name="T87" fmla="*/ 159 h 267"/>
              <a:gd name="T88" fmla="*/ 1399 w 1440"/>
              <a:gd name="T89" fmla="*/ 156 h 267"/>
              <a:gd name="T90" fmla="*/ 1432 w 1440"/>
              <a:gd name="T91" fmla="*/ 120 h 267"/>
              <a:gd name="T92" fmla="*/ 1410 w 1440"/>
              <a:gd name="T93" fmla="*/ 176 h 267"/>
              <a:gd name="T94" fmla="*/ 1076 w 1440"/>
              <a:gd name="T95" fmla="*/ 242 h 267"/>
              <a:gd name="T96" fmla="*/ 1062 w 1440"/>
              <a:gd name="T97" fmla="*/ 225 h 267"/>
              <a:gd name="T98" fmla="*/ 1091 w 1440"/>
              <a:gd name="T99" fmla="*/ 208 h 267"/>
              <a:gd name="T100" fmla="*/ 1112 w 1440"/>
              <a:gd name="T101" fmla="*/ 233 h 267"/>
              <a:gd name="T102" fmla="*/ 1128 w 1440"/>
              <a:gd name="T103" fmla="*/ 224 h 267"/>
              <a:gd name="T104" fmla="*/ 1168 w 1440"/>
              <a:gd name="T105" fmla="*/ 255 h 267"/>
              <a:gd name="T106" fmla="*/ 1154 w 1440"/>
              <a:gd name="T107" fmla="*/ 236 h 267"/>
              <a:gd name="T108" fmla="*/ 1203 w 1440"/>
              <a:gd name="T109" fmla="*/ 256 h 267"/>
              <a:gd name="T110" fmla="*/ 1200 w 1440"/>
              <a:gd name="T111" fmla="*/ 213 h 267"/>
              <a:gd name="T112" fmla="*/ 1227 w 1440"/>
              <a:gd name="T113" fmla="*/ 256 h 267"/>
              <a:gd name="T114" fmla="*/ 1249 w 1440"/>
              <a:gd name="T115" fmla="*/ 260 h 267"/>
              <a:gd name="T116" fmla="*/ 1255 w 1440"/>
              <a:gd name="T117" fmla="*/ 205 h 267"/>
              <a:gd name="T118" fmla="*/ 1297 w 1440"/>
              <a:gd name="T119" fmla="*/ 226 h 267"/>
              <a:gd name="T120" fmla="*/ 1303 w 1440"/>
              <a:gd name="T121" fmla="*/ 243 h 267"/>
              <a:gd name="T122" fmla="*/ 1344 w 1440"/>
              <a:gd name="T123" fmla="*/ 229 h 267"/>
              <a:gd name="T124" fmla="*/ 1328 w 1440"/>
              <a:gd name="T125" fmla="*/ 239 h 267"/>
            </a:gdLst>
            <a:ahLst/>
            <a:cxnLst/>
            <a:rect l="0" t="0" r="r" b="b"/>
            <a:pathLst>
              <a:path w="1440" h="267">
                <a:moveTo>
                  <a:pt x="17" y="110"/>
                </a:moveTo>
                <a:cubicBezTo>
                  <a:pt x="3" y="110"/>
                  <a:pt x="3" y="110"/>
                  <a:pt x="3" y="110"/>
                </a:cubicBezTo>
                <a:cubicBezTo>
                  <a:pt x="3" y="1"/>
                  <a:pt x="3" y="1"/>
                  <a:pt x="3" y="1"/>
                </a:cubicBezTo>
                <a:cubicBezTo>
                  <a:pt x="81" y="83"/>
                  <a:pt x="81" y="83"/>
                  <a:pt x="81" y="83"/>
                </a:cubicBezTo>
                <a:cubicBezTo>
                  <a:pt x="81" y="7"/>
                  <a:pt x="81" y="7"/>
                  <a:pt x="81" y="7"/>
                </a:cubicBezTo>
                <a:cubicBezTo>
                  <a:pt x="95" y="7"/>
                  <a:pt x="95" y="7"/>
                  <a:pt x="95" y="7"/>
                </a:cubicBezTo>
                <a:cubicBezTo>
                  <a:pt x="95" y="117"/>
                  <a:pt x="95" y="117"/>
                  <a:pt x="95" y="117"/>
                </a:cubicBezTo>
                <a:cubicBezTo>
                  <a:pt x="17" y="35"/>
                  <a:pt x="17" y="35"/>
                  <a:pt x="17" y="35"/>
                </a:cubicBezTo>
                <a:lnTo>
                  <a:pt x="17" y="110"/>
                </a:lnTo>
                <a:close/>
                <a:moveTo>
                  <a:pt x="130" y="110"/>
                </a:moveTo>
                <a:cubicBezTo>
                  <a:pt x="145" y="110"/>
                  <a:pt x="145" y="110"/>
                  <a:pt x="145" y="110"/>
                </a:cubicBezTo>
                <a:cubicBezTo>
                  <a:pt x="178" y="33"/>
                  <a:pt x="178" y="33"/>
                  <a:pt x="178" y="33"/>
                </a:cubicBezTo>
                <a:cubicBezTo>
                  <a:pt x="210" y="109"/>
                  <a:pt x="210" y="109"/>
                  <a:pt x="210" y="109"/>
                </a:cubicBezTo>
                <a:cubicBezTo>
                  <a:pt x="210" y="110"/>
                  <a:pt x="210" y="110"/>
                  <a:pt x="210" y="110"/>
                </a:cubicBezTo>
                <a:cubicBezTo>
                  <a:pt x="225" y="110"/>
                  <a:pt x="225" y="110"/>
                  <a:pt x="225" y="110"/>
                </a:cubicBezTo>
                <a:cubicBezTo>
                  <a:pt x="178" y="0"/>
                  <a:pt x="178" y="0"/>
                  <a:pt x="178" y="0"/>
                </a:cubicBezTo>
                <a:lnTo>
                  <a:pt x="130" y="110"/>
                </a:lnTo>
                <a:close/>
                <a:moveTo>
                  <a:pt x="700" y="110"/>
                </a:moveTo>
                <a:cubicBezTo>
                  <a:pt x="715" y="110"/>
                  <a:pt x="715" y="110"/>
                  <a:pt x="715" y="110"/>
                </a:cubicBezTo>
                <a:cubicBezTo>
                  <a:pt x="748" y="33"/>
                  <a:pt x="748" y="33"/>
                  <a:pt x="748" y="33"/>
                </a:cubicBezTo>
                <a:cubicBezTo>
                  <a:pt x="780" y="109"/>
                  <a:pt x="780" y="109"/>
                  <a:pt x="780" y="109"/>
                </a:cubicBezTo>
                <a:cubicBezTo>
                  <a:pt x="780" y="110"/>
                  <a:pt x="780" y="110"/>
                  <a:pt x="780" y="110"/>
                </a:cubicBezTo>
                <a:cubicBezTo>
                  <a:pt x="795" y="110"/>
                  <a:pt x="795" y="110"/>
                  <a:pt x="795" y="110"/>
                </a:cubicBezTo>
                <a:cubicBezTo>
                  <a:pt x="748" y="0"/>
                  <a:pt x="748" y="0"/>
                  <a:pt x="748" y="0"/>
                </a:cubicBezTo>
                <a:lnTo>
                  <a:pt x="700" y="110"/>
                </a:lnTo>
                <a:close/>
                <a:moveTo>
                  <a:pt x="273" y="110"/>
                </a:moveTo>
                <a:cubicBezTo>
                  <a:pt x="286" y="110"/>
                  <a:pt x="286" y="110"/>
                  <a:pt x="286" y="110"/>
                </a:cubicBezTo>
                <a:cubicBezTo>
                  <a:pt x="286" y="20"/>
                  <a:pt x="286" y="20"/>
                  <a:pt x="286" y="20"/>
                </a:cubicBezTo>
                <a:cubicBezTo>
                  <a:pt x="317" y="20"/>
                  <a:pt x="317" y="20"/>
                  <a:pt x="317" y="20"/>
                </a:cubicBezTo>
                <a:cubicBezTo>
                  <a:pt x="317" y="7"/>
                  <a:pt x="317" y="7"/>
                  <a:pt x="317" y="7"/>
                </a:cubicBezTo>
                <a:cubicBezTo>
                  <a:pt x="242" y="7"/>
                  <a:pt x="242" y="7"/>
                  <a:pt x="242" y="7"/>
                </a:cubicBezTo>
                <a:cubicBezTo>
                  <a:pt x="242" y="20"/>
                  <a:pt x="242" y="20"/>
                  <a:pt x="242" y="20"/>
                </a:cubicBezTo>
                <a:cubicBezTo>
                  <a:pt x="273" y="20"/>
                  <a:pt x="273" y="20"/>
                  <a:pt x="273" y="20"/>
                </a:cubicBezTo>
                <a:lnTo>
                  <a:pt x="273" y="110"/>
                </a:lnTo>
                <a:close/>
                <a:moveTo>
                  <a:pt x="374" y="7"/>
                </a:moveTo>
                <a:cubicBezTo>
                  <a:pt x="360" y="7"/>
                  <a:pt x="360" y="7"/>
                  <a:pt x="360" y="7"/>
                </a:cubicBezTo>
                <a:cubicBezTo>
                  <a:pt x="360" y="110"/>
                  <a:pt x="360" y="110"/>
                  <a:pt x="360" y="110"/>
                </a:cubicBezTo>
                <a:cubicBezTo>
                  <a:pt x="374" y="110"/>
                  <a:pt x="374" y="110"/>
                  <a:pt x="374" y="110"/>
                </a:cubicBezTo>
                <a:lnTo>
                  <a:pt x="374" y="7"/>
                </a:lnTo>
                <a:close/>
                <a:moveTo>
                  <a:pt x="475" y="112"/>
                </a:moveTo>
                <a:cubicBezTo>
                  <a:pt x="445" y="112"/>
                  <a:pt x="421" y="88"/>
                  <a:pt x="421" y="59"/>
                </a:cubicBezTo>
                <a:cubicBezTo>
                  <a:pt x="421" y="29"/>
                  <a:pt x="445" y="5"/>
                  <a:pt x="475" y="5"/>
                </a:cubicBezTo>
                <a:cubicBezTo>
                  <a:pt x="505" y="5"/>
                  <a:pt x="528" y="29"/>
                  <a:pt x="528" y="59"/>
                </a:cubicBezTo>
                <a:cubicBezTo>
                  <a:pt x="528" y="88"/>
                  <a:pt x="505" y="112"/>
                  <a:pt x="475" y="112"/>
                </a:cubicBezTo>
                <a:close/>
                <a:moveTo>
                  <a:pt x="475" y="19"/>
                </a:moveTo>
                <a:cubicBezTo>
                  <a:pt x="453" y="19"/>
                  <a:pt x="435" y="37"/>
                  <a:pt x="435" y="59"/>
                </a:cubicBezTo>
                <a:cubicBezTo>
                  <a:pt x="435" y="81"/>
                  <a:pt x="453" y="99"/>
                  <a:pt x="475" y="99"/>
                </a:cubicBezTo>
                <a:cubicBezTo>
                  <a:pt x="497" y="99"/>
                  <a:pt x="514" y="81"/>
                  <a:pt x="514" y="59"/>
                </a:cubicBezTo>
                <a:cubicBezTo>
                  <a:pt x="514" y="37"/>
                  <a:pt x="497" y="19"/>
                  <a:pt x="475" y="19"/>
                </a:cubicBezTo>
                <a:close/>
                <a:moveTo>
                  <a:pt x="586" y="35"/>
                </a:moveTo>
                <a:cubicBezTo>
                  <a:pt x="664" y="117"/>
                  <a:pt x="664" y="117"/>
                  <a:pt x="664" y="117"/>
                </a:cubicBezTo>
                <a:cubicBezTo>
                  <a:pt x="664" y="7"/>
                  <a:pt x="664" y="7"/>
                  <a:pt x="664" y="7"/>
                </a:cubicBezTo>
                <a:cubicBezTo>
                  <a:pt x="650" y="7"/>
                  <a:pt x="650" y="7"/>
                  <a:pt x="650" y="7"/>
                </a:cubicBezTo>
                <a:cubicBezTo>
                  <a:pt x="650" y="83"/>
                  <a:pt x="650" y="83"/>
                  <a:pt x="650" y="83"/>
                </a:cubicBezTo>
                <a:cubicBezTo>
                  <a:pt x="572" y="1"/>
                  <a:pt x="572" y="1"/>
                  <a:pt x="572" y="1"/>
                </a:cubicBezTo>
                <a:cubicBezTo>
                  <a:pt x="572" y="110"/>
                  <a:pt x="572" y="110"/>
                  <a:pt x="572" y="110"/>
                </a:cubicBezTo>
                <a:cubicBezTo>
                  <a:pt x="586" y="110"/>
                  <a:pt x="586" y="110"/>
                  <a:pt x="586" y="110"/>
                </a:cubicBezTo>
                <a:lnTo>
                  <a:pt x="586" y="35"/>
                </a:lnTo>
                <a:close/>
                <a:moveTo>
                  <a:pt x="843" y="7"/>
                </a:moveTo>
                <a:cubicBezTo>
                  <a:pt x="830" y="7"/>
                  <a:pt x="830" y="7"/>
                  <a:pt x="830" y="7"/>
                </a:cubicBezTo>
                <a:cubicBezTo>
                  <a:pt x="830" y="110"/>
                  <a:pt x="830" y="110"/>
                  <a:pt x="830" y="110"/>
                </a:cubicBezTo>
                <a:cubicBezTo>
                  <a:pt x="885" y="110"/>
                  <a:pt x="885" y="110"/>
                  <a:pt x="885" y="110"/>
                </a:cubicBezTo>
                <a:cubicBezTo>
                  <a:pt x="885" y="97"/>
                  <a:pt x="885" y="97"/>
                  <a:pt x="885" y="97"/>
                </a:cubicBezTo>
                <a:cubicBezTo>
                  <a:pt x="843" y="97"/>
                  <a:pt x="843" y="97"/>
                  <a:pt x="843" y="97"/>
                </a:cubicBezTo>
                <a:lnTo>
                  <a:pt x="843" y="7"/>
                </a:lnTo>
                <a:close/>
                <a:moveTo>
                  <a:pt x="169" y="156"/>
                </a:moveTo>
                <a:cubicBezTo>
                  <a:pt x="139" y="156"/>
                  <a:pt x="116" y="179"/>
                  <a:pt x="116" y="209"/>
                </a:cubicBezTo>
                <a:cubicBezTo>
                  <a:pt x="116" y="240"/>
                  <a:pt x="139" y="262"/>
                  <a:pt x="169" y="262"/>
                </a:cubicBezTo>
                <a:cubicBezTo>
                  <a:pt x="175" y="262"/>
                  <a:pt x="188" y="261"/>
                  <a:pt x="200" y="252"/>
                </a:cubicBezTo>
                <a:cubicBezTo>
                  <a:pt x="200" y="252"/>
                  <a:pt x="200" y="252"/>
                  <a:pt x="200" y="252"/>
                </a:cubicBezTo>
                <a:cubicBezTo>
                  <a:pt x="200" y="234"/>
                  <a:pt x="200" y="234"/>
                  <a:pt x="200" y="234"/>
                </a:cubicBezTo>
                <a:cubicBezTo>
                  <a:pt x="198" y="236"/>
                  <a:pt x="198" y="236"/>
                  <a:pt x="198" y="236"/>
                </a:cubicBezTo>
                <a:cubicBezTo>
                  <a:pt x="196" y="239"/>
                  <a:pt x="192" y="242"/>
                  <a:pt x="187" y="245"/>
                </a:cubicBezTo>
                <a:cubicBezTo>
                  <a:pt x="181" y="247"/>
                  <a:pt x="175" y="249"/>
                  <a:pt x="169" y="249"/>
                </a:cubicBezTo>
                <a:cubicBezTo>
                  <a:pt x="142" y="249"/>
                  <a:pt x="130" y="226"/>
                  <a:pt x="130" y="210"/>
                </a:cubicBezTo>
                <a:cubicBezTo>
                  <a:pt x="130" y="187"/>
                  <a:pt x="147" y="169"/>
                  <a:pt x="169" y="169"/>
                </a:cubicBezTo>
                <a:cubicBezTo>
                  <a:pt x="174" y="169"/>
                  <a:pt x="180" y="170"/>
                  <a:pt x="185" y="173"/>
                </a:cubicBezTo>
                <a:cubicBezTo>
                  <a:pt x="190" y="175"/>
                  <a:pt x="194" y="178"/>
                  <a:pt x="198" y="182"/>
                </a:cubicBezTo>
                <a:cubicBezTo>
                  <a:pt x="200" y="184"/>
                  <a:pt x="200" y="184"/>
                  <a:pt x="200" y="184"/>
                </a:cubicBezTo>
                <a:cubicBezTo>
                  <a:pt x="200" y="166"/>
                  <a:pt x="200" y="166"/>
                  <a:pt x="200" y="166"/>
                </a:cubicBezTo>
                <a:cubicBezTo>
                  <a:pt x="200" y="166"/>
                  <a:pt x="200" y="166"/>
                  <a:pt x="200" y="166"/>
                </a:cubicBezTo>
                <a:cubicBezTo>
                  <a:pt x="191" y="159"/>
                  <a:pt x="181" y="156"/>
                  <a:pt x="169" y="156"/>
                </a:cubicBezTo>
                <a:close/>
                <a:moveTo>
                  <a:pt x="437" y="209"/>
                </a:moveTo>
                <a:cubicBezTo>
                  <a:pt x="437" y="225"/>
                  <a:pt x="431" y="238"/>
                  <a:pt x="419" y="249"/>
                </a:cubicBezTo>
                <a:cubicBezTo>
                  <a:pt x="409" y="257"/>
                  <a:pt x="399" y="261"/>
                  <a:pt x="382" y="261"/>
                </a:cubicBezTo>
                <a:cubicBezTo>
                  <a:pt x="360" y="261"/>
                  <a:pt x="360" y="261"/>
                  <a:pt x="360" y="261"/>
                </a:cubicBezTo>
                <a:cubicBezTo>
                  <a:pt x="360" y="157"/>
                  <a:pt x="360" y="157"/>
                  <a:pt x="360" y="157"/>
                </a:cubicBezTo>
                <a:cubicBezTo>
                  <a:pt x="382" y="157"/>
                  <a:pt x="382" y="157"/>
                  <a:pt x="382" y="157"/>
                </a:cubicBezTo>
                <a:cubicBezTo>
                  <a:pt x="393" y="157"/>
                  <a:pt x="407" y="159"/>
                  <a:pt x="420" y="170"/>
                </a:cubicBezTo>
                <a:cubicBezTo>
                  <a:pt x="426" y="175"/>
                  <a:pt x="437" y="187"/>
                  <a:pt x="437" y="209"/>
                </a:cubicBezTo>
                <a:close/>
                <a:moveTo>
                  <a:pt x="423" y="209"/>
                </a:moveTo>
                <a:cubicBezTo>
                  <a:pt x="423" y="186"/>
                  <a:pt x="407" y="171"/>
                  <a:pt x="382" y="171"/>
                </a:cubicBezTo>
                <a:cubicBezTo>
                  <a:pt x="374" y="171"/>
                  <a:pt x="374" y="171"/>
                  <a:pt x="374" y="171"/>
                </a:cubicBezTo>
                <a:cubicBezTo>
                  <a:pt x="374" y="247"/>
                  <a:pt x="374" y="247"/>
                  <a:pt x="374" y="247"/>
                </a:cubicBezTo>
                <a:cubicBezTo>
                  <a:pt x="382" y="247"/>
                  <a:pt x="382" y="247"/>
                  <a:pt x="382" y="247"/>
                </a:cubicBezTo>
                <a:cubicBezTo>
                  <a:pt x="390" y="247"/>
                  <a:pt x="401" y="246"/>
                  <a:pt x="410" y="239"/>
                </a:cubicBezTo>
                <a:cubicBezTo>
                  <a:pt x="416" y="234"/>
                  <a:pt x="423" y="224"/>
                  <a:pt x="423" y="209"/>
                </a:cubicBezTo>
                <a:close/>
                <a:moveTo>
                  <a:pt x="479" y="261"/>
                </a:moveTo>
                <a:cubicBezTo>
                  <a:pt x="541" y="261"/>
                  <a:pt x="541" y="261"/>
                  <a:pt x="541" y="261"/>
                </a:cubicBezTo>
                <a:cubicBezTo>
                  <a:pt x="541" y="247"/>
                  <a:pt x="541" y="247"/>
                  <a:pt x="541" y="247"/>
                </a:cubicBezTo>
                <a:cubicBezTo>
                  <a:pt x="493" y="247"/>
                  <a:pt x="493" y="247"/>
                  <a:pt x="493" y="247"/>
                </a:cubicBezTo>
                <a:cubicBezTo>
                  <a:pt x="493" y="211"/>
                  <a:pt x="493" y="211"/>
                  <a:pt x="493" y="211"/>
                </a:cubicBezTo>
                <a:cubicBezTo>
                  <a:pt x="535" y="211"/>
                  <a:pt x="535" y="211"/>
                  <a:pt x="535" y="211"/>
                </a:cubicBezTo>
                <a:cubicBezTo>
                  <a:pt x="535" y="198"/>
                  <a:pt x="535" y="198"/>
                  <a:pt x="535" y="198"/>
                </a:cubicBezTo>
                <a:cubicBezTo>
                  <a:pt x="493" y="198"/>
                  <a:pt x="493" y="198"/>
                  <a:pt x="493" y="198"/>
                </a:cubicBezTo>
                <a:cubicBezTo>
                  <a:pt x="493" y="171"/>
                  <a:pt x="493" y="171"/>
                  <a:pt x="493" y="171"/>
                </a:cubicBezTo>
                <a:cubicBezTo>
                  <a:pt x="541" y="171"/>
                  <a:pt x="541" y="171"/>
                  <a:pt x="541" y="171"/>
                </a:cubicBezTo>
                <a:cubicBezTo>
                  <a:pt x="541" y="157"/>
                  <a:pt x="541" y="157"/>
                  <a:pt x="541" y="157"/>
                </a:cubicBezTo>
                <a:cubicBezTo>
                  <a:pt x="479" y="157"/>
                  <a:pt x="479" y="157"/>
                  <a:pt x="479" y="157"/>
                </a:cubicBezTo>
                <a:lnTo>
                  <a:pt x="479" y="261"/>
                </a:lnTo>
                <a:close/>
                <a:moveTo>
                  <a:pt x="805" y="261"/>
                </a:moveTo>
                <a:cubicBezTo>
                  <a:pt x="866" y="261"/>
                  <a:pt x="866" y="261"/>
                  <a:pt x="866" y="261"/>
                </a:cubicBezTo>
                <a:cubicBezTo>
                  <a:pt x="866" y="247"/>
                  <a:pt x="866" y="247"/>
                  <a:pt x="866" y="247"/>
                </a:cubicBezTo>
                <a:cubicBezTo>
                  <a:pt x="819" y="247"/>
                  <a:pt x="819" y="247"/>
                  <a:pt x="819" y="247"/>
                </a:cubicBezTo>
                <a:cubicBezTo>
                  <a:pt x="819" y="211"/>
                  <a:pt x="819" y="211"/>
                  <a:pt x="819" y="211"/>
                </a:cubicBezTo>
                <a:cubicBezTo>
                  <a:pt x="860" y="211"/>
                  <a:pt x="860" y="211"/>
                  <a:pt x="860" y="211"/>
                </a:cubicBezTo>
                <a:cubicBezTo>
                  <a:pt x="860" y="198"/>
                  <a:pt x="860" y="198"/>
                  <a:pt x="860" y="198"/>
                </a:cubicBezTo>
                <a:cubicBezTo>
                  <a:pt x="819" y="198"/>
                  <a:pt x="819" y="198"/>
                  <a:pt x="819" y="198"/>
                </a:cubicBezTo>
                <a:cubicBezTo>
                  <a:pt x="819" y="171"/>
                  <a:pt x="819" y="171"/>
                  <a:pt x="819" y="171"/>
                </a:cubicBezTo>
                <a:cubicBezTo>
                  <a:pt x="866" y="171"/>
                  <a:pt x="866" y="171"/>
                  <a:pt x="866" y="171"/>
                </a:cubicBezTo>
                <a:cubicBezTo>
                  <a:pt x="866" y="157"/>
                  <a:pt x="866" y="157"/>
                  <a:pt x="866" y="157"/>
                </a:cubicBezTo>
                <a:cubicBezTo>
                  <a:pt x="805" y="157"/>
                  <a:pt x="805" y="157"/>
                  <a:pt x="805" y="157"/>
                </a:cubicBezTo>
                <a:lnTo>
                  <a:pt x="805" y="261"/>
                </a:lnTo>
                <a:close/>
                <a:moveTo>
                  <a:pt x="634" y="235"/>
                </a:moveTo>
                <a:cubicBezTo>
                  <a:pt x="595" y="149"/>
                  <a:pt x="595" y="149"/>
                  <a:pt x="595" y="149"/>
                </a:cubicBezTo>
                <a:cubicBezTo>
                  <a:pt x="578" y="261"/>
                  <a:pt x="578" y="261"/>
                  <a:pt x="578" y="261"/>
                </a:cubicBezTo>
                <a:cubicBezTo>
                  <a:pt x="592" y="261"/>
                  <a:pt x="592" y="261"/>
                  <a:pt x="592" y="261"/>
                </a:cubicBezTo>
                <a:cubicBezTo>
                  <a:pt x="601" y="194"/>
                  <a:pt x="601" y="194"/>
                  <a:pt x="601" y="194"/>
                </a:cubicBezTo>
                <a:cubicBezTo>
                  <a:pt x="634" y="267"/>
                  <a:pt x="634" y="267"/>
                  <a:pt x="634" y="267"/>
                </a:cubicBezTo>
                <a:cubicBezTo>
                  <a:pt x="668" y="194"/>
                  <a:pt x="668" y="194"/>
                  <a:pt x="668" y="194"/>
                </a:cubicBezTo>
                <a:cubicBezTo>
                  <a:pt x="677" y="261"/>
                  <a:pt x="677" y="261"/>
                  <a:pt x="677" y="261"/>
                </a:cubicBezTo>
                <a:cubicBezTo>
                  <a:pt x="691" y="261"/>
                  <a:pt x="691" y="261"/>
                  <a:pt x="691" y="261"/>
                </a:cubicBezTo>
                <a:cubicBezTo>
                  <a:pt x="674" y="148"/>
                  <a:pt x="674" y="148"/>
                  <a:pt x="674" y="148"/>
                </a:cubicBezTo>
                <a:lnTo>
                  <a:pt x="634" y="235"/>
                </a:lnTo>
                <a:close/>
                <a:moveTo>
                  <a:pt x="737" y="261"/>
                </a:moveTo>
                <a:cubicBezTo>
                  <a:pt x="751" y="261"/>
                  <a:pt x="751" y="261"/>
                  <a:pt x="751" y="261"/>
                </a:cubicBezTo>
                <a:cubicBezTo>
                  <a:pt x="751" y="157"/>
                  <a:pt x="751" y="157"/>
                  <a:pt x="751" y="157"/>
                </a:cubicBezTo>
                <a:cubicBezTo>
                  <a:pt x="737" y="157"/>
                  <a:pt x="737" y="157"/>
                  <a:pt x="737" y="157"/>
                </a:cubicBezTo>
                <a:lnTo>
                  <a:pt x="737" y="261"/>
                </a:lnTo>
                <a:close/>
                <a:moveTo>
                  <a:pt x="955" y="211"/>
                </a:moveTo>
                <a:cubicBezTo>
                  <a:pt x="950" y="207"/>
                  <a:pt x="945" y="204"/>
                  <a:pt x="939" y="201"/>
                </a:cubicBezTo>
                <a:cubicBezTo>
                  <a:pt x="929" y="197"/>
                  <a:pt x="929" y="197"/>
                  <a:pt x="929" y="197"/>
                </a:cubicBezTo>
                <a:cubicBezTo>
                  <a:pt x="925" y="195"/>
                  <a:pt x="922" y="194"/>
                  <a:pt x="919" y="191"/>
                </a:cubicBezTo>
                <a:cubicBezTo>
                  <a:pt x="916" y="189"/>
                  <a:pt x="916" y="187"/>
                  <a:pt x="916" y="183"/>
                </a:cubicBezTo>
                <a:cubicBezTo>
                  <a:pt x="916" y="175"/>
                  <a:pt x="922" y="169"/>
                  <a:pt x="931" y="169"/>
                </a:cubicBezTo>
                <a:cubicBezTo>
                  <a:pt x="936" y="169"/>
                  <a:pt x="940" y="171"/>
                  <a:pt x="942" y="172"/>
                </a:cubicBezTo>
                <a:cubicBezTo>
                  <a:pt x="944" y="174"/>
                  <a:pt x="946" y="177"/>
                  <a:pt x="947" y="179"/>
                </a:cubicBezTo>
                <a:cubicBezTo>
                  <a:pt x="948" y="181"/>
                  <a:pt x="948" y="181"/>
                  <a:pt x="948" y="181"/>
                </a:cubicBezTo>
                <a:cubicBezTo>
                  <a:pt x="959" y="173"/>
                  <a:pt x="959" y="173"/>
                  <a:pt x="959" y="173"/>
                </a:cubicBezTo>
                <a:cubicBezTo>
                  <a:pt x="958" y="172"/>
                  <a:pt x="958" y="172"/>
                  <a:pt x="958" y="172"/>
                </a:cubicBezTo>
                <a:cubicBezTo>
                  <a:pt x="956" y="167"/>
                  <a:pt x="952" y="163"/>
                  <a:pt x="948" y="161"/>
                </a:cubicBezTo>
                <a:cubicBezTo>
                  <a:pt x="943" y="157"/>
                  <a:pt x="938" y="156"/>
                  <a:pt x="931" y="156"/>
                </a:cubicBezTo>
                <a:cubicBezTo>
                  <a:pt x="914" y="156"/>
                  <a:pt x="902" y="167"/>
                  <a:pt x="902" y="183"/>
                </a:cubicBezTo>
                <a:cubicBezTo>
                  <a:pt x="902" y="190"/>
                  <a:pt x="904" y="195"/>
                  <a:pt x="909" y="200"/>
                </a:cubicBezTo>
                <a:cubicBezTo>
                  <a:pt x="913" y="205"/>
                  <a:pt x="918" y="207"/>
                  <a:pt x="922" y="209"/>
                </a:cubicBezTo>
                <a:cubicBezTo>
                  <a:pt x="932" y="213"/>
                  <a:pt x="932" y="213"/>
                  <a:pt x="932" y="213"/>
                </a:cubicBezTo>
                <a:cubicBezTo>
                  <a:pt x="937" y="215"/>
                  <a:pt x="941" y="217"/>
                  <a:pt x="944" y="220"/>
                </a:cubicBezTo>
                <a:cubicBezTo>
                  <a:pt x="947" y="223"/>
                  <a:pt x="948" y="226"/>
                  <a:pt x="948" y="231"/>
                </a:cubicBezTo>
                <a:cubicBezTo>
                  <a:pt x="948" y="240"/>
                  <a:pt x="942" y="249"/>
                  <a:pt x="929" y="249"/>
                </a:cubicBezTo>
                <a:cubicBezTo>
                  <a:pt x="924" y="249"/>
                  <a:pt x="919" y="247"/>
                  <a:pt x="916" y="244"/>
                </a:cubicBezTo>
                <a:cubicBezTo>
                  <a:pt x="913" y="241"/>
                  <a:pt x="911" y="236"/>
                  <a:pt x="910" y="232"/>
                </a:cubicBezTo>
                <a:cubicBezTo>
                  <a:pt x="910" y="230"/>
                  <a:pt x="910" y="230"/>
                  <a:pt x="910" y="230"/>
                </a:cubicBezTo>
                <a:cubicBezTo>
                  <a:pt x="896" y="234"/>
                  <a:pt x="896" y="234"/>
                  <a:pt x="896" y="234"/>
                </a:cubicBezTo>
                <a:cubicBezTo>
                  <a:pt x="897" y="235"/>
                  <a:pt x="897" y="235"/>
                  <a:pt x="897" y="235"/>
                </a:cubicBezTo>
                <a:cubicBezTo>
                  <a:pt x="898" y="243"/>
                  <a:pt x="902" y="249"/>
                  <a:pt x="906" y="254"/>
                </a:cubicBezTo>
                <a:cubicBezTo>
                  <a:pt x="912" y="260"/>
                  <a:pt x="920" y="262"/>
                  <a:pt x="929" y="262"/>
                </a:cubicBezTo>
                <a:cubicBezTo>
                  <a:pt x="948" y="262"/>
                  <a:pt x="962" y="249"/>
                  <a:pt x="962" y="230"/>
                </a:cubicBezTo>
                <a:cubicBezTo>
                  <a:pt x="962" y="222"/>
                  <a:pt x="960" y="216"/>
                  <a:pt x="955" y="211"/>
                </a:cubicBezTo>
                <a:close/>
                <a:moveTo>
                  <a:pt x="0" y="261"/>
                </a:moveTo>
                <a:cubicBezTo>
                  <a:pt x="15" y="261"/>
                  <a:pt x="15" y="261"/>
                  <a:pt x="15" y="261"/>
                </a:cubicBezTo>
                <a:cubicBezTo>
                  <a:pt x="48" y="184"/>
                  <a:pt x="48" y="184"/>
                  <a:pt x="48" y="184"/>
                </a:cubicBezTo>
                <a:cubicBezTo>
                  <a:pt x="79" y="260"/>
                  <a:pt x="79" y="260"/>
                  <a:pt x="79" y="260"/>
                </a:cubicBezTo>
                <a:cubicBezTo>
                  <a:pt x="80" y="261"/>
                  <a:pt x="80" y="261"/>
                  <a:pt x="80" y="261"/>
                </a:cubicBezTo>
                <a:cubicBezTo>
                  <a:pt x="95" y="261"/>
                  <a:pt x="95" y="261"/>
                  <a:pt x="95" y="261"/>
                </a:cubicBezTo>
                <a:cubicBezTo>
                  <a:pt x="48" y="151"/>
                  <a:pt x="48" y="151"/>
                  <a:pt x="48" y="151"/>
                </a:cubicBezTo>
                <a:lnTo>
                  <a:pt x="0" y="261"/>
                </a:lnTo>
                <a:close/>
                <a:moveTo>
                  <a:pt x="229" y="261"/>
                </a:moveTo>
                <a:cubicBezTo>
                  <a:pt x="244" y="261"/>
                  <a:pt x="244" y="261"/>
                  <a:pt x="244" y="261"/>
                </a:cubicBezTo>
                <a:cubicBezTo>
                  <a:pt x="277" y="184"/>
                  <a:pt x="277" y="184"/>
                  <a:pt x="277" y="184"/>
                </a:cubicBezTo>
                <a:cubicBezTo>
                  <a:pt x="309" y="260"/>
                  <a:pt x="309" y="260"/>
                  <a:pt x="309" y="260"/>
                </a:cubicBezTo>
                <a:cubicBezTo>
                  <a:pt x="309" y="261"/>
                  <a:pt x="309" y="261"/>
                  <a:pt x="309" y="261"/>
                </a:cubicBezTo>
                <a:cubicBezTo>
                  <a:pt x="324" y="261"/>
                  <a:pt x="324" y="261"/>
                  <a:pt x="324" y="261"/>
                </a:cubicBezTo>
                <a:cubicBezTo>
                  <a:pt x="277" y="151"/>
                  <a:pt x="277" y="151"/>
                  <a:pt x="277" y="151"/>
                </a:cubicBezTo>
                <a:lnTo>
                  <a:pt x="229" y="261"/>
                </a:lnTo>
                <a:close/>
                <a:moveTo>
                  <a:pt x="1071" y="11"/>
                </a:moveTo>
                <a:cubicBezTo>
                  <a:pt x="1071" y="18"/>
                  <a:pt x="1071" y="18"/>
                  <a:pt x="1071" y="18"/>
                </a:cubicBezTo>
                <a:cubicBezTo>
                  <a:pt x="1075" y="18"/>
                  <a:pt x="1075" y="18"/>
                  <a:pt x="1075" y="18"/>
                </a:cubicBezTo>
                <a:cubicBezTo>
                  <a:pt x="1077" y="9"/>
                  <a:pt x="1077" y="9"/>
                  <a:pt x="1077" y="9"/>
                </a:cubicBezTo>
                <a:cubicBezTo>
                  <a:pt x="1076" y="8"/>
                  <a:pt x="1074" y="7"/>
                  <a:pt x="1072" y="6"/>
                </a:cubicBezTo>
                <a:cubicBezTo>
                  <a:pt x="1070" y="6"/>
                  <a:pt x="1067" y="6"/>
                  <a:pt x="1064" y="6"/>
                </a:cubicBezTo>
                <a:cubicBezTo>
                  <a:pt x="1061" y="6"/>
                  <a:pt x="1058" y="6"/>
                  <a:pt x="1056" y="7"/>
                </a:cubicBezTo>
                <a:cubicBezTo>
                  <a:pt x="1053" y="9"/>
                  <a:pt x="1051" y="10"/>
                  <a:pt x="1049" y="12"/>
                </a:cubicBezTo>
                <a:cubicBezTo>
                  <a:pt x="1048" y="14"/>
                  <a:pt x="1047" y="17"/>
                  <a:pt x="1047" y="20"/>
                </a:cubicBezTo>
                <a:cubicBezTo>
                  <a:pt x="1047" y="22"/>
                  <a:pt x="1048" y="24"/>
                  <a:pt x="1049" y="26"/>
                </a:cubicBezTo>
                <a:cubicBezTo>
                  <a:pt x="1050" y="28"/>
                  <a:pt x="1051" y="30"/>
                  <a:pt x="1053" y="31"/>
                </a:cubicBezTo>
                <a:cubicBezTo>
                  <a:pt x="1055" y="32"/>
                  <a:pt x="1057" y="34"/>
                  <a:pt x="1059" y="35"/>
                </a:cubicBezTo>
                <a:cubicBezTo>
                  <a:pt x="1062" y="37"/>
                  <a:pt x="1064" y="39"/>
                  <a:pt x="1066" y="40"/>
                </a:cubicBezTo>
                <a:cubicBezTo>
                  <a:pt x="1067" y="42"/>
                  <a:pt x="1068" y="44"/>
                  <a:pt x="1068" y="47"/>
                </a:cubicBezTo>
                <a:cubicBezTo>
                  <a:pt x="1068" y="49"/>
                  <a:pt x="1067" y="52"/>
                  <a:pt x="1065" y="53"/>
                </a:cubicBezTo>
                <a:cubicBezTo>
                  <a:pt x="1062" y="55"/>
                  <a:pt x="1060" y="56"/>
                  <a:pt x="1057" y="56"/>
                </a:cubicBezTo>
                <a:cubicBezTo>
                  <a:pt x="1055" y="56"/>
                  <a:pt x="1053" y="56"/>
                  <a:pt x="1052" y="55"/>
                </a:cubicBezTo>
                <a:cubicBezTo>
                  <a:pt x="1050" y="55"/>
                  <a:pt x="1049" y="54"/>
                  <a:pt x="1048" y="54"/>
                </a:cubicBezTo>
                <a:cubicBezTo>
                  <a:pt x="1048" y="46"/>
                  <a:pt x="1048" y="46"/>
                  <a:pt x="1048" y="46"/>
                </a:cubicBezTo>
                <a:cubicBezTo>
                  <a:pt x="1044" y="46"/>
                  <a:pt x="1044" y="46"/>
                  <a:pt x="1044" y="46"/>
                </a:cubicBezTo>
                <a:cubicBezTo>
                  <a:pt x="1042" y="56"/>
                  <a:pt x="1042" y="56"/>
                  <a:pt x="1042" y="56"/>
                </a:cubicBezTo>
                <a:cubicBezTo>
                  <a:pt x="1043" y="57"/>
                  <a:pt x="1045" y="58"/>
                  <a:pt x="1048" y="58"/>
                </a:cubicBezTo>
                <a:cubicBezTo>
                  <a:pt x="1051" y="59"/>
                  <a:pt x="1054" y="59"/>
                  <a:pt x="1057" y="59"/>
                </a:cubicBezTo>
                <a:cubicBezTo>
                  <a:pt x="1060" y="59"/>
                  <a:pt x="1063" y="59"/>
                  <a:pt x="1066" y="57"/>
                </a:cubicBezTo>
                <a:cubicBezTo>
                  <a:pt x="1069" y="56"/>
                  <a:pt x="1071" y="54"/>
                  <a:pt x="1073" y="52"/>
                </a:cubicBezTo>
                <a:cubicBezTo>
                  <a:pt x="1074" y="50"/>
                  <a:pt x="1075" y="47"/>
                  <a:pt x="1075" y="44"/>
                </a:cubicBezTo>
                <a:cubicBezTo>
                  <a:pt x="1075" y="42"/>
                  <a:pt x="1074" y="40"/>
                  <a:pt x="1073" y="38"/>
                </a:cubicBezTo>
                <a:cubicBezTo>
                  <a:pt x="1072" y="36"/>
                  <a:pt x="1071" y="35"/>
                  <a:pt x="1069" y="34"/>
                </a:cubicBezTo>
                <a:cubicBezTo>
                  <a:pt x="1068" y="32"/>
                  <a:pt x="1066" y="31"/>
                  <a:pt x="1064" y="29"/>
                </a:cubicBezTo>
                <a:cubicBezTo>
                  <a:pt x="1060" y="27"/>
                  <a:pt x="1058" y="25"/>
                  <a:pt x="1056" y="24"/>
                </a:cubicBezTo>
                <a:cubicBezTo>
                  <a:pt x="1055" y="22"/>
                  <a:pt x="1054" y="20"/>
                  <a:pt x="1054" y="17"/>
                </a:cubicBezTo>
                <a:cubicBezTo>
                  <a:pt x="1054" y="15"/>
                  <a:pt x="1055" y="13"/>
                  <a:pt x="1057" y="11"/>
                </a:cubicBezTo>
                <a:cubicBezTo>
                  <a:pt x="1059" y="10"/>
                  <a:pt x="1061" y="9"/>
                  <a:pt x="1064" y="9"/>
                </a:cubicBezTo>
                <a:cubicBezTo>
                  <a:pt x="1065" y="9"/>
                  <a:pt x="1067" y="9"/>
                  <a:pt x="1068" y="10"/>
                </a:cubicBezTo>
                <a:cubicBezTo>
                  <a:pt x="1069" y="10"/>
                  <a:pt x="1070" y="10"/>
                  <a:pt x="1071" y="11"/>
                </a:cubicBezTo>
                <a:close/>
                <a:moveTo>
                  <a:pt x="1107" y="27"/>
                </a:moveTo>
                <a:cubicBezTo>
                  <a:pt x="1108" y="27"/>
                  <a:pt x="1108" y="27"/>
                  <a:pt x="1108" y="27"/>
                </a:cubicBezTo>
                <a:cubicBezTo>
                  <a:pt x="1110" y="20"/>
                  <a:pt x="1110" y="20"/>
                  <a:pt x="1110" y="20"/>
                </a:cubicBezTo>
                <a:cubicBezTo>
                  <a:pt x="1109" y="20"/>
                  <a:pt x="1108" y="19"/>
                  <a:pt x="1107" y="19"/>
                </a:cubicBezTo>
                <a:cubicBezTo>
                  <a:pt x="1105" y="19"/>
                  <a:pt x="1104" y="19"/>
                  <a:pt x="1102" y="19"/>
                </a:cubicBezTo>
                <a:cubicBezTo>
                  <a:pt x="1098" y="19"/>
                  <a:pt x="1094" y="20"/>
                  <a:pt x="1091" y="22"/>
                </a:cubicBezTo>
                <a:cubicBezTo>
                  <a:pt x="1088" y="25"/>
                  <a:pt x="1086" y="28"/>
                  <a:pt x="1084" y="32"/>
                </a:cubicBezTo>
                <a:cubicBezTo>
                  <a:pt x="1083" y="36"/>
                  <a:pt x="1082" y="40"/>
                  <a:pt x="1082" y="43"/>
                </a:cubicBezTo>
                <a:cubicBezTo>
                  <a:pt x="1082" y="48"/>
                  <a:pt x="1083" y="52"/>
                  <a:pt x="1085" y="55"/>
                </a:cubicBezTo>
                <a:cubicBezTo>
                  <a:pt x="1087" y="58"/>
                  <a:pt x="1091" y="59"/>
                  <a:pt x="1094" y="59"/>
                </a:cubicBezTo>
                <a:cubicBezTo>
                  <a:pt x="1098" y="59"/>
                  <a:pt x="1100" y="59"/>
                  <a:pt x="1102" y="57"/>
                </a:cubicBezTo>
                <a:cubicBezTo>
                  <a:pt x="1105" y="56"/>
                  <a:pt x="1106" y="54"/>
                  <a:pt x="1108" y="53"/>
                </a:cubicBezTo>
                <a:cubicBezTo>
                  <a:pt x="1106" y="50"/>
                  <a:pt x="1106" y="50"/>
                  <a:pt x="1106" y="50"/>
                </a:cubicBezTo>
                <a:cubicBezTo>
                  <a:pt x="1105" y="52"/>
                  <a:pt x="1103" y="53"/>
                  <a:pt x="1102" y="54"/>
                </a:cubicBezTo>
                <a:cubicBezTo>
                  <a:pt x="1100" y="54"/>
                  <a:pt x="1099" y="55"/>
                  <a:pt x="1097" y="55"/>
                </a:cubicBezTo>
                <a:cubicBezTo>
                  <a:pt x="1094" y="55"/>
                  <a:pt x="1092" y="54"/>
                  <a:pt x="1091" y="52"/>
                </a:cubicBezTo>
                <a:cubicBezTo>
                  <a:pt x="1090" y="50"/>
                  <a:pt x="1089" y="47"/>
                  <a:pt x="1089" y="43"/>
                </a:cubicBezTo>
                <a:cubicBezTo>
                  <a:pt x="1089" y="39"/>
                  <a:pt x="1090" y="35"/>
                  <a:pt x="1091" y="32"/>
                </a:cubicBezTo>
                <a:cubicBezTo>
                  <a:pt x="1092" y="30"/>
                  <a:pt x="1093" y="27"/>
                  <a:pt x="1095" y="26"/>
                </a:cubicBezTo>
                <a:cubicBezTo>
                  <a:pt x="1097" y="24"/>
                  <a:pt x="1099" y="23"/>
                  <a:pt x="1101" y="23"/>
                </a:cubicBezTo>
                <a:cubicBezTo>
                  <a:pt x="1102" y="23"/>
                  <a:pt x="1105" y="24"/>
                  <a:pt x="1107" y="27"/>
                </a:cubicBezTo>
                <a:close/>
                <a:moveTo>
                  <a:pt x="1124" y="52"/>
                </a:moveTo>
                <a:cubicBezTo>
                  <a:pt x="1129" y="19"/>
                  <a:pt x="1129" y="19"/>
                  <a:pt x="1129" y="19"/>
                </a:cubicBezTo>
                <a:cubicBezTo>
                  <a:pt x="1128" y="19"/>
                  <a:pt x="1128" y="19"/>
                  <a:pt x="1128" y="19"/>
                </a:cubicBezTo>
                <a:cubicBezTo>
                  <a:pt x="1118" y="20"/>
                  <a:pt x="1118" y="20"/>
                  <a:pt x="1118" y="20"/>
                </a:cubicBezTo>
                <a:cubicBezTo>
                  <a:pt x="1117" y="23"/>
                  <a:pt x="1117" y="23"/>
                  <a:pt x="1117" y="23"/>
                </a:cubicBezTo>
                <a:cubicBezTo>
                  <a:pt x="1122" y="24"/>
                  <a:pt x="1122" y="24"/>
                  <a:pt x="1122" y="24"/>
                </a:cubicBezTo>
                <a:cubicBezTo>
                  <a:pt x="1121" y="31"/>
                  <a:pt x="1120" y="37"/>
                  <a:pt x="1119" y="41"/>
                </a:cubicBezTo>
                <a:cubicBezTo>
                  <a:pt x="1118" y="49"/>
                  <a:pt x="1117" y="54"/>
                  <a:pt x="1117" y="55"/>
                </a:cubicBezTo>
                <a:cubicBezTo>
                  <a:pt x="1117" y="56"/>
                  <a:pt x="1118" y="57"/>
                  <a:pt x="1118" y="58"/>
                </a:cubicBezTo>
                <a:cubicBezTo>
                  <a:pt x="1119" y="59"/>
                  <a:pt x="1120" y="59"/>
                  <a:pt x="1122" y="59"/>
                </a:cubicBezTo>
                <a:cubicBezTo>
                  <a:pt x="1124" y="59"/>
                  <a:pt x="1125" y="59"/>
                  <a:pt x="1127" y="58"/>
                </a:cubicBezTo>
                <a:cubicBezTo>
                  <a:pt x="1128" y="57"/>
                  <a:pt x="1129" y="55"/>
                  <a:pt x="1130" y="54"/>
                </a:cubicBezTo>
                <a:cubicBezTo>
                  <a:pt x="1129" y="53"/>
                  <a:pt x="1129" y="53"/>
                  <a:pt x="1129" y="53"/>
                </a:cubicBezTo>
                <a:cubicBezTo>
                  <a:pt x="1128" y="54"/>
                  <a:pt x="1128" y="54"/>
                  <a:pt x="1127" y="54"/>
                </a:cubicBezTo>
                <a:cubicBezTo>
                  <a:pt x="1126" y="55"/>
                  <a:pt x="1126" y="55"/>
                  <a:pt x="1125" y="55"/>
                </a:cubicBezTo>
                <a:cubicBezTo>
                  <a:pt x="1125" y="55"/>
                  <a:pt x="1125" y="55"/>
                  <a:pt x="1125" y="54"/>
                </a:cubicBezTo>
                <a:cubicBezTo>
                  <a:pt x="1124" y="54"/>
                  <a:pt x="1124" y="54"/>
                  <a:pt x="1124" y="53"/>
                </a:cubicBezTo>
                <a:lnTo>
                  <a:pt x="1124" y="52"/>
                </a:lnTo>
                <a:close/>
                <a:moveTo>
                  <a:pt x="1127" y="11"/>
                </a:moveTo>
                <a:cubicBezTo>
                  <a:pt x="1128" y="11"/>
                  <a:pt x="1129" y="11"/>
                  <a:pt x="1130" y="10"/>
                </a:cubicBezTo>
                <a:cubicBezTo>
                  <a:pt x="1131" y="9"/>
                  <a:pt x="1131" y="7"/>
                  <a:pt x="1131" y="6"/>
                </a:cubicBezTo>
                <a:cubicBezTo>
                  <a:pt x="1131" y="5"/>
                  <a:pt x="1131" y="4"/>
                  <a:pt x="1130" y="3"/>
                </a:cubicBezTo>
                <a:cubicBezTo>
                  <a:pt x="1130" y="3"/>
                  <a:pt x="1129" y="2"/>
                  <a:pt x="1128" y="2"/>
                </a:cubicBezTo>
                <a:cubicBezTo>
                  <a:pt x="1126" y="2"/>
                  <a:pt x="1125" y="3"/>
                  <a:pt x="1124" y="4"/>
                </a:cubicBezTo>
                <a:cubicBezTo>
                  <a:pt x="1123" y="5"/>
                  <a:pt x="1123" y="6"/>
                  <a:pt x="1123" y="7"/>
                </a:cubicBezTo>
                <a:cubicBezTo>
                  <a:pt x="1123" y="8"/>
                  <a:pt x="1123" y="9"/>
                  <a:pt x="1124" y="10"/>
                </a:cubicBezTo>
                <a:cubicBezTo>
                  <a:pt x="1125" y="11"/>
                  <a:pt x="1126" y="11"/>
                  <a:pt x="1127" y="11"/>
                </a:cubicBezTo>
                <a:close/>
                <a:moveTo>
                  <a:pt x="1166" y="52"/>
                </a:moveTo>
                <a:cubicBezTo>
                  <a:pt x="1165" y="49"/>
                  <a:pt x="1165" y="49"/>
                  <a:pt x="1165" y="49"/>
                </a:cubicBezTo>
                <a:cubicBezTo>
                  <a:pt x="1163" y="51"/>
                  <a:pt x="1161" y="52"/>
                  <a:pt x="1159" y="53"/>
                </a:cubicBezTo>
                <a:cubicBezTo>
                  <a:pt x="1157" y="54"/>
                  <a:pt x="1155" y="55"/>
                  <a:pt x="1153" y="55"/>
                </a:cubicBezTo>
                <a:cubicBezTo>
                  <a:pt x="1150" y="55"/>
                  <a:pt x="1148" y="54"/>
                  <a:pt x="1147" y="51"/>
                </a:cubicBezTo>
                <a:cubicBezTo>
                  <a:pt x="1145" y="49"/>
                  <a:pt x="1145" y="46"/>
                  <a:pt x="1145" y="43"/>
                </a:cubicBezTo>
                <a:cubicBezTo>
                  <a:pt x="1148" y="43"/>
                  <a:pt x="1151" y="42"/>
                  <a:pt x="1155" y="41"/>
                </a:cubicBezTo>
                <a:cubicBezTo>
                  <a:pt x="1158" y="40"/>
                  <a:pt x="1162" y="38"/>
                  <a:pt x="1164" y="36"/>
                </a:cubicBezTo>
                <a:cubicBezTo>
                  <a:pt x="1167" y="33"/>
                  <a:pt x="1168" y="31"/>
                  <a:pt x="1168" y="27"/>
                </a:cubicBezTo>
                <a:cubicBezTo>
                  <a:pt x="1168" y="25"/>
                  <a:pt x="1167" y="23"/>
                  <a:pt x="1166" y="21"/>
                </a:cubicBezTo>
                <a:cubicBezTo>
                  <a:pt x="1164" y="19"/>
                  <a:pt x="1162" y="19"/>
                  <a:pt x="1158" y="19"/>
                </a:cubicBezTo>
                <a:cubicBezTo>
                  <a:pt x="1154" y="19"/>
                  <a:pt x="1151" y="20"/>
                  <a:pt x="1148" y="22"/>
                </a:cubicBezTo>
                <a:cubicBezTo>
                  <a:pt x="1145" y="24"/>
                  <a:pt x="1142" y="28"/>
                  <a:pt x="1140" y="31"/>
                </a:cubicBezTo>
                <a:cubicBezTo>
                  <a:pt x="1138" y="35"/>
                  <a:pt x="1138" y="40"/>
                  <a:pt x="1138" y="44"/>
                </a:cubicBezTo>
                <a:cubicBezTo>
                  <a:pt x="1138" y="47"/>
                  <a:pt x="1138" y="49"/>
                  <a:pt x="1139" y="52"/>
                </a:cubicBezTo>
                <a:cubicBezTo>
                  <a:pt x="1140" y="54"/>
                  <a:pt x="1142" y="56"/>
                  <a:pt x="1144" y="57"/>
                </a:cubicBezTo>
                <a:cubicBezTo>
                  <a:pt x="1146" y="59"/>
                  <a:pt x="1148" y="59"/>
                  <a:pt x="1151" y="59"/>
                </a:cubicBezTo>
                <a:cubicBezTo>
                  <a:pt x="1155" y="59"/>
                  <a:pt x="1158" y="58"/>
                  <a:pt x="1160" y="57"/>
                </a:cubicBezTo>
                <a:cubicBezTo>
                  <a:pt x="1163" y="55"/>
                  <a:pt x="1165" y="54"/>
                  <a:pt x="1166" y="52"/>
                </a:cubicBezTo>
                <a:close/>
                <a:moveTo>
                  <a:pt x="1157" y="22"/>
                </a:moveTo>
                <a:cubicBezTo>
                  <a:pt x="1158" y="22"/>
                  <a:pt x="1159" y="23"/>
                  <a:pt x="1160" y="24"/>
                </a:cubicBezTo>
                <a:cubicBezTo>
                  <a:pt x="1161" y="25"/>
                  <a:pt x="1161" y="26"/>
                  <a:pt x="1161" y="28"/>
                </a:cubicBezTo>
                <a:cubicBezTo>
                  <a:pt x="1161" y="30"/>
                  <a:pt x="1161" y="32"/>
                  <a:pt x="1159" y="34"/>
                </a:cubicBezTo>
                <a:cubicBezTo>
                  <a:pt x="1157" y="35"/>
                  <a:pt x="1155" y="37"/>
                  <a:pt x="1152" y="38"/>
                </a:cubicBezTo>
                <a:cubicBezTo>
                  <a:pt x="1150" y="39"/>
                  <a:pt x="1147" y="39"/>
                  <a:pt x="1145" y="39"/>
                </a:cubicBezTo>
                <a:cubicBezTo>
                  <a:pt x="1145" y="37"/>
                  <a:pt x="1146" y="34"/>
                  <a:pt x="1147" y="32"/>
                </a:cubicBezTo>
                <a:cubicBezTo>
                  <a:pt x="1148" y="29"/>
                  <a:pt x="1149" y="27"/>
                  <a:pt x="1151" y="25"/>
                </a:cubicBezTo>
                <a:cubicBezTo>
                  <a:pt x="1152" y="23"/>
                  <a:pt x="1154" y="22"/>
                  <a:pt x="1157" y="22"/>
                </a:cubicBezTo>
                <a:close/>
                <a:moveTo>
                  <a:pt x="1187" y="28"/>
                </a:moveTo>
                <a:cubicBezTo>
                  <a:pt x="1188" y="19"/>
                  <a:pt x="1188" y="19"/>
                  <a:pt x="1188" y="19"/>
                </a:cubicBezTo>
                <a:cubicBezTo>
                  <a:pt x="1186" y="19"/>
                  <a:pt x="1186" y="19"/>
                  <a:pt x="1186" y="19"/>
                </a:cubicBezTo>
                <a:cubicBezTo>
                  <a:pt x="1178" y="20"/>
                  <a:pt x="1178" y="20"/>
                  <a:pt x="1178" y="20"/>
                </a:cubicBezTo>
                <a:cubicBezTo>
                  <a:pt x="1177" y="23"/>
                  <a:pt x="1177" y="23"/>
                  <a:pt x="1177" y="23"/>
                </a:cubicBezTo>
                <a:cubicBezTo>
                  <a:pt x="1180" y="25"/>
                  <a:pt x="1180" y="25"/>
                  <a:pt x="1180" y="25"/>
                </a:cubicBezTo>
                <a:cubicBezTo>
                  <a:pt x="1176" y="58"/>
                  <a:pt x="1176" y="58"/>
                  <a:pt x="1176" y="58"/>
                </a:cubicBezTo>
                <a:cubicBezTo>
                  <a:pt x="1183" y="58"/>
                  <a:pt x="1183" y="58"/>
                  <a:pt x="1183" y="58"/>
                </a:cubicBezTo>
                <a:cubicBezTo>
                  <a:pt x="1186" y="33"/>
                  <a:pt x="1186" y="33"/>
                  <a:pt x="1186" y="33"/>
                </a:cubicBezTo>
                <a:cubicBezTo>
                  <a:pt x="1188" y="31"/>
                  <a:pt x="1190" y="28"/>
                  <a:pt x="1192" y="26"/>
                </a:cubicBezTo>
                <a:cubicBezTo>
                  <a:pt x="1194" y="25"/>
                  <a:pt x="1196" y="24"/>
                  <a:pt x="1198" y="24"/>
                </a:cubicBezTo>
                <a:cubicBezTo>
                  <a:pt x="1200" y="24"/>
                  <a:pt x="1201" y="24"/>
                  <a:pt x="1202" y="25"/>
                </a:cubicBezTo>
                <a:cubicBezTo>
                  <a:pt x="1202" y="26"/>
                  <a:pt x="1203" y="27"/>
                  <a:pt x="1203" y="29"/>
                </a:cubicBezTo>
                <a:cubicBezTo>
                  <a:pt x="1203" y="31"/>
                  <a:pt x="1202" y="33"/>
                  <a:pt x="1202" y="35"/>
                </a:cubicBezTo>
                <a:cubicBezTo>
                  <a:pt x="1202" y="37"/>
                  <a:pt x="1201" y="39"/>
                  <a:pt x="1201" y="41"/>
                </a:cubicBezTo>
                <a:cubicBezTo>
                  <a:pt x="1201" y="43"/>
                  <a:pt x="1201" y="43"/>
                  <a:pt x="1201" y="43"/>
                </a:cubicBezTo>
                <a:cubicBezTo>
                  <a:pt x="1200" y="46"/>
                  <a:pt x="1200" y="46"/>
                  <a:pt x="1200" y="46"/>
                </a:cubicBezTo>
                <a:cubicBezTo>
                  <a:pt x="1199" y="51"/>
                  <a:pt x="1199" y="54"/>
                  <a:pt x="1199" y="55"/>
                </a:cubicBezTo>
                <a:cubicBezTo>
                  <a:pt x="1199" y="58"/>
                  <a:pt x="1200" y="59"/>
                  <a:pt x="1203" y="59"/>
                </a:cubicBezTo>
                <a:cubicBezTo>
                  <a:pt x="1205" y="59"/>
                  <a:pt x="1206" y="59"/>
                  <a:pt x="1207" y="58"/>
                </a:cubicBezTo>
                <a:cubicBezTo>
                  <a:pt x="1208" y="58"/>
                  <a:pt x="1209" y="57"/>
                  <a:pt x="1210" y="57"/>
                </a:cubicBezTo>
                <a:cubicBezTo>
                  <a:pt x="1210" y="56"/>
                  <a:pt x="1211" y="55"/>
                  <a:pt x="1211" y="55"/>
                </a:cubicBezTo>
                <a:cubicBezTo>
                  <a:pt x="1210" y="53"/>
                  <a:pt x="1210" y="53"/>
                  <a:pt x="1210" y="53"/>
                </a:cubicBezTo>
                <a:cubicBezTo>
                  <a:pt x="1209" y="54"/>
                  <a:pt x="1208" y="55"/>
                  <a:pt x="1207" y="55"/>
                </a:cubicBezTo>
                <a:cubicBezTo>
                  <a:pt x="1206" y="55"/>
                  <a:pt x="1206" y="54"/>
                  <a:pt x="1206" y="53"/>
                </a:cubicBezTo>
                <a:cubicBezTo>
                  <a:pt x="1206" y="51"/>
                  <a:pt x="1206" y="48"/>
                  <a:pt x="1207" y="45"/>
                </a:cubicBezTo>
                <a:cubicBezTo>
                  <a:pt x="1208" y="41"/>
                  <a:pt x="1208" y="41"/>
                  <a:pt x="1208" y="41"/>
                </a:cubicBezTo>
                <a:cubicBezTo>
                  <a:pt x="1208" y="40"/>
                  <a:pt x="1208" y="40"/>
                  <a:pt x="1208" y="40"/>
                </a:cubicBezTo>
                <a:cubicBezTo>
                  <a:pt x="1209" y="34"/>
                  <a:pt x="1210" y="31"/>
                  <a:pt x="1210" y="29"/>
                </a:cubicBezTo>
                <a:cubicBezTo>
                  <a:pt x="1210" y="25"/>
                  <a:pt x="1209" y="23"/>
                  <a:pt x="1207" y="21"/>
                </a:cubicBezTo>
                <a:cubicBezTo>
                  <a:pt x="1206" y="19"/>
                  <a:pt x="1204" y="19"/>
                  <a:pt x="1201" y="19"/>
                </a:cubicBezTo>
                <a:cubicBezTo>
                  <a:pt x="1199" y="19"/>
                  <a:pt x="1196" y="19"/>
                  <a:pt x="1193" y="21"/>
                </a:cubicBezTo>
                <a:cubicBezTo>
                  <a:pt x="1191" y="23"/>
                  <a:pt x="1189" y="25"/>
                  <a:pt x="1187" y="28"/>
                </a:cubicBezTo>
                <a:close/>
                <a:moveTo>
                  <a:pt x="1243" y="27"/>
                </a:moveTo>
                <a:cubicBezTo>
                  <a:pt x="1245" y="27"/>
                  <a:pt x="1245" y="27"/>
                  <a:pt x="1245" y="27"/>
                </a:cubicBezTo>
                <a:cubicBezTo>
                  <a:pt x="1247" y="20"/>
                  <a:pt x="1247" y="20"/>
                  <a:pt x="1247" y="20"/>
                </a:cubicBezTo>
                <a:cubicBezTo>
                  <a:pt x="1246" y="20"/>
                  <a:pt x="1244" y="19"/>
                  <a:pt x="1243" y="19"/>
                </a:cubicBezTo>
                <a:cubicBezTo>
                  <a:pt x="1241" y="19"/>
                  <a:pt x="1240" y="19"/>
                  <a:pt x="1239" y="19"/>
                </a:cubicBezTo>
                <a:cubicBezTo>
                  <a:pt x="1234" y="19"/>
                  <a:pt x="1231" y="20"/>
                  <a:pt x="1228" y="22"/>
                </a:cubicBezTo>
                <a:cubicBezTo>
                  <a:pt x="1224" y="25"/>
                  <a:pt x="1222" y="28"/>
                  <a:pt x="1220" y="32"/>
                </a:cubicBezTo>
                <a:cubicBezTo>
                  <a:pt x="1219" y="36"/>
                  <a:pt x="1218" y="40"/>
                  <a:pt x="1218" y="43"/>
                </a:cubicBezTo>
                <a:cubicBezTo>
                  <a:pt x="1218" y="48"/>
                  <a:pt x="1219" y="52"/>
                  <a:pt x="1221" y="55"/>
                </a:cubicBezTo>
                <a:cubicBezTo>
                  <a:pt x="1224" y="58"/>
                  <a:pt x="1227" y="59"/>
                  <a:pt x="1231" y="59"/>
                </a:cubicBezTo>
                <a:cubicBezTo>
                  <a:pt x="1234" y="59"/>
                  <a:pt x="1236" y="59"/>
                  <a:pt x="1239" y="57"/>
                </a:cubicBezTo>
                <a:cubicBezTo>
                  <a:pt x="1241" y="56"/>
                  <a:pt x="1243" y="54"/>
                  <a:pt x="1244" y="53"/>
                </a:cubicBezTo>
                <a:cubicBezTo>
                  <a:pt x="1242" y="50"/>
                  <a:pt x="1242" y="50"/>
                  <a:pt x="1242" y="50"/>
                </a:cubicBezTo>
                <a:cubicBezTo>
                  <a:pt x="1241" y="52"/>
                  <a:pt x="1239" y="53"/>
                  <a:pt x="1238" y="54"/>
                </a:cubicBezTo>
                <a:cubicBezTo>
                  <a:pt x="1236" y="54"/>
                  <a:pt x="1235" y="55"/>
                  <a:pt x="1233" y="55"/>
                </a:cubicBezTo>
                <a:cubicBezTo>
                  <a:pt x="1230" y="55"/>
                  <a:pt x="1228" y="54"/>
                  <a:pt x="1227" y="52"/>
                </a:cubicBezTo>
                <a:cubicBezTo>
                  <a:pt x="1226" y="50"/>
                  <a:pt x="1225" y="47"/>
                  <a:pt x="1225" y="43"/>
                </a:cubicBezTo>
                <a:cubicBezTo>
                  <a:pt x="1225" y="39"/>
                  <a:pt x="1226" y="35"/>
                  <a:pt x="1227" y="32"/>
                </a:cubicBezTo>
                <a:cubicBezTo>
                  <a:pt x="1228" y="30"/>
                  <a:pt x="1229" y="27"/>
                  <a:pt x="1231" y="26"/>
                </a:cubicBezTo>
                <a:cubicBezTo>
                  <a:pt x="1233" y="24"/>
                  <a:pt x="1235" y="23"/>
                  <a:pt x="1237" y="23"/>
                </a:cubicBezTo>
                <a:cubicBezTo>
                  <a:pt x="1239" y="23"/>
                  <a:pt x="1241" y="24"/>
                  <a:pt x="1243" y="27"/>
                </a:cubicBezTo>
                <a:close/>
                <a:moveTo>
                  <a:pt x="1279" y="52"/>
                </a:moveTo>
                <a:cubicBezTo>
                  <a:pt x="1277" y="49"/>
                  <a:pt x="1277" y="49"/>
                  <a:pt x="1277" y="49"/>
                </a:cubicBezTo>
                <a:cubicBezTo>
                  <a:pt x="1276" y="51"/>
                  <a:pt x="1274" y="52"/>
                  <a:pt x="1272" y="53"/>
                </a:cubicBezTo>
                <a:cubicBezTo>
                  <a:pt x="1270" y="54"/>
                  <a:pt x="1268" y="55"/>
                  <a:pt x="1266" y="55"/>
                </a:cubicBezTo>
                <a:cubicBezTo>
                  <a:pt x="1263" y="55"/>
                  <a:pt x="1261" y="54"/>
                  <a:pt x="1259" y="51"/>
                </a:cubicBezTo>
                <a:cubicBezTo>
                  <a:pt x="1258" y="49"/>
                  <a:pt x="1257" y="46"/>
                  <a:pt x="1258" y="43"/>
                </a:cubicBezTo>
                <a:cubicBezTo>
                  <a:pt x="1260" y="43"/>
                  <a:pt x="1264" y="42"/>
                  <a:pt x="1267" y="41"/>
                </a:cubicBezTo>
                <a:cubicBezTo>
                  <a:pt x="1271" y="40"/>
                  <a:pt x="1274" y="38"/>
                  <a:pt x="1277" y="36"/>
                </a:cubicBezTo>
                <a:cubicBezTo>
                  <a:pt x="1280" y="33"/>
                  <a:pt x="1281" y="31"/>
                  <a:pt x="1281" y="27"/>
                </a:cubicBezTo>
                <a:cubicBezTo>
                  <a:pt x="1281" y="25"/>
                  <a:pt x="1280" y="23"/>
                  <a:pt x="1278" y="21"/>
                </a:cubicBezTo>
                <a:cubicBezTo>
                  <a:pt x="1277" y="19"/>
                  <a:pt x="1274" y="19"/>
                  <a:pt x="1271" y="19"/>
                </a:cubicBezTo>
                <a:cubicBezTo>
                  <a:pt x="1267" y="19"/>
                  <a:pt x="1264" y="20"/>
                  <a:pt x="1260" y="22"/>
                </a:cubicBezTo>
                <a:cubicBezTo>
                  <a:pt x="1257" y="24"/>
                  <a:pt x="1255" y="28"/>
                  <a:pt x="1253" y="31"/>
                </a:cubicBezTo>
                <a:cubicBezTo>
                  <a:pt x="1251" y="35"/>
                  <a:pt x="1250" y="40"/>
                  <a:pt x="1250" y="44"/>
                </a:cubicBezTo>
                <a:cubicBezTo>
                  <a:pt x="1250" y="47"/>
                  <a:pt x="1251" y="49"/>
                  <a:pt x="1252" y="52"/>
                </a:cubicBezTo>
                <a:cubicBezTo>
                  <a:pt x="1253" y="54"/>
                  <a:pt x="1254" y="56"/>
                  <a:pt x="1256" y="57"/>
                </a:cubicBezTo>
                <a:cubicBezTo>
                  <a:pt x="1258" y="59"/>
                  <a:pt x="1261" y="59"/>
                  <a:pt x="1264" y="59"/>
                </a:cubicBezTo>
                <a:cubicBezTo>
                  <a:pt x="1267" y="59"/>
                  <a:pt x="1270" y="58"/>
                  <a:pt x="1273" y="57"/>
                </a:cubicBezTo>
                <a:cubicBezTo>
                  <a:pt x="1276" y="55"/>
                  <a:pt x="1278" y="54"/>
                  <a:pt x="1279" y="52"/>
                </a:cubicBezTo>
                <a:close/>
                <a:moveTo>
                  <a:pt x="1269" y="22"/>
                </a:moveTo>
                <a:cubicBezTo>
                  <a:pt x="1271" y="22"/>
                  <a:pt x="1272" y="23"/>
                  <a:pt x="1273" y="24"/>
                </a:cubicBezTo>
                <a:cubicBezTo>
                  <a:pt x="1274" y="25"/>
                  <a:pt x="1274" y="26"/>
                  <a:pt x="1274" y="28"/>
                </a:cubicBezTo>
                <a:cubicBezTo>
                  <a:pt x="1274" y="30"/>
                  <a:pt x="1273" y="32"/>
                  <a:pt x="1272" y="34"/>
                </a:cubicBezTo>
                <a:cubicBezTo>
                  <a:pt x="1270" y="35"/>
                  <a:pt x="1268" y="37"/>
                  <a:pt x="1265" y="38"/>
                </a:cubicBezTo>
                <a:cubicBezTo>
                  <a:pt x="1263" y="39"/>
                  <a:pt x="1260" y="39"/>
                  <a:pt x="1258" y="39"/>
                </a:cubicBezTo>
                <a:cubicBezTo>
                  <a:pt x="1258" y="37"/>
                  <a:pt x="1259" y="34"/>
                  <a:pt x="1259" y="32"/>
                </a:cubicBezTo>
                <a:cubicBezTo>
                  <a:pt x="1260" y="29"/>
                  <a:pt x="1262" y="27"/>
                  <a:pt x="1263" y="25"/>
                </a:cubicBezTo>
                <a:cubicBezTo>
                  <a:pt x="1265" y="23"/>
                  <a:pt x="1267" y="22"/>
                  <a:pt x="1269" y="22"/>
                </a:cubicBezTo>
                <a:close/>
                <a:moveTo>
                  <a:pt x="1310" y="25"/>
                </a:moveTo>
                <a:cubicBezTo>
                  <a:pt x="1311" y="20"/>
                  <a:pt x="1311" y="20"/>
                  <a:pt x="1311" y="20"/>
                </a:cubicBezTo>
                <a:cubicBezTo>
                  <a:pt x="1311" y="20"/>
                  <a:pt x="1309" y="19"/>
                  <a:pt x="1308" y="19"/>
                </a:cubicBezTo>
                <a:cubicBezTo>
                  <a:pt x="1306" y="19"/>
                  <a:pt x="1304" y="19"/>
                  <a:pt x="1303" y="19"/>
                </a:cubicBezTo>
                <a:cubicBezTo>
                  <a:pt x="1300" y="19"/>
                  <a:pt x="1298" y="19"/>
                  <a:pt x="1296" y="20"/>
                </a:cubicBezTo>
                <a:cubicBezTo>
                  <a:pt x="1293" y="21"/>
                  <a:pt x="1292" y="22"/>
                  <a:pt x="1291" y="24"/>
                </a:cubicBezTo>
                <a:cubicBezTo>
                  <a:pt x="1289" y="26"/>
                  <a:pt x="1289" y="27"/>
                  <a:pt x="1289" y="30"/>
                </a:cubicBezTo>
                <a:cubicBezTo>
                  <a:pt x="1289" y="34"/>
                  <a:pt x="1291" y="38"/>
                  <a:pt x="1296" y="41"/>
                </a:cubicBezTo>
                <a:cubicBezTo>
                  <a:pt x="1298" y="43"/>
                  <a:pt x="1300" y="44"/>
                  <a:pt x="1301" y="45"/>
                </a:cubicBezTo>
                <a:cubicBezTo>
                  <a:pt x="1302" y="46"/>
                  <a:pt x="1303" y="48"/>
                  <a:pt x="1303" y="50"/>
                </a:cubicBezTo>
                <a:cubicBezTo>
                  <a:pt x="1303" y="51"/>
                  <a:pt x="1302" y="53"/>
                  <a:pt x="1301" y="54"/>
                </a:cubicBezTo>
                <a:cubicBezTo>
                  <a:pt x="1299" y="55"/>
                  <a:pt x="1297" y="55"/>
                  <a:pt x="1295" y="55"/>
                </a:cubicBezTo>
                <a:cubicBezTo>
                  <a:pt x="1293" y="55"/>
                  <a:pt x="1292" y="55"/>
                  <a:pt x="1290" y="54"/>
                </a:cubicBezTo>
                <a:cubicBezTo>
                  <a:pt x="1288" y="53"/>
                  <a:pt x="1287" y="53"/>
                  <a:pt x="1286" y="52"/>
                </a:cubicBezTo>
                <a:cubicBezTo>
                  <a:pt x="1285" y="57"/>
                  <a:pt x="1285" y="57"/>
                  <a:pt x="1285" y="57"/>
                </a:cubicBezTo>
                <a:cubicBezTo>
                  <a:pt x="1285" y="58"/>
                  <a:pt x="1287" y="58"/>
                  <a:pt x="1289" y="58"/>
                </a:cubicBezTo>
                <a:cubicBezTo>
                  <a:pt x="1291" y="59"/>
                  <a:pt x="1293" y="59"/>
                  <a:pt x="1295" y="59"/>
                </a:cubicBezTo>
                <a:cubicBezTo>
                  <a:pt x="1299" y="59"/>
                  <a:pt x="1303" y="58"/>
                  <a:pt x="1305" y="56"/>
                </a:cubicBezTo>
                <a:cubicBezTo>
                  <a:pt x="1308" y="54"/>
                  <a:pt x="1309" y="52"/>
                  <a:pt x="1309" y="48"/>
                </a:cubicBezTo>
                <a:cubicBezTo>
                  <a:pt x="1309" y="46"/>
                  <a:pt x="1309" y="45"/>
                  <a:pt x="1308" y="43"/>
                </a:cubicBezTo>
                <a:cubicBezTo>
                  <a:pt x="1307" y="42"/>
                  <a:pt x="1306" y="41"/>
                  <a:pt x="1305" y="40"/>
                </a:cubicBezTo>
                <a:cubicBezTo>
                  <a:pt x="1304" y="39"/>
                  <a:pt x="1303" y="38"/>
                  <a:pt x="1301" y="36"/>
                </a:cubicBezTo>
                <a:cubicBezTo>
                  <a:pt x="1299" y="35"/>
                  <a:pt x="1298" y="34"/>
                  <a:pt x="1297" y="32"/>
                </a:cubicBezTo>
                <a:cubicBezTo>
                  <a:pt x="1296" y="31"/>
                  <a:pt x="1295" y="30"/>
                  <a:pt x="1295" y="28"/>
                </a:cubicBezTo>
                <a:cubicBezTo>
                  <a:pt x="1295" y="26"/>
                  <a:pt x="1296" y="25"/>
                  <a:pt x="1297" y="24"/>
                </a:cubicBezTo>
                <a:cubicBezTo>
                  <a:pt x="1299" y="23"/>
                  <a:pt x="1300" y="23"/>
                  <a:pt x="1303" y="23"/>
                </a:cubicBezTo>
                <a:cubicBezTo>
                  <a:pt x="1304" y="23"/>
                  <a:pt x="1306" y="23"/>
                  <a:pt x="1307" y="24"/>
                </a:cubicBezTo>
                <a:cubicBezTo>
                  <a:pt x="1309" y="24"/>
                  <a:pt x="1310" y="25"/>
                  <a:pt x="1310" y="25"/>
                </a:cubicBezTo>
                <a:close/>
                <a:moveTo>
                  <a:pt x="1047" y="110"/>
                </a:moveTo>
                <a:cubicBezTo>
                  <a:pt x="1052" y="111"/>
                  <a:pt x="1052" y="111"/>
                  <a:pt x="1052" y="111"/>
                </a:cubicBezTo>
                <a:cubicBezTo>
                  <a:pt x="1046" y="156"/>
                  <a:pt x="1046" y="156"/>
                  <a:pt x="1046" y="156"/>
                </a:cubicBezTo>
                <a:cubicBezTo>
                  <a:pt x="1041" y="157"/>
                  <a:pt x="1041" y="157"/>
                  <a:pt x="1041" y="157"/>
                </a:cubicBezTo>
                <a:cubicBezTo>
                  <a:pt x="1041" y="159"/>
                  <a:pt x="1041" y="159"/>
                  <a:pt x="1041" y="159"/>
                </a:cubicBezTo>
                <a:cubicBezTo>
                  <a:pt x="1078" y="159"/>
                  <a:pt x="1078" y="159"/>
                  <a:pt x="1078" y="159"/>
                </a:cubicBezTo>
                <a:cubicBezTo>
                  <a:pt x="1081" y="147"/>
                  <a:pt x="1081" y="147"/>
                  <a:pt x="1081" y="147"/>
                </a:cubicBezTo>
                <a:cubicBezTo>
                  <a:pt x="1077" y="146"/>
                  <a:pt x="1077" y="146"/>
                  <a:pt x="1077" y="146"/>
                </a:cubicBezTo>
                <a:cubicBezTo>
                  <a:pt x="1073" y="155"/>
                  <a:pt x="1073" y="155"/>
                  <a:pt x="1073" y="155"/>
                </a:cubicBezTo>
                <a:cubicBezTo>
                  <a:pt x="1053" y="156"/>
                  <a:pt x="1053" y="156"/>
                  <a:pt x="1053" y="156"/>
                </a:cubicBezTo>
                <a:cubicBezTo>
                  <a:pt x="1056" y="134"/>
                  <a:pt x="1056" y="134"/>
                  <a:pt x="1056" y="134"/>
                </a:cubicBezTo>
                <a:cubicBezTo>
                  <a:pt x="1072" y="135"/>
                  <a:pt x="1072" y="135"/>
                  <a:pt x="1072" y="135"/>
                </a:cubicBezTo>
                <a:cubicBezTo>
                  <a:pt x="1073" y="130"/>
                  <a:pt x="1073" y="130"/>
                  <a:pt x="1073" y="130"/>
                </a:cubicBezTo>
                <a:cubicBezTo>
                  <a:pt x="1057" y="130"/>
                  <a:pt x="1057" y="130"/>
                  <a:pt x="1057" y="130"/>
                </a:cubicBezTo>
                <a:cubicBezTo>
                  <a:pt x="1059" y="110"/>
                  <a:pt x="1059" y="110"/>
                  <a:pt x="1059" y="110"/>
                </a:cubicBezTo>
                <a:cubicBezTo>
                  <a:pt x="1075" y="111"/>
                  <a:pt x="1075" y="111"/>
                  <a:pt x="1075" y="111"/>
                </a:cubicBezTo>
                <a:cubicBezTo>
                  <a:pt x="1076" y="118"/>
                  <a:pt x="1076" y="118"/>
                  <a:pt x="1076" y="118"/>
                </a:cubicBezTo>
                <a:cubicBezTo>
                  <a:pt x="1080" y="118"/>
                  <a:pt x="1080" y="118"/>
                  <a:pt x="1080" y="118"/>
                </a:cubicBezTo>
                <a:cubicBezTo>
                  <a:pt x="1081" y="107"/>
                  <a:pt x="1081" y="107"/>
                  <a:pt x="1081" y="107"/>
                </a:cubicBezTo>
                <a:cubicBezTo>
                  <a:pt x="1048" y="107"/>
                  <a:pt x="1048" y="107"/>
                  <a:pt x="1048" y="107"/>
                </a:cubicBezTo>
                <a:lnTo>
                  <a:pt x="1047" y="110"/>
                </a:lnTo>
                <a:close/>
                <a:moveTo>
                  <a:pt x="1100" y="129"/>
                </a:moveTo>
                <a:cubicBezTo>
                  <a:pt x="1100" y="120"/>
                  <a:pt x="1100" y="120"/>
                  <a:pt x="1100" y="120"/>
                </a:cubicBezTo>
                <a:cubicBezTo>
                  <a:pt x="1099" y="119"/>
                  <a:pt x="1099" y="119"/>
                  <a:pt x="1099" y="119"/>
                </a:cubicBezTo>
                <a:cubicBezTo>
                  <a:pt x="1090" y="121"/>
                  <a:pt x="1090" y="121"/>
                  <a:pt x="1090" y="121"/>
                </a:cubicBezTo>
                <a:cubicBezTo>
                  <a:pt x="1090" y="124"/>
                  <a:pt x="1090" y="124"/>
                  <a:pt x="1090" y="124"/>
                </a:cubicBezTo>
                <a:cubicBezTo>
                  <a:pt x="1093" y="125"/>
                  <a:pt x="1093" y="125"/>
                  <a:pt x="1093" y="125"/>
                </a:cubicBezTo>
                <a:cubicBezTo>
                  <a:pt x="1089" y="159"/>
                  <a:pt x="1089" y="159"/>
                  <a:pt x="1089" y="159"/>
                </a:cubicBezTo>
                <a:cubicBezTo>
                  <a:pt x="1095" y="159"/>
                  <a:pt x="1095" y="159"/>
                  <a:pt x="1095" y="159"/>
                </a:cubicBezTo>
                <a:cubicBezTo>
                  <a:pt x="1099" y="134"/>
                  <a:pt x="1099" y="134"/>
                  <a:pt x="1099" y="134"/>
                </a:cubicBezTo>
                <a:cubicBezTo>
                  <a:pt x="1101" y="131"/>
                  <a:pt x="1103" y="129"/>
                  <a:pt x="1105" y="127"/>
                </a:cubicBezTo>
                <a:cubicBezTo>
                  <a:pt x="1107" y="125"/>
                  <a:pt x="1109" y="124"/>
                  <a:pt x="1111" y="124"/>
                </a:cubicBezTo>
                <a:cubicBezTo>
                  <a:pt x="1113" y="124"/>
                  <a:pt x="1114" y="125"/>
                  <a:pt x="1114" y="126"/>
                </a:cubicBezTo>
                <a:cubicBezTo>
                  <a:pt x="1115" y="127"/>
                  <a:pt x="1115" y="128"/>
                  <a:pt x="1115" y="130"/>
                </a:cubicBezTo>
                <a:cubicBezTo>
                  <a:pt x="1115" y="132"/>
                  <a:pt x="1115" y="134"/>
                  <a:pt x="1115" y="135"/>
                </a:cubicBezTo>
                <a:cubicBezTo>
                  <a:pt x="1115" y="137"/>
                  <a:pt x="1114" y="140"/>
                  <a:pt x="1114" y="142"/>
                </a:cubicBezTo>
                <a:cubicBezTo>
                  <a:pt x="1114" y="144"/>
                  <a:pt x="1114" y="144"/>
                  <a:pt x="1114" y="144"/>
                </a:cubicBezTo>
                <a:cubicBezTo>
                  <a:pt x="1113" y="147"/>
                  <a:pt x="1113" y="147"/>
                  <a:pt x="1113" y="147"/>
                </a:cubicBezTo>
                <a:cubicBezTo>
                  <a:pt x="1112" y="151"/>
                  <a:pt x="1112" y="154"/>
                  <a:pt x="1112" y="156"/>
                </a:cubicBezTo>
                <a:cubicBezTo>
                  <a:pt x="1112" y="159"/>
                  <a:pt x="1113" y="160"/>
                  <a:pt x="1116" y="160"/>
                </a:cubicBezTo>
                <a:cubicBezTo>
                  <a:pt x="1117" y="160"/>
                  <a:pt x="1119" y="160"/>
                  <a:pt x="1120" y="159"/>
                </a:cubicBezTo>
                <a:cubicBezTo>
                  <a:pt x="1121" y="159"/>
                  <a:pt x="1122" y="158"/>
                  <a:pt x="1123" y="157"/>
                </a:cubicBezTo>
                <a:cubicBezTo>
                  <a:pt x="1123" y="157"/>
                  <a:pt x="1124" y="156"/>
                  <a:pt x="1124" y="156"/>
                </a:cubicBezTo>
                <a:cubicBezTo>
                  <a:pt x="1123" y="154"/>
                  <a:pt x="1123" y="154"/>
                  <a:pt x="1123" y="154"/>
                </a:cubicBezTo>
                <a:cubicBezTo>
                  <a:pt x="1122" y="155"/>
                  <a:pt x="1121" y="156"/>
                  <a:pt x="1120" y="156"/>
                </a:cubicBezTo>
                <a:cubicBezTo>
                  <a:pt x="1119" y="156"/>
                  <a:pt x="1119" y="155"/>
                  <a:pt x="1119" y="154"/>
                </a:cubicBezTo>
                <a:cubicBezTo>
                  <a:pt x="1119" y="152"/>
                  <a:pt x="1119" y="149"/>
                  <a:pt x="1120" y="145"/>
                </a:cubicBezTo>
                <a:cubicBezTo>
                  <a:pt x="1121" y="142"/>
                  <a:pt x="1121" y="142"/>
                  <a:pt x="1121" y="142"/>
                </a:cubicBezTo>
                <a:cubicBezTo>
                  <a:pt x="1121" y="140"/>
                  <a:pt x="1121" y="140"/>
                  <a:pt x="1121" y="140"/>
                </a:cubicBezTo>
                <a:cubicBezTo>
                  <a:pt x="1122" y="135"/>
                  <a:pt x="1122" y="132"/>
                  <a:pt x="1122" y="130"/>
                </a:cubicBezTo>
                <a:cubicBezTo>
                  <a:pt x="1122" y="126"/>
                  <a:pt x="1122" y="123"/>
                  <a:pt x="1120" y="122"/>
                </a:cubicBezTo>
                <a:cubicBezTo>
                  <a:pt x="1119" y="120"/>
                  <a:pt x="1117" y="119"/>
                  <a:pt x="1114" y="119"/>
                </a:cubicBezTo>
                <a:cubicBezTo>
                  <a:pt x="1112" y="119"/>
                  <a:pt x="1109" y="120"/>
                  <a:pt x="1106" y="122"/>
                </a:cubicBezTo>
                <a:cubicBezTo>
                  <a:pt x="1104" y="124"/>
                  <a:pt x="1102" y="126"/>
                  <a:pt x="1100" y="129"/>
                </a:cubicBezTo>
                <a:close/>
                <a:moveTo>
                  <a:pt x="1159" y="162"/>
                </a:moveTo>
                <a:cubicBezTo>
                  <a:pt x="1165" y="119"/>
                  <a:pt x="1165" y="119"/>
                  <a:pt x="1165" y="119"/>
                </a:cubicBezTo>
                <a:cubicBezTo>
                  <a:pt x="1160" y="121"/>
                  <a:pt x="1160" y="121"/>
                  <a:pt x="1160" y="121"/>
                </a:cubicBezTo>
                <a:cubicBezTo>
                  <a:pt x="1159" y="121"/>
                  <a:pt x="1158" y="120"/>
                  <a:pt x="1157" y="120"/>
                </a:cubicBezTo>
                <a:cubicBezTo>
                  <a:pt x="1155" y="120"/>
                  <a:pt x="1154" y="119"/>
                  <a:pt x="1153" y="119"/>
                </a:cubicBezTo>
                <a:cubicBezTo>
                  <a:pt x="1148" y="119"/>
                  <a:pt x="1144" y="121"/>
                  <a:pt x="1141" y="123"/>
                </a:cubicBezTo>
                <a:cubicBezTo>
                  <a:pt x="1137" y="126"/>
                  <a:pt x="1135" y="129"/>
                  <a:pt x="1133" y="133"/>
                </a:cubicBezTo>
                <a:cubicBezTo>
                  <a:pt x="1131" y="137"/>
                  <a:pt x="1130" y="141"/>
                  <a:pt x="1130" y="145"/>
                </a:cubicBezTo>
                <a:cubicBezTo>
                  <a:pt x="1130" y="150"/>
                  <a:pt x="1131" y="153"/>
                  <a:pt x="1133" y="156"/>
                </a:cubicBezTo>
                <a:cubicBezTo>
                  <a:pt x="1135" y="159"/>
                  <a:pt x="1138" y="160"/>
                  <a:pt x="1142" y="160"/>
                </a:cubicBezTo>
                <a:cubicBezTo>
                  <a:pt x="1144" y="160"/>
                  <a:pt x="1146" y="159"/>
                  <a:pt x="1148" y="158"/>
                </a:cubicBezTo>
                <a:cubicBezTo>
                  <a:pt x="1150" y="157"/>
                  <a:pt x="1152" y="156"/>
                  <a:pt x="1153" y="155"/>
                </a:cubicBezTo>
                <a:cubicBezTo>
                  <a:pt x="1151" y="164"/>
                  <a:pt x="1151" y="164"/>
                  <a:pt x="1151" y="164"/>
                </a:cubicBezTo>
                <a:cubicBezTo>
                  <a:pt x="1151" y="167"/>
                  <a:pt x="1150" y="169"/>
                  <a:pt x="1149" y="170"/>
                </a:cubicBezTo>
                <a:cubicBezTo>
                  <a:pt x="1147" y="172"/>
                  <a:pt x="1145" y="172"/>
                  <a:pt x="1142" y="172"/>
                </a:cubicBezTo>
                <a:cubicBezTo>
                  <a:pt x="1140" y="172"/>
                  <a:pt x="1139" y="172"/>
                  <a:pt x="1137" y="171"/>
                </a:cubicBezTo>
                <a:cubicBezTo>
                  <a:pt x="1136" y="171"/>
                  <a:pt x="1134" y="170"/>
                  <a:pt x="1133" y="170"/>
                </a:cubicBezTo>
                <a:cubicBezTo>
                  <a:pt x="1132" y="175"/>
                  <a:pt x="1132" y="175"/>
                  <a:pt x="1132" y="175"/>
                </a:cubicBezTo>
                <a:cubicBezTo>
                  <a:pt x="1132" y="176"/>
                  <a:pt x="1134" y="176"/>
                  <a:pt x="1135" y="176"/>
                </a:cubicBezTo>
                <a:cubicBezTo>
                  <a:pt x="1137" y="177"/>
                  <a:pt x="1138" y="177"/>
                  <a:pt x="1140" y="177"/>
                </a:cubicBezTo>
                <a:cubicBezTo>
                  <a:pt x="1142" y="177"/>
                  <a:pt x="1145" y="176"/>
                  <a:pt x="1148" y="175"/>
                </a:cubicBezTo>
                <a:cubicBezTo>
                  <a:pt x="1150" y="174"/>
                  <a:pt x="1153" y="173"/>
                  <a:pt x="1155" y="170"/>
                </a:cubicBezTo>
                <a:cubicBezTo>
                  <a:pt x="1157" y="168"/>
                  <a:pt x="1158" y="165"/>
                  <a:pt x="1159" y="162"/>
                </a:cubicBezTo>
                <a:close/>
                <a:moveTo>
                  <a:pt x="1157" y="125"/>
                </a:moveTo>
                <a:cubicBezTo>
                  <a:pt x="1154" y="150"/>
                  <a:pt x="1154" y="150"/>
                  <a:pt x="1154" y="150"/>
                </a:cubicBezTo>
                <a:cubicBezTo>
                  <a:pt x="1152" y="151"/>
                  <a:pt x="1151" y="153"/>
                  <a:pt x="1149" y="154"/>
                </a:cubicBezTo>
                <a:cubicBezTo>
                  <a:pt x="1148" y="155"/>
                  <a:pt x="1146" y="155"/>
                  <a:pt x="1144" y="155"/>
                </a:cubicBezTo>
                <a:cubicBezTo>
                  <a:pt x="1142" y="155"/>
                  <a:pt x="1140" y="155"/>
                  <a:pt x="1139" y="153"/>
                </a:cubicBezTo>
                <a:cubicBezTo>
                  <a:pt x="1138" y="151"/>
                  <a:pt x="1138" y="148"/>
                  <a:pt x="1138" y="145"/>
                </a:cubicBezTo>
                <a:cubicBezTo>
                  <a:pt x="1138" y="142"/>
                  <a:pt x="1138" y="138"/>
                  <a:pt x="1139" y="135"/>
                </a:cubicBezTo>
                <a:cubicBezTo>
                  <a:pt x="1140" y="132"/>
                  <a:pt x="1142" y="129"/>
                  <a:pt x="1144" y="127"/>
                </a:cubicBezTo>
                <a:cubicBezTo>
                  <a:pt x="1146" y="124"/>
                  <a:pt x="1149" y="123"/>
                  <a:pt x="1152" y="123"/>
                </a:cubicBezTo>
                <a:cubicBezTo>
                  <a:pt x="1154" y="123"/>
                  <a:pt x="1156" y="124"/>
                  <a:pt x="1157" y="125"/>
                </a:cubicBezTo>
                <a:close/>
                <a:moveTo>
                  <a:pt x="1181" y="153"/>
                </a:moveTo>
                <a:cubicBezTo>
                  <a:pt x="1185" y="120"/>
                  <a:pt x="1185" y="120"/>
                  <a:pt x="1185" y="120"/>
                </a:cubicBezTo>
                <a:cubicBezTo>
                  <a:pt x="1184" y="119"/>
                  <a:pt x="1184" y="119"/>
                  <a:pt x="1184" y="119"/>
                </a:cubicBezTo>
                <a:cubicBezTo>
                  <a:pt x="1174" y="121"/>
                  <a:pt x="1174" y="121"/>
                  <a:pt x="1174" y="121"/>
                </a:cubicBezTo>
                <a:cubicBezTo>
                  <a:pt x="1173" y="123"/>
                  <a:pt x="1173" y="123"/>
                  <a:pt x="1173" y="123"/>
                </a:cubicBezTo>
                <a:cubicBezTo>
                  <a:pt x="1178" y="125"/>
                  <a:pt x="1178" y="125"/>
                  <a:pt x="1178" y="125"/>
                </a:cubicBezTo>
                <a:cubicBezTo>
                  <a:pt x="1177" y="132"/>
                  <a:pt x="1176" y="138"/>
                  <a:pt x="1175" y="142"/>
                </a:cubicBezTo>
                <a:cubicBezTo>
                  <a:pt x="1174" y="150"/>
                  <a:pt x="1174" y="154"/>
                  <a:pt x="1173" y="156"/>
                </a:cubicBezTo>
                <a:cubicBezTo>
                  <a:pt x="1173" y="157"/>
                  <a:pt x="1174" y="158"/>
                  <a:pt x="1174" y="159"/>
                </a:cubicBezTo>
                <a:cubicBezTo>
                  <a:pt x="1175" y="160"/>
                  <a:pt x="1176" y="160"/>
                  <a:pt x="1178" y="160"/>
                </a:cubicBezTo>
                <a:cubicBezTo>
                  <a:pt x="1180" y="160"/>
                  <a:pt x="1182" y="159"/>
                  <a:pt x="1183" y="158"/>
                </a:cubicBezTo>
                <a:cubicBezTo>
                  <a:pt x="1184" y="157"/>
                  <a:pt x="1185" y="156"/>
                  <a:pt x="1186" y="155"/>
                </a:cubicBezTo>
                <a:cubicBezTo>
                  <a:pt x="1185" y="154"/>
                  <a:pt x="1185" y="154"/>
                  <a:pt x="1185" y="154"/>
                </a:cubicBezTo>
                <a:cubicBezTo>
                  <a:pt x="1184" y="154"/>
                  <a:pt x="1184" y="155"/>
                  <a:pt x="1183" y="155"/>
                </a:cubicBezTo>
                <a:cubicBezTo>
                  <a:pt x="1183" y="156"/>
                  <a:pt x="1182" y="156"/>
                  <a:pt x="1182" y="156"/>
                </a:cubicBezTo>
                <a:cubicBezTo>
                  <a:pt x="1181" y="156"/>
                  <a:pt x="1181" y="156"/>
                  <a:pt x="1181" y="155"/>
                </a:cubicBezTo>
                <a:cubicBezTo>
                  <a:pt x="1181" y="155"/>
                  <a:pt x="1180" y="155"/>
                  <a:pt x="1180" y="154"/>
                </a:cubicBezTo>
                <a:lnTo>
                  <a:pt x="1181" y="153"/>
                </a:lnTo>
                <a:close/>
                <a:moveTo>
                  <a:pt x="1183" y="112"/>
                </a:moveTo>
                <a:cubicBezTo>
                  <a:pt x="1184" y="112"/>
                  <a:pt x="1185" y="111"/>
                  <a:pt x="1186" y="110"/>
                </a:cubicBezTo>
                <a:cubicBezTo>
                  <a:pt x="1187" y="109"/>
                  <a:pt x="1188" y="108"/>
                  <a:pt x="1188" y="107"/>
                </a:cubicBezTo>
                <a:cubicBezTo>
                  <a:pt x="1188" y="106"/>
                  <a:pt x="1187" y="105"/>
                  <a:pt x="1187" y="104"/>
                </a:cubicBezTo>
                <a:cubicBezTo>
                  <a:pt x="1186" y="103"/>
                  <a:pt x="1185" y="103"/>
                  <a:pt x="1184" y="103"/>
                </a:cubicBezTo>
                <a:cubicBezTo>
                  <a:pt x="1182" y="103"/>
                  <a:pt x="1181" y="103"/>
                  <a:pt x="1180" y="104"/>
                </a:cubicBezTo>
                <a:cubicBezTo>
                  <a:pt x="1180" y="105"/>
                  <a:pt x="1179" y="107"/>
                  <a:pt x="1179" y="108"/>
                </a:cubicBezTo>
                <a:cubicBezTo>
                  <a:pt x="1179" y="109"/>
                  <a:pt x="1179" y="110"/>
                  <a:pt x="1180" y="111"/>
                </a:cubicBezTo>
                <a:cubicBezTo>
                  <a:pt x="1181" y="111"/>
                  <a:pt x="1182" y="112"/>
                  <a:pt x="1183" y="112"/>
                </a:cubicBezTo>
                <a:close/>
                <a:moveTo>
                  <a:pt x="1207" y="129"/>
                </a:moveTo>
                <a:cubicBezTo>
                  <a:pt x="1208" y="120"/>
                  <a:pt x="1208" y="120"/>
                  <a:pt x="1208" y="120"/>
                </a:cubicBezTo>
                <a:cubicBezTo>
                  <a:pt x="1207" y="119"/>
                  <a:pt x="1207" y="119"/>
                  <a:pt x="1207" y="119"/>
                </a:cubicBezTo>
                <a:cubicBezTo>
                  <a:pt x="1198" y="121"/>
                  <a:pt x="1198" y="121"/>
                  <a:pt x="1198" y="121"/>
                </a:cubicBezTo>
                <a:cubicBezTo>
                  <a:pt x="1198" y="124"/>
                  <a:pt x="1198" y="124"/>
                  <a:pt x="1198" y="124"/>
                </a:cubicBezTo>
                <a:cubicBezTo>
                  <a:pt x="1201" y="125"/>
                  <a:pt x="1201" y="125"/>
                  <a:pt x="1201" y="125"/>
                </a:cubicBezTo>
                <a:cubicBezTo>
                  <a:pt x="1196" y="159"/>
                  <a:pt x="1196" y="159"/>
                  <a:pt x="1196" y="159"/>
                </a:cubicBezTo>
                <a:cubicBezTo>
                  <a:pt x="1203" y="159"/>
                  <a:pt x="1203" y="159"/>
                  <a:pt x="1203" y="159"/>
                </a:cubicBezTo>
                <a:cubicBezTo>
                  <a:pt x="1207" y="134"/>
                  <a:pt x="1207" y="134"/>
                  <a:pt x="1207" y="134"/>
                </a:cubicBezTo>
                <a:cubicBezTo>
                  <a:pt x="1208" y="131"/>
                  <a:pt x="1210" y="129"/>
                  <a:pt x="1213" y="127"/>
                </a:cubicBezTo>
                <a:cubicBezTo>
                  <a:pt x="1215" y="125"/>
                  <a:pt x="1217" y="124"/>
                  <a:pt x="1219" y="124"/>
                </a:cubicBezTo>
                <a:cubicBezTo>
                  <a:pt x="1220" y="124"/>
                  <a:pt x="1221" y="125"/>
                  <a:pt x="1222" y="126"/>
                </a:cubicBezTo>
                <a:cubicBezTo>
                  <a:pt x="1223" y="127"/>
                  <a:pt x="1223" y="128"/>
                  <a:pt x="1223" y="130"/>
                </a:cubicBezTo>
                <a:cubicBezTo>
                  <a:pt x="1223" y="132"/>
                  <a:pt x="1223" y="134"/>
                  <a:pt x="1223" y="135"/>
                </a:cubicBezTo>
                <a:cubicBezTo>
                  <a:pt x="1222" y="137"/>
                  <a:pt x="1222" y="140"/>
                  <a:pt x="1222" y="142"/>
                </a:cubicBezTo>
                <a:cubicBezTo>
                  <a:pt x="1221" y="144"/>
                  <a:pt x="1221" y="144"/>
                  <a:pt x="1221" y="144"/>
                </a:cubicBezTo>
                <a:cubicBezTo>
                  <a:pt x="1221" y="147"/>
                  <a:pt x="1221" y="147"/>
                  <a:pt x="1221" y="147"/>
                </a:cubicBezTo>
                <a:cubicBezTo>
                  <a:pt x="1220" y="151"/>
                  <a:pt x="1219" y="154"/>
                  <a:pt x="1219" y="156"/>
                </a:cubicBezTo>
                <a:cubicBezTo>
                  <a:pt x="1219" y="159"/>
                  <a:pt x="1221" y="160"/>
                  <a:pt x="1224" y="160"/>
                </a:cubicBezTo>
                <a:cubicBezTo>
                  <a:pt x="1225" y="160"/>
                  <a:pt x="1226" y="160"/>
                  <a:pt x="1227" y="159"/>
                </a:cubicBezTo>
                <a:cubicBezTo>
                  <a:pt x="1228" y="159"/>
                  <a:pt x="1229" y="158"/>
                  <a:pt x="1230" y="157"/>
                </a:cubicBezTo>
                <a:cubicBezTo>
                  <a:pt x="1231" y="157"/>
                  <a:pt x="1231" y="156"/>
                  <a:pt x="1232" y="156"/>
                </a:cubicBezTo>
                <a:cubicBezTo>
                  <a:pt x="1231" y="154"/>
                  <a:pt x="1231" y="154"/>
                  <a:pt x="1231" y="154"/>
                </a:cubicBezTo>
                <a:cubicBezTo>
                  <a:pt x="1229" y="155"/>
                  <a:pt x="1228" y="156"/>
                  <a:pt x="1227" y="156"/>
                </a:cubicBezTo>
                <a:cubicBezTo>
                  <a:pt x="1227" y="156"/>
                  <a:pt x="1227" y="155"/>
                  <a:pt x="1227" y="154"/>
                </a:cubicBezTo>
                <a:cubicBezTo>
                  <a:pt x="1227" y="152"/>
                  <a:pt x="1227" y="149"/>
                  <a:pt x="1228" y="145"/>
                </a:cubicBezTo>
                <a:cubicBezTo>
                  <a:pt x="1228" y="142"/>
                  <a:pt x="1228" y="142"/>
                  <a:pt x="1228" y="142"/>
                </a:cubicBezTo>
                <a:cubicBezTo>
                  <a:pt x="1229" y="140"/>
                  <a:pt x="1229" y="140"/>
                  <a:pt x="1229" y="140"/>
                </a:cubicBezTo>
                <a:cubicBezTo>
                  <a:pt x="1230" y="135"/>
                  <a:pt x="1230" y="132"/>
                  <a:pt x="1230" y="130"/>
                </a:cubicBezTo>
                <a:cubicBezTo>
                  <a:pt x="1230" y="126"/>
                  <a:pt x="1229" y="123"/>
                  <a:pt x="1228" y="122"/>
                </a:cubicBezTo>
                <a:cubicBezTo>
                  <a:pt x="1227" y="120"/>
                  <a:pt x="1225" y="119"/>
                  <a:pt x="1222" y="119"/>
                </a:cubicBezTo>
                <a:cubicBezTo>
                  <a:pt x="1219" y="119"/>
                  <a:pt x="1217" y="120"/>
                  <a:pt x="1214" y="122"/>
                </a:cubicBezTo>
                <a:cubicBezTo>
                  <a:pt x="1211" y="124"/>
                  <a:pt x="1209" y="126"/>
                  <a:pt x="1207" y="129"/>
                </a:cubicBezTo>
                <a:close/>
                <a:moveTo>
                  <a:pt x="1267" y="153"/>
                </a:moveTo>
                <a:cubicBezTo>
                  <a:pt x="1266" y="150"/>
                  <a:pt x="1266" y="150"/>
                  <a:pt x="1266" y="150"/>
                </a:cubicBezTo>
                <a:cubicBezTo>
                  <a:pt x="1264" y="152"/>
                  <a:pt x="1262" y="153"/>
                  <a:pt x="1260" y="154"/>
                </a:cubicBezTo>
                <a:cubicBezTo>
                  <a:pt x="1258" y="155"/>
                  <a:pt x="1256" y="156"/>
                  <a:pt x="1254" y="156"/>
                </a:cubicBezTo>
                <a:cubicBezTo>
                  <a:pt x="1251" y="156"/>
                  <a:pt x="1249" y="154"/>
                  <a:pt x="1248" y="152"/>
                </a:cubicBezTo>
                <a:cubicBezTo>
                  <a:pt x="1246" y="150"/>
                  <a:pt x="1246" y="147"/>
                  <a:pt x="1246" y="143"/>
                </a:cubicBezTo>
                <a:cubicBezTo>
                  <a:pt x="1249" y="143"/>
                  <a:pt x="1252" y="143"/>
                  <a:pt x="1256" y="142"/>
                </a:cubicBezTo>
                <a:cubicBezTo>
                  <a:pt x="1259" y="140"/>
                  <a:pt x="1263" y="139"/>
                  <a:pt x="1265" y="136"/>
                </a:cubicBezTo>
                <a:cubicBezTo>
                  <a:pt x="1268" y="134"/>
                  <a:pt x="1269" y="131"/>
                  <a:pt x="1269" y="128"/>
                </a:cubicBezTo>
                <a:cubicBezTo>
                  <a:pt x="1269" y="125"/>
                  <a:pt x="1268" y="123"/>
                  <a:pt x="1267" y="122"/>
                </a:cubicBezTo>
                <a:cubicBezTo>
                  <a:pt x="1265" y="120"/>
                  <a:pt x="1263" y="119"/>
                  <a:pt x="1259" y="119"/>
                </a:cubicBezTo>
                <a:cubicBezTo>
                  <a:pt x="1255" y="119"/>
                  <a:pt x="1252" y="121"/>
                  <a:pt x="1249" y="123"/>
                </a:cubicBezTo>
                <a:cubicBezTo>
                  <a:pt x="1246" y="125"/>
                  <a:pt x="1243" y="128"/>
                  <a:pt x="1241" y="132"/>
                </a:cubicBezTo>
                <a:cubicBezTo>
                  <a:pt x="1240" y="136"/>
                  <a:pt x="1239" y="140"/>
                  <a:pt x="1239" y="145"/>
                </a:cubicBezTo>
                <a:cubicBezTo>
                  <a:pt x="1239" y="147"/>
                  <a:pt x="1239" y="150"/>
                  <a:pt x="1240" y="152"/>
                </a:cubicBezTo>
                <a:cubicBezTo>
                  <a:pt x="1241" y="155"/>
                  <a:pt x="1243" y="156"/>
                  <a:pt x="1245" y="158"/>
                </a:cubicBezTo>
                <a:cubicBezTo>
                  <a:pt x="1247" y="159"/>
                  <a:pt x="1249" y="160"/>
                  <a:pt x="1253" y="160"/>
                </a:cubicBezTo>
                <a:cubicBezTo>
                  <a:pt x="1256" y="160"/>
                  <a:pt x="1259" y="159"/>
                  <a:pt x="1261" y="158"/>
                </a:cubicBezTo>
                <a:cubicBezTo>
                  <a:pt x="1264" y="156"/>
                  <a:pt x="1266" y="154"/>
                  <a:pt x="1267" y="153"/>
                </a:cubicBezTo>
                <a:close/>
                <a:moveTo>
                  <a:pt x="1258" y="123"/>
                </a:moveTo>
                <a:cubicBezTo>
                  <a:pt x="1259" y="123"/>
                  <a:pt x="1260" y="124"/>
                  <a:pt x="1261" y="125"/>
                </a:cubicBezTo>
                <a:cubicBezTo>
                  <a:pt x="1262" y="125"/>
                  <a:pt x="1263" y="127"/>
                  <a:pt x="1263" y="129"/>
                </a:cubicBezTo>
                <a:cubicBezTo>
                  <a:pt x="1263" y="131"/>
                  <a:pt x="1262" y="133"/>
                  <a:pt x="1260" y="135"/>
                </a:cubicBezTo>
                <a:cubicBezTo>
                  <a:pt x="1258" y="136"/>
                  <a:pt x="1256" y="138"/>
                  <a:pt x="1253" y="139"/>
                </a:cubicBezTo>
                <a:cubicBezTo>
                  <a:pt x="1251" y="139"/>
                  <a:pt x="1248" y="140"/>
                  <a:pt x="1246" y="140"/>
                </a:cubicBezTo>
                <a:cubicBezTo>
                  <a:pt x="1246" y="138"/>
                  <a:pt x="1247" y="135"/>
                  <a:pt x="1248" y="132"/>
                </a:cubicBezTo>
                <a:cubicBezTo>
                  <a:pt x="1249" y="130"/>
                  <a:pt x="1250" y="127"/>
                  <a:pt x="1252" y="126"/>
                </a:cubicBezTo>
                <a:cubicBezTo>
                  <a:pt x="1254" y="124"/>
                  <a:pt x="1255" y="123"/>
                  <a:pt x="1258" y="123"/>
                </a:cubicBezTo>
                <a:close/>
                <a:moveTo>
                  <a:pt x="1303" y="153"/>
                </a:moveTo>
                <a:cubicBezTo>
                  <a:pt x="1302" y="150"/>
                  <a:pt x="1302" y="150"/>
                  <a:pt x="1302" y="150"/>
                </a:cubicBezTo>
                <a:cubicBezTo>
                  <a:pt x="1300" y="152"/>
                  <a:pt x="1298" y="153"/>
                  <a:pt x="1296" y="154"/>
                </a:cubicBezTo>
                <a:cubicBezTo>
                  <a:pt x="1294" y="155"/>
                  <a:pt x="1292" y="156"/>
                  <a:pt x="1290" y="156"/>
                </a:cubicBezTo>
                <a:cubicBezTo>
                  <a:pt x="1287" y="156"/>
                  <a:pt x="1285" y="154"/>
                  <a:pt x="1284" y="152"/>
                </a:cubicBezTo>
                <a:cubicBezTo>
                  <a:pt x="1282" y="150"/>
                  <a:pt x="1282" y="147"/>
                  <a:pt x="1282" y="143"/>
                </a:cubicBezTo>
                <a:cubicBezTo>
                  <a:pt x="1285" y="143"/>
                  <a:pt x="1288" y="143"/>
                  <a:pt x="1292" y="142"/>
                </a:cubicBezTo>
                <a:cubicBezTo>
                  <a:pt x="1295" y="140"/>
                  <a:pt x="1299" y="139"/>
                  <a:pt x="1301" y="136"/>
                </a:cubicBezTo>
                <a:cubicBezTo>
                  <a:pt x="1304" y="134"/>
                  <a:pt x="1305" y="131"/>
                  <a:pt x="1305" y="128"/>
                </a:cubicBezTo>
                <a:cubicBezTo>
                  <a:pt x="1305" y="125"/>
                  <a:pt x="1304" y="123"/>
                  <a:pt x="1303" y="122"/>
                </a:cubicBezTo>
                <a:cubicBezTo>
                  <a:pt x="1301" y="120"/>
                  <a:pt x="1299" y="119"/>
                  <a:pt x="1295" y="119"/>
                </a:cubicBezTo>
                <a:cubicBezTo>
                  <a:pt x="1291" y="119"/>
                  <a:pt x="1288" y="121"/>
                  <a:pt x="1285" y="123"/>
                </a:cubicBezTo>
                <a:cubicBezTo>
                  <a:pt x="1282" y="125"/>
                  <a:pt x="1279" y="128"/>
                  <a:pt x="1277" y="132"/>
                </a:cubicBezTo>
                <a:cubicBezTo>
                  <a:pt x="1275" y="136"/>
                  <a:pt x="1275" y="140"/>
                  <a:pt x="1275" y="145"/>
                </a:cubicBezTo>
                <a:cubicBezTo>
                  <a:pt x="1275" y="147"/>
                  <a:pt x="1275" y="150"/>
                  <a:pt x="1276" y="152"/>
                </a:cubicBezTo>
                <a:cubicBezTo>
                  <a:pt x="1277" y="155"/>
                  <a:pt x="1279" y="156"/>
                  <a:pt x="1281" y="158"/>
                </a:cubicBezTo>
                <a:cubicBezTo>
                  <a:pt x="1283" y="159"/>
                  <a:pt x="1285" y="160"/>
                  <a:pt x="1288" y="160"/>
                </a:cubicBezTo>
                <a:cubicBezTo>
                  <a:pt x="1292" y="160"/>
                  <a:pt x="1295" y="159"/>
                  <a:pt x="1297" y="158"/>
                </a:cubicBezTo>
                <a:cubicBezTo>
                  <a:pt x="1300" y="156"/>
                  <a:pt x="1302" y="154"/>
                  <a:pt x="1303" y="153"/>
                </a:cubicBezTo>
                <a:close/>
                <a:moveTo>
                  <a:pt x="1294" y="123"/>
                </a:moveTo>
                <a:cubicBezTo>
                  <a:pt x="1295" y="123"/>
                  <a:pt x="1296" y="124"/>
                  <a:pt x="1297" y="125"/>
                </a:cubicBezTo>
                <a:cubicBezTo>
                  <a:pt x="1298" y="125"/>
                  <a:pt x="1298" y="127"/>
                  <a:pt x="1298" y="129"/>
                </a:cubicBezTo>
                <a:cubicBezTo>
                  <a:pt x="1298" y="131"/>
                  <a:pt x="1298" y="133"/>
                  <a:pt x="1296" y="135"/>
                </a:cubicBezTo>
                <a:cubicBezTo>
                  <a:pt x="1294" y="136"/>
                  <a:pt x="1292" y="138"/>
                  <a:pt x="1289" y="139"/>
                </a:cubicBezTo>
                <a:cubicBezTo>
                  <a:pt x="1287" y="139"/>
                  <a:pt x="1284" y="140"/>
                  <a:pt x="1282" y="140"/>
                </a:cubicBezTo>
                <a:cubicBezTo>
                  <a:pt x="1282" y="138"/>
                  <a:pt x="1283" y="135"/>
                  <a:pt x="1284" y="132"/>
                </a:cubicBezTo>
                <a:cubicBezTo>
                  <a:pt x="1285" y="130"/>
                  <a:pt x="1286" y="127"/>
                  <a:pt x="1288" y="126"/>
                </a:cubicBezTo>
                <a:cubicBezTo>
                  <a:pt x="1289" y="124"/>
                  <a:pt x="1291" y="123"/>
                  <a:pt x="1294" y="123"/>
                </a:cubicBezTo>
                <a:close/>
                <a:moveTo>
                  <a:pt x="1322" y="129"/>
                </a:moveTo>
                <a:cubicBezTo>
                  <a:pt x="1323" y="127"/>
                  <a:pt x="1323" y="127"/>
                  <a:pt x="1323" y="127"/>
                </a:cubicBezTo>
                <a:cubicBezTo>
                  <a:pt x="1323" y="120"/>
                  <a:pt x="1323" y="120"/>
                  <a:pt x="1323" y="120"/>
                </a:cubicBezTo>
                <a:cubicBezTo>
                  <a:pt x="1322" y="119"/>
                  <a:pt x="1322" y="119"/>
                  <a:pt x="1322" y="119"/>
                </a:cubicBezTo>
                <a:cubicBezTo>
                  <a:pt x="1314" y="121"/>
                  <a:pt x="1314" y="121"/>
                  <a:pt x="1314" y="121"/>
                </a:cubicBezTo>
                <a:cubicBezTo>
                  <a:pt x="1313" y="124"/>
                  <a:pt x="1313" y="124"/>
                  <a:pt x="1313" y="124"/>
                </a:cubicBezTo>
                <a:cubicBezTo>
                  <a:pt x="1317" y="125"/>
                  <a:pt x="1317" y="125"/>
                  <a:pt x="1317" y="125"/>
                </a:cubicBezTo>
                <a:cubicBezTo>
                  <a:pt x="1312" y="159"/>
                  <a:pt x="1312" y="159"/>
                  <a:pt x="1312" y="159"/>
                </a:cubicBezTo>
                <a:cubicBezTo>
                  <a:pt x="1319" y="159"/>
                  <a:pt x="1319" y="159"/>
                  <a:pt x="1319" y="159"/>
                </a:cubicBezTo>
                <a:cubicBezTo>
                  <a:pt x="1322" y="134"/>
                  <a:pt x="1322" y="134"/>
                  <a:pt x="1322" y="134"/>
                </a:cubicBezTo>
                <a:cubicBezTo>
                  <a:pt x="1323" y="132"/>
                  <a:pt x="1325" y="130"/>
                  <a:pt x="1327" y="129"/>
                </a:cubicBezTo>
                <a:cubicBezTo>
                  <a:pt x="1329" y="127"/>
                  <a:pt x="1331" y="127"/>
                  <a:pt x="1333" y="127"/>
                </a:cubicBezTo>
                <a:cubicBezTo>
                  <a:pt x="1334" y="127"/>
                  <a:pt x="1335" y="127"/>
                  <a:pt x="1336" y="127"/>
                </a:cubicBezTo>
                <a:cubicBezTo>
                  <a:pt x="1338" y="120"/>
                  <a:pt x="1338" y="120"/>
                  <a:pt x="1338" y="120"/>
                </a:cubicBezTo>
                <a:cubicBezTo>
                  <a:pt x="1337" y="120"/>
                  <a:pt x="1336" y="119"/>
                  <a:pt x="1335" y="119"/>
                </a:cubicBezTo>
                <a:cubicBezTo>
                  <a:pt x="1333" y="119"/>
                  <a:pt x="1331" y="120"/>
                  <a:pt x="1330" y="121"/>
                </a:cubicBezTo>
                <a:cubicBezTo>
                  <a:pt x="1328" y="122"/>
                  <a:pt x="1326" y="123"/>
                  <a:pt x="1325" y="125"/>
                </a:cubicBezTo>
                <a:cubicBezTo>
                  <a:pt x="1324" y="126"/>
                  <a:pt x="1323" y="128"/>
                  <a:pt x="1322" y="129"/>
                </a:cubicBezTo>
                <a:close/>
                <a:moveTo>
                  <a:pt x="1349" y="153"/>
                </a:moveTo>
                <a:cubicBezTo>
                  <a:pt x="1354" y="120"/>
                  <a:pt x="1354" y="120"/>
                  <a:pt x="1354" y="120"/>
                </a:cubicBezTo>
                <a:cubicBezTo>
                  <a:pt x="1352" y="119"/>
                  <a:pt x="1352" y="119"/>
                  <a:pt x="1352" y="119"/>
                </a:cubicBezTo>
                <a:cubicBezTo>
                  <a:pt x="1342" y="121"/>
                  <a:pt x="1342" y="121"/>
                  <a:pt x="1342" y="121"/>
                </a:cubicBezTo>
                <a:cubicBezTo>
                  <a:pt x="1342" y="123"/>
                  <a:pt x="1342" y="123"/>
                  <a:pt x="1342" y="123"/>
                </a:cubicBezTo>
                <a:cubicBezTo>
                  <a:pt x="1346" y="125"/>
                  <a:pt x="1346" y="125"/>
                  <a:pt x="1346" y="125"/>
                </a:cubicBezTo>
                <a:cubicBezTo>
                  <a:pt x="1345" y="132"/>
                  <a:pt x="1345" y="138"/>
                  <a:pt x="1344" y="142"/>
                </a:cubicBezTo>
                <a:cubicBezTo>
                  <a:pt x="1343" y="150"/>
                  <a:pt x="1342" y="154"/>
                  <a:pt x="1342" y="156"/>
                </a:cubicBezTo>
                <a:cubicBezTo>
                  <a:pt x="1342" y="157"/>
                  <a:pt x="1342" y="158"/>
                  <a:pt x="1343" y="159"/>
                </a:cubicBezTo>
                <a:cubicBezTo>
                  <a:pt x="1344" y="160"/>
                  <a:pt x="1345" y="160"/>
                  <a:pt x="1347" y="160"/>
                </a:cubicBezTo>
                <a:cubicBezTo>
                  <a:pt x="1349" y="160"/>
                  <a:pt x="1350" y="159"/>
                  <a:pt x="1352" y="158"/>
                </a:cubicBezTo>
                <a:cubicBezTo>
                  <a:pt x="1353" y="157"/>
                  <a:pt x="1354" y="156"/>
                  <a:pt x="1355" y="155"/>
                </a:cubicBezTo>
                <a:cubicBezTo>
                  <a:pt x="1354" y="154"/>
                  <a:pt x="1354" y="154"/>
                  <a:pt x="1354" y="154"/>
                </a:cubicBezTo>
                <a:cubicBezTo>
                  <a:pt x="1353" y="154"/>
                  <a:pt x="1352" y="155"/>
                  <a:pt x="1352" y="155"/>
                </a:cubicBezTo>
                <a:cubicBezTo>
                  <a:pt x="1351" y="156"/>
                  <a:pt x="1351" y="156"/>
                  <a:pt x="1350" y="156"/>
                </a:cubicBezTo>
                <a:cubicBezTo>
                  <a:pt x="1350" y="156"/>
                  <a:pt x="1350" y="156"/>
                  <a:pt x="1349" y="155"/>
                </a:cubicBezTo>
                <a:cubicBezTo>
                  <a:pt x="1349" y="155"/>
                  <a:pt x="1349" y="155"/>
                  <a:pt x="1349" y="154"/>
                </a:cubicBezTo>
                <a:lnTo>
                  <a:pt x="1349" y="153"/>
                </a:lnTo>
                <a:close/>
                <a:moveTo>
                  <a:pt x="1351" y="112"/>
                </a:moveTo>
                <a:cubicBezTo>
                  <a:pt x="1353" y="112"/>
                  <a:pt x="1354" y="111"/>
                  <a:pt x="1355" y="110"/>
                </a:cubicBezTo>
                <a:cubicBezTo>
                  <a:pt x="1356" y="109"/>
                  <a:pt x="1356" y="108"/>
                  <a:pt x="1356" y="107"/>
                </a:cubicBezTo>
                <a:cubicBezTo>
                  <a:pt x="1356" y="106"/>
                  <a:pt x="1356" y="105"/>
                  <a:pt x="1355" y="104"/>
                </a:cubicBezTo>
                <a:cubicBezTo>
                  <a:pt x="1354" y="103"/>
                  <a:pt x="1353" y="103"/>
                  <a:pt x="1352" y="103"/>
                </a:cubicBezTo>
                <a:cubicBezTo>
                  <a:pt x="1351" y="103"/>
                  <a:pt x="1350" y="103"/>
                  <a:pt x="1349" y="104"/>
                </a:cubicBezTo>
                <a:cubicBezTo>
                  <a:pt x="1348" y="105"/>
                  <a:pt x="1348" y="107"/>
                  <a:pt x="1348" y="108"/>
                </a:cubicBezTo>
                <a:cubicBezTo>
                  <a:pt x="1348" y="109"/>
                  <a:pt x="1348" y="110"/>
                  <a:pt x="1349" y="111"/>
                </a:cubicBezTo>
                <a:cubicBezTo>
                  <a:pt x="1350" y="111"/>
                  <a:pt x="1350" y="112"/>
                  <a:pt x="1351" y="112"/>
                </a:cubicBezTo>
                <a:close/>
                <a:moveTo>
                  <a:pt x="1374" y="129"/>
                </a:moveTo>
                <a:cubicBezTo>
                  <a:pt x="1375" y="120"/>
                  <a:pt x="1375" y="120"/>
                  <a:pt x="1375" y="120"/>
                </a:cubicBezTo>
                <a:cubicBezTo>
                  <a:pt x="1374" y="119"/>
                  <a:pt x="1374" y="119"/>
                  <a:pt x="1374" y="119"/>
                </a:cubicBezTo>
                <a:cubicBezTo>
                  <a:pt x="1365" y="121"/>
                  <a:pt x="1365" y="121"/>
                  <a:pt x="1365" y="121"/>
                </a:cubicBezTo>
                <a:cubicBezTo>
                  <a:pt x="1365" y="124"/>
                  <a:pt x="1365" y="124"/>
                  <a:pt x="1365" y="124"/>
                </a:cubicBezTo>
                <a:cubicBezTo>
                  <a:pt x="1368" y="125"/>
                  <a:pt x="1368" y="125"/>
                  <a:pt x="1368" y="125"/>
                </a:cubicBezTo>
                <a:cubicBezTo>
                  <a:pt x="1364" y="159"/>
                  <a:pt x="1364" y="159"/>
                  <a:pt x="1364" y="159"/>
                </a:cubicBezTo>
                <a:cubicBezTo>
                  <a:pt x="1370" y="159"/>
                  <a:pt x="1370" y="159"/>
                  <a:pt x="1370" y="159"/>
                </a:cubicBezTo>
                <a:cubicBezTo>
                  <a:pt x="1374" y="134"/>
                  <a:pt x="1374" y="134"/>
                  <a:pt x="1374" y="134"/>
                </a:cubicBezTo>
                <a:cubicBezTo>
                  <a:pt x="1375" y="131"/>
                  <a:pt x="1377" y="129"/>
                  <a:pt x="1380" y="127"/>
                </a:cubicBezTo>
                <a:cubicBezTo>
                  <a:pt x="1382" y="125"/>
                  <a:pt x="1384" y="124"/>
                  <a:pt x="1386" y="124"/>
                </a:cubicBezTo>
                <a:cubicBezTo>
                  <a:pt x="1388" y="124"/>
                  <a:pt x="1389" y="125"/>
                  <a:pt x="1389" y="126"/>
                </a:cubicBezTo>
                <a:cubicBezTo>
                  <a:pt x="1390" y="127"/>
                  <a:pt x="1390" y="128"/>
                  <a:pt x="1390" y="130"/>
                </a:cubicBezTo>
                <a:cubicBezTo>
                  <a:pt x="1390" y="132"/>
                  <a:pt x="1390" y="134"/>
                  <a:pt x="1390" y="135"/>
                </a:cubicBezTo>
                <a:cubicBezTo>
                  <a:pt x="1390" y="137"/>
                  <a:pt x="1389" y="140"/>
                  <a:pt x="1389" y="142"/>
                </a:cubicBezTo>
                <a:cubicBezTo>
                  <a:pt x="1388" y="144"/>
                  <a:pt x="1388" y="144"/>
                  <a:pt x="1388" y="144"/>
                </a:cubicBezTo>
                <a:cubicBezTo>
                  <a:pt x="1388" y="147"/>
                  <a:pt x="1388" y="147"/>
                  <a:pt x="1388" y="147"/>
                </a:cubicBezTo>
                <a:cubicBezTo>
                  <a:pt x="1387" y="151"/>
                  <a:pt x="1387" y="154"/>
                  <a:pt x="1387" y="156"/>
                </a:cubicBezTo>
                <a:cubicBezTo>
                  <a:pt x="1387" y="159"/>
                  <a:pt x="1388" y="160"/>
                  <a:pt x="1391" y="160"/>
                </a:cubicBezTo>
                <a:cubicBezTo>
                  <a:pt x="1392" y="160"/>
                  <a:pt x="1394" y="160"/>
                  <a:pt x="1395" y="159"/>
                </a:cubicBezTo>
                <a:cubicBezTo>
                  <a:pt x="1396" y="159"/>
                  <a:pt x="1397" y="158"/>
                  <a:pt x="1397" y="157"/>
                </a:cubicBezTo>
                <a:cubicBezTo>
                  <a:pt x="1398" y="157"/>
                  <a:pt x="1399" y="156"/>
                  <a:pt x="1399" y="156"/>
                </a:cubicBezTo>
                <a:cubicBezTo>
                  <a:pt x="1398" y="154"/>
                  <a:pt x="1398" y="154"/>
                  <a:pt x="1398" y="154"/>
                </a:cubicBezTo>
                <a:cubicBezTo>
                  <a:pt x="1397" y="155"/>
                  <a:pt x="1396" y="156"/>
                  <a:pt x="1395" y="156"/>
                </a:cubicBezTo>
                <a:cubicBezTo>
                  <a:pt x="1394" y="156"/>
                  <a:pt x="1394" y="155"/>
                  <a:pt x="1394" y="154"/>
                </a:cubicBezTo>
                <a:cubicBezTo>
                  <a:pt x="1394" y="152"/>
                  <a:pt x="1394" y="149"/>
                  <a:pt x="1395" y="145"/>
                </a:cubicBezTo>
                <a:cubicBezTo>
                  <a:pt x="1395" y="142"/>
                  <a:pt x="1395" y="142"/>
                  <a:pt x="1395" y="142"/>
                </a:cubicBezTo>
                <a:cubicBezTo>
                  <a:pt x="1396" y="140"/>
                  <a:pt x="1396" y="140"/>
                  <a:pt x="1396" y="140"/>
                </a:cubicBezTo>
                <a:cubicBezTo>
                  <a:pt x="1397" y="135"/>
                  <a:pt x="1397" y="132"/>
                  <a:pt x="1397" y="130"/>
                </a:cubicBezTo>
                <a:cubicBezTo>
                  <a:pt x="1397" y="126"/>
                  <a:pt x="1397" y="123"/>
                  <a:pt x="1395" y="122"/>
                </a:cubicBezTo>
                <a:cubicBezTo>
                  <a:pt x="1394" y="120"/>
                  <a:pt x="1392" y="119"/>
                  <a:pt x="1389" y="119"/>
                </a:cubicBezTo>
                <a:cubicBezTo>
                  <a:pt x="1386" y="119"/>
                  <a:pt x="1384" y="120"/>
                  <a:pt x="1381" y="122"/>
                </a:cubicBezTo>
                <a:cubicBezTo>
                  <a:pt x="1379" y="124"/>
                  <a:pt x="1376" y="126"/>
                  <a:pt x="1374" y="129"/>
                </a:cubicBezTo>
                <a:close/>
                <a:moveTo>
                  <a:pt x="1433" y="162"/>
                </a:moveTo>
                <a:cubicBezTo>
                  <a:pt x="1440" y="119"/>
                  <a:pt x="1440" y="119"/>
                  <a:pt x="1440" y="119"/>
                </a:cubicBezTo>
                <a:cubicBezTo>
                  <a:pt x="1435" y="121"/>
                  <a:pt x="1435" y="121"/>
                  <a:pt x="1435" y="121"/>
                </a:cubicBezTo>
                <a:cubicBezTo>
                  <a:pt x="1434" y="121"/>
                  <a:pt x="1433" y="120"/>
                  <a:pt x="1432" y="120"/>
                </a:cubicBezTo>
                <a:cubicBezTo>
                  <a:pt x="1430" y="120"/>
                  <a:pt x="1429" y="119"/>
                  <a:pt x="1428" y="119"/>
                </a:cubicBezTo>
                <a:cubicBezTo>
                  <a:pt x="1423" y="119"/>
                  <a:pt x="1419" y="121"/>
                  <a:pt x="1416" y="123"/>
                </a:cubicBezTo>
                <a:cubicBezTo>
                  <a:pt x="1412" y="126"/>
                  <a:pt x="1410" y="129"/>
                  <a:pt x="1408" y="133"/>
                </a:cubicBezTo>
                <a:cubicBezTo>
                  <a:pt x="1406" y="137"/>
                  <a:pt x="1405" y="141"/>
                  <a:pt x="1405" y="145"/>
                </a:cubicBezTo>
                <a:cubicBezTo>
                  <a:pt x="1405" y="150"/>
                  <a:pt x="1406" y="153"/>
                  <a:pt x="1408" y="156"/>
                </a:cubicBezTo>
                <a:cubicBezTo>
                  <a:pt x="1410" y="159"/>
                  <a:pt x="1413" y="160"/>
                  <a:pt x="1417" y="160"/>
                </a:cubicBezTo>
                <a:cubicBezTo>
                  <a:pt x="1419" y="160"/>
                  <a:pt x="1421" y="159"/>
                  <a:pt x="1423" y="158"/>
                </a:cubicBezTo>
                <a:cubicBezTo>
                  <a:pt x="1425" y="157"/>
                  <a:pt x="1426" y="156"/>
                  <a:pt x="1428" y="155"/>
                </a:cubicBezTo>
                <a:cubicBezTo>
                  <a:pt x="1426" y="164"/>
                  <a:pt x="1426" y="164"/>
                  <a:pt x="1426" y="164"/>
                </a:cubicBezTo>
                <a:cubicBezTo>
                  <a:pt x="1426" y="167"/>
                  <a:pt x="1425" y="169"/>
                  <a:pt x="1424" y="170"/>
                </a:cubicBezTo>
                <a:cubicBezTo>
                  <a:pt x="1422" y="172"/>
                  <a:pt x="1420" y="172"/>
                  <a:pt x="1417" y="172"/>
                </a:cubicBezTo>
                <a:cubicBezTo>
                  <a:pt x="1415" y="172"/>
                  <a:pt x="1414" y="172"/>
                  <a:pt x="1412" y="171"/>
                </a:cubicBezTo>
                <a:cubicBezTo>
                  <a:pt x="1410" y="171"/>
                  <a:pt x="1409" y="170"/>
                  <a:pt x="1408" y="170"/>
                </a:cubicBezTo>
                <a:cubicBezTo>
                  <a:pt x="1406" y="175"/>
                  <a:pt x="1406" y="175"/>
                  <a:pt x="1406" y="175"/>
                </a:cubicBezTo>
                <a:cubicBezTo>
                  <a:pt x="1407" y="176"/>
                  <a:pt x="1408" y="176"/>
                  <a:pt x="1410" y="176"/>
                </a:cubicBezTo>
                <a:cubicBezTo>
                  <a:pt x="1411" y="177"/>
                  <a:pt x="1413" y="177"/>
                  <a:pt x="1414" y="177"/>
                </a:cubicBezTo>
                <a:cubicBezTo>
                  <a:pt x="1417" y="177"/>
                  <a:pt x="1420" y="176"/>
                  <a:pt x="1423" y="175"/>
                </a:cubicBezTo>
                <a:cubicBezTo>
                  <a:pt x="1425" y="174"/>
                  <a:pt x="1428" y="173"/>
                  <a:pt x="1430" y="170"/>
                </a:cubicBezTo>
                <a:cubicBezTo>
                  <a:pt x="1432" y="168"/>
                  <a:pt x="1433" y="165"/>
                  <a:pt x="1433" y="162"/>
                </a:cubicBezTo>
                <a:close/>
                <a:moveTo>
                  <a:pt x="1432" y="125"/>
                </a:moveTo>
                <a:cubicBezTo>
                  <a:pt x="1428" y="150"/>
                  <a:pt x="1428" y="150"/>
                  <a:pt x="1428" y="150"/>
                </a:cubicBezTo>
                <a:cubicBezTo>
                  <a:pt x="1427" y="151"/>
                  <a:pt x="1426" y="153"/>
                  <a:pt x="1424" y="154"/>
                </a:cubicBezTo>
                <a:cubicBezTo>
                  <a:pt x="1423" y="155"/>
                  <a:pt x="1421" y="155"/>
                  <a:pt x="1419" y="155"/>
                </a:cubicBezTo>
                <a:cubicBezTo>
                  <a:pt x="1417" y="155"/>
                  <a:pt x="1415" y="155"/>
                  <a:pt x="1414" y="153"/>
                </a:cubicBezTo>
                <a:cubicBezTo>
                  <a:pt x="1413" y="151"/>
                  <a:pt x="1412" y="148"/>
                  <a:pt x="1412" y="145"/>
                </a:cubicBezTo>
                <a:cubicBezTo>
                  <a:pt x="1412" y="142"/>
                  <a:pt x="1413" y="138"/>
                  <a:pt x="1414" y="135"/>
                </a:cubicBezTo>
                <a:cubicBezTo>
                  <a:pt x="1415" y="132"/>
                  <a:pt x="1417" y="129"/>
                  <a:pt x="1419" y="127"/>
                </a:cubicBezTo>
                <a:cubicBezTo>
                  <a:pt x="1421" y="124"/>
                  <a:pt x="1424" y="123"/>
                  <a:pt x="1427" y="123"/>
                </a:cubicBezTo>
                <a:cubicBezTo>
                  <a:pt x="1429" y="123"/>
                  <a:pt x="1431" y="124"/>
                  <a:pt x="1432" y="125"/>
                </a:cubicBezTo>
                <a:close/>
                <a:moveTo>
                  <a:pt x="1076" y="242"/>
                </a:moveTo>
                <a:cubicBezTo>
                  <a:pt x="1072" y="249"/>
                  <a:pt x="1072" y="249"/>
                  <a:pt x="1072" y="249"/>
                </a:cubicBezTo>
                <a:cubicBezTo>
                  <a:pt x="1072" y="242"/>
                  <a:pt x="1072" y="242"/>
                  <a:pt x="1072" y="242"/>
                </a:cubicBezTo>
                <a:cubicBezTo>
                  <a:pt x="1066" y="208"/>
                  <a:pt x="1066" y="208"/>
                  <a:pt x="1066" y="208"/>
                </a:cubicBezTo>
                <a:cubicBezTo>
                  <a:pt x="1050" y="208"/>
                  <a:pt x="1050" y="208"/>
                  <a:pt x="1050" y="208"/>
                </a:cubicBezTo>
                <a:cubicBezTo>
                  <a:pt x="1049" y="211"/>
                  <a:pt x="1049" y="211"/>
                  <a:pt x="1049" y="211"/>
                </a:cubicBezTo>
                <a:cubicBezTo>
                  <a:pt x="1056" y="212"/>
                  <a:pt x="1056" y="212"/>
                  <a:pt x="1056" y="212"/>
                </a:cubicBezTo>
                <a:cubicBezTo>
                  <a:pt x="1045" y="256"/>
                  <a:pt x="1045" y="256"/>
                  <a:pt x="1045" y="256"/>
                </a:cubicBezTo>
                <a:cubicBezTo>
                  <a:pt x="1039" y="257"/>
                  <a:pt x="1039" y="257"/>
                  <a:pt x="1039" y="257"/>
                </a:cubicBezTo>
                <a:cubicBezTo>
                  <a:pt x="1039" y="260"/>
                  <a:pt x="1039" y="260"/>
                  <a:pt x="1039" y="260"/>
                </a:cubicBezTo>
                <a:cubicBezTo>
                  <a:pt x="1057" y="260"/>
                  <a:pt x="1057" y="260"/>
                  <a:pt x="1057" y="260"/>
                </a:cubicBezTo>
                <a:cubicBezTo>
                  <a:pt x="1057" y="257"/>
                  <a:pt x="1057" y="257"/>
                  <a:pt x="1057" y="257"/>
                </a:cubicBezTo>
                <a:cubicBezTo>
                  <a:pt x="1050" y="256"/>
                  <a:pt x="1050" y="256"/>
                  <a:pt x="1050" y="256"/>
                </a:cubicBezTo>
                <a:cubicBezTo>
                  <a:pt x="1057" y="225"/>
                  <a:pt x="1057" y="225"/>
                  <a:pt x="1057" y="225"/>
                </a:cubicBezTo>
                <a:cubicBezTo>
                  <a:pt x="1060" y="211"/>
                  <a:pt x="1060" y="211"/>
                  <a:pt x="1060" y="211"/>
                </a:cubicBezTo>
                <a:cubicBezTo>
                  <a:pt x="1062" y="225"/>
                  <a:pt x="1062" y="225"/>
                  <a:pt x="1062" y="225"/>
                </a:cubicBezTo>
                <a:cubicBezTo>
                  <a:pt x="1068" y="261"/>
                  <a:pt x="1068" y="261"/>
                  <a:pt x="1068" y="261"/>
                </a:cubicBezTo>
                <a:cubicBezTo>
                  <a:pt x="1072" y="260"/>
                  <a:pt x="1072" y="260"/>
                  <a:pt x="1072" y="260"/>
                </a:cubicBezTo>
                <a:cubicBezTo>
                  <a:pt x="1088" y="224"/>
                  <a:pt x="1088" y="224"/>
                  <a:pt x="1088" y="224"/>
                </a:cubicBezTo>
                <a:cubicBezTo>
                  <a:pt x="1094" y="211"/>
                  <a:pt x="1094" y="211"/>
                  <a:pt x="1094" y="211"/>
                </a:cubicBezTo>
                <a:cubicBezTo>
                  <a:pt x="1093" y="225"/>
                  <a:pt x="1093" y="225"/>
                  <a:pt x="1093" y="225"/>
                </a:cubicBezTo>
                <a:cubicBezTo>
                  <a:pt x="1091" y="256"/>
                  <a:pt x="1091" y="256"/>
                  <a:pt x="1091" y="256"/>
                </a:cubicBezTo>
                <a:cubicBezTo>
                  <a:pt x="1085" y="257"/>
                  <a:pt x="1085" y="257"/>
                  <a:pt x="1085" y="257"/>
                </a:cubicBezTo>
                <a:cubicBezTo>
                  <a:pt x="1084" y="260"/>
                  <a:pt x="1084" y="260"/>
                  <a:pt x="1084" y="260"/>
                </a:cubicBezTo>
                <a:cubicBezTo>
                  <a:pt x="1104" y="260"/>
                  <a:pt x="1104" y="260"/>
                  <a:pt x="1104" y="260"/>
                </a:cubicBezTo>
                <a:cubicBezTo>
                  <a:pt x="1104" y="257"/>
                  <a:pt x="1104" y="257"/>
                  <a:pt x="1104" y="257"/>
                </a:cubicBezTo>
                <a:cubicBezTo>
                  <a:pt x="1098" y="256"/>
                  <a:pt x="1098" y="256"/>
                  <a:pt x="1098" y="256"/>
                </a:cubicBezTo>
                <a:cubicBezTo>
                  <a:pt x="1099" y="212"/>
                  <a:pt x="1099" y="212"/>
                  <a:pt x="1099" y="212"/>
                </a:cubicBezTo>
                <a:cubicBezTo>
                  <a:pt x="1106" y="211"/>
                  <a:pt x="1106" y="211"/>
                  <a:pt x="1106" y="211"/>
                </a:cubicBezTo>
                <a:cubicBezTo>
                  <a:pt x="1106" y="208"/>
                  <a:pt x="1106" y="208"/>
                  <a:pt x="1106" y="208"/>
                </a:cubicBezTo>
                <a:cubicBezTo>
                  <a:pt x="1091" y="208"/>
                  <a:pt x="1091" y="208"/>
                  <a:pt x="1091" y="208"/>
                </a:cubicBezTo>
                <a:cubicBezTo>
                  <a:pt x="1090" y="211"/>
                  <a:pt x="1087" y="217"/>
                  <a:pt x="1083" y="225"/>
                </a:cubicBezTo>
                <a:cubicBezTo>
                  <a:pt x="1079" y="233"/>
                  <a:pt x="1077" y="239"/>
                  <a:pt x="1076" y="242"/>
                </a:cubicBezTo>
                <a:close/>
                <a:moveTo>
                  <a:pt x="1138" y="253"/>
                </a:moveTo>
                <a:cubicBezTo>
                  <a:pt x="1136" y="251"/>
                  <a:pt x="1136" y="251"/>
                  <a:pt x="1136" y="251"/>
                </a:cubicBezTo>
                <a:cubicBezTo>
                  <a:pt x="1134" y="253"/>
                  <a:pt x="1133" y="254"/>
                  <a:pt x="1131" y="255"/>
                </a:cubicBezTo>
                <a:cubicBezTo>
                  <a:pt x="1129" y="256"/>
                  <a:pt x="1126" y="256"/>
                  <a:pt x="1124" y="256"/>
                </a:cubicBezTo>
                <a:cubicBezTo>
                  <a:pt x="1121" y="256"/>
                  <a:pt x="1119" y="255"/>
                  <a:pt x="1118" y="253"/>
                </a:cubicBezTo>
                <a:cubicBezTo>
                  <a:pt x="1117" y="250"/>
                  <a:pt x="1116" y="247"/>
                  <a:pt x="1116" y="244"/>
                </a:cubicBezTo>
                <a:cubicBezTo>
                  <a:pt x="1119" y="244"/>
                  <a:pt x="1123" y="244"/>
                  <a:pt x="1126" y="242"/>
                </a:cubicBezTo>
                <a:cubicBezTo>
                  <a:pt x="1130" y="241"/>
                  <a:pt x="1133" y="240"/>
                  <a:pt x="1136" y="237"/>
                </a:cubicBezTo>
                <a:cubicBezTo>
                  <a:pt x="1138" y="235"/>
                  <a:pt x="1140" y="232"/>
                  <a:pt x="1140" y="229"/>
                </a:cubicBezTo>
                <a:cubicBezTo>
                  <a:pt x="1140" y="226"/>
                  <a:pt x="1139" y="224"/>
                  <a:pt x="1137" y="223"/>
                </a:cubicBezTo>
                <a:cubicBezTo>
                  <a:pt x="1135" y="221"/>
                  <a:pt x="1133" y="220"/>
                  <a:pt x="1130" y="220"/>
                </a:cubicBezTo>
                <a:cubicBezTo>
                  <a:pt x="1126" y="220"/>
                  <a:pt x="1122" y="221"/>
                  <a:pt x="1119" y="224"/>
                </a:cubicBezTo>
                <a:cubicBezTo>
                  <a:pt x="1116" y="226"/>
                  <a:pt x="1114" y="229"/>
                  <a:pt x="1112" y="233"/>
                </a:cubicBezTo>
                <a:cubicBezTo>
                  <a:pt x="1110" y="237"/>
                  <a:pt x="1109" y="241"/>
                  <a:pt x="1109" y="246"/>
                </a:cubicBezTo>
                <a:cubicBezTo>
                  <a:pt x="1109" y="248"/>
                  <a:pt x="1110" y="251"/>
                  <a:pt x="1111" y="253"/>
                </a:cubicBezTo>
                <a:cubicBezTo>
                  <a:pt x="1111" y="255"/>
                  <a:pt x="1113" y="257"/>
                  <a:pt x="1115" y="259"/>
                </a:cubicBezTo>
                <a:cubicBezTo>
                  <a:pt x="1117" y="260"/>
                  <a:pt x="1120" y="261"/>
                  <a:pt x="1123" y="261"/>
                </a:cubicBezTo>
                <a:cubicBezTo>
                  <a:pt x="1126" y="261"/>
                  <a:pt x="1129" y="260"/>
                  <a:pt x="1132" y="258"/>
                </a:cubicBezTo>
                <a:cubicBezTo>
                  <a:pt x="1135" y="257"/>
                  <a:pt x="1136" y="255"/>
                  <a:pt x="1138" y="253"/>
                </a:cubicBezTo>
                <a:close/>
                <a:moveTo>
                  <a:pt x="1128" y="224"/>
                </a:moveTo>
                <a:cubicBezTo>
                  <a:pt x="1130" y="224"/>
                  <a:pt x="1131" y="224"/>
                  <a:pt x="1132" y="225"/>
                </a:cubicBezTo>
                <a:cubicBezTo>
                  <a:pt x="1132" y="226"/>
                  <a:pt x="1133" y="228"/>
                  <a:pt x="1133" y="229"/>
                </a:cubicBezTo>
                <a:cubicBezTo>
                  <a:pt x="1133" y="232"/>
                  <a:pt x="1132" y="234"/>
                  <a:pt x="1130" y="235"/>
                </a:cubicBezTo>
                <a:cubicBezTo>
                  <a:pt x="1129" y="237"/>
                  <a:pt x="1126" y="238"/>
                  <a:pt x="1124" y="239"/>
                </a:cubicBezTo>
                <a:cubicBezTo>
                  <a:pt x="1121" y="240"/>
                  <a:pt x="1119" y="241"/>
                  <a:pt x="1116" y="241"/>
                </a:cubicBezTo>
                <a:cubicBezTo>
                  <a:pt x="1117" y="238"/>
                  <a:pt x="1117" y="236"/>
                  <a:pt x="1118" y="233"/>
                </a:cubicBezTo>
                <a:cubicBezTo>
                  <a:pt x="1119" y="230"/>
                  <a:pt x="1121" y="228"/>
                  <a:pt x="1122" y="226"/>
                </a:cubicBezTo>
                <a:cubicBezTo>
                  <a:pt x="1124" y="225"/>
                  <a:pt x="1126" y="224"/>
                  <a:pt x="1128" y="224"/>
                </a:cubicBezTo>
                <a:close/>
                <a:moveTo>
                  <a:pt x="1175" y="254"/>
                </a:moveTo>
                <a:cubicBezTo>
                  <a:pt x="1182" y="204"/>
                  <a:pt x="1182" y="204"/>
                  <a:pt x="1182" y="204"/>
                </a:cubicBezTo>
                <a:cubicBezTo>
                  <a:pt x="1181" y="204"/>
                  <a:pt x="1181" y="204"/>
                  <a:pt x="1181" y="204"/>
                </a:cubicBezTo>
                <a:cubicBezTo>
                  <a:pt x="1171" y="205"/>
                  <a:pt x="1171" y="205"/>
                  <a:pt x="1171" y="205"/>
                </a:cubicBezTo>
                <a:cubicBezTo>
                  <a:pt x="1170" y="207"/>
                  <a:pt x="1170" y="207"/>
                  <a:pt x="1170" y="207"/>
                </a:cubicBezTo>
                <a:cubicBezTo>
                  <a:pt x="1175" y="208"/>
                  <a:pt x="1175" y="208"/>
                  <a:pt x="1175" y="208"/>
                </a:cubicBezTo>
                <a:cubicBezTo>
                  <a:pt x="1173" y="221"/>
                  <a:pt x="1173" y="221"/>
                  <a:pt x="1173" y="221"/>
                </a:cubicBezTo>
                <a:cubicBezTo>
                  <a:pt x="1171" y="220"/>
                  <a:pt x="1169" y="220"/>
                  <a:pt x="1168" y="220"/>
                </a:cubicBezTo>
                <a:cubicBezTo>
                  <a:pt x="1163" y="220"/>
                  <a:pt x="1159" y="222"/>
                  <a:pt x="1156" y="224"/>
                </a:cubicBezTo>
                <a:cubicBezTo>
                  <a:pt x="1152" y="227"/>
                  <a:pt x="1150" y="230"/>
                  <a:pt x="1148" y="234"/>
                </a:cubicBezTo>
                <a:cubicBezTo>
                  <a:pt x="1146" y="238"/>
                  <a:pt x="1145" y="242"/>
                  <a:pt x="1145" y="246"/>
                </a:cubicBezTo>
                <a:cubicBezTo>
                  <a:pt x="1145" y="250"/>
                  <a:pt x="1146" y="254"/>
                  <a:pt x="1148" y="257"/>
                </a:cubicBezTo>
                <a:cubicBezTo>
                  <a:pt x="1150" y="259"/>
                  <a:pt x="1153" y="261"/>
                  <a:pt x="1157" y="261"/>
                </a:cubicBezTo>
                <a:cubicBezTo>
                  <a:pt x="1159" y="261"/>
                  <a:pt x="1162" y="260"/>
                  <a:pt x="1163" y="259"/>
                </a:cubicBezTo>
                <a:cubicBezTo>
                  <a:pt x="1165" y="258"/>
                  <a:pt x="1167" y="256"/>
                  <a:pt x="1168" y="255"/>
                </a:cubicBezTo>
                <a:cubicBezTo>
                  <a:pt x="1168" y="256"/>
                  <a:pt x="1168" y="256"/>
                  <a:pt x="1168" y="256"/>
                </a:cubicBezTo>
                <a:cubicBezTo>
                  <a:pt x="1168" y="259"/>
                  <a:pt x="1170" y="261"/>
                  <a:pt x="1173" y="261"/>
                </a:cubicBezTo>
                <a:cubicBezTo>
                  <a:pt x="1174" y="261"/>
                  <a:pt x="1176" y="260"/>
                  <a:pt x="1177" y="259"/>
                </a:cubicBezTo>
                <a:cubicBezTo>
                  <a:pt x="1178" y="258"/>
                  <a:pt x="1179" y="257"/>
                  <a:pt x="1180" y="256"/>
                </a:cubicBezTo>
                <a:cubicBezTo>
                  <a:pt x="1179" y="255"/>
                  <a:pt x="1179" y="255"/>
                  <a:pt x="1179" y="255"/>
                </a:cubicBezTo>
                <a:cubicBezTo>
                  <a:pt x="1178" y="256"/>
                  <a:pt x="1177" y="256"/>
                  <a:pt x="1176" y="256"/>
                </a:cubicBezTo>
                <a:cubicBezTo>
                  <a:pt x="1175" y="256"/>
                  <a:pt x="1175" y="256"/>
                  <a:pt x="1175" y="255"/>
                </a:cubicBezTo>
                <a:cubicBezTo>
                  <a:pt x="1175" y="254"/>
                  <a:pt x="1175" y="254"/>
                  <a:pt x="1175" y="254"/>
                </a:cubicBezTo>
                <a:close/>
                <a:moveTo>
                  <a:pt x="1172" y="225"/>
                </a:moveTo>
                <a:cubicBezTo>
                  <a:pt x="1169" y="250"/>
                  <a:pt x="1169" y="250"/>
                  <a:pt x="1169" y="250"/>
                </a:cubicBezTo>
                <a:cubicBezTo>
                  <a:pt x="1168" y="252"/>
                  <a:pt x="1166" y="253"/>
                  <a:pt x="1164" y="254"/>
                </a:cubicBezTo>
                <a:cubicBezTo>
                  <a:pt x="1163" y="256"/>
                  <a:pt x="1161" y="256"/>
                  <a:pt x="1159" y="256"/>
                </a:cubicBezTo>
                <a:cubicBezTo>
                  <a:pt x="1157" y="256"/>
                  <a:pt x="1155" y="255"/>
                  <a:pt x="1154" y="253"/>
                </a:cubicBezTo>
                <a:cubicBezTo>
                  <a:pt x="1153" y="252"/>
                  <a:pt x="1153" y="249"/>
                  <a:pt x="1153" y="246"/>
                </a:cubicBezTo>
                <a:cubicBezTo>
                  <a:pt x="1153" y="242"/>
                  <a:pt x="1153" y="239"/>
                  <a:pt x="1154" y="236"/>
                </a:cubicBezTo>
                <a:cubicBezTo>
                  <a:pt x="1155" y="232"/>
                  <a:pt x="1157" y="230"/>
                  <a:pt x="1159" y="227"/>
                </a:cubicBezTo>
                <a:cubicBezTo>
                  <a:pt x="1161" y="225"/>
                  <a:pt x="1164" y="224"/>
                  <a:pt x="1167" y="224"/>
                </a:cubicBezTo>
                <a:cubicBezTo>
                  <a:pt x="1169" y="224"/>
                  <a:pt x="1171" y="224"/>
                  <a:pt x="1172" y="225"/>
                </a:cubicBezTo>
                <a:close/>
                <a:moveTo>
                  <a:pt x="1198" y="254"/>
                </a:moveTo>
                <a:cubicBezTo>
                  <a:pt x="1202" y="221"/>
                  <a:pt x="1202" y="221"/>
                  <a:pt x="1202" y="221"/>
                </a:cubicBezTo>
                <a:cubicBezTo>
                  <a:pt x="1201" y="220"/>
                  <a:pt x="1201" y="220"/>
                  <a:pt x="1201" y="220"/>
                </a:cubicBezTo>
                <a:cubicBezTo>
                  <a:pt x="1191" y="222"/>
                  <a:pt x="1191" y="222"/>
                  <a:pt x="1191" y="222"/>
                </a:cubicBezTo>
                <a:cubicBezTo>
                  <a:pt x="1190" y="224"/>
                  <a:pt x="1190" y="224"/>
                  <a:pt x="1190" y="224"/>
                </a:cubicBezTo>
                <a:cubicBezTo>
                  <a:pt x="1195" y="226"/>
                  <a:pt x="1195" y="226"/>
                  <a:pt x="1195" y="226"/>
                </a:cubicBezTo>
                <a:cubicBezTo>
                  <a:pt x="1194" y="233"/>
                  <a:pt x="1193" y="239"/>
                  <a:pt x="1192" y="243"/>
                </a:cubicBezTo>
                <a:cubicBezTo>
                  <a:pt x="1191" y="251"/>
                  <a:pt x="1191" y="255"/>
                  <a:pt x="1191" y="256"/>
                </a:cubicBezTo>
                <a:cubicBezTo>
                  <a:pt x="1190" y="258"/>
                  <a:pt x="1191" y="259"/>
                  <a:pt x="1192" y="260"/>
                </a:cubicBezTo>
                <a:cubicBezTo>
                  <a:pt x="1192" y="260"/>
                  <a:pt x="1194" y="261"/>
                  <a:pt x="1195" y="261"/>
                </a:cubicBezTo>
                <a:cubicBezTo>
                  <a:pt x="1197" y="261"/>
                  <a:pt x="1199" y="260"/>
                  <a:pt x="1200" y="259"/>
                </a:cubicBezTo>
                <a:cubicBezTo>
                  <a:pt x="1202" y="258"/>
                  <a:pt x="1203" y="257"/>
                  <a:pt x="1203" y="256"/>
                </a:cubicBezTo>
                <a:cubicBezTo>
                  <a:pt x="1202" y="254"/>
                  <a:pt x="1202" y="254"/>
                  <a:pt x="1202" y="254"/>
                </a:cubicBezTo>
                <a:cubicBezTo>
                  <a:pt x="1202" y="255"/>
                  <a:pt x="1201" y="256"/>
                  <a:pt x="1200" y="256"/>
                </a:cubicBezTo>
                <a:cubicBezTo>
                  <a:pt x="1200" y="256"/>
                  <a:pt x="1199" y="256"/>
                  <a:pt x="1199" y="256"/>
                </a:cubicBezTo>
                <a:cubicBezTo>
                  <a:pt x="1198" y="256"/>
                  <a:pt x="1198" y="256"/>
                  <a:pt x="1198" y="256"/>
                </a:cubicBezTo>
                <a:cubicBezTo>
                  <a:pt x="1198" y="256"/>
                  <a:pt x="1198" y="255"/>
                  <a:pt x="1198" y="255"/>
                </a:cubicBezTo>
                <a:lnTo>
                  <a:pt x="1198" y="254"/>
                </a:lnTo>
                <a:close/>
                <a:moveTo>
                  <a:pt x="1200" y="213"/>
                </a:moveTo>
                <a:cubicBezTo>
                  <a:pt x="1201" y="213"/>
                  <a:pt x="1202" y="212"/>
                  <a:pt x="1203" y="211"/>
                </a:cubicBezTo>
                <a:cubicBezTo>
                  <a:pt x="1204" y="210"/>
                  <a:pt x="1205" y="209"/>
                  <a:pt x="1205" y="207"/>
                </a:cubicBezTo>
                <a:cubicBezTo>
                  <a:pt x="1205" y="206"/>
                  <a:pt x="1204" y="206"/>
                  <a:pt x="1204" y="205"/>
                </a:cubicBezTo>
                <a:cubicBezTo>
                  <a:pt x="1203" y="204"/>
                  <a:pt x="1202" y="204"/>
                  <a:pt x="1201" y="204"/>
                </a:cubicBezTo>
                <a:cubicBezTo>
                  <a:pt x="1200" y="204"/>
                  <a:pt x="1198" y="204"/>
                  <a:pt x="1198" y="205"/>
                </a:cubicBezTo>
                <a:cubicBezTo>
                  <a:pt x="1197" y="206"/>
                  <a:pt x="1196" y="207"/>
                  <a:pt x="1196" y="209"/>
                </a:cubicBezTo>
                <a:cubicBezTo>
                  <a:pt x="1196" y="210"/>
                  <a:pt x="1197" y="211"/>
                  <a:pt x="1197" y="212"/>
                </a:cubicBezTo>
                <a:cubicBezTo>
                  <a:pt x="1198" y="212"/>
                  <a:pt x="1199" y="213"/>
                  <a:pt x="1200" y="213"/>
                </a:cubicBezTo>
                <a:close/>
                <a:moveTo>
                  <a:pt x="1237" y="228"/>
                </a:moveTo>
                <a:cubicBezTo>
                  <a:pt x="1238" y="229"/>
                  <a:pt x="1238" y="229"/>
                  <a:pt x="1238" y="229"/>
                </a:cubicBezTo>
                <a:cubicBezTo>
                  <a:pt x="1240" y="222"/>
                  <a:pt x="1240" y="222"/>
                  <a:pt x="1240" y="222"/>
                </a:cubicBezTo>
                <a:cubicBezTo>
                  <a:pt x="1239" y="221"/>
                  <a:pt x="1238" y="221"/>
                  <a:pt x="1237" y="221"/>
                </a:cubicBezTo>
                <a:cubicBezTo>
                  <a:pt x="1235" y="220"/>
                  <a:pt x="1234" y="220"/>
                  <a:pt x="1232" y="220"/>
                </a:cubicBezTo>
                <a:cubicBezTo>
                  <a:pt x="1228" y="220"/>
                  <a:pt x="1224" y="221"/>
                  <a:pt x="1221" y="224"/>
                </a:cubicBezTo>
                <a:cubicBezTo>
                  <a:pt x="1218" y="227"/>
                  <a:pt x="1216" y="230"/>
                  <a:pt x="1214" y="234"/>
                </a:cubicBezTo>
                <a:cubicBezTo>
                  <a:pt x="1213" y="237"/>
                  <a:pt x="1212" y="241"/>
                  <a:pt x="1212" y="245"/>
                </a:cubicBezTo>
                <a:cubicBezTo>
                  <a:pt x="1212" y="250"/>
                  <a:pt x="1213" y="254"/>
                  <a:pt x="1215" y="257"/>
                </a:cubicBezTo>
                <a:cubicBezTo>
                  <a:pt x="1217" y="259"/>
                  <a:pt x="1220" y="261"/>
                  <a:pt x="1224" y="261"/>
                </a:cubicBezTo>
                <a:cubicBezTo>
                  <a:pt x="1227" y="261"/>
                  <a:pt x="1230" y="260"/>
                  <a:pt x="1232" y="259"/>
                </a:cubicBezTo>
                <a:cubicBezTo>
                  <a:pt x="1235" y="257"/>
                  <a:pt x="1236" y="256"/>
                  <a:pt x="1238" y="254"/>
                </a:cubicBezTo>
                <a:cubicBezTo>
                  <a:pt x="1236" y="252"/>
                  <a:pt x="1236" y="252"/>
                  <a:pt x="1236" y="252"/>
                </a:cubicBezTo>
                <a:cubicBezTo>
                  <a:pt x="1235" y="253"/>
                  <a:pt x="1233" y="254"/>
                  <a:pt x="1232" y="255"/>
                </a:cubicBezTo>
                <a:cubicBezTo>
                  <a:pt x="1230" y="256"/>
                  <a:pt x="1229" y="256"/>
                  <a:pt x="1227" y="256"/>
                </a:cubicBezTo>
                <a:cubicBezTo>
                  <a:pt x="1224" y="256"/>
                  <a:pt x="1222" y="255"/>
                  <a:pt x="1221" y="253"/>
                </a:cubicBezTo>
                <a:cubicBezTo>
                  <a:pt x="1220" y="251"/>
                  <a:pt x="1219" y="248"/>
                  <a:pt x="1219" y="244"/>
                </a:cubicBezTo>
                <a:cubicBezTo>
                  <a:pt x="1219" y="240"/>
                  <a:pt x="1219" y="237"/>
                  <a:pt x="1221" y="234"/>
                </a:cubicBezTo>
                <a:cubicBezTo>
                  <a:pt x="1222" y="231"/>
                  <a:pt x="1223" y="229"/>
                  <a:pt x="1225" y="227"/>
                </a:cubicBezTo>
                <a:cubicBezTo>
                  <a:pt x="1227" y="225"/>
                  <a:pt x="1229" y="225"/>
                  <a:pt x="1231" y="225"/>
                </a:cubicBezTo>
                <a:cubicBezTo>
                  <a:pt x="1232" y="225"/>
                  <a:pt x="1235" y="226"/>
                  <a:pt x="1237" y="228"/>
                </a:cubicBezTo>
                <a:close/>
                <a:moveTo>
                  <a:pt x="1255" y="254"/>
                </a:moveTo>
                <a:cubicBezTo>
                  <a:pt x="1260" y="221"/>
                  <a:pt x="1260" y="221"/>
                  <a:pt x="1260" y="221"/>
                </a:cubicBezTo>
                <a:cubicBezTo>
                  <a:pt x="1259" y="220"/>
                  <a:pt x="1259" y="220"/>
                  <a:pt x="1259" y="220"/>
                </a:cubicBezTo>
                <a:cubicBezTo>
                  <a:pt x="1249" y="222"/>
                  <a:pt x="1249" y="222"/>
                  <a:pt x="1249" y="222"/>
                </a:cubicBezTo>
                <a:cubicBezTo>
                  <a:pt x="1248" y="224"/>
                  <a:pt x="1248" y="224"/>
                  <a:pt x="1248" y="224"/>
                </a:cubicBezTo>
                <a:cubicBezTo>
                  <a:pt x="1253" y="226"/>
                  <a:pt x="1253" y="226"/>
                  <a:pt x="1253" y="226"/>
                </a:cubicBezTo>
                <a:cubicBezTo>
                  <a:pt x="1252" y="233"/>
                  <a:pt x="1251" y="239"/>
                  <a:pt x="1250" y="243"/>
                </a:cubicBezTo>
                <a:cubicBezTo>
                  <a:pt x="1249" y="251"/>
                  <a:pt x="1248" y="255"/>
                  <a:pt x="1248" y="256"/>
                </a:cubicBezTo>
                <a:cubicBezTo>
                  <a:pt x="1248" y="258"/>
                  <a:pt x="1249" y="259"/>
                  <a:pt x="1249" y="260"/>
                </a:cubicBezTo>
                <a:cubicBezTo>
                  <a:pt x="1250" y="260"/>
                  <a:pt x="1251" y="261"/>
                  <a:pt x="1253" y="261"/>
                </a:cubicBezTo>
                <a:cubicBezTo>
                  <a:pt x="1255" y="261"/>
                  <a:pt x="1256" y="260"/>
                  <a:pt x="1258" y="259"/>
                </a:cubicBezTo>
                <a:cubicBezTo>
                  <a:pt x="1259" y="258"/>
                  <a:pt x="1260" y="257"/>
                  <a:pt x="1261" y="256"/>
                </a:cubicBezTo>
                <a:cubicBezTo>
                  <a:pt x="1260" y="254"/>
                  <a:pt x="1260" y="254"/>
                  <a:pt x="1260" y="254"/>
                </a:cubicBezTo>
                <a:cubicBezTo>
                  <a:pt x="1259" y="255"/>
                  <a:pt x="1259" y="256"/>
                  <a:pt x="1258" y="256"/>
                </a:cubicBezTo>
                <a:cubicBezTo>
                  <a:pt x="1258" y="256"/>
                  <a:pt x="1257" y="256"/>
                  <a:pt x="1256" y="256"/>
                </a:cubicBezTo>
                <a:cubicBezTo>
                  <a:pt x="1256" y="256"/>
                  <a:pt x="1256" y="256"/>
                  <a:pt x="1256" y="256"/>
                </a:cubicBezTo>
                <a:cubicBezTo>
                  <a:pt x="1255" y="256"/>
                  <a:pt x="1255" y="255"/>
                  <a:pt x="1255" y="255"/>
                </a:cubicBezTo>
                <a:lnTo>
                  <a:pt x="1255" y="254"/>
                </a:lnTo>
                <a:close/>
                <a:moveTo>
                  <a:pt x="1258" y="213"/>
                </a:moveTo>
                <a:cubicBezTo>
                  <a:pt x="1259" y="213"/>
                  <a:pt x="1260" y="212"/>
                  <a:pt x="1261" y="211"/>
                </a:cubicBezTo>
                <a:cubicBezTo>
                  <a:pt x="1262" y="210"/>
                  <a:pt x="1262" y="209"/>
                  <a:pt x="1262" y="207"/>
                </a:cubicBezTo>
                <a:cubicBezTo>
                  <a:pt x="1262" y="206"/>
                  <a:pt x="1262" y="206"/>
                  <a:pt x="1261" y="205"/>
                </a:cubicBezTo>
                <a:cubicBezTo>
                  <a:pt x="1261" y="204"/>
                  <a:pt x="1260" y="204"/>
                  <a:pt x="1259" y="204"/>
                </a:cubicBezTo>
                <a:cubicBezTo>
                  <a:pt x="1257" y="204"/>
                  <a:pt x="1256" y="204"/>
                  <a:pt x="1255" y="205"/>
                </a:cubicBezTo>
                <a:cubicBezTo>
                  <a:pt x="1254" y="206"/>
                  <a:pt x="1254" y="207"/>
                  <a:pt x="1254" y="209"/>
                </a:cubicBezTo>
                <a:cubicBezTo>
                  <a:pt x="1254" y="210"/>
                  <a:pt x="1254" y="211"/>
                  <a:pt x="1255" y="212"/>
                </a:cubicBezTo>
                <a:cubicBezTo>
                  <a:pt x="1256" y="212"/>
                  <a:pt x="1257" y="213"/>
                  <a:pt x="1258" y="213"/>
                </a:cubicBezTo>
                <a:close/>
                <a:moveTo>
                  <a:pt x="1282" y="229"/>
                </a:moveTo>
                <a:cubicBezTo>
                  <a:pt x="1283" y="221"/>
                  <a:pt x="1283" y="221"/>
                  <a:pt x="1283" y="221"/>
                </a:cubicBezTo>
                <a:cubicBezTo>
                  <a:pt x="1281" y="220"/>
                  <a:pt x="1281" y="220"/>
                  <a:pt x="1281" y="220"/>
                </a:cubicBezTo>
                <a:cubicBezTo>
                  <a:pt x="1273" y="222"/>
                  <a:pt x="1273" y="222"/>
                  <a:pt x="1273" y="222"/>
                </a:cubicBezTo>
                <a:cubicBezTo>
                  <a:pt x="1272" y="224"/>
                  <a:pt x="1272" y="224"/>
                  <a:pt x="1272" y="224"/>
                </a:cubicBezTo>
                <a:cubicBezTo>
                  <a:pt x="1275" y="226"/>
                  <a:pt x="1275" y="226"/>
                  <a:pt x="1275" y="226"/>
                </a:cubicBezTo>
                <a:cubicBezTo>
                  <a:pt x="1271" y="260"/>
                  <a:pt x="1271" y="260"/>
                  <a:pt x="1271" y="260"/>
                </a:cubicBezTo>
                <a:cubicBezTo>
                  <a:pt x="1278" y="260"/>
                  <a:pt x="1278" y="260"/>
                  <a:pt x="1278" y="260"/>
                </a:cubicBezTo>
                <a:cubicBezTo>
                  <a:pt x="1281" y="235"/>
                  <a:pt x="1281" y="235"/>
                  <a:pt x="1281" y="235"/>
                </a:cubicBezTo>
                <a:cubicBezTo>
                  <a:pt x="1283" y="232"/>
                  <a:pt x="1285" y="230"/>
                  <a:pt x="1287" y="228"/>
                </a:cubicBezTo>
                <a:cubicBezTo>
                  <a:pt x="1289" y="226"/>
                  <a:pt x="1291" y="225"/>
                  <a:pt x="1293" y="225"/>
                </a:cubicBezTo>
                <a:cubicBezTo>
                  <a:pt x="1295" y="225"/>
                  <a:pt x="1296" y="226"/>
                  <a:pt x="1297" y="226"/>
                </a:cubicBezTo>
                <a:cubicBezTo>
                  <a:pt x="1297" y="227"/>
                  <a:pt x="1298" y="229"/>
                  <a:pt x="1298" y="231"/>
                </a:cubicBezTo>
                <a:cubicBezTo>
                  <a:pt x="1298" y="233"/>
                  <a:pt x="1297" y="234"/>
                  <a:pt x="1297" y="236"/>
                </a:cubicBezTo>
                <a:cubicBezTo>
                  <a:pt x="1297" y="238"/>
                  <a:pt x="1297" y="240"/>
                  <a:pt x="1296" y="243"/>
                </a:cubicBezTo>
                <a:cubicBezTo>
                  <a:pt x="1296" y="245"/>
                  <a:pt x="1296" y="245"/>
                  <a:pt x="1296" y="245"/>
                </a:cubicBezTo>
                <a:cubicBezTo>
                  <a:pt x="1295" y="248"/>
                  <a:pt x="1295" y="248"/>
                  <a:pt x="1295" y="248"/>
                </a:cubicBezTo>
                <a:cubicBezTo>
                  <a:pt x="1294" y="252"/>
                  <a:pt x="1294" y="255"/>
                  <a:pt x="1294" y="256"/>
                </a:cubicBezTo>
                <a:cubicBezTo>
                  <a:pt x="1294" y="259"/>
                  <a:pt x="1295" y="261"/>
                  <a:pt x="1298" y="261"/>
                </a:cubicBezTo>
                <a:cubicBezTo>
                  <a:pt x="1300" y="261"/>
                  <a:pt x="1301" y="260"/>
                  <a:pt x="1302" y="260"/>
                </a:cubicBezTo>
                <a:cubicBezTo>
                  <a:pt x="1303" y="259"/>
                  <a:pt x="1304" y="259"/>
                  <a:pt x="1305" y="258"/>
                </a:cubicBezTo>
                <a:cubicBezTo>
                  <a:pt x="1305" y="258"/>
                  <a:pt x="1306" y="257"/>
                  <a:pt x="1306" y="257"/>
                </a:cubicBezTo>
                <a:cubicBezTo>
                  <a:pt x="1305" y="255"/>
                  <a:pt x="1305" y="255"/>
                  <a:pt x="1305" y="255"/>
                </a:cubicBezTo>
                <a:cubicBezTo>
                  <a:pt x="1304" y="256"/>
                  <a:pt x="1303" y="256"/>
                  <a:pt x="1302" y="256"/>
                </a:cubicBezTo>
                <a:cubicBezTo>
                  <a:pt x="1301" y="256"/>
                  <a:pt x="1301" y="256"/>
                  <a:pt x="1301" y="255"/>
                </a:cubicBezTo>
                <a:cubicBezTo>
                  <a:pt x="1301" y="253"/>
                  <a:pt x="1301" y="250"/>
                  <a:pt x="1302" y="246"/>
                </a:cubicBezTo>
                <a:cubicBezTo>
                  <a:pt x="1303" y="243"/>
                  <a:pt x="1303" y="243"/>
                  <a:pt x="1303" y="243"/>
                </a:cubicBezTo>
                <a:cubicBezTo>
                  <a:pt x="1303" y="241"/>
                  <a:pt x="1303" y="241"/>
                  <a:pt x="1303" y="241"/>
                </a:cubicBezTo>
                <a:cubicBezTo>
                  <a:pt x="1304" y="236"/>
                  <a:pt x="1305" y="232"/>
                  <a:pt x="1305" y="230"/>
                </a:cubicBezTo>
                <a:cubicBezTo>
                  <a:pt x="1305" y="227"/>
                  <a:pt x="1304" y="224"/>
                  <a:pt x="1302" y="223"/>
                </a:cubicBezTo>
                <a:cubicBezTo>
                  <a:pt x="1301" y="221"/>
                  <a:pt x="1299" y="220"/>
                  <a:pt x="1296" y="220"/>
                </a:cubicBezTo>
                <a:cubicBezTo>
                  <a:pt x="1294" y="220"/>
                  <a:pt x="1291" y="221"/>
                  <a:pt x="1289" y="223"/>
                </a:cubicBezTo>
                <a:cubicBezTo>
                  <a:pt x="1286" y="224"/>
                  <a:pt x="1284" y="227"/>
                  <a:pt x="1282" y="229"/>
                </a:cubicBezTo>
                <a:close/>
                <a:moveTo>
                  <a:pt x="1342" y="253"/>
                </a:moveTo>
                <a:cubicBezTo>
                  <a:pt x="1340" y="251"/>
                  <a:pt x="1340" y="251"/>
                  <a:pt x="1340" y="251"/>
                </a:cubicBezTo>
                <a:cubicBezTo>
                  <a:pt x="1339" y="253"/>
                  <a:pt x="1337" y="254"/>
                  <a:pt x="1335" y="255"/>
                </a:cubicBezTo>
                <a:cubicBezTo>
                  <a:pt x="1333" y="256"/>
                  <a:pt x="1331" y="256"/>
                  <a:pt x="1329" y="256"/>
                </a:cubicBezTo>
                <a:cubicBezTo>
                  <a:pt x="1326" y="256"/>
                  <a:pt x="1323" y="255"/>
                  <a:pt x="1322" y="253"/>
                </a:cubicBezTo>
                <a:cubicBezTo>
                  <a:pt x="1321" y="250"/>
                  <a:pt x="1320" y="247"/>
                  <a:pt x="1320" y="244"/>
                </a:cubicBezTo>
                <a:cubicBezTo>
                  <a:pt x="1323" y="244"/>
                  <a:pt x="1327" y="244"/>
                  <a:pt x="1330" y="242"/>
                </a:cubicBezTo>
                <a:cubicBezTo>
                  <a:pt x="1334" y="241"/>
                  <a:pt x="1337" y="240"/>
                  <a:pt x="1340" y="237"/>
                </a:cubicBezTo>
                <a:cubicBezTo>
                  <a:pt x="1342" y="235"/>
                  <a:pt x="1344" y="232"/>
                  <a:pt x="1344" y="229"/>
                </a:cubicBezTo>
                <a:cubicBezTo>
                  <a:pt x="1344" y="226"/>
                  <a:pt x="1343" y="224"/>
                  <a:pt x="1341" y="223"/>
                </a:cubicBezTo>
                <a:cubicBezTo>
                  <a:pt x="1340" y="221"/>
                  <a:pt x="1337" y="220"/>
                  <a:pt x="1334" y="220"/>
                </a:cubicBezTo>
                <a:cubicBezTo>
                  <a:pt x="1330" y="220"/>
                  <a:pt x="1326" y="221"/>
                  <a:pt x="1323" y="224"/>
                </a:cubicBezTo>
                <a:cubicBezTo>
                  <a:pt x="1320" y="226"/>
                  <a:pt x="1318" y="229"/>
                  <a:pt x="1316" y="233"/>
                </a:cubicBezTo>
                <a:cubicBezTo>
                  <a:pt x="1314" y="237"/>
                  <a:pt x="1313" y="241"/>
                  <a:pt x="1313" y="246"/>
                </a:cubicBezTo>
                <a:cubicBezTo>
                  <a:pt x="1313" y="248"/>
                  <a:pt x="1314" y="251"/>
                  <a:pt x="1315" y="253"/>
                </a:cubicBezTo>
                <a:cubicBezTo>
                  <a:pt x="1316" y="255"/>
                  <a:pt x="1317" y="257"/>
                  <a:pt x="1319" y="259"/>
                </a:cubicBezTo>
                <a:cubicBezTo>
                  <a:pt x="1321" y="260"/>
                  <a:pt x="1324" y="261"/>
                  <a:pt x="1327" y="261"/>
                </a:cubicBezTo>
                <a:cubicBezTo>
                  <a:pt x="1330" y="261"/>
                  <a:pt x="1333" y="260"/>
                  <a:pt x="1336" y="258"/>
                </a:cubicBezTo>
                <a:cubicBezTo>
                  <a:pt x="1339" y="257"/>
                  <a:pt x="1341" y="255"/>
                  <a:pt x="1342" y="253"/>
                </a:cubicBezTo>
                <a:close/>
                <a:moveTo>
                  <a:pt x="1332" y="224"/>
                </a:moveTo>
                <a:cubicBezTo>
                  <a:pt x="1334" y="224"/>
                  <a:pt x="1335" y="224"/>
                  <a:pt x="1336" y="225"/>
                </a:cubicBezTo>
                <a:cubicBezTo>
                  <a:pt x="1337" y="226"/>
                  <a:pt x="1337" y="228"/>
                  <a:pt x="1337" y="229"/>
                </a:cubicBezTo>
                <a:cubicBezTo>
                  <a:pt x="1337" y="232"/>
                  <a:pt x="1336" y="234"/>
                  <a:pt x="1334" y="235"/>
                </a:cubicBezTo>
                <a:cubicBezTo>
                  <a:pt x="1333" y="237"/>
                  <a:pt x="1331" y="238"/>
                  <a:pt x="1328" y="239"/>
                </a:cubicBezTo>
                <a:cubicBezTo>
                  <a:pt x="1325" y="240"/>
                  <a:pt x="1323" y="241"/>
                  <a:pt x="1321" y="241"/>
                </a:cubicBezTo>
                <a:cubicBezTo>
                  <a:pt x="1321" y="238"/>
                  <a:pt x="1321" y="236"/>
                  <a:pt x="1322" y="233"/>
                </a:cubicBezTo>
                <a:cubicBezTo>
                  <a:pt x="1323" y="230"/>
                  <a:pt x="1325" y="228"/>
                  <a:pt x="1326" y="226"/>
                </a:cubicBezTo>
                <a:cubicBezTo>
                  <a:pt x="1328" y="225"/>
                  <a:pt x="1330" y="224"/>
                  <a:pt x="1332" y="224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180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 w/bkgd_image ba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92D0DBD-2D19-47C8-BFE8-5D1014D84882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-2491" y="0"/>
            <a:ext cx="9146491" cy="5144526"/>
          </a:xfrm>
          <a:custGeom>
            <a:avLst/>
            <a:gdLst>
              <a:gd name="connsiteX0" fmla="*/ 0 w 9144000"/>
              <a:gd name="connsiteY0" fmla="*/ 0 h 5143500"/>
              <a:gd name="connsiteX1" fmla="*/ 9144000 w 9144000"/>
              <a:gd name="connsiteY1" fmla="*/ 0 h 5143500"/>
              <a:gd name="connsiteX2" fmla="*/ 9144000 w 9144000"/>
              <a:gd name="connsiteY2" fmla="*/ 5143500 h 5143500"/>
              <a:gd name="connsiteX3" fmla="*/ 0 w 9144000"/>
              <a:gd name="connsiteY3" fmla="*/ 5143500 h 5143500"/>
              <a:gd name="connsiteX4" fmla="*/ 0 w 9144000"/>
              <a:gd name="connsiteY4" fmla="*/ 0 h 5143500"/>
              <a:gd name="connsiteX0" fmla="*/ 0 w 9144000"/>
              <a:gd name="connsiteY0" fmla="*/ 0 h 5143500"/>
              <a:gd name="connsiteX1" fmla="*/ 9144000 w 9144000"/>
              <a:gd name="connsiteY1" fmla="*/ 0 h 5143500"/>
              <a:gd name="connsiteX2" fmla="*/ 9144000 w 9144000"/>
              <a:gd name="connsiteY2" fmla="*/ 5143500 h 5143500"/>
              <a:gd name="connsiteX3" fmla="*/ 0 w 9144000"/>
              <a:gd name="connsiteY3" fmla="*/ 688731 h 5143500"/>
              <a:gd name="connsiteX4" fmla="*/ 0 w 9144000"/>
              <a:gd name="connsiteY4" fmla="*/ 0 h 5143500"/>
              <a:gd name="connsiteX0" fmla="*/ 0 w 9144000"/>
              <a:gd name="connsiteY0" fmla="*/ 0 h 5143500"/>
              <a:gd name="connsiteX1" fmla="*/ 9144000 w 9144000"/>
              <a:gd name="connsiteY1" fmla="*/ 0 h 5143500"/>
              <a:gd name="connsiteX2" fmla="*/ 9144000 w 9144000"/>
              <a:gd name="connsiteY2" fmla="*/ 5143500 h 5143500"/>
              <a:gd name="connsiteX3" fmla="*/ 4454769 w 9144000"/>
              <a:gd name="connsiteY3" fmla="*/ 2743200 h 5143500"/>
              <a:gd name="connsiteX4" fmla="*/ 0 w 9144000"/>
              <a:gd name="connsiteY4" fmla="*/ 688731 h 5143500"/>
              <a:gd name="connsiteX5" fmla="*/ 0 w 9144000"/>
              <a:gd name="connsiteY5" fmla="*/ 0 h 5143500"/>
              <a:gd name="connsiteX0" fmla="*/ 0 w 9144000"/>
              <a:gd name="connsiteY0" fmla="*/ 0 h 5143500"/>
              <a:gd name="connsiteX1" fmla="*/ 9144000 w 9144000"/>
              <a:gd name="connsiteY1" fmla="*/ 0 h 5143500"/>
              <a:gd name="connsiteX2" fmla="*/ 9144000 w 9144000"/>
              <a:gd name="connsiteY2" fmla="*/ 5143500 h 5143500"/>
              <a:gd name="connsiteX3" fmla="*/ 8721969 w 9144000"/>
              <a:gd name="connsiteY3" fmla="*/ 293077 h 5143500"/>
              <a:gd name="connsiteX4" fmla="*/ 0 w 9144000"/>
              <a:gd name="connsiteY4" fmla="*/ 688731 h 5143500"/>
              <a:gd name="connsiteX5" fmla="*/ 0 w 9144000"/>
              <a:gd name="connsiteY5" fmla="*/ 0 h 5143500"/>
              <a:gd name="connsiteX0" fmla="*/ 23446 w 9167446"/>
              <a:gd name="connsiteY0" fmla="*/ 0 h 5143500"/>
              <a:gd name="connsiteX1" fmla="*/ 9167446 w 9167446"/>
              <a:gd name="connsiteY1" fmla="*/ 0 h 5143500"/>
              <a:gd name="connsiteX2" fmla="*/ 9167446 w 9167446"/>
              <a:gd name="connsiteY2" fmla="*/ 5143500 h 5143500"/>
              <a:gd name="connsiteX3" fmla="*/ 8745415 w 9167446"/>
              <a:gd name="connsiteY3" fmla="*/ 293077 h 5143500"/>
              <a:gd name="connsiteX4" fmla="*/ 0 w 9167446"/>
              <a:gd name="connsiteY4" fmla="*/ 383931 h 5143500"/>
              <a:gd name="connsiteX5" fmla="*/ 23446 w 9167446"/>
              <a:gd name="connsiteY5" fmla="*/ 0 h 5143500"/>
              <a:gd name="connsiteX0" fmla="*/ 23446 w 9167446"/>
              <a:gd name="connsiteY0" fmla="*/ 0 h 5143500"/>
              <a:gd name="connsiteX1" fmla="*/ 9167446 w 9167446"/>
              <a:gd name="connsiteY1" fmla="*/ 0 h 5143500"/>
              <a:gd name="connsiteX2" fmla="*/ 9167446 w 9167446"/>
              <a:gd name="connsiteY2" fmla="*/ 5143500 h 5143500"/>
              <a:gd name="connsiteX3" fmla="*/ 8745415 w 9167446"/>
              <a:gd name="connsiteY3" fmla="*/ 422031 h 5143500"/>
              <a:gd name="connsiteX4" fmla="*/ 0 w 9167446"/>
              <a:gd name="connsiteY4" fmla="*/ 383931 h 5143500"/>
              <a:gd name="connsiteX5" fmla="*/ 23446 w 9167446"/>
              <a:gd name="connsiteY5" fmla="*/ 0 h 5143500"/>
              <a:gd name="connsiteX0" fmla="*/ 23446 w 9167446"/>
              <a:gd name="connsiteY0" fmla="*/ 0 h 5143500"/>
              <a:gd name="connsiteX1" fmla="*/ 9167446 w 9167446"/>
              <a:gd name="connsiteY1" fmla="*/ 0 h 5143500"/>
              <a:gd name="connsiteX2" fmla="*/ 9167446 w 9167446"/>
              <a:gd name="connsiteY2" fmla="*/ 5143500 h 5143500"/>
              <a:gd name="connsiteX3" fmla="*/ 8932984 w 9167446"/>
              <a:gd name="connsiteY3" fmla="*/ 2625969 h 5143500"/>
              <a:gd name="connsiteX4" fmla="*/ 8745415 w 9167446"/>
              <a:gd name="connsiteY4" fmla="*/ 422031 h 5143500"/>
              <a:gd name="connsiteX5" fmla="*/ 0 w 9167446"/>
              <a:gd name="connsiteY5" fmla="*/ 383931 h 5143500"/>
              <a:gd name="connsiteX6" fmla="*/ 23446 w 9167446"/>
              <a:gd name="connsiteY6" fmla="*/ 0 h 5143500"/>
              <a:gd name="connsiteX0" fmla="*/ 23446 w 9167446"/>
              <a:gd name="connsiteY0" fmla="*/ 0 h 5146431"/>
              <a:gd name="connsiteX1" fmla="*/ 9167446 w 9167446"/>
              <a:gd name="connsiteY1" fmla="*/ 0 h 5146431"/>
              <a:gd name="connsiteX2" fmla="*/ 9167446 w 9167446"/>
              <a:gd name="connsiteY2" fmla="*/ 5143500 h 5146431"/>
              <a:gd name="connsiteX3" fmla="*/ 8839199 w 9167446"/>
              <a:gd name="connsiteY3" fmla="*/ 5146431 h 5146431"/>
              <a:gd name="connsiteX4" fmla="*/ 8745415 w 9167446"/>
              <a:gd name="connsiteY4" fmla="*/ 422031 h 5146431"/>
              <a:gd name="connsiteX5" fmla="*/ 0 w 9167446"/>
              <a:gd name="connsiteY5" fmla="*/ 383931 h 5146431"/>
              <a:gd name="connsiteX6" fmla="*/ 23446 w 9167446"/>
              <a:gd name="connsiteY6" fmla="*/ 0 h 5146431"/>
              <a:gd name="connsiteX0" fmla="*/ 2491 w 9146491"/>
              <a:gd name="connsiteY0" fmla="*/ 0 h 5146431"/>
              <a:gd name="connsiteX1" fmla="*/ 9146491 w 9146491"/>
              <a:gd name="connsiteY1" fmla="*/ 0 h 5146431"/>
              <a:gd name="connsiteX2" fmla="*/ 9146491 w 9146491"/>
              <a:gd name="connsiteY2" fmla="*/ 5143500 h 5146431"/>
              <a:gd name="connsiteX3" fmla="*/ 8818244 w 9146491"/>
              <a:gd name="connsiteY3" fmla="*/ 5146431 h 5146431"/>
              <a:gd name="connsiteX4" fmla="*/ 8724460 w 9146491"/>
              <a:gd name="connsiteY4" fmla="*/ 422031 h 5146431"/>
              <a:gd name="connsiteX5" fmla="*/ 0 w 9146491"/>
              <a:gd name="connsiteY5" fmla="*/ 435366 h 5146431"/>
              <a:gd name="connsiteX6" fmla="*/ 2491 w 9146491"/>
              <a:gd name="connsiteY6" fmla="*/ 0 h 5146431"/>
              <a:gd name="connsiteX0" fmla="*/ 2491 w 9146491"/>
              <a:gd name="connsiteY0" fmla="*/ 0 h 5146431"/>
              <a:gd name="connsiteX1" fmla="*/ 9146491 w 9146491"/>
              <a:gd name="connsiteY1" fmla="*/ 0 h 5146431"/>
              <a:gd name="connsiteX2" fmla="*/ 9146491 w 9146491"/>
              <a:gd name="connsiteY2" fmla="*/ 5143500 h 5146431"/>
              <a:gd name="connsiteX3" fmla="*/ 8818244 w 9146491"/>
              <a:gd name="connsiteY3" fmla="*/ 5146431 h 5146431"/>
              <a:gd name="connsiteX4" fmla="*/ 8684455 w 9146491"/>
              <a:gd name="connsiteY4" fmla="*/ 427746 h 5146431"/>
              <a:gd name="connsiteX5" fmla="*/ 0 w 9146491"/>
              <a:gd name="connsiteY5" fmla="*/ 435366 h 5146431"/>
              <a:gd name="connsiteX6" fmla="*/ 2491 w 9146491"/>
              <a:gd name="connsiteY6" fmla="*/ 0 h 5146431"/>
              <a:gd name="connsiteX0" fmla="*/ 2491 w 9146491"/>
              <a:gd name="connsiteY0" fmla="*/ 0 h 5146431"/>
              <a:gd name="connsiteX1" fmla="*/ 9146491 w 9146491"/>
              <a:gd name="connsiteY1" fmla="*/ 0 h 5146431"/>
              <a:gd name="connsiteX2" fmla="*/ 9146491 w 9146491"/>
              <a:gd name="connsiteY2" fmla="*/ 5143500 h 5146431"/>
              <a:gd name="connsiteX3" fmla="*/ 8688704 w 9146491"/>
              <a:gd name="connsiteY3" fmla="*/ 5146431 h 5146431"/>
              <a:gd name="connsiteX4" fmla="*/ 8684455 w 9146491"/>
              <a:gd name="connsiteY4" fmla="*/ 427746 h 5146431"/>
              <a:gd name="connsiteX5" fmla="*/ 0 w 9146491"/>
              <a:gd name="connsiteY5" fmla="*/ 435366 h 5146431"/>
              <a:gd name="connsiteX6" fmla="*/ 2491 w 9146491"/>
              <a:gd name="connsiteY6" fmla="*/ 0 h 5146431"/>
              <a:gd name="connsiteX0" fmla="*/ 2491 w 9146491"/>
              <a:gd name="connsiteY0" fmla="*/ 0 h 5146431"/>
              <a:gd name="connsiteX1" fmla="*/ 9146491 w 9146491"/>
              <a:gd name="connsiteY1" fmla="*/ 0 h 5146431"/>
              <a:gd name="connsiteX2" fmla="*/ 9146491 w 9146491"/>
              <a:gd name="connsiteY2" fmla="*/ 5143500 h 5146431"/>
              <a:gd name="connsiteX3" fmla="*/ 8688704 w 9146491"/>
              <a:gd name="connsiteY3" fmla="*/ 5146431 h 5146431"/>
              <a:gd name="connsiteX4" fmla="*/ 8684455 w 9146491"/>
              <a:gd name="connsiteY4" fmla="*/ 431556 h 5146431"/>
              <a:gd name="connsiteX5" fmla="*/ 0 w 9146491"/>
              <a:gd name="connsiteY5" fmla="*/ 435366 h 5146431"/>
              <a:gd name="connsiteX6" fmla="*/ 2491 w 9146491"/>
              <a:gd name="connsiteY6" fmla="*/ 0 h 5146431"/>
              <a:gd name="connsiteX0" fmla="*/ 2491 w 9146491"/>
              <a:gd name="connsiteY0" fmla="*/ 0 h 5144526"/>
              <a:gd name="connsiteX1" fmla="*/ 9146491 w 9146491"/>
              <a:gd name="connsiteY1" fmla="*/ 0 h 5144526"/>
              <a:gd name="connsiteX2" fmla="*/ 9146491 w 9146491"/>
              <a:gd name="connsiteY2" fmla="*/ 5143500 h 5144526"/>
              <a:gd name="connsiteX3" fmla="*/ 8696324 w 9146491"/>
              <a:gd name="connsiteY3" fmla="*/ 5144526 h 5144526"/>
              <a:gd name="connsiteX4" fmla="*/ 8684455 w 9146491"/>
              <a:gd name="connsiteY4" fmla="*/ 431556 h 5144526"/>
              <a:gd name="connsiteX5" fmla="*/ 0 w 9146491"/>
              <a:gd name="connsiteY5" fmla="*/ 435366 h 5144526"/>
              <a:gd name="connsiteX6" fmla="*/ 2491 w 9146491"/>
              <a:gd name="connsiteY6" fmla="*/ 0 h 5144526"/>
              <a:gd name="connsiteX0" fmla="*/ 2491 w 9146491"/>
              <a:gd name="connsiteY0" fmla="*/ 0 h 5144526"/>
              <a:gd name="connsiteX1" fmla="*/ 9146491 w 9146491"/>
              <a:gd name="connsiteY1" fmla="*/ 0 h 5144526"/>
              <a:gd name="connsiteX2" fmla="*/ 9146491 w 9146491"/>
              <a:gd name="connsiteY2" fmla="*/ 5143500 h 5144526"/>
              <a:gd name="connsiteX3" fmla="*/ 8686799 w 9146491"/>
              <a:gd name="connsiteY3" fmla="*/ 5144526 h 5144526"/>
              <a:gd name="connsiteX4" fmla="*/ 8684455 w 9146491"/>
              <a:gd name="connsiteY4" fmla="*/ 431556 h 5144526"/>
              <a:gd name="connsiteX5" fmla="*/ 0 w 9146491"/>
              <a:gd name="connsiteY5" fmla="*/ 435366 h 5144526"/>
              <a:gd name="connsiteX6" fmla="*/ 2491 w 9146491"/>
              <a:gd name="connsiteY6" fmla="*/ 0 h 5144526"/>
              <a:gd name="connsiteX0" fmla="*/ 2491 w 9146491"/>
              <a:gd name="connsiteY0" fmla="*/ 0 h 5144526"/>
              <a:gd name="connsiteX1" fmla="*/ 9146491 w 9146491"/>
              <a:gd name="connsiteY1" fmla="*/ 0 h 5144526"/>
              <a:gd name="connsiteX2" fmla="*/ 9146491 w 9146491"/>
              <a:gd name="connsiteY2" fmla="*/ 5143500 h 5144526"/>
              <a:gd name="connsiteX3" fmla="*/ 8686799 w 9146491"/>
              <a:gd name="connsiteY3" fmla="*/ 5144526 h 5144526"/>
              <a:gd name="connsiteX4" fmla="*/ 8690170 w 9146491"/>
              <a:gd name="connsiteY4" fmla="*/ 433461 h 5144526"/>
              <a:gd name="connsiteX5" fmla="*/ 0 w 9146491"/>
              <a:gd name="connsiteY5" fmla="*/ 435366 h 5144526"/>
              <a:gd name="connsiteX6" fmla="*/ 2491 w 9146491"/>
              <a:gd name="connsiteY6" fmla="*/ 0 h 5144526"/>
              <a:gd name="connsiteX0" fmla="*/ 2491 w 9146491"/>
              <a:gd name="connsiteY0" fmla="*/ 0 h 5144526"/>
              <a:gd name="connsiteX1" fmla="*/ 9146491 w 9146491"/>
              <a:gd name="connsiteY1" fmla="*/ 0 h 5144526"/>
              <a:gd name="connsiteX2" fmla="*/ 9146491 w 9146491"/>
              <a:gd name="connsiteY2" fmla="*/ 5143500 h 5144526"/>
              <a:gd name="connsiteX3" fmla="*/ 8686799 w 9146491"/>
              <a:gd name="connsiteY3" fmla="*/ 5144526 h 5144526"/>
              <a:gd name="connsiteX4" fmla="*/ 8678740 w 9146491"/>
              <a:gd name="connsiteY4" fmla="*/ 435366 h 5144526"/>
              <a:gd name="connsiteX5" fmla="*/ 0 w 9146491"/>
              <a:gd name="connsiteY5" fmla="*/ 435366 h 5144526"/>
              <a:gd name="connsiteX6" fmla="*/ 2491 w 9146491"/>
              <a:gd name="connsiteY6" fmla="*/ 0 h 5144526"/>
              <a:gd name="connsiteX0" fmla="*/ 2491 w 9146491"/>
              <a:gd name="connsiteY0" fmla="*/ 0 h 5144526"/>
              <a:gd name="connsiteX1" fmla="*/ 9146491 w 9146491"/>
              <a:gd name="connsiteY1" fmla="*/ 0 h 5144526"/>
              <a:gd name="connsiteX2" fmla="*/ 9146491 w 9146491"/>
              <a:gd name="connsiteY2" fmla="*/ 5143500 h 5144526"/>
              <a:gd name="connsiteX3" fmla="*/ 8686799 w 9146491"/>
              <a:gd name="connsiteY3" fmla="*/ 5144526 h 5144526"/>
              <a:gd name="connsiteX4" fmla="*/ 8680645 w 9146491"/>
              <a:gd name="connsiteY4" fmla="*/ 433461 h 5144526"/>
              <a:gd name="connsiteX5" fmla="*/ 0 w 9146491"/>
              <a:gd name="connsiteY5" fmla="*/ 435366 h 5144526"/>
              <a:gd name="connsiteX6" fmla="*/ 2491 w 9146491"/>
              <a:gd name="connsiteY6" fmla="*/ 0 h 5144526"/>
              <a:gd name="connsiteX0" fmla="*/ 2491 w 9146491"/>
              <a:gd name="connsiteY0" fmla="*/ 0 h 5144526"/>
              <a:gd name="connsiteX1" fmla="*/ 9146491 w 9146491"/>
              <a:gd name="connsiteY1" fmla="*/ 0 h 5144526"/>
              <a:gd name="connsiteX2" fmla="*/ 9146491 w 9146491"/>
              <a:gd name="connsiteY2" fmla="*/ 5143500 h 5144526"/>
              <a:gd name="connsiteX3" fmla="*/ 8686799 w 9146491"/>
              <a:gd name="connsiteY3" fmla="*/ 5144526 h 5144526"/>
              <a:gd name="connsiteX4" fmla="*/ 8680645 w 9146491"/>
              <a:gd name="connsiteY4" fmla="*/ 439176 h 5144526"/>
              <a:gd name="connsiteX5" fmla="*/ 0 w 9146491"/>
              <a:gd name="connsiteY5" fmla="*/ 435366 h 5144526"/>
              <a:gd name="connsiteX6" fmla="*/ 2491 w 9146491"/>
              <a:gd name="connsiteY6" fmla="*/ 0 h 5144526"/>
              <a:gd name="connsiteX0" fmla="*/ 2491 w 9146491"/>
              <a:gd name="connsiteY0" fmla="*/ 0 h 5144526"/>
              <a:gd name="connsiteX1" fmla="*/ 9146491 w 9146491"/>
              <a:gd name="connsiteY1" fmla="*/ 0 h 5144526"/>
              <a:gd name="connsiteX2" fmla="*/ 9146491 w 9146491"/>
              <a:gd name="connsiteY2" fmla="*/ 5143500 h 5144526"/>
              <a:gd name="connsiteX3" fmla="*/ 8686799 w 9146491"/>
              <a:gd name="connsiteY3" fmla="*/ 5144526 h 5144526"/>
              <a:gd name="connsiteX4" fmla="*/ 8682550 w 9146491"/>
              <a:gd name="connsiteY4" fmla="*/ 439176 h 5144526"/>
              <a:gd name="connsiteX5" fmla="*/ 0 w 9146491"/>
              <a:gd name="connsiteY5" fmla="*/ 435366 h 5144526"/>
              <a:gd name="connsiteX6" fmla="*/ 2491 w 9146491"/>
              <a:gd name="connsiteY6" fmla="*/ 0 h 5144526"/>
              <a:gd name="connsiteX0" fmla="*/ 2491 w 9146491"/>
              <a:gd name="connsiteY0" fmla="*/ 0 h 5144526"/>
              <a:gd name="connsiteX1" fmla="*/ 9146491 w 9146491"/>
              <a:gd name="connsiteY1" fmla="*/ 0 h 5144526"/>
              <a:gd name="connsiteX2" fmla="*/ 9146491 w 9146491"/>
              <a:gd name="connsiteY2" fmla="*/ 5143500 h 5144526"/>
              <a:gd name="connsiteX3" fmla="*/ 8686799 w 9146491"/>
              <a:gd name="connsiteY3" fmla="*/ 5144526 h 5144526"/>
              <a:gd name="connsiteX4" fmla="*/ 8686360 w 9146491"/>
              <a:gd name="connsiteY4" fmla="*/ 439176 h 5144526"/>
              <a:gd name="connsiteX5" fmla="*/ 0 w 9146491"/>
              <a:gd name="connsiteY5" fmla="*/ 435366 h 5144526"/>
              <a:gd name="connsiteX6" fmla="*/ 2491 w 9146491"/>
              <a:gd name="connsiteY6" fmla="*/ 0 h 5144526"/>
              <a:gd name="connsiteX0" fmla="*/ 586 w 9144586"/>
              <a:gd name="connsiteY0" fmla="*/ 0 h 5144526"/>
              <a:gd name="connsiteX1" fmla="*/ 9144586 w 9144586"/>
              <a:gd name="connsiteY1" fmla="*/ 0 h 5144526"/>
              <a:gd name="connsiteX2" fmla="*/ 9144586 w 9144586"/>
              <a:gd name="connsiteY2" fmla="*/ 5143500 h 5144526"/>
              <a:gd name="connsiteX3" fmla="*/ 8684894 w 9144586"/>
              <a:gd name="connsiteY3" fmla="*/ 5144526 h 5144526"/>
              <a:gd name="connsiteX4" fmla="*/ 8684455 w 9144586"/>
              <a:gd name="connsiteY4" fmla="*/ 439176 h 5144526"/>
              <a:gd name="connsiteX5" fmla="*/ 0 w 9144586"/>
              <a:gd name="connsiteY5" fmla="*/ 435366 h 5144526"/>
              <a:gd name="connsiteX6" fmla="*/ 586 w 9144586"/>
              <a:gd name="connsiteY6" fmla="*/ 0 h 5144526"/>
              <a:gd name="connsiteX0" fmla="*/ 2491 w 9146491"/>
              <a:gd name="connsiteY0" fmla="*/ 0 h 5144526"/>
              <a:gd name="connsiteX1" fmla="*/ 9146491 w 9146491"/>
              <a:gd name="connsiteY1" fmla="*/ 0 h 5144526"/>
              <a:gd name="connsiteX2" fmla="*/ 9146491 w 9146491"/>
              <a:gd name="connsiteY2" fmla="*/ 5143500 h 5144526"/>
              <a:gd name="connsiteX3" fmla="*/ 8686799 w 9146491"/>
              <a:gd name="connsiteY3" fmla="*/ 5144526 h 5144526"/>
              <a:gd name="connsiteX4" fmla="*/ 8686360 w 9146491"/>
              <a:gd name="connsiteY4" fmla="*/ 439176 h 5144526"/>
              <a:gd name="connsiteX5" fmla="*/ 0 w 9146491"/>
              <a:gd name="connsiteY5" fmla="*/ 437271 h 5144526"/>
              <a:gd name="connsiteX6" fmla="*/ 2491 w 9146491"/>
              <a:gd name="connsiteY6" fmla="*/ 0 h 5144526"/>
              <a:gd name="connsiteX0" fmla="*/ 2491 w 9146491"/>
              <a:gd name="connsiteY0" fmla="*/ 0 h 5144526"/>
              <a:gd name="connsiteX1" fmla="*/ 9146491 w 9146491"/>
              <a:gd name="connsiteY1" fmla="*/ 0 h 5144526"/>
              <a:gd name="connsiteX2" fmla="*/ 9146491 w 9146491"/>
              <a:gd name="connsiteY2" fmla="*/ 5143500 h 5144526"/>
              <a:gd name="connsiteX3" fmla="*/ 8686799 w 9146491"/>
              <a:gd name="connsiteY3" fmla="*/ 5144526 h 5144526"/>
              <a:gd name="connsiteX4" fmla="*/ 8686360 w 9146491"/>
              <a:gd name="connsiteY4" fmla="*/ 439176 h 5144526"/>
              <a:gd name="connsiteX5" fmla="*/ 0 w 9146491"/>
              <a:gd name="connsiteY5" fmla="*/ 439176 h 5144526"/>
              <a:gd name="connsiteX6" fmla="*/ 2491 w 9146491"/>
              <a:gd name="connsiteY6" fmla="*/ 0 h 5144526"/>
              <a:gd name="connsiteX0" fmla="*/ 2491 w 9146491"/>
              <a:gd name="connsiteY0" fmla="*/ 0 h 5144526"/>
              <a:gd name="connsiteX1" fmla="*/ 9146491 w 9146491"/>
              <a:gd name="connsiteY1" fmla="*/ 0 h 5144526"/>
              <a:gd name="connsiteX2" fmla="*/ 9146491 w 9146491"/>
              <a:gd name="connsiteY2" fmla="*/ 5143500 h 5144526"/>
              <a:gd name="connsiteX3" fmla="*/ 8686799 w 9146491"/>
              <a:gd name="connsiteY3" fmla="*/ 5144526 h 5144526"/>
              <a:gd name="connsiteX4" fmla="*/ 8686360 w 9146491"/>
              <a:gd name="connsiteY4" fmla="*/ 439176 h 5144526"/>
              <a:gd name="connsiteX5" fmla="*/ 0 w 9146491"/>
              <a:gd name="connsiteY5" fmla="*/ 439176 h 5144526"/>
              <a:gd name="connsiteX6" fmla="*/ 2491 w 9146491"/>
              <a:gd name="connsiteY6" fmla="*/ 0 h 5144526"/>
            </a:gdLst>
            <a:ahLst/>
            <a:cxnLst/>
            <a:rect l="l" t="t" r="r" b="b"/>
            <a:pathLst>
              <a:path w="9146491" h="5144526">
                <a:moveTo>
                  <a:pt x="2491" y="0"/>
                </a:moveTo>
                <a:lnTo>
                  <a:pt x="9146491" y="0"/>
                </a:lnTo>
                <a:lnTo>
                  <a:pt x="9146491" y="5143500"/>
                </a:lnTo>
                <a:lnTo>
                  <a:pt x="8686799" y="5144526"/>
                </a:lnTo>
                <a:cubicBezTo>
                  <a:pt x="8685383" y="3571631"/>
                  <a:pt x="8687776" y="2012071"/>
                  <a:pt x="8686360" y="439176"/>
                </a:cubicBezTo>
                <a:lnTo>
                  <a:pt x="0" y="439176"/>
                </a:lnTo>
                <a:cubicBezTo>
                  <a:pt x="830" y="353109"/>
                  <a:pt x="1661" y="145122"/>
                  <a:pt x="2491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t>Click icon to add picture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6969BA-58FF-4320-80BF-C0135AC2E27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636A1DB-EA2D-4A7E-BF0D-8FECFA0D1CEB}" type="slidenum">
              <a:t>‹#›</a:t>
            </a:fld>
            <a:endParaRPr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3E27C736-095E-4C51-9197-AD588C450B8D}"/>
              </a:ext>
            </a:extLst>
          </p:cNvPr>
          <p:cNvSpPr>
            <a:spLocks noGrp="1"/>
          </p:cNvSpPr>
          <p:nvPr/>
        </p:nvSpPr>
        <p:spPr>
          <a:xfrm>
            <a:off x="544392" y="4795468"/>
            <a:ext cx="1252024" cy="234457"/>
          </a:xfrm>
          <a:custGeom>
            <a:avLst/>
            <a:gdLst>
              <a:gd name="T0" fmla="*/ 225 w 1440"/>
              <a:gd name="T1" fmla="*/ 110 h 267"/>
              <a:gd name="T2" fmla="*/ 317 w 1440"/>
              <a:gd name="T3" fmla="*/ 7 h 267"/>
              <a:gd name="T4" fmla="*/ 475 w 1440"/>
              <a:gd name="T5" fmla="*/ 19 h 267"/>
              <a:gd name="T6" fmla="*/ 830 w 1440"/>
              <a:gd name="T7" fmla="*/ 7 h 267"/>
              <a:gd name="T8" fmla="*/ 130 w 1440"/>
              <a:gd name="T9" fmla="*/ 210 h 267"/>
              <a:gd name="T10" fmla="*/ 437 w 1440"/>
              <a:gd name="T11" fmla="*/ 209 h 267"/>
              <a:gd name="T12" fmla="*/ 493 w 1440"/>
              <a:gd name="T13" fmla="*/ 198 h 267"/>
              <a:gd name="T14" fmla="*/ 866 w 1440"/>
              <a:gd name="T15" fmla="*/ 171 h 267"/>
              <a:gd name="T16" fmla="*/ 737 w 1440"/>
              <a:gd name="T17" fmla="*/ 261 h 267"/>
              <a:gd name="T18" fmla="*/ 958 w 1440"/>
              <a:gd name="T19" fmla="*/ 172 h 267"/>
              <a:gd name="T20" fmla="*/ 906 w 1440"/>
              <a:gd name="T21" fmla="*/ 254 h 267"/>
              <a:gd name="T22" fmla="*/ 309 w 1440"/>
              <a:gd name="T23" fmla="*/ 260 h 267"/>
              <a:gd name="T24" fmla="*/ 1053 w 1440"/>
              <a:gd name="T25" fmla="*/ 31 h 267"/>
              <a:gd name="T26" fmla="*/ 1075 w 1440"/>
              <a:gd name="T27" fmla="*/ 44 h 267"/>
              <a:gd name="T28" fmla="*/ 1091 w 1440"/>
              <a:gd name="T29" fmla="*/ 22 h 267"/>
              <a:gd name="T30" fmla="*/ 1107 w 1440"/>
              <a:gd name="T31" fmla="*/ 27 h 267"/>
              <a:gd name="T32" fmla="*/ 1125 w 1440"/>
              <a:gd name="T33" fmla="*/ 55 h 267"/>
              <a:gd name="T34" fmla="*/ 1159 w 1440"/>
              <a:gd name="T35" fmla="*/ 53 h 267"/>
              <a:gd name="T36" fmla="*/ 1160 w 1440"/>
              <a:gd name="T37" fmla="*/ 57 h 267"/>
              <a:gd name="T38" fmla="*/ 1177 w 1440"/>
              <a:gd name="T39" fmla="*/ 23 h 267"/>
              <a:gd name="T40" fmla="*/ 1207 w 1440"/>
              <a:gd name="T41" fmla="*/ 58 h 267"/>
              <a:gd name="T42" fmla="*/ 1245 w 1440"/>
              <a:gd name="T43" fmla="*/ 27 h 267"/>
              <a:gd name="T44" fmla="*/ 1225 w 1440"/>
              <a:gd name="T45" fmla="*/ 43 h 267"/>
              <a:gd name="T46" fmla="*/ 1271 w 1440"/>
              <a:gd name="T47" fmla="*/ 19 h 267"/>
              <a:gd name="T48" fmla="*/ 1259 w 1440"/>
              <a:gd name="T49" fmla="*/ 32 h 267"/>
              <a:gd name="T50" fmla="*/ 1290 w 1440"/>
              <a:gd name="T51" fmla="*/ 54 h 267"/>
              <a:gd name="T52" fmla="*/ 1310 w 1440"/>
              <a:gd name="T53" fmla="*/ 25 h 267"/>
              <a:gd name="T54" fmla="*/ 1059 w 1440"/>
              <a:gd name="T55" fmla="*/ 110 h 267"/>
              <a:gd name="T56" fmla="*/ 1099 w 1440"/>
              <a:gd name="T57" fmla="*/ 134 h 267"/>
              <a:gd name="T58" fmla="*/ 1120 w 1440"/>
              <a:gd name="T59" fmla="*/ 156 h 267"/>
              <a:gd name="T60" fmla="*/ 1141 w 1440"/>
              <a:gd name="T61" fmla="*/ 123 h 267"/>
              <a:gd name="T62" fmla="*/ 1148 w 1440"/>
              <a:gd name="T63" fmla="*/ 175 h 267"/>
              <a:gd name="T64" fmla="*/ 1184 w 1440"/>
              <a:gd name="T65" fmla="*/ 119 h 267"/>
              <a:gd name="T66" fmla="*/ 1181 w 1440"/>
              <a:gd name="T67" fmla="*/ 153 h 267"/>
              <a:gd name="T68" fmla="*/ 1201 w 1440"/>
              <a:gd name="T69" fmla="*/ 125 h 267"/>
              <a:gd name="T70" fmla="*/ 1230 w 1440"/>
              <a:gd name="T71" fmla="*/ 157 h 267"/>
              <a:gd name="T72" fmla="*/ 1260 w 1440"/>
              <a:gd name="T73" fmla="*/ 154 h 267"/>
              <a:gd name="T74" fmla="*/ 1261 w 1440"/>
              <a:gd name="T75" fmla="*/ 158 h 267"/>
              <a:gd name="T76" fmla="*/ 1284 w 1440"/>
              <a:gd name="T77" fmla="*/ 152 h 267"/>
              <a:gd name="T78" fmla="*/ 1294 w 1440"/>
              <a:gd name="T79" fmla="*/ 123 h 267"/>
              <a:gd name="T80" fmla="*/ 1317 w 1440"/>
              <a:gd name="T81" fmla="*/ 125 h 267"/>
              <a:gd name="T82" fmla="*/ 1342 w 1440"/>
              <a:gd name="T83" fmla="*/ 121 h 267"/>
              <a:gd name="T84" fmla="*/ 1351 w 1440"/>
              <a:gd name="T85" fmla="*/ 112 h 267"/>
              <a:gd name="T86" fmla="*/ 1364 w 1440"/>
              <a:gd name="T87" fmla="*/ 159 h 267"/>
              <a:gd name="T88" fmla="*/ 1399 w 1440"/>
              <a:gd name="T89" fmla="*/ 156 h 267"/>
              <a:gd name="T90" fmla="*/ 1432 w 1440"/>
              <a:gd name="T91" fmla="*/ 120 h 267"/>
              <a:gd name="T92" fmla="*/ 1410 w 1440"/>
              <a:gd name="T93" fmla="*/ 176 h 267"/>
              <a:gd name="T94" fmla="*/ 1076 w 1440"/>
              <a:gd name="T95" fmla="*/ 242 h 267"/>
              <a:gd name="T96" fmla="*/ 1062 w 1440"/>
              <a:gd name="T97" fmla="*/ 225 h 267"/>
              <a:gd name="T98" fmla="*/ 1091 w 1440"/>
              <a:gd name="T99" fmla="*/ 208 h 267"/>
              <a:gd name="T100" fmla="*/ 1112 w 1440"/>
              <a:gd name="T101" fmla="*/ 233 h 267"/>
              <a:gd name="T102" fmla="*/ 1128 w 1440"/>
              <a:gd name="T103" fmla="*/ 224 h 267"/>
              <a:gd name="T104" fmla="*/ 1168 w 1440"/>
              <a:gd name="T105" fmla="*/ 255 h 267"/>
              <a:gd name="T106" fmla="*/ 1154 w 1440"/>
              <a:gd name="T107" fmla="*/ 236 h 267"/>
              <a:gd name="T108" fmla="*/ 1203 w 1440"/>
              <a:gd name="T109" fmla="*/ 256 h 267"/>
              <a:gd name="T110" fmla="*/ 1200 w 1440"/>
              <a:gd name="T111" fmla="*/ 213 h 267"/>
              <a:gd name="T112" fmla="*/ 1227 w 1440"/>
              <a:gd name="T113" fmla="*/ 256 h 267"/>
              <a:gd name="T114" fmla="*/ 1249 w 1440"/>
              <a:gd name="T115" fmla="*/ 260 h 267"/>
              <a:gd name="T116" fmla="*/ 1255 w 1440"/>
              <a:gd name="T117" fmla="*/ 205 h 267"/>
              <a:gd name="T118" fmla="*/ 1297 w 1440"/>
              <a:gd name="T119" fmla="*/ 226 h 267"/>
              <a:gd name="T120" fmla="*/ 1303 w 1440"/>
              <a:gd name="T121" fmla="*/ 243 h 267"/>
              <a:gd name="T122" fmla="*/ 1344 w 1440"/>
              <a:gd name="T123" fmla="*/ 229 h 267"/>
              <a:gd name="T124" fmla="*/ 1328 w 1440"/>
              <a:gd name="T125" fmla="*/ 239 h 267"/>
            </a:gdLst>
            <a:ahLst/>
            <a:cxnLst/>
            <a:rect l="0" t="0" r="r" b="b"/>
            <a:pathLst>
              <a:path w="1440" h="267">
                <a:moveTo>
                  <a:pt x="17" y="110"/>
                </a:moveTo>
                <a:cubicBezTo>
                  <a:pt x="3" y="110"/>
                  <a:pt x="3" y="110"/>
                  <a:pt x="3" y="110"/>
                </a:cubicBezTo>
                <a:cubicBezTo>
                  <a:pt x="3" y="1"/>
                  <a:pt x="3" y="1"/>
                  <a:pt x="3" y="1"/>
                </a:cubicBezTo>
                <a:cubicBezTo>
                  <a:pt x="81" y="83"/>
                  <a:pt x="81" y="83"/>
                  <a:pt x="81" y="83"/>
                </a:cubicBezTo>
                <a:cubicBezTo>
                  <a:pt x="81" y="7"/>
                  <a:pt x="81" y="7"/>
                  <a:pt x="81" y="7"/>
                </a:cubicBezTo>
                <a:cubicBezTo>
                  <a:pt x="95" y="7"/>
                  <a:pt x="95" y="7"/>
                  <a:pt x="95" y="7"/>
                </a:cubicBezTo>
                <a:cubicBezTo>
                  <a:pt x="95" y="117"/>
                  <a:pt x="95" y="117"/>
                  <a:pt x="95" y="117"/>
                </a:cubicBezTo>
                <a:cubicBezTo>
                  <a:pt x="17" y="35"/>
                  <a:pt x="17" y="35"/>
                  <a:pt x="17" y="35"/>
                </a:cubicBezTo>
                <a:lnTo>
                  <a:pt x="17" y="110"/>
                </a:lnTo>
                <a:close/>
                <a:moveTo>
                  <a:pt x="130" y="110"/>
                </a:moveTo>
                <a:cubicBezTo>
                  <a:pt x="145" y="110"/>
                  <a:pt x="145" y="110"/>
                  <a:pt x="145" y="110"/>
                </a:cubicBezTo>
                <a:cubicBezTo>
                  <a:pt x="178" y="33"/>
                  <a:pt x="178" y="33"/>
                  <a:pt x="178" y="33"/>
                </a:cubicBezTo>
                <a:cubicBezTo>
                  <a:pt x="210" y="109"/>
                  <a:pt x="210" y="109"/>
                  <a:pt x="210" y="109"/>
                </a:cubicBezTo>
                <a:cubicBezTo>
                  <a:pt x="210" y="110"/>
                  <a:pt x="210" y="110"/>
                  <a:pt x="210" y="110"/>
                </a:cubicBezTo>
                <a:cubicBezTo>
                  <a:pt x="225" y="110"/>
                  <a:pt x="225" y="110"/>
                  <a:pt x="225" y="110"/>
                </a:cubicBezTo>
                <a:cubicBezTo>
                  <a:pt x="178" y="0"/>
                  <a:pt x="178" y="0"/>
                  <a:pt x="178" y="0"/>
                </a:cubicBezTo>
                <a:lnTo>
                  <a:pt x="130" y="110"/>
                </a:lnTo>
                <a:close/>
                <a:moveTo>
                  <a:pt x="700" y="110"/>
                </a:moveTo>
                <a:cubicBezTo>
                  <a:pt x="715" y="110"/>
                  <a:pt x="715" y="110"/>
                  <a:pt x="715" y="110"/>
                </a:cubicBezTo>
                <a:cubicBezTo>
                  <a:pt x="748" y="33"/>
                  <a:pt x="748" y="33"/>
                  <a:pt x="748" y="33"/>
                </a:cubicBezTo>
                <a:cubicBezTo>
                  <a:pt x="780" y="109"/>
                  <a:pt x="780" y="109"/>
                  <a:pt x="780" y="109"/>
                </a:cubicBezTo>
                <a:cubicBezTo>
                  <a:pt x="780" y="110"/>
                  <a:pt x="780" y="110"/>
                  <a:pt x="780" y="110"/>
                </a:cubicBezTo>
                <a:cubicBezTo>
                  <a:pt x="795" y="110"/>
                  <a:pt x="795" y="110"/>
                  <a:pt x="795" y="110"/>
                </a:cubicBezTo>
                <a:cubicBezTo>
                  <a:pt x="748" y="0"/>
                  <a:pt x="748" y="0"/>
                  <a:pt x="748" y="0"/>
                </a:cubicBezTo>
                <a:lnTo>
                  <a:pt x="700" y="110"/>
                </a:lnTo>
                <a:close/>
                <a:moveTo>
                  <a:pt x="273" y="110"/>
                </a:moveTo>
                <a:cubicBezTo>
                  <a:pt x="286" y="110"/>
                  <a:pt x="286" y="110"/>
                  <a:pt x="286" y="110"/>
                </a:cubicBezTo>
                <a:cubicBezTo>
                  <a:pt x="286" y="20"/>
                  <a:pt x="286" y="20"/>
                  <a:pt x="286" y="20"/>
                </a:cubicBezTo>
                <a:cubicBezTo>
                  <a:pt x="317" y="20"/>
                  <a:pt x="317" y="20"/>
                  <a:pt x="317" y="20"/>
                </a:cubicBezTo>
                <a:cubicBezTo>
                  <a:pt x="317" y="7"/>
                  <a:pt x="317" y="7"/>
                  <a:pt x="317" y="7"/>
                </a:cubicBezTo>
                <a:cubicBezTo>
                  <a:pt x="242" y="7"/>
                  <a:pt x="242" y="7"/>
                  <a:pt x="242" y="7"/>
                </a:cubicBezTo>
                <a:cubicBezTo>
                  <a:pt x="242" y="20"/>
                  <a:pt x="242" y="20"/>
                  <a:pt x="242" y="20"/>
                </a:cubicBezTo>
                <a:cubicBezTo>
                  <a:pt x="273" y="20"/>
                  <a:pt x="273" y="20"/>
                  <a:pt x="273" y="20"/>
                </a:cubicBezTo>
                <a:lnTo>
                  <a:pt x="273" y="110"/>
                </a:lnTo>
                <a:close/>
                <a:moveTo>
                  <a:pt x="374" y="7"/>
                </a:moveTo>
                <a:cubicBezTo>
                  <a:pt x="360" y="7"/>
                  <a:pt x="360" y="7"/>
                  <a:pt x="360" y="7"/>
                </a:cubicBezTo>
                <a:cubicBezTo>
                  <a:pt x="360" y="110"/>
                  <a:pt x="360" y="110"/>
                  <a:pt x="360" y="110"/>
                </a:cubicBezTo>
                <a:cubicBezTo>
                  <a:pt x="374" y="110"/>
                  <a:pt x="374" y="110"/>
                  <a:pt x="374" y="110"/>
                </a:cubicBezTo>
                <a:lnTo>
                  <a:pt x="374" y="7"/>
                </a:lnTo>
                <a:close/>
                <a:moveTo>
                  <a:pt x="475" y="112"/>
                </a:moveTo>
                <a:cubicBezTo>
                  <a:pt x="445" y="112"/>
                  <a:pt x="421" y="88"/>
                  <a:pt x="421" y="59"/>
                </a:cubicBezTo>
                <a:cubicBezTo>
                  <a:pt x="421" y="29"/>
                  <a:pt x="445" y="5"/>
                  <a:pt x="475" y="5"/>
                </a:cubicBezTo>
                <a:cubicBezTo>
                  <a:pt x="505" y="5"/>
                  <a:pt x="528" y="29"/>
                  <a:pt x="528" y="59"/>
                </a:cubicBezTo>
                <a:cubicBezTo>
                  <a:pt x="528" y="88"/>
                  <a:pt x="505" y="112"/>
                  <a:pt x="475" y="112"/>
                </a:cubicBezTo>
                <a:close/>
                <a:moveTo>
                  <a:pt x="475" y="19"/>
                </a:moveTo>
                <a:cubicBezTo>
                  <a:pt x="453" y="19"/>
                  <a:pt x="435" y="37"/>
                  <a:pt x="435" y="59"/>
                </a:cubicBezTo>
                <a:cubicBezTo>
                  <a:pt x="435" y="81"/>
                  <a:pt x="453" y="99"/>
                  <a:pt x="475" y="99"/>
                </a:cubicBezTo>
                <a:cubicBezTo>
                  <a:pt x="497" y="99"/>
                  <a:pt x="514" y="81"/>
                  <a:pt x="514" y="59"/>
                </a:cubicBezTo>
                <a:cubicBezTo>
                  <a:pt x="514" y="37"/>
                  <a:pt x="497" y="19"/>
                  <a:pt x="475" y="19"/>
                </a:cubicBezTo>
                <a:close/>
                <a:moveTo>
                  <a:pt x="586" y="35"/>
                </a:moveTo>
                <a:cubicBezTo>
                  <a:pt x="664" y="117"/>
                  <a:pt x="664" y="117"/>
                  <a:pt x="664" y="117"/>
                </a:cubicBezTo>
                <a:cubicBezTo>
                  <a:pt x="664" y="7"/>
                  <a:pt x="664" y="7"/>
                  <a:pt x="664" y="7"/>
                </a:cubicBezTo>
                <a:cubicBezTo>
                  <a:pt x="650" y="7"/>
                  <a:pt x="650" y="7"/>
                  <a:pt x="650" y="7"/>
                </a:cubicBezTo>
                <a:cubicBezTo>
                  <a:pt x="650" y="83"/>
                  <a:pt x="650" y="83"/>
                  <a:pt x="650" y="83"/>
                </a:cubicBezTo>
                <a:cubicBezTo>
                  <a:pt x="572" y="1"/>
                  <a:pt x="572" y="1"/>
                  <a:pt x="572" y="1"/>
                </a:cubicBezTo>
                <a:cubicBezTo>
                  <a:pt x="572" y="110"/>
                  <a:pt x="572" y="110"/>
                  <a:pt x="572" y="110"/>
                </a:cubicBezTo>
                <a:cubicBezTo>
                  <a:pt x="586" y="110"/>
                  <a:pt x="586" y="110"/>
                  <a:pt x="586" y="110"/>
                </a:cubicBezTo>
                <a:lnTo>
                  <a:pt x="586" y="35"/>
                </a:lnTo>
                <a:close/>
                <a:moveTo>
                  <a:pt x="843" y="7"/>
                </a:moveTo>
                <a:cubicBezTo>
                  <a:pt x="830" y="7"/>
                  <a:pt x="830" y="7"/>
                  <a:pt x="830" y="7"/>
                </a:cubicBezTo>
                <a:cubicBezTo>
                  <a:pt x="830" y="110"/>
                  <a:pt x="830" y="110"/>
                  <a:pt x="830" y="110"/>
                </a:cubicBezTo>
                <a:cubicBezTo>
                  <a:pt x="885" y="110"/>
                  <a:pt x="885" y="110"/>
                  <a:pt x="885" y="110"/>
                </a:cubicBezTo>
                <a:cubicBezTo>
                  <a:pt x="885" y="97"/>
                  <a:pt x="885" y="97"/>
                  <a:pt x="885" y="97"/>
                </a:cubicBezTo>
                <a:cubicBezTo>
                  <a:pt x="843" y="97"/>
                  <a:pt x="843" y="97"/>
                  <a:pt x="843" y="97"/>
                </a:cubicBezTo>
                <a:lnTo>
                  <a:pt x="843" y="7"/>
                </a:lnTo>
                <a:close/>
                <a:moveTo>
                  <a:pt x="169" y="156"/>
                </a:moveTo>
                <a:cubicBezTo>
                  <a:pt x="139" y="156"/>
                  <a:pt x="116" y="179"/>
                  <a:pt x="116" y="209"/>
                </a:cubicBezTo>
                <a:cubicBezTo>
                  <a:pt x="116" y="240"/>
                  <a:pt x="139" y="262"/>
                  <a:pt x="169" y="262"/>
                </a:cubicBezTo>
                <a:cubicBezTo>
                  <a:pt x="175" y="262"/>
                  <a:pt x="188" y="261"/>
                  <a:pt x="200" y="252"/>
                </a:cubicBezTo>
                <a:cubicBezTo>
                  <a:pt x="200" y="252"/>
                  <a:pt x="200" y="252"/>
                  <a:pt x="200" y="252"/>
                </a:cubicBezTo>
                <a:cubicBezTo>
                  <a:pt x="200" y="234"/>
                  <a:pt x="200" y="234"/>
                  <a:pt x="200" y="234"/>
                </a:cubicBezTo>
                <a:cubicBezTo>
                  <a:pt x="198" y="236"/>
                  <a:pt x="198" y="236"/>
                  <a:pt x="198" y="236"/>
                </a:cubicBezTo>
                <a:cubicBezTo>
                  <a:pt x="196" y="239"/>
                  <a:pt x="192" y="242"/>
                  <a:pt x="187" y="245"/>
                </a:cubicBezTo>
                <a:cubicBezTo>
                  <a:pt x="181" y="247"/>
                  <a:pt x="175" y="249"/>
                  <a:pt x="169" y="249"/>
                </a:cubicBezTo>
                <a:cubicBezTo>
                  <a:pt x="142" y="249"/>
                  <a:pt x="130" y="226"/>
                  <a:pt x="130" y="210"/>
                </a:cubicBezTo>
                <a:cubicBezTo>
                  <a:pt x="130" y="187"/>
                  <a:pt x="147" y="169"/>
                  <a:pt x="169" y="169"/>
                </a:cubicBezTo>
                <a:cubicBezTo>
                  <a:pt x="174" y="169"/>
                  <a:pt x="180" y="170"/>
                  <a:pt x="185" y="173"/>
                </a:cubicBezTo>
                <a:cubicBezTo>
                  <a:pt x="190" y="175"/>
                  <a:pt x="194" y="178"/>
                  <a:pt x="198" y="182"/>
                </a:cubicBezTo>
                <a:cubicBezTo>
                  <a:pt x="200" y="184"/>
                  <a:pt x="200" y="184"/>
                  <a:pt x="200" y="184"/>
                </a:cubicBezTo>
                <a:cubicBezTo>
                  <a:pt x="200" y="166"/>
                  <a:pt x="200" y="166"/>
                  <a:pt x="200" y="166"/>
                </a:cubicBezTo>
                <a:cubicBezTo>
                  <a:pt x="200" y="166"/>
                  <a:pt x="200" y="166"/>
                  <a:pt x="200" y="166"/>
                </a:cubicBezTo>
                <a:cubicBezTo>
                  <a:pt x="191" y="159"/>
                  <a:pt x="181" y="156"/>
                  <a:pt x="169" y="156"/>
                </a:cubicBezTo>
                <a:close/>
                <a:moveTo>
                  <a:pt x="437" y="209"/>
                </a:moveTo>
                <a:cubicBezTo>
                  <a:pt x="437" y="225"/>
                  <a:pt x="431" y="238"/>
                  <a:pt x="419" y="249"/>
                </a:cubicBezTo>
                <a:cubicBezTo>
                  <a:pt x="409" y="257"/>
                  <a:pt x="399" y="261"/>
                  <a:pt x="382" y="261"/>
                </a:cubicBezTo>
                <a:cubicBezTo>
                  <a:pt x="360" y="261"/>
                  <a:pt x="360" y="261"/>
                  <a:pt x="360" y="261"/>
                </a:cubicBezTo>
                <a:cubicBezTo>
                  <a:pt x="360" y="157"/>
                  <a:pt x="360" y="157"/>
                  <a:pt x="360" y="157"/>
                </a:cubicBezTo>
                <a:cubicBezTo>
                  <a:pt x="382" y="157"/>
                  <a:pt x="382" y="157"/>
                  <a:pt x="382" y="157"/>
                </a:cubicBezTo>
                <a:cubicBezTo>
                  <a:pt x="393" y="157"/>
                  <a:pt x="407" y="159"/>
                  <a:pt x="420" y="170"/>
                </a:cubicBezTo>
                <a:cubicBezTo>
                  <a:pt x="426" y="175"/>
                  <a:pt x="437" y="187"/>
                  <a:pt x="437" y="209"/>
                </a:cubicBezTo>
                <a:close/>
                <a:moveTo>
                  <a:pt x="423" y="209"/>
                </a:moveTo>
                <a:cubicBezTo>
                  <a:pt x="423" y="186"/>
                  <a:pt x="407" y="171"/>
                  <a:pt x="382" y="171"/>
                </a:cubicBezTo>
                <a:cubicBezTo>
                  <a:pt x="374" y="171"/>
                  <a:pt x="374" y="171"/>
                  <a:pt x="374" y="171"/>
                </a:cubicBezTo>
                <a:cubicBezTo>
                  <a:pt x="374" y="247"/>
                  <a:pt x="374" y="247"/>
                  <a:pt x="374" y="247"/>
                </a:cubicBezTo>
                <a:cubicBezTo>
                  <a:pt x="382" y="247"/>
                  <a:pt x="382" y="247"/>
                  <a:pt x="382" y="247"/>
                </a:cubicBezTo>
                <a:cubicBezTo>
                  <a:pt x="390" y="247"/>
                  <a:pt x="401" y="246"/>
                  <a:pt x="410" y="239"/>
                </a:cubicBezTo>
                <a:cubicBezTo>
                  <a:pt x="416" y="234"/>
                  <a:pt x="423" y="224"/>
                  <a:pt x="423" y="209"/>
                </a:cubicBezTo>
                <a:close/>
                <a:moveTo>
                  <a:pt x="479" y="261"/>
                </a:moveTo>
                <a:cubicBezTo>
                  <a:pt x="541" y="261"/>
                  <a:pt x="541" y="261"/>
                  <a:pt x="541" y="261"/>
                </a:cubicBezTo>
                <a:cubicBezTo>
                  <a:pt x="541" y="247"/>
                  <a:pt x="541" y="247"/>
                  <a:pt x="541" y="247"/>
                </a:cubicBezTo>
                <a:cubicBezTo>
                  <a:pt x="493" y="247"/>
                  <a:pt x="493" y="247"/>
                  <a:pt x="493" y="247"/>
                </a:cubicBezTo>
                <a:cubicBezTo>
                  <a:pt x="493" y="211"/>
                  <a:pt x="493" y="211"/>
                  <a:pt x="493" y="211"/>
                </a:cubicBezTo>
                <a:cubicBezTo>
                  <a:pt x="535" y="211"/>
                  <a:pt x="535" y="211"/>
                  <a:pt x="535" y="211"/>
                </a:cubicBezTo>
                <a:cubicBezTo>
                  <a:pt x="535" y="198"/>
                  <a:pt x="535" y="198"/>
                  <a:pt x="535" y="198"/>
                </a:cubicBezTo>
                <a:cubicBezTo>
                  <a:pt x="493" y="198"/>
                  <a:pt x="493" y="198"/>
                  <a:pt x="493" y="198"/>
                </a:cubicBezTo>
                <a:cubicBezTo>
                  <a:pt x="493" y="171"/>
                  <a:pt x="493" y="171"/>
                  <a:pt x="493" y="171"/>
                </a:cubicBezTo>
                <a:cubicBezTo>
                  <a:pt x="541" y="171"/>
                  <a:pt x="541" y="171"/>
                  <a:pt x="541" y="171"/>
                </a:cubicBezTo>
                <a:cubicBezTo>
                  <a:pt x="541" y="157"/>
                  <a:pt x="541" y="157"/>
                  <a:pt x="541" y="157"/>
                </a:cubicBezTo>
                <a:cubicBezTo>
                  <a:pt x="479" y="157"/>
                  <a:pt x="479" y="157"/>
                  <a:pt x="479" y="157"/>
                </a:cubicBezTo>
                <a:lnTo>
                  <a:pt x="479" y="261"/>
                </a:lnTo>
                <a:close/>
                <a:moveTo>
                  <a:pt x="805" y="261"/>
                </a:moveTo>
                <a:cubicBezTo>
                  <a:pt x="866" y="261"/>
                  <a:pt x="866" y="261"/>
                  <a:pt x="866" y="261"/>
                </a:cubicBezTo>
                <a:cubicBezTo>
                  <a:pt x="866" y="247"/>
                  <a:pt x="866" y="247"/>
                  <a:pt x="866" y="247"/>
                </a:cubicBezTo>
                <a:cubicBezTo>
                  <a:pt x="819" y="247"/>
                  <a:pt x="819" y="247"/>
                  <a:pt x="819" y="247"/>
                </a:cubicBezTo>
                <a:cubicBezTo>
                  <a:pt x="819" y="211"/>
                  <a:pt x="819" y="211"/>
                  <a:pt x="819" y="211"/>
                </a:cubicBezTo>
                <a:cubicBezTo>
                  <a:pt x="860" y="211"/>
                  <a:pt x="860" y="211"/>
                  <a:pt x="860" y="211"/>
                </a:cubicBezTo>
                <a:cubicBezTo>
                  <a:pt x="860" y="198"/>
                  <a:pt x="860" y="198"/>
                  <a:pt x="860" y="198"/>
                </a:cubicBezTo>
                <a:cubicBezTo>
                  <a:pt x="819" y="198"/>
                  <a:pt x="819" y="198"/>
                  <a:pt x="819" y="198"/>
                </a:cubicBezTo>
                <a:cubicBezTo>
                  <a:pt x="819" y="171"/>
                  <a:pt x="819" y="171"/>
                  <a:pt x="819" y="171"/>
                </a:cubicBezTo>
                <a:cubicBezTo>
                  <a:pt x="866" y="171"/>
                  <a:pt x="866" y="171"/>
                  <a:pt x="866" y="171"/>
                </a:cubicBezTo>
                <a:cubicBezTo>
                  <a:pt x="866" y="157"/>
                  <a:pt x="866" y="157"/>
                  <a:pt x="866" y="157"/>
                </a:cubicBezTo>
                <a:cubicBezTo>
                  <a:pt x="805" y="157"/>
                  <a:pt x="805" y="157"/>
                  <a:pt x="805" y="157"/>
                </a:cubicBezTo>
                <a:lnTo>
                  <a:pt x="805" y="261"/>
                </a:lnTo>
                <a:close/>
                <a:moveTo>
                  <a:pt x="634" y="235"/>
                </a:moveTo>
                <a:cubicBezTo>
                  <a:pt x="595" y="149"/>
                  <a:pt x="595" y="149"/>
                  <a:pt x="595" y="149"/>
                </a:cubicBezTo>
                <a:cubicBezTo>
                  <a:pt x="578" y="261"/>
                  <a:pt x="578" y="261"/>
                  <a:pt x="578" y="261"/>
                </a:cubicBezTo>
                <a:cubicBezTo>
                  <a:pt x="592" y="261"/>
                  <a:pt x="592" y="261"/>
                  <a:pt x="592" y="261"/>
                </a:cubicBezTo>
                <a:cubicBezTo>
                  <a:pt x="601" y="194"/>
                  <a:pt x="601" y="194"/>
                  <a:pt x="601" y="194"/>
                </a:cubicBezTo>
                <a:cubicBezTo>
                  <a:pt x="634" y="267"/>
                  <a:pt x="634" y="267"/>
                  <a:pt x="634" y="267"/>
                </a:cubicBezTo>
                <a:cubicBezTo>
                  <a:pt x="668" y="194"/>
                  <a:pt x="668" y="194"/>
                  <a:pt x="668" y="194"/>
                </a:cubicBezTo>
                <a:cubicBezTo>
                  <a:pt x="677" y="261"/>
                  <a:pt x="677" y="261"/>
                  <a:pt x="677" y="261"/>
                </a:cubicBezTo>
                <a:cubicBezTo>
                  <a:pt x="691" y="261"/>
                  <a:pt x="691" y="261"/>
                  <a:pt x="691" y="261"/>
                </a:cubicBezTo>
                <a:cubicBezTo>
                  <a:pt x="674" y="148"/>
                  <a:pt x="674" y="148"/>
                  <a:pt x="674" y="148"/>
                </a:cubicBezTo>
                <a:lnTo>
                  <a:pt x="634" y="235"/>
                </a:lnTo>
                <a:close/>
                <a:moveTo>
                  <a:pt x="737" y="261"/>
                </a:moveTo>
                <a:cubicBezTo>
                  <a:pt x="751" y="261"/>
                  <a:pt x="751" y="261"/>
                  <a:pt x="751" y="261"/>
                </a:cubicBezTo>
                <a:cubicBezTo>
                  <a:pt x="751" y="157"/>
                  <a:pt x="751" y="157"/>
                  <a:pt x="751" y="157"/>
                </a:cubicBezTo>
                <a:cubicBezTo>
                  <a:pt x="737" y="157"/>
                  <a:pt x="737" y="157"/>
                  <a:pt x="737" y="157"/>
                </a:cubicBezTo>
                <a:lnTo>
                  <a:pt x="737" y="261"/>
                </a:lnTo>
                <a:close/>
                <a:moveTo>
                  <a:pt x="955" y="211"/>
                </a:moveTo>
                <a:cubicBezTo>
                  <a:pt x="950" y="207"/>
                  <a:pt x="945" y="204"/>
                  <a:pt x="939" y="201"/>
                </a:cubicBezTo>
                <a:cubicBezTo>
                  <a:pt x="929" y="197"/>
                  <a:pt x="929" y="197"/>
                  <a:pt x="929" y="197"/>
                </a:cubicBezTo>
                <a:cubicBezTo>
                  <a:pt x="925" y="195"/>
                  <a:pt x="922" y="194"/>
                  <a:pt x="919" y="191"/>
                </a:cubicBezTo>
                <a:cubicBezTo>
                  <a:pt x="916" y="189"/>
                  <a:pt x="916" y="187"/>
                  <a:pt x="916" y="183"/>
                </a:cubicBezTo>
                <a:cubicBezTo>
                  <a:pt x="916" y="175"/>
                  <a:pt x="922" y="169"/>
                  <a:pt x="931" y="169"/>
                </a:cubicBezTo>
                <a:cubicBezTo>
                  <a:pt x="936" y="169"/>
                  <a:pt x="940" y="171"/>
                  <a:pt x="942" y="172"/>
                </a:cubicBezTo>
                <a:cubicBezTo>
                  <a:pt x="944" y="174"/>
                  <a:pt x="946" y="177"/>
                  <a:pt x="947" y="179"/>
                </a:cubicBezTo>
                <a:cubicBezTo>
                  <a:pt x="948" y="181"/>
                  <a:pt x="948" y="181"/>
                  <a:pt x="948" y="181"/>
                </a:cubicBezTo>
                <a:cubicBezTo>
                  <a:pt x="959" y="173"/>
                  <a:pt x="959" y="173"/>
                  <a:pt x="959" y="173"/>
                </a:cubicBezTo>
                <a:cubicBezTo>
                  <a:pt x="958" y="172"/>
                  <a:pt x="958" y="172"/>
                  <a:pt x="958" y="172"/>
                </a:cubicBezTo>
                <a:cubicBezTo>
                  <a:pt x="956" y="167"/>
                  <a:pt x="952" y="163"/>
                  <a:pt x="948" y="161"/>
                </a:cubicBezTo>
                <a:cubicBezTo>
                  <a:pt x="943" y="157"/>
                  <a:pt x="938" y="156"/>
                  <a:pt x="931" y="156"/>
                </a:cubicBezTo>
                <a:cubicBezTo>
                  <a:pt x="914" y="156"/>
                  <a:pt x="902" y="167"/>
                  <a:pt x="902" y="183"/>
                </a:cubicBezTo>
                <a:cubicBezTo>
                  <a:pt x="902" y="190"/>
                  <a:pt x="904" y="195"/>
                  <a:pt x="909" y="200"/>
                </a:cubicBezTo>
                <a:cubicBezTo>
                  <a:pt x="913" y="205"/>
                  <a:pt x="918" y="207"/>
                  <a:pt x="922" y="209"/>
                </a:cubicBezTo>
                <a:cubicBezTo>
                  <a:pt x="932" y="213"/>
                  <a:pt x="932" y="213"/>
                  <a:pt x="932" y="213"/>
                </a:cubicBezTo>
                <a:cubicBezTo>
                  <a:pt x="937" y="215"/>
                  <a:pt x="941" y="217"/>
                  <a:pt x="944" y="220"/>
                </a:cubicBezTo>
                <a:cubicBezTo>
                  <a:pt x="947" y="223"/>
                  <a:pt x="948" y="226"/>
                  <a:pt x="948" y="231"/>
                </a:cubicBezTo>
                <a:cubicBezTo>
                  <a:pt x="948" y="240"/>
                  <a:pt x="942" y="249"/>
                  <a:pt x="929" y="249"/>
                </a:cubicBezTo>
                <a:cubicBezTo>
                  <a:pt x="924" y="249"/>
                  <a:pt x="919" y="247"/>
                  <a:pt x="916" y="244"/>
                </a:cubicBezTo>
                <a:cubicBezTo>
                  <a:pt x="913" y="241"/>
                  <a:pt x="911" y="236"/>
                  <a:pt x="910" y="232"/>
                </a:cubicBezTo>
                <a:cubicBezTo>
                  <a:pt x="910" y="230"/>
                  <a:pt x="910" y="230"/>
                  <a:pt x="910" y="230"/>
                </a:cubicBezTo>
                <a:cubicBezTo>
                  <a:pt x="896" y="234"/>
                  <a:pt x="896" y="234"/>
                  <a:pt x="896" y="234"/>
                </a:cubicBezTo>
                <a:cubicBezTo>
                  <a:pt x="897" y="235"/>
                  <a:pt x="897" y="235"/>
                  <a:pt x="897" y="235"/>
                </a:cubicBezTo>
                <a:cubicBezTo>
                  <a:pt x="898" y="243"/>
                  <a:pt x="902" y="249"/>
                  <a:pt x="906" y="254"/>
                </a:cubicBezTo>
                <a:cubicBezTo>
                  <a:pt x="912" y="260"/>
                  <a:pt x="920" y="262"/>
                  <a:pt x="929" y="262"/>
                </a:cubicBezTo>
                <a:cubicBezTo>
                  <a:pt x="948" y="262"/>
                  <a:pt x="962" y="249"/>
                  <a:pt x="962" y="230"/>
                </a:cubicBezTo>
                <a:cubicBezTo>
                  <a:pt x="962" y="222"/>
                  <a:pt x="960" y="216"/>
                  <a:pt x="955" y="211"/>
                </a:cubicBezTo>
                <a:close/>
                <a:moveTo>
                  <a:pt x="0" y="261"/>
                </a:moveTo>
                <a:cubicBezTo>
                  <a:pt x="15" y="261"/>
                  <a:pt x="15" y="261"/>
                  <a:pt x="15" y="261"/>
                </a:cubicBezTo>
                <a:cubicBezTo>
                  <a:pt x="48" y="184"/>
                  <a:pt x="48" y="184"/>
                  <a:pt x="48" y="184"/>
                </a:cubicBezTo>
                <a:cubicBezTo>
                  <a:pt x="79" y="260"/>
                  <a:pt x="79" y="260"/>
                  <a:pt x="79" y="260"/>
                </a:cubicBezTo>
                <a:cubicBezTo>
                  <a:pt x="80" y="261"/>
                  <a:pt x="80" y="261"/>
                  <a:pt x="80" y="261"/>
                </a:cubicBezTo>
                <a:cubicBezTo>
                  <a:pt x="95" y="261"/>
                  <a:pt x="95" y="261"/>
                  <a:pt x="95" y="261"/>
                </a:cubicBezTo>
                <a:cubicBezTo>
                  <a:pt x="48" y="151"/>
                  <a:pt x="48" y="151"/>
                  <a:pt x="48" y="151"/>
                </a:cubicBezTo>
                <a:lnTo>
                  <a:pt x="0" y="261"/>
                </a:lnTo>
                <a:close/>
                <a:moveTo>
                  <a:pt x="229" y="261"/>
                </a:moveTo>
                <a:cubicBezTo>
                  <a:pt x="244" y="261"/>
                  <a:pt x="244" y="261"/>
                  <a:pt x="244" y="261"/>
                </a:cubicBezTo>
                <a:cubicBezTo>
                  <a:pt x="277" y="184"/>
                  <a:pt x="277" y="184"/>
                  <a:pt x="277" y="184"/>
                </a:cubicBezTo>
                <a:cubicBezTo>
                  <a:pt x="309" y="260"/>
                  <a:pt x="309" y="260"/>
                  <a:pt x="309" y="260"/>
                </a:cubicBezTo>
                <a:cubicBezTo>
                  <a:pt x="309" y="261"/>
                  <a:pt x="309" y="261"/>
                  <a:pt x="309" y="261"/>
                </a:cubicBezTo>
                <a:cubicBezTo>
                  <a:pt x="324" y="261"/>
                  <a:pt x="324" y="261"/>
                  <a:pt x="324" y="261"/>
                </a:cubicBezTo>
                <a:cubicBezTo>
                  <a:pt x="277" y="151"/>
                  <a:pt x="277" y="151"/>
                  <a:pt x="277" y="151"/>
                </a:cubicBezTo>
                <a:lnTo>
                  <a:pt x="229" y="261"/>
                </a:lnTo>
                <a:close/>
                <a:moveTo>
                  <a:pt x="1071" y="11"/>
                </a:moveTo>
                <a:cubicBezTo>
                  <a:pt x="1071" y="18"/>
                  <a:pt x="1071" y="18"/>
                  <a:pt x="1071" y="18"/>
                </a:cubicBezTo>
                <a:cubicBezTo>
                  <a:pt x="1075" y="18"/>
                  <a:pt x="1075" y="18"/>
                  <a:pt x="1075" y="18"/>
                </a:cubicBezTo>
                <a:cubicBezTo>
                  <a:pt x="1077" y="9"/>
                  <a:pt x="1077" y="9"/>
                  <a:pt x="1077" y="9"/>
                </a:cubicBezTo>
                <a:cubicBezTo>
                  <a:pt x="1076" y="8"/>
                  <a:pt x="1074" y="7"/>
                  <a:pt x="1072" y="6"/>
                </a:cubicBezTo>
                <a:cubicBezTo>
                  <a:pt x="1070" y="6"/>
                  <a:pt x="1067" y="6"/>
                  <a:pt x="1064" y="6"/>
                </a:cubicBezTo>
                <a:cubicBezTo>
                  <a:pt x="1061" y="6"/>
                  <a:pt x="1058" y="6"/>
                  <a:pt x="1056" y="7"/>
                </a:cubicBezTo>
                <a:cubicBezTo>
                  <a:pt x="1053" y="9"/>
                  <a:pt x="1051" y="10"/>
                  <a:pt x="1049" y="12"/>
                </a:cubicBezTo>
                <a:cubicBezTo>
                  <a:pt x="1048" y="14"/>
                  <a:pt x="1047" y="17"/>
                  <a:pt x="1047" y="20"/>
                </a:cubicBezTo>
                <a:cubicBezTo>
                  <a:pt x="1047" y="22"/>
                  <a:pt x="1048" y="24"/>
                  <a:pt x="1049" y="26"/>
                </a:cubicBezTo>
                <a:cubicBezTo>
                  <a:pt x="1050" y="28"/>
                  <a:pt x="1051" y="30"/>
                  <a:pt x="1053" y="31"/>
                </a:cubicBezTo>
                <a:cubicBezTo>
                  <a:pt x="1055" y="32"/>
                  <a:pt x="1057" y="34"/>
                  <a:pt x="1059" y="35"/>
                </a:cubicBezTo>
                <a:cubicBezTo>
                  <a:pt x="1062" y="37"/>
                  <a:pt x="1064" y="39"/>
                  <a:pt x="1066" y="40"/>
                </a:cubicBezTo>
                <a:cubicBezTo>
                  <a:pt x="1067" y="42"/>
                  <a:pt x="1068" y="44"/>
                  <a:pt x="1068" y="47"/>
                </a:cubicBezTo>
                <a:cubicBezTo>
                  <a:pt x="1068" y="49"/>
                  <a:pt x="1067" y="52"/>
                  <a:pt x="1065" y="53"/>
                </a:cubicBezTo>
                <a:cubicBezTo>
                  <a:pt x="1062" y="55"/>
                  <a:pt x="1060" y="56"/>
                  <a:pt x="1057" y="56"/>
                </a:cubicBezTo>
                <a:cubicBezTo>
                  <a:pt x="1055" y="56"/>
                  <a:pt x="1053" y="56"/>
                  <a:pt x="1052" y="55"/>
                </a:cubicBezTo>
                <a:cubicBezTo>
                  <a:pt x="1050" y="55"/>
                  <a:pt x="1049" y="54"/>
                  <a:pt x="1048" y="54"/>
                </a:cubicBezTo>
                <a:cubicBezTo>
                  <a:pt x="1048" y="46"/>
                  <a:pt x="1048" y="46"/>
                  <a:pt x="1048" y="46"/>
                </a:cubicBezTo>
                <a:cubicBezTo>
                  <a:pt x="1044" y="46"/>
                  <a:pt x="1044" y="46"/>
                  <a:pt x="1044" y="46"/>
                </a:cubicBezTo>
                <a:cubicBezTo>
                  <a:pt x="1042" y="56"/>
                  <a:pt x="1042" y="56"/>
                  <a:pt x="1042" y="56"/>
                </a:cubicBezTo>
                <a:cubicBezTo>
                  <a:pt x="1043" y="57"/>
                  <a:pt x="1045" y="58"/>
                  <a:pt x="1048" y="58"/>
                </a:cubicBezTo>
                <a:cubicBezTo>
                  <a:pt x="1051" y="59"/>
                  <a:pt x="1054" y="59"/>
                  <a:pt x="1057" y="59"/>
                </a:cubicBezTo>
                <a:cubicBezTo>
                  <a:pt x="1060" y="59"/>
                  <a:pt x="1063" y="59"/>
                  <a:pt x="1066" y="57"/>
                </a:cubicBezTo>
                <a:cubicBezTo>
                  <a:pt x="1069" y="56"/>
                  <a:pt x="1071" y="54"/>
                  <a:pt x="1073" y="52"/>
                </a:cubicBezTo>
                <a:cubicBezTo>
                  <a:pt x="1074" y="50"/>
                  <a:pt x="1075" y="47"/>
                  <a:pt x="1075" y="44"/>
                </a:cubicBezTo>
                <a:cubicBezTo>
                  <a:pt x="1075" y="42"/>
                  <a:pt x="1074" y="40"/>
                  <a:pt x="1073" y="38"/>
                </a:cubicBezTo>
                <a:cubicBezTo>
                  <a:pt x="1072" y="36"/>
                  <a:pt x="1071" y="35"/>
                  <a:pt x="1069" y="34"/>
                </a:cubicBezTo>
                <a:cubicBezTo>
                  <a:pt x="1068" y="32"/>
                  <a:pt x="1066" y="31"/>
                  <a:pt x="1064" y="29"/>
                </a:cubicBezTo>
                <a:cubicBezTo>
                  <a:pt x="1060" y="27"/>
                  <a:pt x="1058" y="25"/>
                  <a:pt x="1056" y="24"/>
                </a:cubicBezTo>
                <a:cubicBezTo>
                  <a:pt x="1055" y="22"/>
                  <a:pt x="1054" y="20"/>
                  <a:pt x="1054" y="17"/>
                </a:cubicBezTo>
                <a:cubicBezTo>
                  <a:pt x="1054" y="15"/>
                  <a:pt x="1055" y="13"/>
                  <a:pt x="1057" y="11"/>
                </a:cubicBezTo>
                <a:cubicBezTo>
                  <a:pt x="1059" y="10"/>
                  <a:pt x="1061" y="9"/>
                  <a:pt x="1064" y="9"/>
                </a:cubicBezTo>
                <a:cubicBezTo>
                  <a:pt x="1065" y="9"/>
                  <a:pt x="1067" y="9"/>
                  <a:pt x="1068" y="10"/>
                </a:cubicBezTo>
                <a:cubicBezTo>
                  <a:pt x="1069" y="10"/>
                  <a:pt x="1070" y="10"/>
                  <a:pt x="1071" y="11"/>
                </a:cubicBezTo>
                <a:close/>
                <a:moveTo>
                  <a:pt x="1107" y="27"/>
                </a:moveTo>
                <a:cubicBezTo>
                  <a:pt x="1108" y="27"/>
                  <a:pt x="1108" y="27"/>
                  <a:pt x="1108" y="27"/>
                </a:cubicBezTo>
                <a:cubicBezTo>
                  <a:pt x="1110" y="20"/>
                  <a:pt x="1110" y="20"/>
                  <a:pt x="1110" y="20"/>
                </a:cubicBezTo>
                <a:cubicBezTo>
                  <a:pt x="1109" y="20"/>
                  <a:pt x="1108" y="19"/>
                  <a:pt x="1107" y="19"/>
                </a:cubicBezTo>
                <a:cubicBezTo>
                  <a:pt x="1105" y="19"/>
                  <a:pt x="1104" y="19"/>
                  <a:pt x="1102" y="19"/>
                </a:cubicBezTo>
                <a:cubicBezTo>
                  <a:pt x="1098" y="19"/>
                  <a:pt x="1094" y="20"/>
                  <a:pt x="1091" y="22"/>
                </a:cubicBezTo>
                <a:cubicBezTo>
                  <a:pt x="1088" y="25"/>
                  <a:pt x="1086" y="28"/>
                  <a:pt x="1084" y="32"/>
                </a:cubicBezTo>
                <a:cubicBezTo>
                  <a:pt x="1083" y="36"/>
                  <a:pt x="1082" y="40"/>
                  <a:pt x="1082" y="43"/>
                </a:cubicBezTo>
                <a:cubicBezTo>
                  <a:pt x="1082" y="48"/>
                  <a:pt x="1083" y="52"/>
                  <a:pt x="1085" y="55"/>
                </a:cubicBezTo>
                <a:cubicBezTo>
                  <a:pt x="1087" y="58"/>
                  <a:pt x="1091" y="59"/>
                  <a:pt x="1094" y="59"/>
                </a:cubicBezTo>
                <a:cubicBezTo>
                  <a:pt x="1098" y="59"/>
                  <a:pt x="1100" y="59"/>
                  <a:pt x="1102" y="57"/>
                </a:cubicBezTo>
                <a:cubicBezTo>
                  <a:pt x="1105" y="56"/>
                  <a:pt x="1106" y="54"/>
                  <a:pt x="1108" y="53"/>
                </a:cubicBezTo>
                <a:cubicBezTo>
                  <a:pt x="1106" y="50"/>
                  <a:pt x="1106" y="50"/>
                  <a:pt x="1106" y="50"/>
                </a:cubicBezTo>
                <a:cubicBezTo>
                  <a:pt x="1105" y="52"/>
                  <a:pt x="1103" y="53"/>
                  <a:pt x="1102" y="54"/>
                </a:cubicBezTo>
                <a:cubicBezTo>
                  <a:pt x="1100" y="54"/>
                  <a:pt x="1099" y="55"/>
                  <a:pt x="1097" y="55"/>
                </a:cubicBezTo>
                <a:cubicBezTo>
                  <a:pt x="1094" y="55"/>
                  <a:pt x="1092" y="54"/>
                  <a:pt x="1091" y="52"/>
                </a:cubicBezTo>
                <a:cubicBezTo>
                  <a:pt x="1090" y="50"/>
                  <a:pt x="1089" y="47"/>
                  <a:pt x="1089" y="43"/>
                </a:cubicBezTo>
                <a:cubicBezTo>
                  <a:pt x="1089" y="39"/>
                  <a:pt x="1090" y="35"/>
                  <a:pt x="1091" y="32"/>
                </a:cubicBezTo>
                <a:cubicBezTo>
                  <a:pt x="1092" y="30"/>
                  <a:pt x="1093" y="27"/>
                  <a:pt x="1095" y="26"/>
                </a:cubicBezTo>
                <a:cubicBezTo>
                  <a:pt x="1097" y="24"/>
                  <a:pt x="1099" y="23"/>
                  <a:pt x="1101" y="23"/>
                </a:cubicBezTo>
                <a:cubicBezTo>
                  <a:pt x="1102" y="23"/>
                  <a:pt x="1105" y="24"/>
                  <a:pt x="1107" y="27"/>
                </a:cubicBezTo>
                <a:close/>
                <a:moveTo>
                  <a:pt x="1124" y="52"/>
                </a:moveTo>
                <a:cubicBezTo>
                  <a:pt x="1129" y="19"/>
                  <a:pt x="1129" y="19"/>
                  <a:pt x="1129" y="19"/>
                </a:cubicBezTo>
                <a:cubicBezTo>
                  <a:pt x="1128" y="19"/>
                  <a:pt x="1128" y="19"/>
                  <a:pt x="1128" y="19"/>
                </a:cubicBezTo>
                <a:cubicBezTo>
                  <a:pt x="1118" y="20"/>
                  <a:pt x="1118" y="20"/>
                  <a:pt x="1118" y="20"/>
                </a:cubicBezTo>
                <a:cubicBezTo>
                  <a:pt x="1117" y="23"/>
                  <a:pt x="1117" y="23"/>
                  <a:pt x="1117" y="23"/>
                </a:cubicBezTo>
                <a:cubicBezTo>
                  <a:pt x="1122" y="24"/>
                  <a:pt x="1122" y="24"/>
                  <a:pt x="1122" y="24"/>
                </a:cubicBezTo>
                <a:cubicBezTo>
                  <a:pt x="1121" y="31"/>
                  <a:pt x="1120" y="37"/>
                  <a:pt x="1119" y="41"/>
                </a:cubicBezTo>
                <a:cubicBezTo>
                  <a:pt x="1118" y="49"/>
                  <a:pt x="1117" y="54"/>
                  <a:pt x="1117" y="55"/>
                </a:cubicBezTo>
                <a:cubicBezTo>
                  <a:pt x="1117" y="56"/>
                  <a:pt x="1118" y="57"/>
                  <a:pt x="1118" y="58"/>
                </a:cubicBezTo>
                <a:cubicBezTo>
                  <a:pt x="1119" y="59"/>
                  <a:pt x="1120" y="59"/>
                  <a:pt x="1122" y="59"/>
                </a:cubicBezTo>
                <a:cubicBezTo>
                  <a:pt x="1124" y="59"/>
                  <a:pt x="1125" y="59"/>
                  <a:pt x="1127" y="58"/>
                </a:cubicBezTo>
                <a:cubicBezTo>
                  <a:pt x="1128" y="57"/>
                  <a:pt x="1129" y="55"/>
                  <a:pt x="1130" y="54"/>
                </a:cubicBezTo>
                <a:cubicBezTo>
                  <a:pt x="1129" y="53"/>
                  <a:pt x="1129" y="53"/>
                  <a:pt x="1129" y="53"/>
                </a:cubicBezTo>
                <a:cubicBezTo>
                  <a:pt x="1128" y="54"/>
                  <a:pt x="1128" y="54"/>
                  <a:pt x="1127" y="54"/>
                </a:cubicBezTo>
                <a:cubicBezTo>
                  <a:pt x="1126" y="55"/>
                  <a:pt x="1126" y="55"/>
                  <a:pt x="1125" y="55"/>
                </a:cubicBezTo>
                <a:cubicBezTo>
                  <a:pt x="1125" y="55"/>
                  <a:pt x="1125" y="55"/>
                  <a:pt x="1125" y="54"/>
                </a:cubicBezTo>
                <a:cubicBezTo>
                  <a:pt x="1124" y="54"/>
                  <a:pt x="1124" y="54"/>
                  <a:pt x="1124" y="53"/>
                </a:cubicBezTo>
                <a:lnTo>
                  <a:pt x="1124" y="52"/>
                </a:lnTo>
                <a:close/>
                <a:moveTo>
                  <a:pt x="1127" y="11"/>
                </a:moveTo>
                <a:cubicBezTo>
                  <a:pt x="1128" y="11"/>
                  <a:pt x="1129" y="11"/>
                  <a:pt x="1130" y="10"/>
                </a:cubicBezTo>
                <a:cubicBezTo>
                  <a:pt x="1131" y="9"/>
                  <a:pt x="1131" y="7"/>
                  <a:pt x="1131" y="6"/>
                </a:cubicBezTo>
                <a:cubicBezTo>
                  <a:pt x="1131" y="5"/>
                  <a:pt x="1131" y="4"/>
                  <a:pt x="1130" y="3"/>
                </a:cubicBezTo>
                <a:cubicBezTo>
                  <a:pt x="1130" y="3"/>
                  <a:pt x="1129" y="2"/>
                  <a:pt x="1128" y="2"/>
                </a:cubicBezTo>
                <a:cubicBezTo>
                  <a:pt x="1126" y="2"/>
                  <a:pt x="1125" y="3"/>
                  <a:pt x="1124" y="4"/>
                </a:cubicBezTo>
                <a:cubicBezTo>
                  <a:pt x="1123" y="5"/>
                  <a:pt x="1123" y="6"/>
                  <a:pt x="1123" y="7"/>
                </a:cubicBezTo>
                <a:cubicBezTo>
                  <a:pt x="1123" y="8"/>
                  <a:pt x="1123" y="9"/>
                  <a:pt x="1124" y="10"/>
                </a:cubicBezTo>
                <a:cubicBezTo>
                  <a:pt x="1125" y="11"/>
                  <a:pt x="1126" y="11"/>
                  <a:pt x="1127" y="11"/>
                </a:cubicBezTo>
                <a:close/>
                <a:moveTo>
                  <a:pt x="1166" y="52"/>
                </a:moveTo>
                <a:cubicBezTo>
                  <a:pt x="1165" y="49"/>
                  <a:pt x="1165" y="49"/>
                  <a:pt x="1165" y="49"/>
                </a:cubicBezTo>
                <a:cubicBezTo>
                  <a:pt x="1163" y="51"/>
                  <a:pt x="1161" y="52"/>
                  <a:pt x="1159" y="53"/>
                </a:cubicBezTo>
                <a:cubicBezTo>
                  <a:pt x="1157" y="54"/>
                  <a:pt x="1155" y="55"/>
                  <a:pt x="1153" y="55"/>
                </a:cubicBezTo>
                <a:cubicBezTo>
                  <a:pt x="1150" y="55"/>
                  <a:pt x="1148" y="54"/>
                  <a:pt x="1147" y="51"/>
                </a:cubicBezTo>
                <a:cubicBezTo>
                  <a:pt x="1145" y="49"/>
                  <a:pt x="1145" y="46"/>
                  <a:pt x="1145" y="43"/>
                </a:cubicBezTo>
                <a:cubicBezTo>
                  <a:pt x="1148" y="43"/>
                  <a:pt x="1151" y="42"/>
                  <a:pt x="1155" y="41"/>
                </a:cubicBezTo>
                <a:cubicBezTo>
                  <a:pt x="1158" y="40"/>
                  <a:pt x="1162" y="38"/>
                  <a:pt x="1164" y="36"/>
                </a:cubicBezTo>
                <a:cubicBezTo>
                  <a:pt x="1167" y="33"/>
                  <a:pt x="1168" y="31"/>
                  <a:pt x="1168" y="27"/>
                </a:cubicBezTo>
                <a:cubicBezTo>
                  <a:pt x="1168" y="25"/>
                  <a:pt x="1167" y="23"/>
                  <a:pt x="1166" y="21"/>
                </a:cubicBezTo>
                <a:cubicBezTo>
                  <a:pt x="1164" y="19"/>
                  <a:pt x="1162" y="19"/>
                  <a:pt x="1158" y="19"/>
                </a:cubicBezTo>
                <a:cubicBezTo>
                  <a:pt x="1154" y="19"/>
                  <a:pt x="1151" y="20"/>
                  <a:pt x="1148" y="22"/>
                </a:cubicBezTo>
                <a:cubicBezTo>
                  <a:pt x="1145" y="24"/>
                  <a:pt x="1142" y="28"/>
                  <a:pt x="1140" y="31"/>
                </a:cubicBezTo>
                <a:cubicBezTo>
                  <a:pt x="1138" y="35"/>
                  <a:pt x="1138" y="40"/>
                  <a:pt x="1138" y="44"/>
                </a:cubicBezTo>
                <a:cubicBezTo>
                  <a:pt x="1138" y="47"/>
                  <a:pt x="1138" y="49"/>
                  <a:pt x="1139" y="52"/>
                </a:cubicBezTo>
                <a:cubicBezTo>
                  <a:pt x="1140" y="54"/>
                  <a:pt x="1142" y="56"/>
                  <a:pt x="1144" y="57"/>
                </a:cubicBezTo>
                <a:cubicBezTo>
                  <a:pt x="1146" y="59"/>
                  <a:pt x="1148" y="59"/>
                  <a:pt x="1151" y="59"/>
                </a:cubicBezTo>
                <a:cubicBezTo>
                  <a:pt x="1155" y="59"/>
                  <a:pt x="1158" y="58"/>
                  <a:pt x="1160" y="57"/>
                </a:cubicBezTo>
                <a:cubicBezTo>
                  <a:pt x="1163" y="55"/>
                  <a:pt x="1165" y="54"/>
                  <a:pt x="1166" y="52"/>
                </a:cubicBezTo>
                <a:close/>
                <a:moveTo>
                  <a:pt x="1157" y="22"/>
                </a:moveTo>
                <a:cubicBezTo>
                  <a:pt x="1158" y="22"/>
                  <a:pt x="1159" y="23"/>
                  <a:pt x="1160" y="24"/>
                </a:cubicBezTo>
                <a:cubicBezTo>
                  <a:pt x="1161" y="25"/>
                  <a:pt x="1161" y="26"/>
                  <a:pt x="1161" y="28"/>
                </a:cubicBezTo>
                <a:cubicBezTo>
                  <a:pt x="1161" y="30"/>
                  <a:pt x="1161" y="32"/>
                  <a:pt x="1159" y="34"/>
                </a:cubicBezTo>
                <a:cubicBezTo>
                  <a:pt x="1157" y="35"/>
                  <a:pt x="1155" y="37"/>
                  <a:pt x="1152" y="38"/>
                </a:cubicBezTo>
                <a:cubicBezTo>
                  <a:pt x="1150" y="39"/>
                  <a:pt x="1147" y="39"/>
                  <a:pt x="1145" y="39"/>
                </a:cubicBezTo>
                <a:cubicBezTo>
                  <a:pt x="1145" y="37"/>
                  <a:pt x="1146" y="34"/>
                  <a:pt x="1147" y="32"/>
                </a:cubicBezTo>
                <a:cubicBezTo>
                  <a:pt x="1148" y="29"/>
                  <a:pt x="1149" y="27"/>
                  <a:pt x="1151" y="25"/>
                </a:cubicBezTo>
                <a:cubicBezTo>
                  <a:pt x="1152" y="23"/>
                  <a:pt x="1154" y="22"/>
                  <a:pt x="1157" y="22"/>
                </a:cubicBezTo>
                <a:close/>
                <a:moveTo>
                  <a:pt x="1187" y="28"/>
                </a:moveTo>
                <a:cubicBezTo>
                  <a:pt x="1188" y="19"/>
                  <a:pt x="1188" y="19"/>
                  <a:pt x="1188" y="19"/>
                </a:cubicBezTo>
                <a:cubicBezTo>
                  <a:pt x="1186" y="19"/>
                  <a:pt x="1186" y="19"/>
                  <a:pt x="1186" y="19"/>
                </a:cubicBezTo>
                <a:cubicBezTo>
                  <a:pt x="1178" y="20"/>
                  <a:pt x="1178" y="20"/>
                  <a:pt x="1178" y="20"/>
                </a:cubicBezTo>
                <a:cubicBezTo>
                  <a:pt x="1177" y="23"/>
                  <a:pt x="1177" y="23"/>
                  <a:pt x="1177" y="23"/>
                </a:cubicBezTo>
                <a:cubicBezTo>
                  <a:pt x="1180" y="25"/>
                  <a:pt x="1180" y="25"/>
                  <a:pt x="1180" y="25"/>
                </a:cubicBezTo>
                <a:cubicBezTo>
                  <a:pt x="1176" y="58"/>
                  <a:pt x="1176" y="58"/>
                  <a:pt x="1176" y="58"/>
                </a:cubicBezTo>
                <a:cubicBezTo>
                  <a:pt x="1183" y="58"/>
                  <a:pt x="1183" y="58"/>
                  <a:pt x="1183" y="58"/>
                </a:cubicBezTo>
                <a:cubicBezTo>
                  <a:pt x="1186" y="33"/>
                  <a:pt x="1186" y="33"/>
                  <a:pt x="1186" y="33"/>
                </a:cubicBezTo>
                <a:cubicBezTo>
                  <a:pt x="1188" y="31"/>
                  <a:pt x="1190" y="28"/>
                  <a:pt x="1192" y="26"/>
                </a:cubicBezTo>
                <a:cubicBezTo>
                  <a:pt x="1194" y="25"/>
                  <a:pt x="1196" y="24"/>
                  <a:pt x="1198" y="24"/>
                </a:cubicBezTo>
                <a:cubicBezTo>
                  <a:pt x="1200" y="24"/>
                  <a:pt x="1201" y="24"/>
                  <a:pt x="1202" y="25"/>
                </a:cubicBezTo>
                <a:cubicBezTo>
                  <a:pt x="1202" y="26"/>
                  <a:pt x="1203" y="27"/>
                  <a:pt x="1203" y="29"/>
                </a:cubicBezTo>
                <a:cubicBezTo>
                  <a:pt x="1203" y="31"/>
                  <a:pt x="1202" y="33"/>
                  <a:pt x="1202" y="35"/>
                </a:cubicBezTo>
                <a:cubicBezTo>
                  <a:pt x="1202" y="37"/>
                  <a:pt x="1201" y="39"/>
                  <a:pt x="1201" y="41"/>
                </a:cubicBezTo>
                <a:cubicBezTo>
                  <a:pt x="1201" y="43"/>
                  <a:pt x="1201" y="43"/>
                  <a:pt x="1201" y="43"/>
                </a:cubicBezTo>
                <a:cubicBezTo>
                  <a:pt x="1200" y="46"/>
                  <a:pt x="1200" y="46"/>
                  <a:pt x="1200" y="46"/>
                </a:cubicBezTo>
                <a:cubicBezTo>
                  <a:pt x="1199" y="51"/>
                  <a:pt x="1199" y="54"/>
                  <a:pt x="1199" y="55"/>
                </a:cubicBezTo>
                <a:cubicBezTo>
                  <a:pt x="1199" y="58"/>
                  <a:pt x="1200" y="59"/>
                  <a:pt x="1203" y="59"/>
                </a:cubicBezTo>
                <a:cubicBezTo>
                  <a:pt x="1205" y="59"/>
                  <a:pt x="1206" y="59"/>
                  <a:pt x="1207" y="58"/>
                </a:cubicBezTo>
                <a:cubicBezTo>
                  <a:pt x="1208" y="58"/>
                  <a:pt x="1209" y="57"/>
                  <a:pt x="1210" y="57"/>
                </a:cubicBezTo>
                <a:cubicBezTo>
                  <a:pt x="1210" y="56"/>
                  <a:pt x="1211" y="55"/>
                  <a:pt x="1211" y="55"/>
                </a:cubicBezTo>
                <a:cubicBezTo>
                  <a:pt x="1210" y="53"/>
                  <a:pt x="1210" y="53"/>
                  <a:pt x="1210" y="53"/>
                </a:cubicBezTo>
                <a:cubicBezTo>
                  <a:pt x="1209" y="54"/>
                  <a:pt x="1208" y="55"/>
                  <a:pt x="1207" y="55"/>
                </a:cubicBezTo>
                <a:cubicBezTo>
                  <a:pt x="1206" y="55"/>
                  <a:pt x="1206" y="54"/>
                  <a:pt x="1206" y="53"/>
                </a:cubicBezTo>
                <a:cubicBezTo>
                  <a:pt x="1206" y="51"/>
                  <a:pt x="1206" y="48"/>
                  <a:pt x="1207" y="45"/>
                </a:cubicBezTo>
                <a:cubicBezTo>
                  <a:pt x="1208" y="41"/>
                  <a:pt x="1208" y="41"/>
                  <a:pt x="1208" y="41"/>
                </a:cubicBezTo>
                <a:cubicBezTo>
                  <a:pt x="1208" y="40"/>
                  <a:pt x="1208" y="40"/>
                  <a:pt x="1208" y="40"/>
                </a:cubicBezTo>
                <a:cubicBezTo>
                  <a:pt x="1209" y="34"/>
                  <a:pt x="1210" y="31"/>
                  <a:pt x="1210" y="29"/>
                </a:cubicBezTo>
                <a:cubicBezTo>
                  <a:pt x="1210" y="25"/>
                  <a:pt x="1209" y="23"/>
                  <a:pt x="1207" y="21"/>
                </a:cubicBezTo>
                <a:cubicBezTo>
                  <a:pt x="1206" y="19"/>
                  <a:pt x="1204" y="19"/>
                  <a:pt x="1201" y="19"/>
                </a:cubicBezTo>
                <a:cubicBezTo>
                  <a:pt x="1199" y="19"/>
                  <a:pt x="1196" y="19"/>
                  <a:pt x="1193" y="21"/>
                </a:cubicBezTo>
                <a:cubicBezTo>
                  <a:pt x="1191" y="23"/>
                  <a:pt x="1189" y="25"/>
                  <a:pt x="1187" y="28"/>
                </a:cubicBezTo>
                <a:close/>
                <a:moveTo>
                  <a:pt x="1243" y="27"/>
                </a:moveTo>
                <a:cubicBezTo>
                  <a:pt x="1245" y="27"/>
                  <a:pt x="1245" y="27"/>
                  <a:pt x="1245" y="27"/>
                </a:cubicBezTo>
                <a:cubicBezTo>
                  <a:pt x="1247" y="20"/>
                  <a:pt x="1247" y="20"/>
                  <a:pt x="1247" y="20"/>
                </a:cubicBezTo>
                <a:cubicBezTo>
                  <a:pt x="1246" y="20"/>
                  <a:pt x="1244" y="19"/>
                  <a:pt x="1243" y="19"/>
                </a:cubicBezTo>
                <a:cubicBezTo>
                  <a:pt x="1241" y="19"/>
                  <a:pt x="1240" y="19"/>
                  <a:pt x="1239" y="19"/>
                </a:cubicBezTo>
                <a:cubicBezTo>
                  <a:pt x="1234" y="19"/>
                  <a:pt x="1231" y="20"/>
                  <a:pt x="1228" y="22"/>
                </a:cubicBezTo>
                <a:cubicBezTo>
                  <a:pt x="1224" y="25"/>
                  <a:pt x="1222" y="28"/>
                  <a:pt x="1220" y="32"/>
                </a:cubicBezTo>
                <a:cubicBezTo>
                  <a:pt x="1219" y="36"/>
                  <a:pt x="1218" y="40"/>
                  <a:pt x="1218" y="43"/>
                </a:cubicBezTo>
                <a:cubicBezTo>
                  <a:pt x="1218" y="48"/>
                  <a:pt x="1219" y="52"/>
                  <a:pt x="1221" y="55"/>
                </a:cubicBezTo>
                <a:cubicBezTo>
                  <a:pt x="1224" y="58"/>
                  <a:pt x="1227" y="59"/>
                  <a:pt x="1231" y="59"/>
                </a:cubicBezTo>
                <a:cubicBezTo>
                  <a:pt x="1234" y="59"/>
                  <a:pt x="1236" y="59"/>
                  <a:pt x="1239" y="57"/>
                </a:cubicBezTo>
                <a:cubicBezTo>
                  <a:pt x="1241" y="56"/>
                  <a:pt x="1243" y="54"/>
                  <a:pt x="1244" y="53"/>
                </a:cubicBezTo>
                <a:cubicBezTo>
                  <a:pt x="1242" y="50"/>
                  <a:pt x="1242" y="50"/>
                  <a:pt x="1242" y="50"/>
                </a:cubicBezTo>
                <a:cubicBezTo>
                  <a:pt x="1241" y="52"/>
                  <a:pt x="1239" y="53"/>
                  <a:pt x="1238" y="54"/>
                </a:cubicBezTo>
                <a:cubicBezTo>
                  <a:pt x="1236" y="54"/>
                  <a:pt x="1235" y="55"/>
                  <a:pt x="1233" y="55"/>
                </a:cubicBezTo>
                <a:cubicBezTo>
                  <a:pt x="1230" y="55"/>
                  <a:pt x="1228" y="54"/>
                  <a:pt x="1227" y="52"/>
                </a:cubicBezTo>
                <a:cubicBezTo>
                  <a:pt x="1226" y="50"/>
                  <a:pt x="1225" y="47"/>
                  <a:pt x="1225" y="43"/>
                </a:cubicBezTo>
                <a:cubicBezTo>
                  <a:pt x="1225" y="39"/>
                  <a:pt x="1226" y="35"/>
                  <a:pt x="1227" y="32"/>
                </a:cubicBezTo>
                <a:cubicBezTo>
                  <a:pt x="1228" y="30"/>
                  <a:pt x="1229" y="27"/>
                  <a:pt x="1231" y="26"/>
                </a:cubicBezTo>
                <a:cubicBezTo>
                  <a:pt x="1233" y="24"/>
                  <a:pt x="1235" y="23"/>
                  <a:pt x="1237" y="23"/>
                </a:cubicBezTo>
                <a:cubicBezTo>
                  <a:pt x="1239" y="23"/>
                  <a:pt x="1241" y="24"/>
                  <a:pt x="1243" y="27"/>
                </a:cubicBezTo>
                <a:close/>
                <a:moveTo>
                  <a:pt x="1279" y="52"/>
                </a:moveTo>
                <a:cubicBezTo>
                  <a:pt x="1277" y="49"/>
                  <a:pt x="1277" y="49"/>
                  <a:pt x="1277" y="49"/>
                </a:cubicBezTo>
                <a:cubicBezTo>
                  <a:pt x="1276" y="51"/>
                  <a:pt x="1274" y="52"/>
                  <a:pt x="1272" y="53"/>
                </a:cubicBezTo>
                <a:cubicBezTo>
                  <a:pt x="1270" y="54"/>
                  <a:pt x="1268" y="55"/>
                  <a:pt x="1266" y="55"/>
                </a:cubicBezTo>
                <a:cubicBezTo>
                  <a:pt x="1263" y="55"/>
                  <a:pt x="1261" y="54"/>
                  <a:pt x="1259" y="51"/>
                </a:cubicBezTo>
                <a:cubicBezTo>
                  <a:pt x="1258" y="49"/>
                  <a:pt x="1257" y="46"/>
                  <a:pt x="1258" y="43"/>
                </a:cubicBezTo>
                <a:cubicBezTo>
                  <a:pt x="1260" y="43"/>
                  <a:pt x="1264" y="42"/>
                  <a:pt x="1267" y="41"/>
                </a:cubicBezTo>
                <a:cubicBezTo>
                  <a:pt x="1271" y="40"/>
                  <a:pt x="1274" y="38"/>
                  <a:pt x="1277" y="36"/>
                </a:cubicBezTo>
                <a:cubicBezTo>
                  <a:pt x="1280" y="33"/>
                  <a:pt x="1281" y="31"/>
                  <a:pt x="1281" y="27"/>
                </a:cubicBezTo>
                <a:cubicBezTo>
                  <a:pt x="1281" y="25"/>
                  <a:pt x="1280" y="23"/>
                  <a:pt x="1278" y="21"/>
                </a:cubicBezTo>
                <a:cubicBezTo>
                  <a:pt x="1277" y="19"/>
                  <a:pt x="1274" y="19"/>
                  <a:pt x="1271" y="19"/>
                </a:cubicBezTo>
                <a:cubicBezTo>
                  <a:pt x="1267" y="19"/>
                  <a:pt x="1264" y="20"/>
                  <a:pt x="1260" y="22"/>
                </a:cubicBezTo>
                <a:cubicBezTo>
                  <a:pt x="1257" y="24"/>
                  <a:pt x="1255" y="28"/>
                  <a:pt x="1253" y="31"/>
                </a:cubicBezTo>
                <a:cubicBezTo>
                  <a:pt x="1251" y="35"/>
                  <a:pt x="1250" y="40"/>
                  <a:pt x="1250" y="44"/>
                </a:cubicBezTo>
                <a:cubicBezTo>
                  <a:pt x="1250" y="47"/>
                  <a:pt x="1251" y="49"/>
                  <a:pt x="1252" y="52"/>
                </a:cubicBezTo>
                <a:cubicBezTo>
                  <a:pt x="1253" y="54"/>
                  <a:pt x="1254" y="56"/>
                  <a:pt x="1256" y="57"/>
                </a:cubicBezTo>
                <a:cubicBezTo>
                  <a:pt x="1258" y="59"/>
                  <a:pt x="1261" y="59"/>
                  <a:pt x="1264" y="59"/>
                </a:cubicBezTo>
                <a:cubicBezTo>
                  <a:pt x="1267" y="59"/>
                  <a:pt x="1270" y="58"/>
                  <a:pt x="1273" y="57"/>
                </a:cubicBezTo>
                <a:cubicBezTo>
                  <a:pt x="1276" y="55"/>
                  <a:pt x="1278" y="54"/>
                  <a:pt x="1279" y="52"/>
                </a:cubicBezTo>
                <a:close/>
                <a:moveTo>
                  <a:pt x="1269" y="22"/>
                </a:moveTo>
                <a:cubicBezTo>
                  <a:pt x="1271" y="22"/>
                  <a:pt x="1272" y="23"/>
                  <a:pt x="1273" y="24"/>
                </a:cubicBezTo>
                <a:cubicBezTo>
                  <a:pt x="1274" y="25"/>
                  <a:pt x="1274" y="26"/>
                  <a:pt x="1274" y="28"/>
                </a:cubicBezTo>
                <a:cubicBezTo>
                  <a:pt x="1274" y="30"/>
                  <a:pt x="1273" y="32"/>
                  <a:pt x="1272" y="34"/>
                </a:cubicBezTo>
                <a:cubicBezTo>
                  <a:pt x="1270" y="35"/>
                  <a:pt x="1268" y="37"/>
                  <a:pt x="1265" y="38"/>
                </a:cubicBezTo>
                <a:cubicBezTo>
                  <a:pt x="1263" y="39"/>
                  <a:pt x="1260" y="39"/>
                  <a:pt x="1258" y="39"/>
                </a:cubicBezTo>
                <a:cubicBezTo>
                  <a:pt x="1258" y="37"/>
                  <a:pt x="1259" y="34"/>
                  <a:pt x="1259" y="32"/>
                </a:cubicBezTo>
                <a:cubicBezTo>
                  <a:pt x="1260" y="29"/>
                  <a:pt x="1262" y="27"/>
                  <a:pt x="1263" y="25"/>
                </a:cubicBezTo>
                <a:cubicBezTo>
                  <a:pt x="1265" y="23"/>
                  <a:pt x="1267" y="22"/>
                  <a:pt x="1269" y="22"/>
                </a:cubicBezTo>
                <a:close/>
                <a:moveTo>
                  <a:pt x="1310" y="25"/>
                </a:moveTo>
                <a:cubicBezTo>
                  <a:pt x="1311" y="20"/>
                  <a:pt x="1311" y="20"/>
                  <a:pt x="1311" y="20"/>
                </a:cubicBezTo>
                <a:cubicBezTo>
                  <a:pt x="1311" y="20"/>
                  <a:pt x="1309" y="19"/>
                  <a:pt x="1308" y="19"/>
                </a:cubicBezTo>
                <a:cubicBezTo>
                  <a:pt x="1306" y="19"/>
                  <a:pt x="1304" y="19"/>
                  <a:pt x="1303" y="19"/>
                </a:cubicBezTo>
                <a:cubicBezTo>
                  <a:pt x="1300" y="19"/>
                  <a:pt x="1298" y="19"/>
                  <a:pt x="1296" y="20"/>
                </a:cubicBezTo>
                <a:cubicBezTo>
                  <a:pt x="1293" y="21"/>
                  <a:pt x="1292" y="22"/>
                  <a:pt x="1291" y="24"/>
                </a:cubicBezTo>
                <a:cubicBezTo>
                  <a:pt x="1289" y="26"/>
                  <a:pt x="1289" y="27"/>
                  <a:pt x="1289" y="30"/>
                </a:cubicBezTo>
                <a:cubicBezTo>
                  <a:pt x="1289" y="34"/>
                  <a:pt x="1291" y="38"/>
                  <a:pt x="1296" y="41"/>
                </a:cubicBezTo>
                <a:cubicBezTo>
                  <a:pt x="1298" y="43"/>
                  <a:pt x="1300" y="44"/>
                  <a:pt x="1301" y="45"/>
                </a:cubicBezTo>
                <a:cubicBezTo>
                  <a:pt x="1302" y="46"/>
                  <a:pt x="1303" y="48"/>
                  <a:pt x="1303" y="50"/>
                </a:cubicBezTo>
                <a:cubicBezTo>
                  <a:pt x="1303" y="51"/>
                  <a:pt x="1302" y="53"/>
                  <a:pt x="1301" y="54"/>
                </a:cubicBezTo>
                <a:cubicBezTo>
                  <a:pt x="1299" y="55"/>
                  <a:pt x="1297" y="55"/>
                  <a:pt x="1295" y="55"/>
                </a:cubicBezTo>
                <a:cubicBezTo>
                  <a:pt x="1293" y="55"/>
                  <a:pt x="1292" y="55"/>
                  <a:pt x="1290" y="54"/>
                </a:cubicBezTo>
                <a:cubicBezTo>
                  <a:pt x="1288" y="53"/>
                  <a:pt x="1287" y="53"/>
                  <a:pt x="1286" y="52"/>
                </a:cubicBezTo>
                <a:cubicBezTo>
                  <a:pt x="1285" y="57"/>
                  <a:pt x="1285" y="57"/>
                  <a:pt x="1285" y="57"/>
                </a:cubicBezTo>
                <a:cubicBezTo>
                  <a:pt x="1285" y="58"/>
                  <a:pt x="1287" y="58"/>
                  <a:pt x="1289" y="58"/>
                </a:cubicBezTo>
                <a:cubicBezTo>
                  <a:pt x="1291" y="59"/>
                  <a:pt x="1293" y="59"/>
                  <a:pt x="1295" y="59"/>
                </a:cubicBezTo>
                <a:cubicBezTo>
                  <a:pt x="1299" y="59"/>
                  <a:pt x="1303" y="58"/>
                  <a:pt x="1305" y="56"/>
                </a:cubicBezTo>
                <a:cubicBezTo>
                  <a:pt x="1308" y="54"/>
                  <a:pt x="1309" y="52"/>
                  <a:pt x="1309" y="48"/>
                </a:cubicBezTo>
                <a:cubicBezTo>
                  <a:pt x="1309" y="46"/>
                  <a:pt x="1309" y="45"/>
                  <a:pt x="1308" y="43"/>
                </a:cubicBezTo>
                <a:cubicBezTo>
                  <a:pt x="1307" y="42"/>
                  <a:pt x="1306" y="41"/>
                  <a:pt x="1305" y="40"/>
                </a:cubicBezTo>
                <a:cubicBezTo>
                  <a:pt x="1304" y="39"/>
                  <a:pt x="1303" y="38"/>
                  <a:pt x="1301" y="36"/>
                </a:cubicBezTo>
                <a:cubicBezTo>
                  <a:pt x="1299" y="35"/>
                  <a:pt x="1298" y="34"/>
                  <a:pt x="1297" y="32"/>
                </a:cubicBezTo>
                <a:cubicBezTo>
                  <a:pt x="1296" y="31"/>
                  <a:pt x="1295" y="30"/>
                  <a:pt x="1295" y="28"/>
                </a:cubicBezTo>
                <a:cubicBezTo>
                  <a:pt x="1295" y="26"/>
                  <a:pt x="1296" y="25"/>
                  <a:pt x="1297" y="24"/>
                </a:cubicBezTo>
                <a:cubicBezTo>
                  <a:pt x="1299" y="23"/>
                  <a:pt x="1300" y="23"/>
                  <a:pt x="1303" y="23"/>
                </a:cubicBezTo>
                <a:cubicBezTo>
                  <a:pt x="1304" y="23"/>
                  <a:pt x="1306" y="23"/>
                  <a:pt x="1307" y="24"/>
                </a:cubicBezTo>
                <a:cubicBezTo>
                  <a:pt x="1309" y="24"/>
                  <a:pt x="1310" y="25"/>
                  <a:pt x="1310" y="25"/>
                </a:cubicBezTo>
                <a:close/>
                <a:moveTo>
                  <a:pt x="1047" y="110"/>
                </a:moveTo>
                <a:cubicBezTo>
                  <a:pt x="1052" y="111"/>
                  <a:pt x="1052" y="111"/>
                  <a:pt x="1052" y="111"/>
                </a:cubicBezTo>
                <a:cubicBezTo>
                  <a:pt x="1046" y="156"/>
                  <a:pt x="1046" y="156"/>
                  <a:pt x="1046" y="156"/>
                </a:cubicBezTo>
                <a:cubicBezTo>
                  <a:pt x="1041" y="157"/>
                  <a:pt x="1041" y="157"/>
                  <a:pt x="1041" y="157"/>
                </a:cubicBezTo>
                <a:cubicBezTo>
                  <a:pt x="1041" y="159"/>
                  <a:pt x="1041" y="159"/>
                  <a:pt x="1041" y="159"/>
                </a:cubicBezTo>
                <a:cubicBezTo>
                  <a:pt x="1078" y="159"/>
                  <a:pt x="1078" y="159"/>
                  <a:pt x="1078" y="159"/>
                </a:cubicBezTo>
                <a:cubicBezTo>
                  <a:pt x="1081" y="147"/>
                  <a:pt x="1081" y="147"/>
                  <a:pt x="1081" y="147"/>
                </a:cubicBezTo>
                <a:cubicBezTo>
                  <a:pt x="1077" y="146"/>
                  <a:pt x="1077" y="146"/>
                  <a:pt x="1077" y="146"/>
                </a:cubicBezTo>
                <a:cubicBezTo>
                  <a:pt x="1073" y="155"/>
                  <a:pt x="1073" y="155"/>
                  <a:pt x="1073" y="155"/>
                </a:cubicBezTo>
                <a:cubicBezTo>
                  <a:pt x="1053" y="156"/>
                  <a:pt x="1053" y="156"/>
                  <a:pt x="1053" y="156"/>
                </a:cubicBezTo>
                <a:cubicBezTo>
                  <a:pt x="1056" y="134"/>
                  <a:pt x="1056" y="134"/>
                  <a:pt x="1056" y="134"/>
                </a:cubicBezTo>
                <a:cubicBezTo>
                  <a:pt x="1072" y="135"/>
                  <a:pt x="1072" y="135"/>
                  <a:pt x="1072" y="135"/>
                </a:cubicBezTo>
                <a:cubicBezTo>
                  <a:pt x="1073" y="130"/>
                  <a:pt x="1073" y="130"/>
                  <a:pt x="1073" y="130"/>
                </a:cubicBezTo>
                <a:cubicBezTo>
                  <a:pt x="1057" y="130"/>
                  <a:pt x="1057" y="130"/>
                  <a:pt x="1057" y="130"/>
                </a:cubicBezTo>
                <a:cubicBezTo>
                  <a:pt x="1059" y="110"/>
                  <a:pt x="1059" y="110"/>
                  <a:pt x="1059" y="110"/>
                </a:cubicBezTo>
                <a:cubicBezTo>
                  <a:pt x="1075" y="111"/>
                  <a:pt x="1075" y="111"/>
                  <a:pt x="1075" y="111"/>
                </a:cubicBezTo>
                <a:cubicBezTo>
                  <a:pt x="1076" y="118"/>
                  <a:pt x="1076" y="118"/>
                  <a:pt x="1076" y="118"/>
                </a:cubicBezTo>
                <a:cubicBezTo>
                  <a:pt x="1080" y="118"/>
                  <a:pt x="1080" y="118"/>
                  <a:pt x="1080" y="118"/>
                </a:cubicBezTo>
                <a:cubicBezTo>
                  <a:pt x="1081" y="107"/>
                  <a:pt x="1081" y="107"/>
                  <a:pt x="1081" y="107"/>
                </a:cubicBezTo>
                <a:cubicBezTo>
                  <a:pt x="1048" y="107"/>
                  <a:pt x="1048" y="107"/>
                  <a:pt x="1048" y="107"/>
                </a:cubicBezTo>
                <a:lnTo>
                  <a:pt x="1047" y="110"/>
                </a:lnTo>
                <a:close/>
                <a:moveTo>
                  <a:pt x="1100" y="129"/>
                </a:moveTo>
                <a:cubicBezTo>
                  <a:pt x="1100" y="120"/>
                  <a:pt x="1100" y="120"/>
                  <a:pt x="1100" y="120"/>
                </a:cubicBezTo>
                <a:cubicBezTo>
                  <a:pt x="1099" y="119"/>
                  <a:pt x="1099" y="119"/>
                  <a:pt x="1099" y="119"/>
                </a:cubicBezTo>
                <a:cubicBezTo>
                  <a:pt x="1090" y="121"/>
                  <a:pt x="1090" y="121"/>
                  <a:pt x="1090" y="121"/>
                </a:cubicBezTo>
                <a:cubicBezTo>
                  <a:pt x="1090" y="124"/>
                  <a:pt x="1090" y="124"/>
                  <a:pt x="1090" y="124"/>
                </a:cubicBezTo>
                <a:cubicBezTo>
                  <a:pt x="1093" y="125"/>
                  <a:pt x="1093" y="125"/>
                  <a:pt x="1093" y="125"/>
                </a:cubicBezTo>
                <a:cubicBezTo>
                  <a:pt x="1089" y="159"/>
                  <a:pt x="1089" y="159"/>
                  <a:pt x="1089" y="159"/>
                </a:cubicBezTo>
                <a:cubicBezTo>
                  <a:pt x="1095" y="159"/>
                  <a:pt x="1095" y="159"/>
                  <a:pt x="1095" y="159"/>
                </a:cubicBezTo>
                <a:cubicBezTo>
                  <a:pt x="1099" y="134"/>
                  <a:pt x="1099" y="134"/>
                  <a:pt x="1099" y="134"/>
                </a:cubicBezTo>
                <a:cubicBezTo>
                  <a:pt x="1101" y="131"/>
                  <a:pt x="1103" y="129"/>
                  <a:pt x="1105" y="127"/>
                </a:cubicBezTo>
                <a:cubicBezTo>
                  <a:pt x="1107" y="125"/>
                  <a:pt x="1109" y="124"/>
                  <a:pt x="1111" y="124"/>
                </a:cubicBezTo>
                <a:cubicBezTo>
                  <a:pt x="1113" y="124"/>
                  <a:pt x="1114" y="125"/>
                  <a:pt x="1114" y="126"/>
                </a:cubicBezTo>
                <a:cubicBezTo>
                  <a:pt x="1115" y="127"/>
                  <a:pt x="1115" y="128"/>
                  <a:pt x="1115" y="130"/>
                </a:cubicBezTo>
                <a:cubicBezTo>
                  <a:pt x="1115" y="132"/>
                  <a:pt x="1115" y="134"/>
                  <a:pt x="1115" y="135"/>
                </a:cubicBezTo>
                <a:cubicBezTo>
                  <a:pt x="1115" y="137"/>
                  <a:pt x="1114" y="140"/>
                  <a:pt x="1114" y="142"/>
                </a:cubicBezTo>
                <a:cubicBezTo>
                  <a:pt x="1114" y="144"/>
                  <a:pt x="1114" y="144"/>
                  <a:pt x="1114" y="144"/>
                </a:cubicBezTo>
                <a:cubicBezTo>
                  <a:pt x="1113" y="147"/>
                  <a:pt x="1113" y="147"/>
                  <a:pt x="1113" y="147"/>
                </a:cubicBezTo>
                <a:cubicBezTo>
                  <a:pt x="1112" y="151"/>
                  <a:pt x="1112" y="154"/>
                  <a:pt x="1112" y="156"/>
                </a:cubicBezTo>
                <a:cubicBezTo>
                  <a:pt x="1112" y="159"/>
                  <a:pt x="1113" y="160"/>
                  <a:pt x="1116" y="160"/>
                </a:cubicBezTo>
                <a:cubicBezTo>
                  <a:pt x="1117" y="160"/>
                  <a:pt x="1119" y="160"/>
                  <a:pt x="1120" y="159"/>
                </a:cubicBezTo>
                <a:cubicBezTo>
                  <a:pt x="1121" y="159"/>
                  <a:pt x="1122" y="158"/>
                  <a:pt x="1123" y="157"/>
                </a:cubicBezTo>
                <a:cubicBezTo>
                  <a:pt x="1123" y="157"/>
                  <a:pt x="1124" y="156"/>
                  <a:pt x="1124" y="156"/>
                </a:cubicBezTo>
                <a:cubicBezTo>
                  <a:pt x="1123" y="154"/>
                  <a:pt x="1123" y="154"/>
                  <a:pt x="1123" y="154"/>
                </a:cubicBezTo>
                <a:cubicBezTo>
                  <a:pt x="1122" y="155"/>
                  <a:pt x="1121" y="156"/>
                  <a:pt x="1120" y="156"/>
                </a:cubicBezTo>
                <a:cubicBezTo>
                  <a:pt x="1119" y="156"/>
                  <a:pt x="1119" y="155"/>
                  <a:pt x="1119" y="154"/>
                </a:cubicBezTo>
                <a:cubicBezTo>
                  <a:pt x="1119" y="152"/>
                  <a:pt x="1119" y="149"/>
                  <a:pt x="1120" y="145"/>
                </a:cubicBezTo>
                <a:cubicBezTo>
                  <a:pt x="1121" y="142"/>
                  <a:pt x="1121" y="142"/>
                  <a:pt x="1121" y="142"/>
                </a:cubicBezTo>
                <a:cubicBezTo>
                  <a:pt x="1121" y="140"/>
                  <a:pt x="1121" y="140"/>
                  <a:pt x="1121" y="140"/>
                </a:cubicBezTo>
                <a:cubicBezTo>
                  <a:pt x="1122" y="135"/>
                  <a:pt x="1122" y="132"/>
                  <a:pt x="1122" y="130"/>
                </a:cubicBezTo>
                <a:cubicBezTo>
                  <a:pt x="1122" y="126"/>
                  <a:pt x="1122" y="123"/>
                  <a:pt x="1120" y="122"/>
                </a:cubicBezTo>
                <a:cubicBezTo>
                  <a:pt x="1119" y="120"/>
                  <a:pt x="1117" y="119"/>
                  <a:pt x="1114" y="119"/>
                </a:cubicBezTo>
                <a:cubicBezTo>
                  <a:pt x="1112" y="119"/>
                  <a:pt x="1109" y="120"/>
                  <a:pt x="1106" y="122"/>
                </a:cubicBezTo>
                <a:cubicBezTo>
                  <a:pt x="1104" y="124"/>
                  <a:pt x="1102" y="126"/>
                  <a:pt x="1100" y="129"/>
                </a:cubicBezTo>
                <a:close/>
                <a:moveTo>
                  <a:pt x="1159" y="162"/>
                </a:moveTo>
                <a:cubicBezTo>
                  <a:pt x="1165" y="119"/>
                  <a:pt x="1165" y="119"/>
                  <a:pt x="1165" y="119"/>
                </a:cubicBezTo>
                <a:cubicBezTo>
                  <a:pt x="1160" y="121"/>
                  <a:pt x="1160" y="121"/>
                  <a:pt x="1160" y="121"/>
                </a:cubicBezTo>
                <a:cubicBezTo>
                  <a:pt x="1159" y="121"/>
                  <a:pt x="1158" y="120"/>
                  <a:pt x="1157" y="120"/>
                </a:cubicBezTo>
                <a:cubicBezTo>
                  <a:pt x="1155" y="120"/>
                  <a:pt x="1154" y="119"/>
                  <a:pt x="1153" y="119"/>
                </a:cubicBezTo>
                <a:cubicBezTo>
                  <a:pt x="1148" y="119"/>
                  <a:pt x="1144" y="121"/>
                  <a:pt x="1141" y="123"/>
                </a:cubicBezTo>
                <a:cubicBezTo>
                  <a:pt x="1137" y="126"/>
                  <a:pt x="1135" y="129"/>
                  <a:pt x="1133" y="133"/>
                </a:cubicBezTo>
                <a:cubicBezTo>
                  <a:pt x="1131" y="137"/>
                  <a:pt x="1130" y="141"/>
                  <a:pt x="1130" y="145"/>
                </a:cubicBezTo>
                <a:cubicBezTo>
                  <a:pt x="1130" y="150"/>
                  <a:pt x="1131" y="153"/>
                  <a:pt x="1133" y="156"/>
                </a:cubicBezTo>
                <a:cubicBezTo>
                  <a:pt x="1135" y="159"/>
                  <a:pt x="1138" y="160"/>
                  <a:pt x="1142" y="160"/>
                </a:cubicBezTo>
                <a:cubicBezTo>
                  <a:pt x="1144" y="160"/>
                  <a:pt x="1146" y="159"/>
                  <a:pt x="1148" y="158"/>
                </a:cubicBezTo>
                <a:cubicBezTo>
                  <a:pt x="1150" y="157"/>
                  <a:pt x="1152" y="156"/>
                  <a:pt x="1153" y="155"/>
                </a:cubicBezTo>
                <a:cubicBezTo>
                  <a:pt x="1151" y="164"/>
                  <a:pt x="1151" y="164"/>
                  <a:pt x="1151" y="164"/>
                </a:cubicBezTo>
                <a:cubicBezTo>
                  <a:pt x="1151" y="167"/>
                  <a:pt x="1150" y="169"/>
                  <a:pt x="1149" y="170"/>
                </a:cubicBezTo>
                <a:cubicBezTo>
                  <a:pt x="1147" y="172"/>
                  <a:pt x="1145" y="172"/>
                  <a:pt x="1142" y="172"/>
                </a:cubicBezTo>
                <a:cubicBezTo>
                  <a:pt x="1140" y="172"/>
                  <a:pt x="1139" y="172"/>
                  <a:pt x="1137" y="171"/>
                </a:cubicBezTo>
                <a:cubicBezTo>
                  <a:pt x="1136" y="171"/>
                  <a:pt x="1134" y="170"/>
                  <a:pt x="1133" y="170"/>
                </a:cubicBezTo>
                <a:cubicBezTo>
                  <a:pt x="1132" y="175"/>
                  <a:pt x="1132" y="175"/>
                  <a:pt x="1132" y="175"/>
                </a:cubicBezTo>
                <a:cubicBezTo>
                  <a:pt x="1132" y="176"/>
                  <a:pt x="1134" y="176"/>
                  <a:pt x="1135" y="176"/>
                </a:cubicBezTo>
                <a:cubicBezTo>
                  <a:pt x="1137" y="177"/>
                  <a:pt x="1138" y="177"/>
                  <a:pt x="1140" y="177"/>
                </a:cubicBezTo>
                <a:cubicBezTo>
                  <a:pt x="1142" y="177"/>
                  <a:pt x="1145" y="176"/>
                  <a:pt x="1148" y="175"/>
                </a:cubicBezTo>
                <a:cubicBezTo>
                  <a:pt x="1150" y="174"/>
                  <a:pt x="1153" y="173"/>
                  <a:pt x="1155" y="170"/>
                </a:cubicBezTo>
                <a:cubicBezTo>
                  <a:pt x="1157" y="168"/>
                  <a:pt x="1158" y="165"/>
                  <a:pt x="1159" y="162"/>
                </a:cubicBezTo>
                <a:close/>
                <a:moveTo>
                  <a:pt x="1157" y="125"/>
                </a:moveTo>
                <a:cubicBezTo>
                  <a:pt x="1154" y="150"/>
                  <a:pt x="1154" y="150"/>
                  <a:pt x="1154" y="150"/>
                </a:cubicBezTo>
                <a:cubicBezTo>
                  <a:pt x="1152" y="151"/>
                  <a:pt x="1151" y="153"/>
                  <a:pt x="1149" y="154"/>
                </a:cubicBezTo>
                <a:cubicBezTo>
                  <a:pt x="1148" y="155"/>
                  <a:pt x="1146" y="155"/>
                  <a:pt x="1144" y="155"/>
                </a:cubicBezTo>
                <a:cubicBezTo>
                  <a:pt x="1142" y="155"/>
                  <a:pt x="1140" y="155"/>
                  <a:pt x="1139" y="153"/>
                </a:cubicBezTo>
                <a:cubicBezTo>
                  <a:pt x="1138" y="151"/>
                  <a:pt x="1138" y="148"/>
                  <a:pt x="1138" y="145"/>
                </a:cubicBezTo>
                <a:cubicBezTo>
                  <a:pt x="1138" y="142"/>
                  <a:pt x="1138" y="138"/>
                  <a:pt x="1139" y="135"/>
                </a:cubicBezTo>
                <a:cubicBezTo>
                  <a:pt x="1140" y="132"/>
                  <a:pt x="1142" y="129"/>
                  <a:pt x="1144" y="127"/>
                </a:cubicBezTo>
                <a:cubicBezTo>
                  <a:pt x="1146" y="124"/>
                  <a:pt x="1149" y="123"/>
                  <a:pt x="1152" y="123"/>
                </a:cubicBezTo>
                <a:cubicBezTo>
                  <a:pt x="1154" y="123"/>
                  <a:pt x="1156" y="124"/>
                  <a:pt x="1157" y="125"/>
                </a:cubicBezTo>
                <a:close/>
                <a:moveTo>
                  <a:pt x="1181" y="153"/>
                </a:moveTo>
                <a:cubicBezTo>
                  <a:pt x="1185" y="120"/>
                  <a:pt x="1185" y="120"/>
                  <a:pt x="1185" y="120"/>
                </a:cubicBezTo>
                <a:cubicBezTo>
                  <a:pt x="1184" y="119"/>
                  <a:pt x="1184" y="119"/>
                  <a:pt x="1184" y="119"/>
                </a:cubicBezTo>
                <a:cubicBezTo>
                  <a:pt x="1174" y="121"/>
                  <a:pt x="1174" y="121"/>
                  <a:pt x="1174" y="121"/>
                </a:cubicBezTo>
                <a:cubicBezTo>
                  <a:pt x="1173" y="123"/>
                  <a:pt x="1173" y="123"/>
                  <a:pt x="1173" y="123"/>
                </a:cubicBezTo>
                <a:cubicBezTo>
                  <a:pt x="1178" y="125"/>
                  <a:pt x="1178" y="125"/>
                  <a:pt x="1178" y="125"/>
                </a:cubicBezTo>
                <a:cubicBezTo>
                  <a:pt x="1177" y="132"/>
                  <a:pt x="1176" y="138"/>
                  <a:pt x="1175" y="142"/>
                </a:cubicBezTo>
                <a:cubicBezTo>
                  <a:pt x="1174" y="150"/>
                  <a:pt x="1174" y="154"/>
                  <a:pt x="1173" y="156"/>
                </a:cubicBezTo>
                <a:cubicBezTo>
                  <a:pt x="1173" y="157"/>
                  <a:pt x="1174" y="158"/>
                  <a:pt x="1174" y="159"/>
                </a:cubicBezTo>
                <a:cubicBezTo>
                  <a:pt x="1175" y="160"/>
                  <a:pt x="1176" y="160"/>
                  <a:pt x="1178" y="160"/>
                </a:cubicBezTo>
                <a:cubicBezTo>
                  <a:pt x="1180" y="160"/>
                  <a:pt x="1182" y="159"/>
                  <a:pt x="1183" y="158"/>
                </a:cubicBezTo>
                <a:cubicBezTo>
                  <a:pt x="1184" y="157"/>
                  <a:pt x="1185" y="156"/>
                  <a:pt x="1186" y="155"/>
                </a:cubicBezTo>
                <a:cubicBezTo>
                  <a:pt x="1185" y="154"/>
                  <a:pt x="1185" y="154"/>
                  <a:pt x="1185" y="154"/>
                </a:cubicBezTo>
                <a:cubicBezTo>
                  <a:pt x="1184" y="154"/>
                  <a:pt x="1184" y="155"/>
                  <a:pt x="1183" y="155"/>
                </a:cubicBezTo>
                <a:cubicBezTo>
                  <a:pt x="1183" y="156"/>
                  <a:pt x="1182" y="156"/>
                  <a:pt x="1182" y="156"/>
                </a:cubicBezTo>
                <a:cubicBezTo>
                  <a:pt x="1181" y="156"/>
                  <a:pt x="1181" y="156"/>
                  <a:pt x="1181" y="155"/>
                </a:cubicBezTo>
                <a:cubicBezTo>
                  <a:pt x="1181" y="155"/>
                  <a:pt x="1180" y="155"/>
                  <a:pt x="1180" y="154"/>
                </a:cubicBezTo>
                <a:lnTo>
                  <a:pt x="1181" y="153"/>
                </a:lnTo>
                <a:close/>
                <a:moveTo>
                  <a:pt x="1183" y="112"/>
                </a:moveTo>
                <a:cubicBezTo>
                  <a:pt x="1184" y="112"/>
                  <a:pt x="1185" y="111"/>
                  <a:pt x="1186" y="110"/>
                </a:cubicBezTo>
                <a:cubicBezTo>
                  <a:pt x="1187" y="109"/>
                  <a:pt x="1188" y="108"/>
                  <a:pt x="1188" y="107"/>
                </a:cubicBezTo>
                <a:cubicBezTo>
                  <a:pt x="1188" y="106"/>
                  <a:pt x="1187" y="105"/>
                  <a:pt x="1187" y="104"/>
                </a:cubicBezTo>
                <a:cubicBezTo>
                  <a:pt x="1186" y="103"/>
                  <a:pt x="1185" y="103"/>
                  <a:pt x="1184" y="103"/>
                </a:cubicBezTo>
                <a:cubicBezTo>
                  <a:pt x="1182" y="103"/>
                  <a:pt x="1181" y="103"/>
                  <a:pt x="1180" y="104"/>
                </a:cubicBezTo>
                <a:cubicBezTo>
                  <a:pt x="1180" y="105"/>
                  <a:pt x="1179" y="107"/>
                  <a:pt x="1179" y="108"/>
                </a:cubicBezTo>
                <a:cubicBezTo>
                  <a:pt x="1179" y="109"/>
                  <a:pt x="1179" y="110"/>
                  <a:pt x="1180" y="111"/>
                </a:cubicBezTo>
                <a:cubicBezTo>
                  <a:pt x="1181" y="111"/>
                  <a:pt x="1182" y="112"/>
                  <a:pt x="1183" y="112"/>
                </a:cubicBezTo>
                <a:close/>
                <a:moveTo>
                  <a:pt x="1207" y="129"/>
                </a:moveTo>
                <a:cubicBezTo>
                  <a:pt x="1208" y="120"/>
                  <a:pt x="1208" y="120"/>
                  <a:pt x="1208" y="120"/>
                </a:cubicBezTo>
                <a:cubicBezTo>
                  <a:pt x="1207" y="119"/>
                  <a:pt x="1207" y="119"/>
                  <a:pt x="1207" y="119"/>
                </a:cubicBezTo>
                <a:cubicBezTo>
                  <a:pt x="1198" y="121"/>
                  <a:pt x="1198" y="121"/>
                  <a:pt x="1198" y="121"/>
                </a:cubicBezTo>
                <a:cubicBezTo>
                  <a:pt x="1198" y="124"/>
                  <a:pt x="1198" y="124"/>
                  <a:pt x="1198" y="124"/>
                </a:cubicBezTo>
                <a:cubicBezTo>
                  <a:pt x="1201" y="125"/>
                  <a:pt x="1201" y="125"/>
                  <a:pt x="1201" y="125"/>
                </a:cubicBezTo>
                <a:cubicBezTo>
                  <a:pt x="1196" y="159"/>
                  <a:pt x="1196" y="159"/>
                  <a:pt x="1196" y="159"/>
                </a:cubicBezTo>
                <a:cubicBezTo>
                  <a:pt x="1203" y="159"/>
                  <a:pt x="1203" y="159"/>
                  <a:pt x="1203" y="159"/>
                </a:cubicBezTo>
                <a:cubicBezTo>
                  <a:pt x="1207" y="134"/>
                  <a:pt x="1207" y="134"/>
                  <a:pt x="1207" y="134"/>
                </a:cubicBezTo>
                <a:cubicBezTo>
                  <a:pt x="1208" y="131"/>
                  <a:pt x="1210" y="129"/>
                  <a:pt x="1213" y="127"/>
                </a:cubicBezTo>
                <a:cubicBezTo>
                  <a:pt x="1215" y="125"/>
                  <a:pt x="1217" y="124"/>
                  <a:pt x="1219" y="124"/>
                </a:cubicBezTo>
                <a:cubicBezTo>
                  <a:pt x="1220" y="124"/>
                  <a:pt x="1221" y="125"/>
                  <a:pt x="1222" y="126"/>
                </a:cubicBezTo>
                <a:cubicBezTo>
                  <a:pt x="1223" y="127"/>
                  <a:pt x="1223" y="128"/>
                  <a:pt x="1223" y="130"/>
                </a:cubicBezTo>
                <a:cubicBezTo>
                  <a:pt x="1223" y="132"/>
                  <a:pt x="1223" y="134"/>
                  <a:pt x="1223" y="135"/>
                </a:cubicBezTo>
                <a:cubicBezTo>
                  <a:pt x="1222" y="137"/>
                  <a:pt x="1222" y="140"/>
                  <a:pt x="1222" y="142"/>
                </a:cubicBezTo>
                <a:cubicBezTo>
                  <a:pt x="1221" y="144"/>
                  <a:pt x="1221" y="144"/>
                  <a:pt x="1221" y="144"/>
                </a:cubicBezTo>
                <a:cubicBezTo>
                  <a:pt x="1221" y="147"/>
                  <a:pt x="1221" y="147"/>
                  <a:pt x="1221" y="147"/>
                </a:cubicBezTo>
                <a:cubicBezTo>
                  <a:pt x="1220" y="151"/>
                  <a:pt x="1219" y="154"/>
                  <a:pt x="1219" y="156"/>
                </a:cubicBezTo>
                <a:cubicBezTo>
                  <a:pt x="1219" y="159"/>
                  <a:pt x="1221" y="160"/>
                  <a:pt x="1224" y="160"/>
                </a:cubicBezTo>
                <a:cubicBezTo>
                  <a:pt x="1225" y="160"/>
                  <a:pt x="1226" y="160"/>
                  <a:pt x="1227" y="159"/>
                </a:cubicBezTo>
                <a:cubicBezTo>
                  <a:pt x="1228" y="159"/>
                  <a:pt x="1229" y="158"/>
                  <a:pt x="1230" y="157"/>
                </a:cubicBezTo>
                <a:cubicBezTo>
                  <a:pt x="1231" y="157"/>
                  <a:pt x="1231" y="156"/>
                  <a:pt x="1232" y="156"/>
                </a:cubicBezTo>
                <a:cubicBezTo>
                  <a:pt x="1231" y="154"/>
                  <a:pt x="1231" y="154"/>
                  <a:pt x="1231" y="154"/>
                </a:cubicBezTo>
                <a:cubicBezTo>
                  <a:pt x="1229" y="155"/>
                  <a:pt x="1228" y="156"/>
                  <a:pt x="1227" y="156"/>
                </a:cubicBezTo>
                <a:cubicBezTo>
                  <a:pt x="1227" y="156"/>
                  <a:pt x="1227" y="155"/>
                  <a:pt x="1227" y="154"/>
                </a:cubicBezTo>
                <a:cubicBezTo>
                  <a:pt x="1227" y="152"/>
                  <a:pt x="1227" y="149"/>
                  <a:pt x="1228" y="145"/>
                </a:cubicBezTo>
                <a:cubicBezTo>
                  <a:pt x="1228" y="142"/>
                  <a:pt x="1228" y="142"/>
                  <a:pt x="1228" y="142"/>
                </a:cubicBezTo>
                <a:cubicBezTo>
                  <a:pt x="1229" y="140"/>
                  <a:pt x="1229" y="140"/>
                  <a:pt x="1229" y="140"/>
                </a:cubicBezTo>
                <a:cubicBezTo>
                  <a:pt x="1230" y="135"/>
                  <a:pt x="1230" y="132"/>
                  <a:pt x="1230" y="130"/>
                </a:cubicBezTo>
                <a:cubicBezTo>
                  <a:pt x="1230" y="126"/>
                  <a:pt x="1229" y="123"/>
                  <a:pt x="1228" y="122"/>
                </a:cubicBezTo>
                <a:cubicBezTo>
                  <a:pt x="1227" y="120"/>
                  <a:pt x="1225" y="119"/>
                  <a:pt x="1222" y="119"/>
                </a:cubicBezTo>
                <a:cubicBezTo>
                  <a:pt x="1219" y="119"/>
                  <a:pt x="1217" y="120"/>
                  <a:pt x="1214" y="122"/>
                </a:cubicBezTo>
                <a:cubicBezTo>
                  <a:pt x="1211" y="124"/>
                  <a:pt x="1209" y="126"/>
                  <a:pt x="1207" y="129"/>
                </a:cubicBezTo>
                <a:close/>
                <a:moveTo>
                  <a:pt x="1267" y="153"/>
                </a:moveTo>
                <a:cubicBezTo>
                  <a:pt x="1266" y="150"/>
                  <a:pt x="1266" y="150"/>
                  <a:pt x="1266" y="150"/>
                </a:cubicBezTo>
                <a:cubicBezTo>
                  <a:pt x="1264" y="152"/>
                  <a:pt x="1262" y="153"/>
                  <a:pt x="1260" y="154"/>
                </a:cubicBezTo>
                <a:cubicBezTo>
                  <a:pt x="1258" y="155"/>
                  <a:pt x="1256" y="156"/>
                  <a:pt x="1254" y="156"/>
                </a:cubicBezTo>
                <a:cubicBezTo>
                  <a:pt x="1251" y="156"/>
                  <a:pt x="1249" y="154"/>
                  <a:pt x="1248" y="152"/>
                </a:cubicBezTo>
                <a:cubicBezTo>
                  <a:pt x="1246" y="150"/>
                  <a:pt x="1246" y="147"/>
                  <a:pt x="1246" y="143"/>
                </a:cubicBezTo>
                <a:cubicBezTo>
                  <a:pt x="1249" y="143"/>
                  <a:pt x="1252" y="143"/>
                  <a:pt x="1256" y="142"/>
                </a:cubicBezTo>
                <a:cubicBezTo>
                  <a:pt x="1259" y="140"/>
                  <a:pt x="1263" y="139"/>
                  <a:pt x="1265" y="136"/>
                </a:cubicBezTo>
                <a:cubicBezTo>
                  <a:pt x="1268" y="134"/>
                  <a:pt x="1269" y="131"/>
                  <a:pt x="1269" y="128"/>
                </a:cubicBezTo>
                <a:cubicBezTo>
                  <a:pt x="1269" y="125"/>
                  <a:pt x="1268" y="123"/>
                  <a:pt x="1267" y="122"/>
                </a:cubicBezTo>
                <a:cubicBezTo>
                  <a:pt x="1265" y="120"/>
                  <a:pt x="1263" y="119"/>
                  <a:pt x="1259" y="119"/>
                </a:cubicBezTo>
                <a:cubicBezTo>
                  <a:pt x="1255" y="119"/>
                  <a:pt x="1252" y="121"/>
                  <a:pt x="1249" y="123"/>
                </a:cubicBezTo>
                <a:cubicBezTo>
                  <a:pt x="1246" y="125"/>
                  <a:pt x="1243" y="128"/>
                  <a:pt x="1241" y="132"/>
                </a:cubicBezTo>
                <a:cubicBezTo>
                  <a:pt x="1240" y="136"/>
                  <a:pt x="1239" y="140"/>
                  <a:pt x="1239" y="145"/>
                </a:cubicBezTo>
                <a:cubicBezTo>
                  <a:pt x="1239" y="147"/>
                  <a:pt x="1239" y="150"/>
                  <a:pt x="1240" y="152"/>
                </a:cubicBezTo>
                <a:cubicBezTo>
                  <a:pt x="1241" y="155"/>
                  <a:pt x="1243" y="156"/>
                  <a:pt x="1245" y="158"/>
                </a:cubicBezTo>
                <a:cubicBezTo>
                  <a:pt x="1247" y="159"/>
                  <a:pt x="1249" y="160"/>
                  <a:pt x="1253" y="160"/>
                </a:cubicBezTo>
                <a:cubicBezTo>
                  <a:pt x="1256" y="160"/>
                  <a:pt x="1259" y="159"/>
                  <a:pt x="1261" y="158"/>
                </a:cubicBezTo>
                <a:cubicBezTo>
                  <a:pt x="1264" y="156"/>
                  <a:pt x="1266" y="154"/>
                  <a:pt x="1267" y="153"/>
                </a:cubicBezTo>
                <a:close/>
                <a:moveTo>
                  <a:pt x="1258" y="123"/>
                </a:moveTo>
                <a:cubicBezTo>
                  <a:pt x="1259" y="123"/>
                  <a:pt x="1260" y="124"/>
                  <a:pt x="1261" y="125"/>
                </a:cubicBezTo>
                <a:cubicBezTo>
                  <a:pt x="1262" y="125"/>
                  <a:pt x="1263" y="127"/>
                  <a:pt x="1263" y="129"/>
                </a:cubicBezTo>
                <a:cubicBezTo>
                  <a:pt x="1263" y="131"/>
                  <a:pt x="1262" y="133"/>
                  <a:pt x="1260" y="135"/>
                </a:cubicBezTo>
                <a:cubicBezTo>
                  <a:pt x="1258" y="136"/>
                  <a:pt x="1256" y="138"/>
                  <a:pt x="1253" y="139"/>
                </a:cubicBezTo>
                <a:cubicBezTo>
                  <a:pt x="1251" y="139"/>
                  <a:pt x="1248" y="140"/>
                  <a:pt x="1246" y="140"/>
                </a:cubicBezTo>
                <a:cubicBezTo>
                  <a:pt x="1246" y="138"/>
                  <a:pt x="1247" y="135"/>
                  <a:pt x="1248" y="132"/>
                </a:cubicBezTo>
                <a:cubicBezTo>
                  <a:pt x="1249" y="130"/>
                  <a:pt x="1250" y="127"/>
                  <a:pt x="1252" y="126"/>
                </a:cubicBezTo>
                <a:cubicBezTo>
                  <a:pt x="1254" y="124"/>
                  <a:pt x="1255" y="123"/>
                  <a:pt x="1258" y="123"/>
                </a:cubicBezTo>
                <a:close/>
                <a:moveTo>
                  <a:pt x="1303" y="153"/>
                </a:moveTo>
                <a:cubicBezTo>
                  <a:pt x="1302" y="150"/>
                  <a:pt x="1302" y="150"/>
                  <a:pt x="1302" y="150"/>
                </a:cubicBezTo>
                <a:cubicBezTo>
                  <a:pt x="1300" y="152"/>
                  <a:pt x="1298" y="153"/>
                  <a:pt x="1296" y="154"/>
                </a:cubicBezTo>
                <a:cubicBezTo>
                  <a:pt x="1294" y="155"/>
                  <a:pt x="1292" y="156"/>
                  <a:pt x="1290" y="156"/>
                </a:cubicBezTo>
                <a:cubicBezTo>
                  <a:pt x="1287" y="156"/>
                  <a:pt x="1285" y="154"/>
                  <a:pt x="1284" y="152"/>
                </a:cubicBezTo>
                <a:cubicBezTo>
                  <a:pt x="1282" y="150"/>
                  <a:pt x="1282" y="147"/>
                  <a:pt x="1282" y="143"/>
                </a:cubicBezTo>
                <a:cubicBezTo>
                  <a:pt x="1285" y="143"/>
                  <a:pt x="1288" y="143"/>
                  <a:pt x="1292" y="142"/>
                </a:cubicBezTo>
                <a:cubicBezTo>
                  <a:pt x="1295" y="140"/>
                  <a:pt x="1299" y="139"/>
                  <a:pt x="1301" y="136"/>
                </a:cubicBezTo>
                <a:cubicBezTo>
                  <a:pt x="1304" y="134"/>
                  <a:pt x="1305" y="131"/>
                  <a:pt x="1305" y="128"/>
                </a:cubicBezTo>
                <a:cubicBezTo>
                  <a:pt x="1305" y="125"/>
                  <a:pt x="1304" y="123"/>
                  <a:pt x="1303" y="122"/>
                </a:cubicBezTo>
                <a:cubicBezTo>
                  <a:pt x="1301" y="120"/>
                  <a:pt x="1299" y="119"/>
                  <a:pt x="1295" y="119"/>
                </a:cubicBezTo>
                <a:cubicBezTo>
                  <a:pt x="1291" y="119"/>
                  <a:pt x="1288" y="121"/>
                  <a:pt x="1285" y="123"/>
                </a:cubicBezTo>
                <a:cubicBezTo>
                  <a:pt x="1282" y="125"/>
                  <a:pt x="1279" y="128"/>
                  <a:pt x="1277" y="132"/>
                </a:cubicBezTo>
                <a:cubicBezTo>
                  <a:pt x="1275" y="136"/>
                  <a:pt x="1275" y="140"/>
                  <a:pt x="1275" y="145"/>
                </a:cubicBezTo>
                <a:cubicBezTo>
                  <a:pt x="1275" y="147"/>
                  <a:pt x="1275" y="150"/>
                  <a:pt x="1276" y="152"/>
                </a:cubicBezTo>
                <a:cubicBezTo>
                  <a:pt x="1277" y="155"/>
                  <a:pt x="1279" y="156"/>
                  <a:pt x="1281" y="158"/>
                </a:cubicBezTo>
                <a:cubicBezTo>
                  <a:pt x="1283" y="159"/>
                  <a:pt x="1285" y="160"/>
                  <a:pt x="1288" y="160"/>
                </a:cubicBezTo>
                <a:cubicBezTo>
                  <a:pt x="1292" y="160"/>
                  <a:pt x="1295" y="159"/>
                  <a:pt x="1297" y="158"/>
                </a:cubicBezTo>
                <a:cubicBezTo>
                  <a:pt x="1300" y="156"/>
                  <a:pt x="1302" y="154"/>
                  <a:pt x="1303" y="153"/>
                </a:cubicBezTo>
                <a:close/>
                <a:moveTo>
                  <a:pt x="1294" y="123"/>
                </a:moveTo>
                <a:cubicBezTo>
                  <a:pt x="1295" y="123"/>
                  <a:pt x="1296" y="124"/>
                  <a:pt x="1297" y="125"/>
                </a:cubicBezTo>
                <a:cubicBezTo>
                  <a:pt x="1298" y="125"/>
                  <a:pt x="1298" y="127"/>
                  <a:pt x="1298" y="129"/>
                </a:cubicBezTo>
                <a:cubicBezTo>
                  <a:pt x="1298" y="131"/>
                  <a:pt x="1298" y="133"/>
                  <a:pt x="1296" y="135"/>
                </a:cubicBezTo>
                <a:cubicBezTo>
                  <a:pt x="1294" y="136"/>
                  <a:pt x="1292" y="138"/>
                  <a:pt x="1289" y="139"/>
                </a:cubicBezTo>
                <a:cubicBezTo>
                  <a:pt x="1287" y="139"/>
                  <a:pt x="1284" y="140"/>
                  <a:pt x="1282" y="140"/>
                </a:cubicBezTo>
                <a:cubicBezTo>
                  <a:pt x="1282" y="138"/>
                  <a:pt x="1283" y="135"/>
                  <a:pt x="1284" y="132"/>
                </a:cubicBezTo>
                <a:cubicBezTo>
                  <a:pt x="1285" y="130"/>
                  <a:pt x="1286" y="127"/>
                  <a:pt x="1288" y="126"/>
                </a:cubicBezTo>
                <a:cubicBezTo>
                  <a:pt x="1289" y="124"/>
                  <a:pt x="1291" y="123"/>
                  <a:pt x="1294" y="123"/>
                </a:cubicBezTo>
                <a:close/>
                <a:moveTo>
                  <a:pt x="1322" y="129"/>
                </a:moveTo>
                <a:cubicBezTo>
                  <a:pt x="1323" y="127"/>
                  <a:pt x="1323" y="127"/>
                  <a:pt x="1323" y="127"/>
                </a:cubicBezTo>
                <a:cubicBezTo>
                  <a:pt x="1323" y="120"/>
                  <a:pt x="1323" y="120"/>
                  <a:pt x="1323" y="120"/>
                </a:cubicBezTo>
                <a:cubicBezTo>
                  <a:pt x="1322" y="119"/>
                  <a:pt x="1322" y="119"/>
                  <a:pt x="1322" y="119"/>
                </a:cubicBezTo>
                <a:cubicBezTo>
                  <a:pt x="1314" y="121"/>
                  <a:pt x="1314" y="121"/>
                  <a:pt x="1314" y="121"/>
                </a:cubicBezTo>
                <a:cubicBezTo>
                  <a:pt x="1313" y="124"/>
                  <a:pt x="1313" y="124"/>
                  <a:pt x="1313" y="124"/>
                </a:cubicBezTo>
                <a:cubicBezTo>
                  <a:pt x="1317" y="125"/>
                  <a:pt x="1317" y="125"/>
                  <a:pt x="1317" y="125"/>
                </a:cubicBezTo>
                <a:cubicBezTo>
                  <a:pt x="1312" y="159"/>
                  <a:pt x="1312" y="159"/>
                  <a:pt x="1312" y="159"/>
                </a:cubicBezTo>
                <a:cubicBezTo>
                  <a:pt x="1319" y="159"/>
                  <a:pt x="1319" y="159"/>
                  <a:pt x="1319" y="159"/>
                </a:cubicBezTo>
                <a:cubicBezTo>
                  <a:pt x="1322" y="134"/>
                  <a:pt x="1322" y="134"/>
                  <a:pt x="1322" y="134"/>
                </a:cubicBezTo>
                <a:cubicBezTo>
                  <a:pt x="1323" y="132"/>
                  <a:pt x="1325" y="130"/>
                  <a:pt x="1327" y="129"/>
                </a:cubicBezTo>
                <a:cubicBezTo>
                  <a:pt x="1329" y="127"/>
                  <a:pt x="1331" y="127"/>
                  <a:pt x="1333" y="127"/>
                </a:cubicBezTo>
                <a:cubicBezTo>
                  <a:pt x="1334" y="127"/>
                  <a:pt x="1335" y="127"/>
                  <a:pt x="1336" y="127"/>
                </a:cubicBezTo>
                <a:cubicBezTo>
                  <a:pt x="1338" y="120"/>
                  <a:pt x="1338" y="120"/>
                  <a:pt x="1338" y="120"/>
                </a:cubicBezTo>
                <a:cubicBezTo>
                  <a:pt x="1337" y="120"/>
                  <a:pt x="1336" y="119"/>
                  <a:pt x="1335" y="119"/>
                </a:cubicBezTo>
                <a:cubicBezTo>
                  <a:pt x="1333" y="119"/>
                  <a:pt x="1331" y="120"/>
                  <a:pt x="1330" y="121"/>
                </a:cubicBezTo>
                <a:cubicBezTo>
                  <a:pt x="1328" y="122"/>
                  <a:pt x="1326" y="123"/>
                  <a:pt x="1325" y="125"/>
                </a:cubicBezTo>
                <a:cubicBezTo>
                  <a:pt x="1324" y="126"/>
                  <a:pt x="1323" y="128"/>
                  <a:pt x="1322" y="129"/>
                </a:cubicBezTo>
                <a:close/>
                <a:moveTo>
                  <a:pt x="1349" y="153"/>
                </a:moveTo>
                <a:cubicBezTo>
                  <a:pt x="1354" y="120"/>
                  <a:pt x="1354" y="120"/>
                  <a:pt x="1354" y="120"/>
                </a:cubicBezTo>
                <a:cubicBezTo>
                  <a:pt x="1352" y="119"/>
                  <a:pt x="1352" y="119"/>
                  <a:pt x="1352" y="119"/>
                </a:cubicBezTo>
                <a:cubicBezTo>
                  <a:pt x="1342" y="121"/>
                  <a:pt x="1342" y="121"/>
                  <a:pt x="1342" y="121"/>
                </a:cubicBezTo>
                <a:cubicBezTo>
                  <a:pt x="1342" y="123"/>
                  <a:pt x="1342" y="123"/>
                  <a:pt x="1342" y="123"/>
                </a:cubicBezTo>
                <a:cubicBezTo>
                  <a:pt x="1346" y="125"/>
                  <a:pt x="1346" y="125"/>
                  <a:pt x="1346" y="125"/>
                </a:cubicBezTo>
                <a:cubicBezTo>
                  <a:pt x="1345" y="132"/>
                  <a:pt x="1345" y="138"/>
                  <a:pt x="1344" y="142"/>
                </a:cubicBezTo>
                <a:cubicBezTo>
                  <a:pt x="1343" y="150"/>
                  <a:pt x="1342" y="154"/>
                  <a:pt x="1342" y="156"/>
                </a:cubicBezTo>
                <a:cubicBezTo>
                  <a:pt x="1342" y="157"/>
                  <a:pt x="1342" y="158"/>
                  <a:pt x="1343" y="159"/>
                </a:cubicBezTo>
                <a:cubicBezTo>
                  <a:pt x="1344" y="160"/>
                  <a:pt x="1345" y="160"/>
                  <a:pt x="1347" y="160"/>
                </a:cubicBezTo>
                <a:cubicBezTo>
                  <a:pt x="1349" y="160"/>
                  <a:pt x="1350" y="159"/>
                  <a:pt x="1352" y="158"/>
                </a:cubicBezTo>
                <a:cubicBezTo>
                  <a:pt x="1353" y="157"/>
                  <a:pt x="1354" y="156"/>
                  <a:pt x="1355" y="155"/>
                </a:cubicBezTo>
                <a:cubicBezTo>
                  <a:pt x="1354" y="154"/>
                  <a:pt x="1354" y="154"/>
                  <a:pt x="1354" y="154"/>
                </a:cubicBezTo>
                <a:cubicBezTo>
                  <a:pt x="1353" y="154"/>
                  <a:pt x="1352" y="155"/>
                  <a:pt x="1352" y="155"/>
                </a:cubicBezTo>
                <a:cubicBezTo>
                  <a:pt x="1351" y="156"/>
                  <a:pt x="1351" y="156"/>
                  <a:pt x="1350" y="156"/>
                </a:cubicBezTo>
                <a:cubicBezTo>
                  <a:pt x="1350" y="156"/>
                  <a:pt x="1350" y="156"/>
                  <a:pt x="1349" y="155"/>
                </a:cubicBezTo>
                <a:cubicBezTo>
                  <a:pt x="1349" y="155"/>
                  <a:pt x="1349" y="155"/>
                  <a:pt x="1349" y="154"/>
                </a:cubicBezTo>
                <a:lnTo>
                  <a:pt x="1349" y="153"/>
                </a:lnTo>
                <a:close/>
                <a:moveTo>
                  <a:pt x="1351" y="112"/>
                </a:moveTo>
                <a:cubicBezTo>
                  <a:pt x="1353" y="112"/>
                  <a:pt x="1354" y="111"/>
                  <a:pt x="1355" y="110"/>
                </a:cubicBezTo>
                <a:cubicBezTo>
                  <a:pt x="1356" y="109"/>
                  <a:pt x="1356" y="108"/>
                  <a:pt x="1356" y="107"/>
                </a:cubicBezTo>
                <a:cubicBezTo>
                  <a:pt x="1356" y="106"/>
                  <a:pt x="1356" y="105"/>
                  <a:pt x="1355" y="104"/>
                </a:cubicBezTo>
                <a:cubicBezTo>
                  <a:pt x="1354" y="103"/>
                  <a:pt x="1353" y="103"/>
                  <a:pt x="1352" y="103"/>
                </a:cubicBezTo>
                <a:cubicBezTo>
                  <a:pt x="1351" y="103"/>
                  <a:pt x="1350" y="103"/>
                  <a:pt x="1349" y="104"/>
                </a:cubicBezTo>
                <a:cubicBezTo>
                  <a:pt x="1348" y="105"/>
                  <a:pt x="1348" y="107"/>
                  <a:pt x="1348" y="108"/>
                </a:cubicBezTo>
                <a:cubicBezTo>
                  <a:pt x="1348" y="109"/>
                  <a:pt x="1348" y="110"/>
                  <a:pt x="1349" y="111"/>
                </a:cubicBezTo>
                <a:cubicBezTo>
                  <a:pt x="1350" y="111"/>
                  <a:pt x="1350" y="112"/>
                  <a:pt x="1351" y="112"/>
                </a:cubicBezTo>
                <a:close/>
                <a:moveTo>
                  <a:pt x="1374" y="129"/>
                </a:moveTo>
                <a:cubicBezTo>
                  <a:pt x="1375" y="120"/>
                  <a:pt x="1375" y="120"/>
                  <a:pt x="1375" y="120"/>
                </a:cubicBezTo>
                <a:cubicBezTo>
                  <a:pt x="1374" y="119"/>
                  <a:pt x="1374" y="119"/>
                  <a:pt x="1374" y="119"/>
                </a:cubicBezTo>
                <a:cubicBezTo>
                  <a:pt x="1365" y="121"/>
                  <a:pt x="1365" y="121"/>
                  <a:pt x="1365" y="121"/>
                </a:cubicBezTo>
                <a:cubicBezTo>
                  <a:pt x="1365" y="124"/>
                  <a:pt x="1365" y="124"/>
                  <a:pt x="1365" y="124"/>
                </a:cubicBezTo>
                <a:cubicBezTo>
                  <a:pt x="1368" y="125"/>
                  <a:pt x="1368" y="125"/>
                  <a:pt x="1368" y="125"/>
                </a:cubicBezTo>
                <a:cubicBezTo>
                  <a:pt x="1364" y="159"/>
                  <a:pt x="1364" y="159"/>
                  <a:pt x="1364" y="159"/>
                </a:cubicBezTo>
                <a:cubicBezTo>
                  <a:pt x="1370" y="159"/>
                  <a:pt x="1370" y="159"/>
                  <a:pt x="1370" y="159"/>
                </a:cubicBezTo>
                <a:cubicBezTo>
                  <a:pt x="1374" y="134"/>
                  <a:pt x="1374" y="134"/>
                  <a:pt x="1374" y="134"/>
                </a:cubicBezTo>
                <a:cubicBezTo>
                  <a:pt x="1375" y="131"/>
                  <a:pt x="1377" y="129"/>
                  <a:pt x="1380" y="127"/>
                </a:cubicBezTo>
                <a:cubicBezTo>
                  <a:pt x="1382" y="125"/>
                  <a:pt x="1384" y="124"/>
                  <a:pt x="1386" y="124"/>
                </a:cubicBezTo>
                <a:cubicBezTo>
                  <a:pt x="1388" y="124"/>
                  <a:pt x="1389" y="125"/>
                  <a:pt x="1389" y="126"/>
                </a:cubicBezTo>
                <a:cubicBezTo>
                  <a:pt x="1390" y="127"/>
                  <a:pt x="1390" y="128"/>
                  <a:pt x="1390" y="130"/>
                </a:cubicBezTo>
                <a:cubicBezTo>
                  <a:pt x="1390" y="132"/>
                  <a:pt x="1390" y="134"/>
                  <a:pt x="1390" y="135"/>
                </a:cubicBezTo>
                <a:cubicBezTo>
                  <a:pt x="1390" y="137"/>
                  <a:pt x="1389" y="140"/>
                  <a:pt x="1389" y="142"/>
                </a:cubicBezTo>
                <a:cubicBezTo>
                  <a:pt x="1388" y="144"/>
                  <a:pt x="1388" y="144"/>
                  <a:pt x="1388" y="144"/>
                </a:cubicBezTo>
                <a:cubicBezTo>
                  <a:pt x="1388" y="147"/>
                  <a:pt x="1388" y="147"/>
                  <a:pt x="1388" y="147"/>
                </a:cubicBezTo>
                <a:cubicBezTo>
                  <a:pt x="1387" y="151"/>
                  <a:pt x="1387" y="154"/>
                  <a:pt x="1387" y="156"/>
                </a:cubicBezTo>
                <a:cubicBezTo>
                  <a:pt x="1387" y="159"/>
                  <a:pt x="1388" y="160"/>
                  <a:pt x="1391" y="160"/>
                </a:cubicBezTo>
                <a:cubicBezTo>
                  <a:pt x="1392" y="160"/>
                  <a:pt x="1394" y="160"/>
                  <a:pt x="1395" y="159"/>
                </a:cubicBezTo>
                <a:cubicBezTo>
                  <a:pt x="1396" y="159"/>
                  <a:pt x="1397" y="158"/>
                  <a:pt x="1397" y="157"/>
                </a:cubicBezTo>
                <a:cubicBezTo>
                  <a:pt x="1398" y="157"/>
                  <a:pt x="1399" y="156"/>
                  <a:pt x="1399" y="156"/>
                </a:cubicBezTo>
                <a:cubicBezTo>
                  <a:pt x="1398" y="154"/>
                  <a:pt x="1398" y="154"/>
                  <a:pt x="1398" y="154"/>
                </a:cubicBezTo>
                <a:cubicBezTo>
                  <a:pt x="1397" y="155"/>
                  <a:pt x="1396" y="156"/>
                  <a:pt x="1395" y="156"/>
                </a:cubicBezTo>
                <a:cubicBezTo>
                  <a:pt x="1394" y="156"/>
                  <a:pt x="1394" y="155"/>
                  <a:pt x="1394" y="154"/>
                </a:cubicBezTo>
                <a:cubicBezTo>
                  <a:pt x="1394" y="152"/>
                  <a:pt x="1394" y="149"/>
                  <a:pt x="1395" y="145"/>
                </a:cubicBezTo>
                <a:cubicBezTo>
                  <a:pt x="1395" y="142"/>
                  <a:pt x="1395" y="142"/>
                  <a:pt x="1395" y="142"/>
                </a:cubicBezTo>
                <a:cubicBezTo>
                  <a:pt x="1396" y="140"/>
                  <a:pt x="1396" y="140"/>
                  <a:pt x="1396" y="140"/>
                </a:cubicBezTo>
                <a:cubicBezTo>
                  <a:pt x="1397" y="135"/>
                  <a:pt x="1397" y="132"/>
                  <a:pt x="1397" y="130"/>
                </a:cubicBezTo>
                <a:cubicBezTo>
                  <a:pt x="1397" y="126"/>
                  <a:pt x="1397" y="123"/>
                  <a:pt x="1395" y="122"/>
                </a:cubicBezTo>
                <a:cubicBezTo>
                  <a:pt x="1394" y="120"/>
                  <a:pt x="1392" y="119"/>
                  <a:pt x="1389" y="119"/>
                </a:cubicBezTo>
                <a:cubicBezTo>
                  <a:pt x="1386" y="119"/>
                  <a:pt x="1384" y="120"/>
                  <a:pt x="1381" y="122"/>
                </a:cubicBezTo>
                <a:cubicBezTo>
                  <a:pt x="1379" y="124"/>
                  <a:pt x="1376" y="126"/>
                  <a:pt x="1374" y="129"/>
                </a:cubicBezTo>
                <a:close/>
                <a:moveTo>
                  <a:pt x="1433" y="162"/>
                </a:moveTo>
                <a:cubicBezTo>
                  <a:pt x="1440" y="119"/>
                  <a:pt x="1440" y="119"/>
                  <a:pt x="1440" y="119"/>
                </a:cubicBezTo>
                <a:cubicBezTo>
                  <a:pt x="1435" y="121"/>
                  <a:pt x="1435" y="121"/>
                  <a:pt x="1435" y="121"/>
                </a:cubicBezTo>
                <a:cubicBezTo>
                  <a:pt x="1434" y="121"/>
                  <a:pt x="1433" y="120"/>
                  <a:pt x="1432" y="120"/>
                </a:cubicBezTo>
                <a:cubicBezTo>
                  <a:pt x="1430" y="120"/>
                  <a:pt x="1429" y="119"/>
                  <a:pt x="1428" y="119"/>
                </a:cubicBezTo>
                <a:cubicBezTo>
                  <a:pt x="1423" y="119"/>
                  <a:pt x="1419" y="121"/>
                  <a:pt x="1416" y="123"/>
                </a:cubicBezTo>
                <a:cubicBezTo>
                  <a:pt x="1412" y="126"/>
                  <a:pt x="1410" y="129"/>
                  <a:pt x="1408" y="133"/>
                </a:cubicBezTo>
                <a:cubicBezTo>
                  <a:pt x="1406" y="137"/>
                  <a:pt x="1405" y="141"/>
                  <a:pt x="1405" y="145"/>
                </a:cubicBezTo>
                <a:cubicBezTo>
                  <a:pt x="1405" y="150"/>
                  <a:pt x="1406" y="153"/>
                  <a:pt x="1408" y="156"/>
                </a:cubicBezTo>
                <a:cubicBezTo>
                  <a:pt x="1410" y="159"/>
                  <a:pt x="1413" y="160"/>
                  <a:pt x="1417" y="160"/>
                </a:cubicBezTo>
                <a:cubicBezTo>
                  <a:pt x="1419" y="160"/>
                  <a:pt x="1421" y="159"/>
                  <a:pt x="1423" y="158"/>
                </a:cubicBezTo>
                <a:cubicBezTo>
                  <a:pt x="1425" y="157"/>
                  <a:pt x="1426" y="156"/>
                  <a:pt x="1428" y="155"/>
                </a:cubicBezTo>
                <a:cubicBezTo>
                  <a:pt x="1426" y="164"/>
                  <a:pt x="1426" y="164"/>
                  <a:pt x="1426" y="164"/>
                </a:cubicBezTo>
                <a:cubicBezTo>
                  <a:pt x="1426" y="167"/>
                  <a:pt x="1425" y="169"/>
                  <a:pt x="1424" y="170"/>
                </a:cubicBezTo>
                <a:cubicBezTo>
                  <a:pt x="1422" y="172"/>
                  <a:pt x="1420" y="172"/>
                  <a:pt x="1417" y="172"/>
                </a:cubicBezTo>
                <a:cubicBezTo>
                  <a:pt x="1415" y="172"/>
                  <a:pt x="1414" y="172"/>
                  <a:pt x="1412" y="171"/>
                </a:cubicBezTo>
                <a:cubicBezTo>
                  <a:pt x="1410" y="171"/>
                  <a:pt x="1409" y="170"/>
                  <a:pt x="1408" y="170"/>
                </a:cubicBezTo>
                <a:cubicBezTo>
                  <a:pt x="1406" y="175"/>
                  <a:pt x="1406" y="175"/>
                  <a:pt x="1406" y="175"/>
                </a:cubicBezTo>
                <a:cubicBezTo>
                  <a:pt x="1407" y="176"/>
                  <a:pt x="1408" y="176"/>
                  <a:pt x="1410" y="176"/>
                </a:cubicBezTo>
                <a:cubicBezTo>
                  <a:pt x="1411" y="177"/>
                  <a:pt x="1413" y="177"/>
                  <a:pt x="1414" y="177"/>
                </a:cubicBezTo>
                <a:cubicBezTo>
                  <a:pt x="1417" y="177"/>
                  <a:pt x="1420" y="176"/>
                  <a:pt x="1423" y="175"/>
                </a:cubicBezTo>
                <a:cubicBezTo>
                  <a:pt x="1425" y="174"/>
                  <a:pt x="1428" y="173"/>
                  <a:pt x="1430" y="170"/>
                </a:cubicBezTo>
                <a:cubicBezTo>
                  <a:pt x="1432" y="168"/>
                  <a:pt x="1433" y="165"/>
                  <a:pt x="1433" y="162"/>
                </a:cubicBezTo>
                <a:close/>
                <a:moveTo>
                  <a:pt x="1432" y="125"/>
                </a:moveTo>
                <a:cubicBezTo>
                  <a:pt x="1428" y="150"/>
                  <a:pt x="1428" y="150"/>
                  <a:pt x="1428" y="150"/>
                </a:cubicBezTo>
                <a:cubicBezTo>
                  <a:pt x="1427" y="151"/>
                  <a:pt x="1426" y="153"/>
                  <a:pt x="1424" y="154"/>
                </a:cubicBezTo>
                <a:cubicBezTo>
                  <a:pt x="1423" y="155"/>
                  <a:pt x="1421" y="155"/>
                  <a:pt x="1419" y="155"/>
                </a:cubicBezTo>
                <a:cubicBezTo>
                  <a:pt x="1417" y="155"/>
                  <a:pt x="1415" y="155"/>
                  <a:pt x="1414" y="153"/>
                </a:cubicBezTo>
                <a:cubicBezTo>
                  <a:pt x="1413" y="151"/>
                  <a:pt x="1412" y="148"/>
                  <a:pt x="1412" y="145"/>
                </a:cubicBezTo>
                <a:cubicBezTo>
                  <a:pt x="1412" y="142"/>
                  <a:pt x="1413" y="138"/>
                  <a:pt x="1414" y="135"/>
                </a:cubicBezTo>
                <a:cubicBezTo>
                  <a:pt x="1415" y="132"/>
                  <a:pt x="1417" y="129"/>
                  <a:pt x="1419" y="127"/>
                </a:cubicBezTo>
                <a:cubicBezTo>
                  <a:pt x="1421" y="124"/>
                  <a:pt x="1424" y="123"/>
                  <a:pt x="1427" y="123"/>
                </a:cubicBezTo>
                <a:cubicBezTo>
                  <a:pt x="1429" y="123"/>
                  <a:pt x="1431" y="124"/>
                  <a:pt x="1432" y="125"/>
                </a:cubicBezTo>
                <a:close/>
                <a:moveTo>
                  <a:pt x="1076" y="242"/>
                </a:moveTo>
                <a:cubicBezTo>
                  <a:pt x="1072" y="249"/>
                  <a:pt x="1072" y="249"/>
                  <a:pt x="1072" y="249"/>
                </a:cubicBezTo>
                <a:cubicBezTo>
                  <a:pt x="1072" y="242"/>
                  <a:pt x="1072" y="242"/>
                  <a:pt x="1072" y="242"/>
                </a:cubicBezTo>
                <a:cubicBezTo>
                  <a:pt x="1066" y="208"/>
                  <a:pt x="1066" y="208"/>
                  <a:pt x="1066" y="208"/>
                </a:cubicBezTo>
                <a:cubicBezTo>
                  <a:pt x="1050" y="208"/>
                  <a:pt x="1050" y="208"/>
                  <a:pt x="1050" y="208"/>
                </a:cubicBezTo>
                <a:cubicBezTo>
                  <a:pt x="1049" y="211"/>
                  <a:pt x="1049" y="211"/>
                  <a:pt x="1049" y="211"/>
                </a:cubicBezTo>
                <a:cubicBezTo>
                  <a:pt x="1056" y="212"/>
                  <a:pt x="1056" y="212"/>
                  <a:pt x="1056" y="212"/>
                </a:cubicBezTo>
                <a:cubicBezTo>
                  <a:pt x="1045" y="256"/>
                  <a:pt x="1045" y="256"/>
                  <a:pt x="1045" y="256"/>
                </a:cubicBezTo>
                <a:cubicBezTo>
                  <a:pt x="1039" y="257"/>
                  <a:pt x="1039" y="257"/>
                  <a:pt x="1039" y="257"/>
                </a:cubicBezTo>
                <a:cubicBezTo>
                  <a:pt x="1039" y="260"/>
                  <a:pt x="1039" y="260"/>
                  <a:pt x="1039" y="260"/>
                </a:cubicBezTo>
                <a:cubicBezTo>
                  <a:pt x="1057" y="260"/>
                  <a:pt x="1057" y="260"/>
                  <a:pt x="1057" y="260"/>
                </a:cubicBezTo>
                <a:cubicBezTo>
                  <a:pt x="1057" y="257"/>
                  <a:pt x="1057" y="257"/>
                  <a:pt x="1057" y="257"/>
                </a:cubicBezTo>
                <a:cubicBezTo>
                  <a:pt x="1050" y="256"/>
                  <a:pt x="1050" y="256"/>
                  <a:pt x="1050" y="256"/>
                </a:cubicBezTo>
                <a:cubicBezTo>
                  <a:pt x="1057" y="225"/>
                  <a:pt x="1057" y="225"/>
                  <a:pt x="1057" y="225"/>
                </a:cubicBezTo>
                <a:cubicBezTo>
                  <a:pt x="1060" y="211"/>
                  <a:pt x="1060" y="211"/>
                  <a:pt x="1060" y="211"/>
                </a:cubicBezTo>
                <a:cubicBezTo>
                  <a:pt x="1062" y="225"/>
                  <a:pt x="1062" y="225"/>
                  <a:pt x="1062" y="225"/>
                </a:cubicBezTo>
                <a:cubicBezTo>
                  <a:pt x="1068" y="261"/>
                  <a:pt x="1068" y="261"/>
                  <a:pt x="1068" y="261"/>
                </a:cubicBezTo>
                <a:cubicBezTo>
                  <a:pt x="1072" y="260"/>
                  <a:pt x="1072" y="260"/>
                  <a:pt x="1072" y="260"/>
                </a:cubicBezTo>
                <a:cubicBezTo>
                  <a:pt x="1088" y="224"/>
                  <a:pt x="1088" y="224"/>
                  <a:pt x="1088" y="224"/>
                </a:cubicBezTo>
                <a:cubicBezTo>
                  <a:pt x="1094" y="211"/>
                  <a:pt x="1094" y="211"/>
                  <a:pt x="1094" y="211"/>
                </a:cubicBezTo>
                <a:cubicBezTo>
                  <a:pt x="1093" y="225"/>
                  <a:pt x="1093" y="225"/>
                  <a:pt x="1093" y="225"/>
                </a:cubicBezTo>
                <a:cubicBezTo>
                  <a:pt x="1091" y="256"/>
                  <a:pt x="1091" y="256"/>
                  <a:pt x="1091" y="256"/>
                </a:cubicBezTo>
                <a:cubicBezTo>
                  <a:pt x="1085" y="257"/>
                  <a:pt x="1085" y="257"/>
                  <a:pt x="1085" y="257"/>
                </a:cubicBezTo>
                <a:cubicBezTo>
                  <a:pt x="1084" y="260"/>
                  <a:pt x="1084" y="260"/>
                  <a:pt x="1084" y="260"/>
                </a:cubicBezTo>
                <a:cubicBezTo>
                  <a:pt x="1104" y="260"/>
                  <a:pt x="1104" y="260"/>
                  <a:pt x="1104" y="260"/>
                </a:cubicBezTo>
                <a:cubicBezTo>
                  <a:pt x="1104" y="257"/>
                  <a:pt x="1104" y="257"/>
                  <a:pt x="1104" y="257"/>
                </a:cubicBezTo>
                <a:cubicBezTo>
                  <a:pt x="1098" y="256"/>
                  <a:pt x="1098" y="256"/>
                  <a:pt x="1098" y="256"/>
                </a:cubicBezTo>
                <a:cubicBezTo>
                  <a:pt x="1099" y="212"/>
                  <a:pt x="1099" y="212"/>
                  <a:pt x="1099" y="212"/>
                </a:cubicBezTo>
                <a:cubicBezTo>
                  <a:pt x="1106" y="211"/>
                  <a:pt x="1106" y="211"/>
                  <a:pt x="1106" y="211"/>
                </a:cubicBezTo>
                <a:cubicBezTo>
                  <a:pt x="1106" y="208"/>
                  <a:pt x="1106" y="208"/>
                  <a:pt x="1106" y="208"/>
                </a:cubicBezTo>
                <a:cubicBezTo>
                  <a:pt x="1091" y="208"/>
                  <a:pt x="1091" y="208"/>
                  <a:pt x="1091" y="208"/>
                </a:cubicBezTo>
                <a:cubicBezTo>
                  <a:pt x="1090" y="211"/>
                  <a:pt x="1087" y="217"/>
                  <a:pt x="1083" y="225"/>
                </a:cubicBezTo>
                <a:cubicBezTo>
                  <a:pt x="1079" y="233"/>
                  <a:pt x="1077" y="239"/>
                  <a:pt x="1076" y="242"/>
                </a:cubicBezTo>
                <a:close/>
                <a:moveTo>
                  <a:pt x="1138" y="253"/>
                </a:moveTo>
                <a:cubicBezTo>
                  <a:pt x="1136" y="251"/>
                  <a:pt x="1136" y="251"/>
                  <a:pt x="1136" y="251"/>
                </a:cubicBezTo>
                <a:cubicBezTo>
                  <a:pt x="1134" y="253"/>
                  <a:pt x="1133" y="254"/>
                  <a:pt x="1131" y="255"/>
                </a:cubicBezTo>
                <a:cubicBezTo>
                  <a:pt x="1129" y="256"/>
                  <a:pt x="1126" y="256"/>
                  <a:pt x="1124" y="256"/>
                </a:cubicBezTo>
                <a:cubicBezTo>
                  <a:pt x="1121" y="256"/>
                  <a:pt x="1119" y="255"/>
                  <a:pt x="1118" y="253"/>
                </a:cubicBezTo>
                <a:cubicBezTo>
                  <a:pt x="1117" y="250"/>
                  <a:pt x="1116" y="247"/>
                  <a:pt x="1116" y="244"/>
                </a:cubicBezTo>
                <a:cubicBezTo>
                  <a:pt x="1119" y="244"/>
                  <a:pt x="1123" y="244"/>
                  <a:pt x="1126" y="242"/>
                </a:cubicBezTo>
                <a:cubicBezTo>
                  <a:pt x="1130" y="241"/>
                  <a:pt x="1133" y="240"/>
                  <a:pt x="1136" y="237"/>
                </a:cubicBezTo>
                <a:cubicBezTo>
                  <a:pt x="1138" y="235"/>
                  <a:pt x="1140" y="232"/>
                  <a:pt x="1140" y="229"/>
                </a:cubicBezTo>
                <a:cubicBezTo>
                  <a:pt x="1140" y="226"/>
                  <a:pt x="1139" y="224"/>
                  <a:pt x="1137" y="223"/>
                </a:cubicBezTo>
                <a:cubicBezTo>
                  <a:pt x="1135" y="221"/>
                  <a:pt x="1133" y="220"/>
                  <a:pt x="1130" y="220"/>
                </a:cubicBezTo>
                <a:cubicBezTo>
                  <a:pt x="1126" y="220"/>
                  <a:pt x="1122" y="221"/>
                  <a:pt x="1119" y="224"/>
                </a:cubicBezTo>
                <a:cubicBezTo>
                  <a:pt x="1116" y="226"/>
                  <a:pt x="1114" y="229"/>
                  <a:pt x="1112" y="233"/>
                </a:cubicBezTo>
                <a:cubicBezTo>
                  <a:pt x="1110" y="237"/>
                  <a:pt x="1109" y="241"/>
                  <a:pt x="1109" y="246"/>
                </a:cubicBezTo>
                <a:cubicBezTo>
                  <a:pt x="1109" y="248"/>
                  <a:pt x="1110" y="251"/>
                  <a:pt x="1111" y="253"/>
                </a:cubicBezTo>
                <a:cubicBezTo>
                  <a:pt x="1111" y="255"/>
                  <a:pt x="1113" y="257"/>
                  <a:pt x="1115" y="259"/>
                </a:cubicBezTo>
                <a:cubicBezTo>
                  <a:pt x="1117" y="260"/>
                  <a:pt x="1120" y="261"/>
                  <a:pt x="1123" y="261"/>
                </a:cubicBezTo>
                <a:cubicBezTo>
                  <a:pt x="1126" y="261"/>
                  <a:pt x="1129" y="260"/>
                  <a:pt x="1132" y="258"/>
                </a:cubicBezTo>
                <a:cubicBezTo>
                  <a:pt x="1135" y="257"/>
                  <a:pt x="1136" y="255"/>
                  <a:pt x="1138" y="253"/>
                </a:cubicBezTo>
                <a:close/>
                <a:moveTo>
                  <a:pt x="1128" y="224"/>
                </a:moveTo>
                <a:cubicBezTo>
                  <a:pt x="1130" y="224"/>
                  <a:pt x="1131" y="224"/>
                  <a:pt x="1132" y="225"/>
                </a:cubicBezTo>
                <a:cubicBezTo>
                  <a:pt x="1132" y="226"/>
                  <a:pt x="1133" y="228"/>
                  <a:pt x="1133" y="229"/>
                </a:cubicBezTo>
                <a:cubicBezTo>
                  <a:pt x="1133" y="232"/>
                  <a:pt x="1132" y="234"/>
                  <a:pt x="1130" y="235"/>
                </a:cubicBezTo>
                <a:cubicBezTo>
                  <a:pt x="1129" y="237"/>
                  <a:pt x="1126" y="238"/>
                  <a:pt x="1124" y="239"/>
                </a:cubicBezTo>
                <a:cubicBezTo>
                  <a:pt x="1121" y="240"/>
                  <a:pt x="1119" y="241"/>
                  <a:pt x="1116" y="241"/>
                </a:cubicBezTo>
                <a:cubicBezTo>
                  <a:pt x="1117" y="238"/>
                  <a:pt x="1117" y="236"/>
                  <a:pt x="1118" y="233"/>
                </a:cubicBezTo>
                <a:cubicBezTo>
                  <a:pt x="1119" y="230"/>
                  <a:pt x="1121" y="228"/>
                  <a:pt x="1122" y="226"/>
                </a:cubicBezTo>
                <a:cubicBezTo>
                  <a:pt x="1124" y="225"/>
                  <a:pt x="1126" y="224"/>
                  <a:pt x="1128" y="224"/>
                </a:cubicBezTo>
                <a:close/>
                <a:moveTo>
                  <a:pt x="1175" y="254"/>
                </a:moveTo>
                <a:cubicBezTo>
                  <a:pt x="1182" y="204"/>
                  <a:pt x="1182" y="204"/>
                  <a:pt x="1182" y="204"/>
                </a:cubicBezTo>
                <a:cubicBezTo>
                  <a:pt x="1181" y="204"/>
                  <a:pt x="1181" y="204"/>
                  <a:pt x="1181" y="204"/>
                </a:cubicBezTo>
                <a:cubicBezTo>
                  <a:pt x="1171" y="205"/>
                  <a:pt x="1171" y="205"/>
                  <a:pt x="1171" y="205"/>
                </a:cubicBezTo>
                <a:cubicBezTo>
                  <a:pt x="1170" y="207"/>
                  <a:pt x="1170" y="207"/>
                  <a:pt x="1170" y="207"/>
                </a:cubicBezTo>
                <a:cubicBezTo>
                  <a:pt x="1175" y="208"/>
                  <a:pt x="1175" y="208"/>
                  <a:pt x="1175" y="208"/>
                </a:cubicBezTo>
                <a:cubicBezTo>
                  <a:pt x="1173" y="221"/>
                  <a:pt x="1173" y="221"/>
                  <a:pt x="1173" y="221"/>
                </a:cubicBezTo>
                <a:cubicBezTo>
                  <a:pt x="1171" y="220"/>
                  <a:pt x="1169" y="220"/>
                  <a:pt x="1168" y="220"/>
                </a:cubicBezTo>
                <a:cubicBezTo>
                  <a:pt x="1163" y="220"/>
                  <a:pt x="1159" y="222"/>
                  <a:pt x="1156" y="224"/>
                </a:cubicBezTo>
                <a:cubicBezTo>
                  <a:pt x="1152" y="227"/>
                  <a:pt x="1150" y="230"/>
                  <a:pt x="1148" y="234"/>
                </a:cubicBezTo>
                <a:cubicBezTo>
                  <a:pt x="1146" y="238"/>
                  <a:pt x="1145" y="242"/>
                  <a:pt x="1145" y="246"/>
                </a:cubicBezTo>
                <a:cubicBezTo>
                  <a:pt x="1145" y="250"/>
                  <a:pt x="1146" y="254"/>
                  <a:pt x="1148" y="257"/>
                </a:cubicBezTo>
                <a:cubicBezTo>
                  <a:pt x="1150" y="259"/>
                  <a:pt x="1153" y="261"/>
                  <a:pt x="1157" y="261"/>
                </a:cubicBezTo>
                <a:cubicBezTo>
                  <a:pt x="1159" y="261"/>
                  <a:pt x="1162" y="260"/>
                  <a:pt x="1163" y="259"/>
                </a:cubicBezTo>
                <a:cubicBezTo>
                  <a:pt x="1165" y="258"/>
                  <a:pt x="1167" y="256"/>
                  <a:pt x="1168" y="255"/>
                </a:cubicBezTo>
                <a:cubicBezTo>
                  <a:pt x="1168" y="256"/>
                  <a:pt x="1168" y="256"/>
                  <a:pt x="1168" y="256"/>
                </a:cubicBezTo>
                <a:cubicBezTo>
                  <a:pt x="1168" y="259"/>
                  <a:pt x="1170" y="261"/>
                  <a:pt x="1173" y="261"/>
                </a:cubicBezTo>
                <a:cubicBezTo>
                  <a:pt x="1174" y="261"/>
                  <a:pt x="1176" y="260"/>
                  <a:pt x="1177" y="259"/>
                </a:cubicBezTo>
                <a:cubicBezTo>
                  <a:pt x="1178" y="258"/>
                  <a:pt x="1179" y="257"/>
                  <a:pt x="1180" y="256"/>
                </a:cubicBezTo>
                <a:cubicBezTo>
                  <a:pt x="1179" y="255"/>
                  <a:pt x="1179" y="255"/>
                  <a:pt x="1179" y="255"/>
                </a:cubicBezTo>
                <a:cubicBezTo>
                  <a:pt x="1178" y="256"/>
                  <a:pt x="1177" y="256"/>
                  <a:pt x="1176" y="256"/>
                </a:cubicBezTo>
                <a:cubicBezTo>
                  <a:pt x="1175" y="256"/>
                  <a:pt x="1175" y="256"/>
                  <a:pt x="1175" y="255"/>
                </a:cubicBezTo>
                <a:cubicBezTo>
                  <a:pt x="1175" y="254"/>
                  <a:pt x="1175" y="254"/>
                  <a:pt x="1175" y="254"/>
                </a:cubicBezTo>
                <a:close/>
                <a:moveTo>
                  <a:pt x="1172" y="225"/>
                </a:moveTo>
                <a:cubicBezTo>
                  <a:pt x="1169" y="250"/>
                  <a:pt x="1169" y="250"/>
                  <a:pt x="1169" y="250"/>
                </a:cubicBezTo>
                <a:cubicBezTo>
                  <a:pt x="1168" y="252"/>
                  <a:pt x="1166" y="253"/>
                  <a:pt x="1164" y="254"/>
                </a:cubicBezTo>
                <a:cubicBezTo>
                  <a:pt x="1163" y="256"/>
                  <a:pt x="1161" y="256"/>
                  <a:pt x="1159" y="256"/>
                </a:cubicBezTo>
                <a:cubicBezTo>
                  <a:pt x="1157" y="256"/>
                  <a:pt x="1155" y="255"/>
                  <a:pt x="1154" y="253"/>
                </a:cubicBezTo>
                <a:cubicBezTo>
                  <a:pt x="1153" y="252"/>
                  <a:pt x="1153" y="249"/>
                  <a:pt x="1153" y="246"/>
                </a:cubicBezTo>
                <a:cubicBezTo>
                  <a:pt x="1153" y="242"/>
                  <a:pt x="1153" y="239"/>
                  <a:pt x="1154" y="236"/>
                </a:cubicBezTo>
                <a:cubicBezTo>
                  <a:pt x="1155" y="232"/>
                  <a:pt x="1157" y="230"/>
                  <a:pt x="1159" y="227"/>
                </a:cubicBezTo>
                <a:cubicBezTo>
                  <a:pt x="1161" y="225"/>
                  <a:pt x="1164" y="224"/>
                  <a:pt x="1167" y="224"/>
                </a:cubicBezTo>
                <a:cubicBezTo>
                  <a:pt x="1169" y="224"/>
                  <a:pt x="1171" y="224"/>
                  <a:pt x="1172" y="225"/>
                </a:cubicBezTo>
                <a:close/>
                <a:moveTo>
                  <a:pt x="1198" y="254"/>
                </a:moveTo>
                <a:cubicBezTo>
                  <a:pt x="1202" y="221"/>
                  <a:pt x="1202" y="221"/>
                  <a:pt x="1202" y="221"/>
                </a:cubicBezTo>
                <a:cubicBezTo>
                  <a:pt x="1201" y="220"/>
                  <a:pt x="1201" y="220"/>
                  <a:pt x="1201" y="220"/>
                </a:cubicBezTo>
                <a:cubicBezTo>
                  <a:pt x="1191" y="222"/>
                  <a:pt x="1191" y="222"/>
                  <a:pt x="1191" y="222"/>
                </a:cubicBezTo>
                <a:cubicBezTo>
                  <a:pt x="1190" y="224"/>
                  <a:pt x="1190" y="224"/>
                  <a:pt x="1190" y="224"/>
                </a:cubicBezTo>
                <a:cubicBezTo>
                  <a:pt x="1195" y="226"/>
                  <a:pt x="1195" y="226"/>
                  <a:pt x="1195" y="226"/>
                </a:cubicBezTo>
                <a:cubicBezTo>
                  <a:pt x="1194" y="233"/>
                  <a:pt x="1193" y="239"/>
                  <a:pt x="1192" y="243"/>
                </a:cubicBezTo>
                <a:cubicBezTo>
                  <a:pt x="1191" y="251"/>
                  <a:pt x="1191" y="255"/>
                  <a:pt x="1191" y="256"/>
                </a:cubicBezTo>
                <a:cubicBezTo>
                  <a:pt x="1190" y="258"/>
                  <a:pt x="1191" y="259"/>
                  <a:pt x="1192" y="260"/>
                </a:cubicBezTo>
                <a:cubicBezTo>
                  <a:pt x="1192" y="260"/>
                  <a:pt x="1194" y="261"/>
                  <a:pt x="1195" y="261"/>
                </a:cubicBezTo>
                <a:cubicBezTo>
                  <a:pt x="1197" y="261"/>
                  <a:pt x="1199" y="260"/>
                  <a:pt x="1200" y="259"/>
                </a:cubicBezTo>
                <a:cubicBezTo>
                  <a:pt x="1202" y="258"/>
                  <a:pt x="1203" y="257"/>
                  <a:pt x="1203" y="256"/>
                </a:cubicBezTo>
                <a:cubicBezTo>
                  <a:pt x="1202" y="254"/>
                  <a:pt x="1202" y="254"/>
                  <a:pt x="1202" y="254"/>
                </a:cubicBezTo>
                <a:cubicBezTo>
                  <a:pt x="1202" y="255"/>
                  <a:pt x="1201" y="256"/>
                  <a:pt x="1200" y="256"/>
                </a:cubicBezTo>
                <a:cubicBezTo>
                  <a:pt x="1200" y="256"/>
                  <a:pt x="1199" y="256"/>
                  <a:pt x="1199" y="256"/>
                </a:cubicBezTo>
                <a:cubicBezTo>
                  <a:pt x="1198" y="256"/>
                  <a:pt x="1198" y="256"/>
                  <a:pt x="1198" y="256"/>
                </a:cubicBezTo>
                <a:cubicBezTo>
                  <a:pt x="1198" y="256"/>
                  <a:pt x="1198" y="255"/>
                  <a:pt x="1198" y="255"/>
                </a:cubicBezTo>
                <a:lnTo>
                  <a:pt x="1198" y="254"/>
                </a:lnTo>
                <a:close/>
                <a:moveTo>
                  <a:pt x="1200" y="213"/>
                </a:moveTo>
                <a:cubicBezTo>
                  <a:pt x="1201" y="213"/>
                  <a:pt x="1202" y="212"/>
                  <a:pt x="1203" y="211"/>
                </a:cubicBezTo>
                <a:cubicBezTo>
                  <a:pt x="1204" y="210"/>
                  <a:pt x="1205" y="209"/>
                  <a:pt x="1205" y="207"/>
                </a:cubicBezTo>
                <a:cubicBezTo>
                  <a:pt x="1205" y="206"/>
                  <a:pt x="1204" y="206"/>
                  <a:pt x="1204" y="205"/>
                </a:cubicBezTo>
                <a:cubicBezTo>
                  <a:pt x="1203" y="204"/>
                  <a:pt x="1202" y="204"/>
                  <a:pt x="1201" y="204"/>
                </a:cubicBezTo>
                <a:cubicBezTo>
                  <a:pt x="1200" y="204"/>
                  <a:pt x="1198" y="204"/>
                  <a:pt x="1198" y="205"/>
                </a:cubicBezTo>
                <a:cubicBezTo>
                  <a:pt x="1197" y="206"/>
                  <a:pt x="1196" y="207"/>
                  <a:pt x="1196" y="209"/>
                </a:cubicBezTo>
                <a:cubicBezTo>
                  <a:pt x="1196" y="210"/>
                  <a:pt x="1197" y="211"/>
                  <a:pt x="1197" y="212"/>
                </a:cubicBezTo>
                <a:cubicBezTo>
                  <a:pt x="1198" y="212"/>
                  <a:pt x="1199" y="213"/>
                  <a:pt x="1200" y="213"/>
                </a:cubicBezTo>
                <a:close/>
                <a:moveTo>
                  <a:pt x="1237" y="228"/>
                </a:moveTo>
                <a:cubicBezTo>
                  <a:pt x="1238" y="229"/>
                  <a:pt x="1238" y="229"/>
                  <a:pt x="1238" y="229"/>
                </a:cubicBezTo>
                <a:cubicBezTo>
                  <a:pt x="1240" y="222"/>
                  <a:pt x="1240" y="222"/>
                  <a:pt x="1240" y="222"/>
                </a:cubicBezTo>
                <a:cubicBezTo>
                  <a:pt x="1239" y="221"/>
                  <a:pt x="1238" y="221"/>
                  <a:pt x="1237" y="221"/>
                </a:cubicBezTo>
                <a:cubicBezTo>
                  <a:pt x="1235" y="220"/>
                  <a:pt x="1234" y="220"/>
                  <a:pt x="1232" y="220"/>
                </a:cubicBezTo>
                <a:cubicBezTo>
                  <a:pt x="1228" y="220"/>
                  <a:pt x="1224" y="221"/>
                  <a:pt x="1221" y="224"/>
                </a:cubicBezTo>
                <a:cubicBezTo>
                  <a:pt x="1218" y="227"/>
                  <a:pt x="1216" y="230"/>
                  <a:pt x="1214" y="234"/>
                </a:cubicBezTo>
                <a:cubicBezTo>
                  <a:pt x="1213" y="237"/>
                  <a:pt x="1212" y="241"/>
                  <a:pt x="1212" y="245"/>
                </a:cubicBezTo>
                <a:cubicBezTo>
                  <a:pt x="1212" y="250"/>
                  <a:pt x="1213" y="254"/>
                  <a:pt x="1215" y="257"/>
                </a:cubicBezTo>
                <a:cubicBezTo>
                  <a:pt x="1217" y="259"/>
                  <a:pt x="1220" y="261"/>
                  <a:pt x="1224" y="261"/>
                </a:cubicBezTo>
                <a:cubicBezTo>
                  <a:pt x="1227" y="261"/>
                  <a:pt x="1230" y="260"/>
                  <a:pt x="1232" y="259"/>
                </a:cubicBezTo>
                <a:cubicBezTo>
                  <a:pt x="1235" y="257"/>
                  <a:pt x="1236" y="256"/>
                  <a:pt x="1238" y="254"/>
                </a:cubicBezTo>
                <a:cubicBezTo>
                  <a:pt x="1236" y="252"/>
                  <a:pt x="1236" y="252"/>
                  <a:pt x="1236" y="252"/>
                </a:cubicBezTo>
                <a:cubicBezTo>
                  <a:pt x="1235" y="253"/>
                  <a:pt x="1233" y="254"/>
                  <a:pt x="1232" y="255"/>
                </a:cubicBezTo>
                <a:cubicBezTo>
                  <a:pt x="1230" y="256"/>
                  <a:pt x="1229" y="256"/>
                  <a:pt x="1227" y="256"/>
                </a:cubicBezTo>
                <a:cubicBezTo>
                  <a:pt x="1224" y="256"/>
                  <a:pt x="1222" y="255"/>
                  <a:pt x="1221" y="253"/>
                </a:cubicBezTo>
                <a:cubicBezTo>
                  <a:pt x="1220" y="251"/>
                  <a:pt x="1219" y="248"/>
                  <a:pt x="1219" y="244"/>
                </a:cubicBezTo>
                <a:cubicBezTo>
                  <a:pt x="1219" y="240"/>
                  <a:pt x="1219" y="237"/>
                  <a:pt x="1221" y="234"/>
                </a:cubicBezTo>
                <a:cubicBezTo>
                  <a:pt x="1222" y="231"/>
                  <a:pt x="1223" y="229"/>
                  <a:pt x="1225" y="227"/>
                </a:cubicBezTo>
                <a:cubicBezTo>
                  <a:pt x="1227" y="225"/>
                  <a:pt x="1229" y="225"/>
                  <a:pt x="1231" y="225"/>
                </a:cubicBezTo>
                <a:cubicBezTo>
                  <a:pt x="1232" y="225"/>
                  <a:pt x="1235" y="226"/>
                  <a:pt x="1237" y="228"/>
                </a:cubicBezTo>
                <a:close/>
                <a:moveTo>
                  <a:pt x="1255" y="254"/>
                </a:moveTo>
                <a:cubicBezTo>
                  <a:pt x="1260" y="221"/>
                  <a:pt x="1260" y="221"/>
                  <a:pt x="1260" y="221"/>
                </a:cubicBezTo>
                <a:cubicBezTo>
                  <a:pt x="1259" y="220"/>
                  <a:pt x="1259" y="220"/>
                  <a:pt x="1259" y="220"/>
                </a:cubicBezTo>
                <a:cubicBezTo>
                  <a:pt x="1249" y="222"/>
                  <a:pt x="1249" y="222"/>
                  <a:pt x="1249" y="222"/>
                </a:cubicBezTo>
                <a:cubicBezTo>
                  <a:pt x="1248" y="224"/>
                  <a:pt x="1248" y="224"/>
                  <a:pt x="1248" y="224"/>
                </a:cubicBezTo>
                <a:cubicBezTo>
                  <a:pt x="1253" y="226"/>
                  <a:pt x="1253" y="226"/>
                  <a:pt x="1253" y="226"/>
                </a:cubicBezTo>
                <a:cubicBezTo>
                  <a:pt x="1252" y="233"/>
                  <a:pt x="1251" y="239"/>
                  <a:pt x="1250" y="243"/>
                </a:cubicBezTo>
                <a:cubicBezTo>
                  <a:pt x="1249" y="251"/>
                  <a:pt x="1248" y="255"/>
                  <a:pt x="1248" y="256"/>
                </a:cubicBezTo>
                <a:cubicBezTo>
                  <a:pt x="1248" y="258"/>
                  <a:pt x="1249" y="259"/>
                  <a:pt x="1249" y="260"/>
                </a:cubicBezTo>
                <a:cubicBezTo>
                  <a:pt x="1250" y="260"/>
                  <a:pt x="1251" y="261"/>
                  <a:pt x="1253" y="261"/>
                </a:cubicBezTo>
                <a:cubicBezTo>
                  <a:pt x="1255" y="261"/>
                  <a:pt x="1256" y="260"/>
                  <a:pt x="1258" y="259"/>
                </a:cubicBezTo>
                <a:cubicBezTo>
                  <a:pt x="1259" y="258"/>
                  <a:pt x="1260" y="257"/>
                  <a:pt x="1261" y="256"/>
                </a:cubicBezTo>
                <a:cubicBezTo>
                  <a:pt x="1260" y="254"/>
                  <a:pt x="1260" y="254"/>
                  <a:pt x="1260" y="254"/>
                </a:cubicBezTo>
                <a:cubicBezTo>
                  <a:pt x="1259" y="255"/>
                  <a:pt x="1259" y="256"/>
                  <a:pt x="1258" y="256"/>
                </a:cubicBezTo>
                <a:cubicBezTo>
                  <a:pt x="1258" y="256"/>
                  <a:pt x="1257" y="256"/>
                  <a:pt x="1256" y="256"/>
                </a:cubicBezTo>
                <a:cubicBezTo>
                  <a:pt x="1256" y="256"/>
                  <a:pt x="1256" y="256"/>
                  <a:pt x="1256" y="256"/>
                </a:cubicBezTo>
                <a:cubicBezTo>
                  <a:pt x="1255" y="256"/>
                  <a:pt x="1255" y="255"/>
                  <a:pt x="1255" y="255"/>
                </a:cubicBezTo>
                <a:lnTo>
                  <a:pt x="1255" y="254"/>
                </a:lnTo>
                <a:close/>
                <a:moveTo>
                  <a:pt x="1258" y="213"/>
                </a:moveTo>
                <a:cubicBezTo>
                  <a:pt x="1259" y="213"/>
                  <a:pt x="1260" y="212"/>
                  <a:pt x="1261" y="211"/>
                </a:cubicBezTo>
                <a:cubicBezTo>
                  <a:pt x="1262" y="210"/>
                  <a:pt x="1262" y="209"/>
                  <a:pt x="1262" y="207"/>
                </a:cubicBezTo>
                <a:cubicBezTo>
                  <a:pt x="1262" y="206"/>
                  <a:pt x="1262" y="206"/>
                  <a:pt x="1261" y="205"/>
                </a:cubicBezTo>
                <a:cubicBezTo>
                  <a:pt x="1261" y="204"/>
                  <a:pt x="1260" y="204"/>
                  <a:pt x="1259" y="204"/>
                </a:cubicBezTo>
                <a:cubicBezTo>
                  <a:pt x="1257" y="204"/>
                  <a:pt x="1256" y="204"/>
                  <a:pt x="1255" y="205"/>
                </a:cubicBezTo>
                <a:cubicBezTo>
                  <a:pt x="1254" y="206"/>
                  <a:pt x="1254" y="207"/>
                  <a:pt x="1254" y="209"/>
                </a:cubicBezTo>
                <a:cubicBezTo>
                  <a:pt x="1254" y="210"/>
                  <a:pt x="1254" y="211"/>
                  <a:pt x="1255" y="212"/>
                </a:cubicBezTo>
                <a:cubicBezTo>
                  <a:pt x="1256" y="212"/>
                  <a:pt x="1257" y="213"/>
                  <a:pt x="1258" y="213"/>
                </a:cubicBezTo>
                <a:close/>
                <a:moveTo>
                  <a:pt x="1282" y="229"/>
                </a:moveTo>
                <a:cubicBezTo>
                  <a:pt x="1283" y="221"/>
                  <a:pt x="1283" y="221"/>
                  <a:pt x="1283" y="221"/>
                </a:cubicBezTo>
                <a:cubicBezTo>
                  <a:pt x="1281" y="220"/>
                  <a:pt x="1281" y="220"/>
                  <a:pt x="1281" y="220"/>
                </a:cubicBezTo>
                <a:cubicBezTo>
                  <a:pt x="1273" y="222"/>
                  <a:pt x="1273" y="222"/>
                  <a:pt x="1273" y="222"/>
                </a:cubicBezTo>
                <a:cubicBezTo>
                  <a:pt x="1272" y="224"/>
                  <a:pt x="1272" y="224"/>
                  <a:pt x="1272" y="224"/>
                </a:cubicBezTo>
                <a:cubicBezTo>
                  <a:pt x="1275" y="226"/>
                  <a:pt x="1275" y="226"/>
                  <a:pt x="1275" y="226"/>
                </a:cubicBezTo>
                <a:cubicBezTo>
                  <a:pt x="1271" y="260"/>
                  <a:pt x="1271" y="260"/>
                  <a:pt x="1271" y="260"/>
                </a:cubicBezTo>
                <a:cubicBezTo>
                  <a:pt x="1278" y="260"/>
                  <a:pt x="1278" y="260"/>
                  <a:pt x="1278" y="260"/>
                </a:cubicBezTo>
                <a:cubicBezTo>
                  <a:pt x="1281" y="235"/>
                  <a:pt x="1281" y="235"/>
                  <a:pt x="1281" y="235"/>
                </a:cubicBezTo>
                <a:cubicBezTo>
                  <a:pt x="1283" y="232"/>
                  <a:pt x="1285" y="230"/>
                  <a:pt x="1287" y="228"/>
                </a:cubicBezTo>
                <a:cubicBezTo>
                  <a:pt x="1289" y="226"/>
                  <a:pt x="1291" y="225"/>
                  <a:pt x="1293" y="225"/>
                </a:cubicBezTo>
                <a:cubicBezTo>
                  <a:pt x="1295" y="225"/>
                  <a:pt x="1296" y="226"/>
                  <a:pt x="1297" y="226"/>
                </a:cubicBezTo>
                <a:cubicBezTo>
                  <a:pt x="1297" y="227"/>
                  <a:pt x="1298" y="229"/>
                  <a:pt x="1298" y="231"/>
                </a:cubicBezTo>
                <a:cubicBezTo>
                  <a:pt x="1298" y="233"/>
                  <a:pt x="1297" y="234"/>
                  <a:pt x="1297" y="236"/>
                </a:cubicBezTo>
                <a:cubicBezTo>
                  <a:pt x="1297" y="238"/>
                  <a:pt x="1297" y="240"/>
                  <a:pt x="1296" y="243"/>
                </a:cubicBezTo>
                <a:cubicBezTo>
                  <a:pt x="1296" y="245"/>
                  <a:pt x="1296" y="245"/>
                  <a:pt x="1296" y="245"/>
                </a:cubicBezTo>
                <a:cubicBezTo>
                  <a:pt x="1295" y="248"/>
                  <a:pt x="1295" y="248"/>
                  <a:pt x="1295" y="248"/>
                </a:cubicBezTo>
                <a:cubicBezTo>
                  <a:pt x="1294" y="252"/>
                  <a:pt x="1294" y="255"/>
                  <a:pt x="1294" y="256"/>
                </a:cubicBezTo>
                <a:cubicBezTo>
                  <a:pt x="1294" y="259"/>
                  <a:pt x="1295" y="261"/>
                  <a:pt x="1298" y="261"/>
                </a:cubicBezTo>
                <a:cubicBezTo>
                  <a:pt x="1300" y="261"/>
                  <a:pt x="1301" y="260"/>
                  <a:pt x="1302" y="260"/>
                </a:cubicBezTo>
                <a:cubicBezTo>
                  <a:pt x="1303" y="259"/>
                  <a:pt x="1304" y="259"/>
                  <a:pt x="1305" y="258"/>
                </a:cubicBezTo>
                <a:cubicBezTo>
                  <a:pt x="1305" y="258"/>
                  <a:pt x="1306" y="257"/>
                  <a:pt x="1306" y="257"/>
                </a:cubicBezTo>
                <a:cubicBezTo>
                  <a:pt x="1305" y="255"/>
                  <a:pt x="1305" y="255"/>
                  <a:pt x="1305" y="255"/>
                </a:cubicBezTo>
                <a:cubicBezTo>
                  <a:pt x="1304" y="256"/>
                  <a:pt x="1303" y="256"/>
                  <a:pt x="1302" y="256"/>
                </a:cubicBezTo>
                <a:cubicBezTo>
                  <a:pt x="1301" y="256"/>
                  <a:pt x="1301" y="256"/>
                  <a:pt x="1301" y="255"/>
                </a:cubicBezTo>
                <a:cubicBezTo>
                  <a:pt x="1301" y="253"/>
                  <a:pt x="1301" y="250"/>
                  <a:pt x="1302" y="246"/>
                </a:cubicBezTo>
                <a:cubicBezTo>
                  <a:pt x="1303" y="243"/>
                  <a:pt x="1303" y="243"/>
                  <a:pt x="1303" y="243"/>
                </a:cubicBezTo>
                <a:cubicBezTo>
                  <a:pt x="1303" y="241"/>
                  <a:pt x="1303" y="241"/>
                  <a:pt x="1303" y="241"/>
                </a:cubicBezTo>
                <a:cubicBezTo>
                  <a:pt x="1304" y="236"/>
                  <a:pt x="1305" y="232"/>
                  <a:pt x="1305" y="230"/>
                </a:cubicBezTo>
                <a:cubicBezTo>
                  <a:pt x="1305" y="227"/>
                  <a:pt x="1304" y="224"/>
                  <a:pt x="1302" y="223"/>
                </a:cubicBezTo>
                <a:cubicBezTo>
                  <a:pt x="1301" y="221"/>
                  <a:pt x="1299" y="220"/>
                  <a:pt x="1296" y="220"/>
                </a:cubicBezTo>
                <a:cubicBezTo>
                  <a:pt x="1294" y="220"/>
                  <a:pt x="1291" y="221"/>
                  <a:pt x="1289" y="223"/>
                </a:cubicBezTo>
                <a:cubicBezTo>
                  <a:pt x="1286" y="224"/>
                  <a:pt x="1284" y="227"/>
                  <a:pt x="1282" y="229"/>
                </a:cubicBezTo>
                <a:close/>
                <a:moveTo>
                  <a:pt x="1342" y="253"/>
                </a:moveTo>
                <a:cubicBezTo>
                  <a:pt x="1340" y="251"/>
                  <a:pt x="1340" y="251"/>
                  <a:pt x="1340" y="251"/>
                </a:cubicBezTo>
                <a:cubicBezTo>
                  <a:pt x="1339" y="253"/>
                  <a:pt x="1337" y="254"/>
                  <a:pt x="1335" y="255"/>
                </a:cubicBezTo>
                <a:cubicBezTo>
                  <a:pt x="1333" y="256"/>
                  <a:pt x="1331" y="256"/>
                  <a:pt x="1329" y="256"/>
                </a:cubicBezTo>
                <a:cubicBezTo>
                  <a:pt x="1326" y="256"/>
                  <a:pt x="1323" y="255"/>
                  <a:pt x="1322" y="253"/>
                </a:cubicBezTo>
                <a:cubicBezTo>
                  <a:pt x="1321" y="250"/>
                  <a:pt x="1320" y="247"/>
                  <a:pt x="1320" y="244"/>
                </a:cubicBezTo>
                <a:cubicBezTo>
                  <a:pt x="1323" y="244"/>
                  <a:pt x="1327" y="244"/>
                  <a:pt x="1330" y="242"/>
                </a:cubicBezTo>
                <a:cubicBezTo>
                  <a:pt x="1334" y="241"/>
                  <a:pt x="1337" y="240"/>
                  <a:pt x="1340" y="237"/>
                </a:cubicBezTo>
                <a:cubicBezTo>
                  <a:pt x="1342" y="235"/>
                  <a:pt x="1344" y="232"/>
                  <a:pt x="1344" y="229"/>
                </a:cubicBezTo>
                <a:cubicBezTo>
                  <a:pt x="1344" y="226"/>
                  <a:pt x="1343" y="224"/>
                  <a:pt x="1341" y="223"/>
                </a:cubicBezTo>
                <a:cubicBezTo>
                  <a:pt x="1340" y="221"/>
                  <a:pt x="1337" y="220"/>
                  <a:pt x="1334" y="220"/>
                </a:cubicBezTo>
                <a:cubicBezTo>
                  <a:pt x="1330" y="220"/>
                  <a:pt x="1326" y="221"/>
                  <a:pt x="1323" y="224"/>
                </a:cubicBezTo>
                <a:cubicBezTo>
                  <a:pt x="1320" y="226"/>
                  <a:pt x="1318" y="229"/>
                  <a:pt x="1316" y="233"/>
                </a:cubicBezTo>
                <a:cubicBezTo>
                  <a:pt x="1314" y="237"/>
                  <a:pt x="1313" y="241"/>
                  <a:pt x="1313" y="246"/>
                </a:cubicBezTo>
                <a:cubicBezTo>
                  <a:pt x="1313" y="248"/>
                  <a:pt x="1314" y="251"/>
                  <a:pt x="1315" y="253"/>
                </a:cubicBezTo>
                <a:cubicBezTo>
                  <a:pt x="1316" y="255"/>
                  <a:pt x="1317" y="257"/>
                  <a:pt x="1319" y="259"/>
                </a:cubicBezTo>
                <a:cubicBezTo>
                  <a:pt x="1321" y="260"/>
                  <a:pt x="1324" y="261"/>
                  <a:pt x="1327" y="261"/>
                </a:cubicBezTo>
                <a:cubicBezTo>
                  <a:pt x="1330" y="261"/>
                  <a:pt x="1333" y="260"/>
                  <a:pt x="1336" y="258"/>
                </a:cubicBezTo>
                <a:cubicBezTo>
                  <a:pt x="1339" y="257"/>
                  <a:pt x="1341" y="255"/>
                  <a:pt x="1342" y="253"/>
                </a:cubicBezTo>
                <a:close/>
                <a:moveTo>
                  <a:pt x="1332" y="224"/>
                </a:moveTo>
                <a:cubicBezTo>
                  <a:pt x="1334" y="224"/>
                  <a:pt x="1335" y="224"/>
                  <a:pt x="1336" y="225"/>
                </a:cubicBezTo>
                <a:cubicBezTo>
                  <a:pt x="1337" y="226"/>
                  <a:pt x="1337" y="228"/>
                  <a:pt x="1337" y="229"/>
                </a:cubicBezTo>
                <a:cubicBezTo>
                  <a:pt x="1337" y="232"/>
                  <a:pt x="1336" y="234"/>
                  <a:pt x="1334" y="235"/>
                </a:cubicBezTo>
                <a:cubicBezTo>
                  <a:pt x="1333" y="237"/>
                  <a:pt x="1331" y="238"/>
                  <a:pt x="1328" y="239"/>
                </a:cubicBezTo>
                <a:cubicBezTo>
                  <a:pt x="1325" y="240"/>
                  <a:pt x="1323" y="241"/>
                  <a:pt x="1321" y="241"/>
                </a:cubicBezTo>
                <a:cubicBezTo>
                  <a:pt x="1321" y="238"/>
                  <a:pt x="1321" y="236"/>
                  <a:pt x="1322" y="233"/>
                </a:cubicBezTo>
                <a:cubicBezTo>
                  <a:pt x="1323" y="230"/>
                  <a:pt x="1325" y="228"/>
                  <a:pt x="1326" y="226"/>
                </a:cubicBezTo>
                <a:cubicBezTo>
                  <a:pt x="1328" y="225"/>
                  <a:pt x="1330" y="224"/>
                  <a:pt x="1332" y="224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CDC6D9-F914-4BC3-A3B1-B7B9EBC8E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1097724"/>
            <a:ext cx="7200900" cy="697312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612CE87-21AB-4B74-A011-BD24041C27F6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95301" y="2265077"/>
            <a:ext cx="1960563" cy="2332642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>
                <a:solidFill>
                  <a:schemeClr val="tx2"/>
                </a:solidFill>
              </a:defRPr>
            </a:lvl1pPr>
            <a:lvl2pPr marL="228594" indent="-228594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>
                <a:solidFill>
                  <a:schemeClr val="tx2"/>
                </a:solidFill>
              </a:defRPr>
            </a:lvl2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_Tab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3B62C-E0F4-476C-9F33-56ADD76CE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780C9-51F9-4B65-8BB7-2937D7242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112839"/>
            <a:ext cx="3611880" cy="3496439"/>
          </a:xfrm>
        </p:spPr>
        <p:txBody>
          <a:bodyPr/>
          <a:lstStyle>
            <a:lvl1pPr marL="173034" indent="-173034">
              <a:lnSpc>
                <a:spcPct val="100000"/>
              </a:lnSpc>
              <a:spcBef>
                <a:spcPts val="300"/>
              </a:spcBef>
              <a:buNone/>
              <a:defRPr sz="1200"/>
            </a:lvl1pPr>
            <a:lvl2pPr marL="344480" indent="-171446">
              <a:lnSpc>
                <a:spcPct val="100000"/>
              </a:lnSpc>
              <a:spcBef>
                <a:spcPts val="300"/>
              </a:spcBef>
              <a:buNone/>
              <a:defRPr sz="1100"/>
            </a:lvl2pPr>
            <a:lvl3pPr marL="517512" indent="-173034">
              <a:lnSpc>
                <a:spcPct val="100000"/>
              </a:lnSpc>
              <a:spcBef>
                <a:spcPts val="300"/>
              </a:spcBef>
              <a:buNone/>
              <a:defRPr sz="1000"/>
            </a:lvl3pPr>
            <a:lvl4pPr marL="690546" indent="-173034">
              <a:lnSpc>
                <a:spcPct val="100000"/>
              </a:lnSpc>
              <a:spcBef>
                <a:spcPts val="300"/>
              </a:spcBef>
              <a:buNone/>
              <a:defRPr sz="900"/>
            </a:lvl4pPr>
            <a:lvl5pPr marL="854054" indent="-163509">
              <a:lnSpc>
                <a:spcPct val="100000"/>
              </a:lnSpc>
              <a:spcBef>
                <a:spcPts val="300"/>
              </a:spcBef>
              <a:buNone/>
              <a:defRPr sz="800"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DE2E9-D580-4DB4-855D-9DE31478F6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636A1DB-EA2D-4A7E-BF0D-8FECFA0D1CEB}" type="slidenum">
              <a:t>‹#›</a:t>
            </a:fld>
            <a:endParaRPr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7CECDB5-813F-44A7-A308-C2E59BAB215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445295" y="1112839"/>
            <a:ext cx="3611880" cy="3496439"/>
          </a:xfrm>
        </p:spPr>
        <p:txBody>
          <a:bodyPr/>
          <a:lstStyle>
            <a:lvl1pPr marL="173034" indent="-173034">
              <a:lnSpc>
                <a:spcPct val="100000"/>
              </a:lnSpc>
              <a:spcBef>
                <a:spcPts val="300"/>
              </a:spcBef>
              <a:buNone/>
              <a:defRPr sz="1200"/>
            </a:lvl1pPr>
            <a:lvl2pPr marL="344480" indent="-171446">
              <a:lnSpc>
                <a:spcPct val="100000"/>
              </a:lnSpc>
              <a:spcBef>
                <a:spcPts val="300"/>
              </a:spcBef>
              <a:buNone/>
              <a:defRPr sz="1100"/>
            </a:lvl2pPr>
            <a:lvl3pPr marL="517512" indent="-173034">
              <a:lnSpc>
                <a:spcPct val="100000"/>
              </a:lnSpc>
              <a:spcBef>
                <a:spcPts val="300"/>
              </a:spcBef>
              <a:buNone/>
              <a:defRPr sz="1000"/>
            </a:lvl3pPr>
            <a:lvl4pPr marL="690546" indent="-173034">
              <a:lnSpc>
                <a:spcPct val="100000"/>
              </a:lnSpc>
              <a:spcBef>
                <a:spcPts val="300"/>
              </a:spcBef>
              <a:buNone/>
              <a:defRPr sz="900"/>
            </a:lvl4pPr>
            <a:lvl5pPr marL="854054" indent="-163509">
              <a:lnSpc>
                <a:spcPct val="100000"/>
              </a:lnSpc>
              <a:spcBef>
                <a:spcPts val="300"/>
              </a:spcBef>
              <a:buNone/>
              <a:defRPr sz="800"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our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02DD5-2A8A-4FB4-95DE-BF581EB9E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2F495-5E94-42B6-BB55-986AE706A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112839"/>
            <a:ext cx="3611880" cy="1630362"/>
          </a:xfrm>
        </p:spPr>
        <p:txBody>
          <a:bodyPr/>
          <a:lstStyle>
            <a:lvl1pPr marL="173034" indent="-173034">
              <a:lnSpc>
                <a:spcPct val="100000"/>
              </a:lnSpc>
              <a:spcBef>
                <a:spcPts val="300"/>
              </a:spcBef>
              <a:buNone/>
              <a:defRPr sz="1200"/>
            </a:lvl1pPr>
            <a:lvl2pPr marL="344480" indent="-171446">
              <a:lnSpc>
                <a:spcPct val="100000"/>
              </a:lnSpc>
              <a:spcBef>
                <a:spcPts val="300"/>
              </a:spcBef>
              <a:buNone/>
              <a:defRPr sz="1100"/>
            </a:lvl2pPr>
            <a:lvl3pPr marL="517512" indent="-173034">
              <a:lnSpc>
                <a:spcPct val="100000"/>
              </a:lnSpc>
              <a:spcBef>
                <a:spcPts val="300"/>
              </a:spcBef>
              <a:buNone/>
              <a:defRPr sz="1000"/>
            </a:lvl3pPr>
            <a:lvl4pPr marL="690546" indent="-173034">
              <a:lnSpc>
                <a:spcPct val="100000"/>
              </a:lnSpc>
              <a:spcBef>
                <a:spcPts val="300"/>
              </a:spcBef>
              <a:buNone/>
              <a:defRPr sz="900"/>
            </a:lvl4pPr>
            <a:lvl5pPr marL="854054" indent="-163509">
              <a:lnSpc>
                <a:spcPct val="100000"/>
              </a:lnSpc>
              <a:spcBef>
                <a:spcPts val="300"/>
              </a:spcBef>
              <a:buNone/>
              <a:defRPr sz="800"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FF995-61C0-47ED-9D8D-28B3CC8281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636A1DB-EA2D-4A7E-BF0D-8FECFA0D1CEB}" type="slidenum">
              <a:t>‹#›</a:t>
            </a:fld>
            <a:endParaRPr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7CECDB5-813F-44A7-A308-C2E59BAB215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800599" y="1112839"/>
            <a:ext cx="3611880" cy="1630362"/>
          </a:xfrm>
        </p:spPr>
        <p:txBody>
          <a:bodyPr/>
          <a:lstStyle>
            <a:lvl1pPr marL="173034" indent="-173034">
              <a:lnSpc>
                <a:spcPct val="100000"/>
              </a:lnSpc>
              <a:spcBef>
                <a:spcPts val="300"/>
              </a:spcBef>
              <a:buNone/>
              <a:defRPr sz="1200"/>
            </a:lvl1pPr>
            <a:lvl2pPr marL="344480" indent="-171446">
              <a:lnSpc>
                <a:spcPct val="100000"/>
              </a:lnSpc>
              <a:spcBef>
                <a:spcPts val="300"/>
              </a:spcBef>
              <a:buNone/>
              <a:defRPr sz="1100"/>
            </a:lvl2pPr>
            <a:lvl3pPr marL="517512" indent="-173034">
              <a:lnSpc>
                <a:spcPct val="100000"/>
              </a:lnSpc>
              <a:spcBef>
                <a:spcPts val="300"/>
              </a:spcBef>
              <a:buNone/>
              <a:defRPr sz="1000"/>
            </a:lvl3pPr>
            <a:lvl4pPr marL="690546" indent="-173034">
              <a:lnSpc>
                <a:spcPct val="100000"/>
              </a:lnSpc>
              <a:spcBef>
                <a:spcPts val="300"/>
              </a:spcBef>
              <a:buNone/>
              <a:defRPr sz="900"/>
            </a:lvl4pPr>
            <a:lvl5pPr marL="854054" indent="-163509">
              <a:lnSpc>
                <a:spcPct val="100000"/>
              </a:lnSpc>
              <a:spcBef>
                <a:spcPts val="300"/>
              </a:spcBef>
              <a:buNone/>
              <a:defRPr sz="800"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ACA3486-D945-4810-86FB-CFE25496D8C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95300" y="2971109"/>
            <a:ext cx="3611880" cy="1630362"/>
          </a:xfrm>
        </p:spPr>
        <p:txBody>
          <a:bodyPr/>
          <a:lstStyle>
            <a:lvl1pPr marL="173034" indent="-173034">
              <a:lnSpc>
                <a:spcPct val="100000"/>
              </a:lnSpc>
              <a:spcBef>
                <a:spcPts val="300"/>
              </a:spcBef>
              <a:buNone/>
              <a:defRPr sz="1200"/>
            </a:lvl1pPr>
            <a:lvl2pPr marL="344480" indent="-171446">
              <a:lnSpc>
                <a:spcPct val="100000"/>
              </a:lnSpc>
              <a:spcBef>
                <a:spcPts val="300"/>
              </a:spcBef>
              <a:buNone/>
              <a:defRPr sz="1100"/>
            </a:lvl2pPr>
            <a:lvl3pPr marL="517512" indent="-173034">
              <a:lnSpc>
                <a:spcPct val="100000"/>
              </a:lnSpc>
              <a:spcBef>
                <a:spcPts val="300"/>
              </a:spcBef>
              <a:buNone/>
              <a:defRPr sz="1000"/>
            </a:lvl3pPr>
            <a:lvl4pPr marL="690546" indent="-173034">
              <a:lnSpc>
                <a:spcPct val="100000"/>
              </a:lnSpc>
              <a:spcBef>
                <a:spcPts val="300"/>
              </a:spcBef>
              <a:buNone/>
              <a:defRPr sz="900"/>
            </a:lvl4pPr>
            <a:lvl5pPr marL="854054" indent="-163509">
              <a:lnSpc>
                <a:spcPct val="100000"/>
              </a:lnSpc>
              <a:spcBef>
                <a:spcPts val="300"/>
              </a:spcBef>
              <a:buNone/>
              <a:defRPr sz="800"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C97F3C2-9B44-4B13-92ED-0E8BB5C6D9D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800599" y="2971109"/>
            <a:ext cx="3611880" cy="1630362"/>
          </a:xfrm>
        </p:spPr>
        <p:txBody>
          <a:bodyPr/>
          <a:lstStyle>
            <a:lvl1pPr marL="173034" indent="-173034">
              <a:lnSpc>
                <a:spcPct val="100000"/>
              </a:lnSpc>
              <a:spcBef>
                <a:spcPts val="300"/>
              </a:spcBef>
              <a:buNone/>
              <a:defRPr sz="1200"/>
            </a:lvl1pPr>
            <a:lvl2pPr marL="344480" indent="-171446">
              <a:lnSpc>
                <a:spcPct val="100000"/>
              </a:lnSpc>
              <a:spcBef>
                <a:spcPts val="300"/>
              </a:spcBef>
              <a:buNone/>
              <a:defRPr sz="1100"/>
            </a:lvl2pPr>
            <a:lvl3pPr marL="517512" indent="-173034">
              <a:lnSpc>
                <a:spcPct val="100000"/>
              </a:lnSpc>
              <a:spcBef>
                <a:spcPts val="300"/>
              </a:spcBef>
              <a:buNone/>
              <a:defRPr sz="1000"/>
            </a:lvl3pPr>
            <a:lvl4pPr marL="690546" indent="-173034">
              <a:lnSpc>
                <a:spcPct val="100000"/>
              </a:lnSpc>
              <a:spcBef>
                <a:spcPts val="300"/>
              </a:spcBef>
              <a:buNone/>
              <a:defRPr sz="900"/>
            </a:lvl4pPr>
            <a:lvl5pPr marL="854054" indent="-163509">
              <a:lnSpc>
                <a:spcPct val="100000"/>
              </a:lnSpc>
              <a:spcBef>
                <a:spcPts val="300"/>
              </a:spcBef>
              <a:buNone/>
              <a:defRPr sz="800"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 w/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527E53A-D5D5-477E-B569-A07974DC097C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8695944" y="0"/>
            <a:ext cx="448056" cy="5143500"/>
          </a:xfrm>
          <a:prstGeom prst="rect">
            <a:avLst/>
          </a:prstGeom>
          <a:solidFill>
            <a:schemeClr val="bg2"/>
          </a:solidFill>
        </p:spPr>
        <p:txBody>
          <a:bodyPr tIns="1005840" anchor="t"/>
          <a:lstStyle>
            <a:lvl1pPr marL="0" indent="0" algn="ctr">
              <a:buNone/>
              <a:defRPr sz="1050"/>
            </a:lvl1pPr>
          </a:lstStyle>
          <a:p>
            <a:r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70E9C4-9484-4883-9BD4-E102E5120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5AF97-7BD8-4561-8188-ADC94E5A75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636A1DB-EA2D-4A7E-BF0D-8FECFA0D1CE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0210DE-E56E-483D-AF48-3945DB4F93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636A1DB-EA2D-4A7E-BF0D-8FECFA0D1CE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eople - Name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7F5536-406C-4BE0-AD39-7E299311B0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D719527-7B7D-4A2D-ABD1-359B6741A748}" type="slidenum">
              <a:t>‹#›</a:t>
            </a:fld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97B057-1AE1-9E4C-F4F0-D3E0CDC07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831D1-F4E9-612C-CF1A-35E99A4632D6}"/>
              </a:ext>
            </a:extLst>
          </p:cNvPr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D7CA18E-2F0D-858F-78F7-851DD6608C98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20353" y="1240371"/>
            <a:ext cx="1720958" cy="3297254"/>
          </a:xfrm>
        </p:spPr>
        <p:txBody>
          <a:bodyPr/>
          <a:lstStyle>
            <a:lvl1pPr>
              <a:lnSpc>
                <a:spcPct val="100000"/>
              </a:lnSpc>
              <a:spcBef>
                <a:spcPts val="1500"/>
              </a:spcBef>
              <a:buNone/>
              <a:defRPr sz="1100" b="1">
                <a:latin typeface="+mj-lt"/>
                <a:ea typeface="+mj-lt"/>
                <a:cs typeface="+mj-lt"/>
              </a:defRPr>
            </a:lvl1pPr>
            <a:lvl2pPr marL="635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sz="900">
                <a:latin typeface="+mn-lt"/>
                <a:ea typeface="+mn-lt"/>
                <a:cs typeface="+mn-lt"/>
              </a:defRPr>
            </a:lvl2pPr>
            <a:lvl3pPr marL="6350" indent="0">
              <a:lnSpc>
                <a:spcPct val="100000"/>
              </a:lnSpc>
              <a:spcBef>
                <a:spcPts val="0"/>
              </a:spcBef>
              <a:buNone/>
              <a:defRPr sz="900">
                <a:latin typeface="+mn-lt"/>
                <a:ea typeface="+mn-lt"/>
                <a:cs typeface="+mn-lt"/>
              </a:defRPr>
            </a:lvl3pPr>
            <a:lvl4pPr marL="6350" indent="0">
              <a:lnSpc>
                <a:spcPct val="100000"/>
              </a:lnSpc>
              <a:spcBef>
                <a:spcPts val="0"/>
              </a:spcBef>
              <a:buNone/>
              <a:defRPr sz="900">
                <a:latin typeface="+mn-lt"/>
                <a:ea typeface="+mn-lt"/>
                <a:cs typeface="+mn-lt"/>
              </a:defRPr>
            </a:lvl4pPr>
            <a:lvl5pPr marL="6350" indent="0">
              <a:lnSpc>
                <a:spcPct val="100000"/>
              </a:lnSpc>
              <a:spcBef>
                <a:spcPts val="0"/>
              </a:spcBef>
              <a:buNone/>
              <a:defRPr sz="900"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Name</a:t>
            </a:r>
          </a:p>
          <a:p>
            <a:pPr lvl="1">
              <a:buNone/>
            </a:pPr>
            <a:r>
              <a:t>Title or Organization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9F1C3809-484F-38AD-658A-91D7AD7DA868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46178" y="1240371"/>
            <a:ext cx="1720958" cy="3297254"/>
          </a:xfrm>
        </p:spPr>
        <p:txBody>
          <a:bodyPr/>
          <a:lstStyle>
            <a:lvl1pPr>
              <a:lnSpc>
                <a:spcPct val="100000"/>
              </a:lnSpc>
              <a:spcBef>
                <a:spcPts val="1500"/>
              </a:spcBef>
              <a:buNone/>
              <a:defRPr sz="1100" b="1">
                <a:latin typeface="+mj-lt"/>
                <a:ea typeface="+mj-lt"/>
                <a:cs typeface="+mj-lt"/>
              </a:defRPr>
            </a:lvl1pPr>
            <a:lvl2pPr marL="635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sz="900">
                <a:latin typeface="+mn-lt"/>
                <a:ea typeface="+mn-lt"/>
                <a:cs typeface="+mn-lt"/>
              </a:defRPr>
            </a:lvl2pPr>
            <a:lvl3pPr marL="6350" indent="0">
              <a:lnSpc>
                <a:spcPct val="100000"/>
              </a:lnSpc>
              <a:spcBef>
                <a:spcPts val="0"/>
              </a:spcBef>
              <a:buNone/>
              <a:defRPr sz="900">
                <a:latin typeface="+mn-lt"/>
                <a:ea typeface="+mn-lt"/>
                <a:cs typeface="+mn-lt"/>
              </a:defRPr>
            </a:lvl3pPr>
            <a:lvl4pPr marL="6350" indent="0">
              <a:lnSpc>
                <a:spcPct val="100000"/>
              </a:lnSpc>
              <a:spcBef>
                <a:spcPts val="0"/>
              </a:spcBef>
              <a:buNone/>
              <a:defRPr sz="900">
                <a:latin typeface="+mn-lt"/>
                <a:ea typeface="+mn-lt"/>
                <a:cs typeface="+mn-lt"/>
              </a:defRPr>
            </a:lvl4pPr>
            <a:lvl5pPr marL="6350" indent="0">
              <a:lnSpc>
                <a:spcPct val="100000"/>
              </a:lnSpc>
              <a:spcBef>
                <a:spcPts val="0"/>
              </a:spcBef>
              <a:buNone/>
              <a:defRPr sz="900"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Name</a:t>
            </a:r>
          </a:p>
          <a:p>
            <a:pPr lvl="1">
              <a:buNone/>
            </a:pPr>
            <a:r>
              <a:t>Title or Organization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D155A4B-801E-9E88-EFCC-32A439A919B7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572001" y="1240371"/>
            <a:ext cx="1720958" cy="3297254"/>
          </a:xfrm>
        </p:spPr>
        <p:txBody>
          <a:bodyPr/>
          <a:lstStyle>
            <a:lvl1pPr>
              <a:lnSpc>
                <a:spcPct val="100000"/>
              </a:lnSpc>
              <a:spcBef>
                <a:spcPts val="1500"/>
              </a:spcBef>
              <a:buNone/>
              <a:defRPr sz="1100" b="1">
                <a:latin typeface="+mj-lt"/>
                <a:ea typeface="+mj-lt"/>
                <a:cs typeface="+mj-lt"/>
              </a:defRPr>
            </a:lvl1pPr>
            <a:lvl2pPr marL="635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sz="900">
                <a:latin typeface="+mn-lt"/>
                <a:ea typeface="+mn-lt"/>
                <a:cs typeface="+mn-lt"/>
              </a:defRPr>
            </a:lvl2pPr>
            <a:lvl3pPr marL="6350" indent="0">
              <a:lnSpc>
                <a:spcPct val="100000"/>
              </a:lnSpc>
              <a:spcBef>
                <a:spcPts val="0"/>
              </a:spcBef>
              <a:buNone/>
              <a:defRPr sz="900">
                <a:latin typeface="+mn-lt"/>
                <a:ea typeface="+mn-lt"/>
                <a:cs typeface="+mn-lt"/>
              </a:defRPr>
            </a:lvl3pPr>
            <a:lvl4pPr marL="6350" indent="0">
              <a:lnSpc>
                <a:spcPct val="100000"/>
              </a:lnSpc>
              <a:spcBef>
                <a:spcPts val="0"/>
              </a:spcBef>
              <a:buNone/>
              <a:defRPr sz="900">
                <a:latin typeface="+mn-lt"/>
                <a:ea typeface="+mn-lt"/>
                <a:cs typeface="+mn-lt"/>
              </a:defRPr>
            </a:lvl4pPr>
            <a:lvl5pPr marL="6350" indent="0">
              <a:lnSpc>
                <a:spcPct val="100000"/>
              </a:lnSpc>
              <a:spcBef>
                <a:spcPts val="0"/>
              </a:spcBef>
              <a:buNone/>
              <a:defRPr sz="900"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Name</a:t>
            </a:r>
          </a:p>
          <a:p>
            <a:pPr lvl="1">
              <a:buNone/>
            </a:pPr>
            <a:r>
              <a:t>Title or Organization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641BB313-1B48-D7FB-09E1-AD3AF9B5D744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928030" y="1975009"/>
            <a:ext cx="1720958" cy="2562615"/>
          </a:xfrm>
        </p:spPr>
        <p:txBody>
          <a:bodyPr/>
          <a:lstStyle>
            <a:lvl1pPr>
              <a:lnSpc>
                <a:spcPct val="100000"/>
              </a:lnSpc>
              <a:spcBef>
                <a:spcPts val="1500"/>
              </a:spcBef>
              <a:buNone/>
              <a:defRPr sz="1100" b="1">
                <a:solidFill>
                  <a:schemeClr val="accent3"/>
                </a:solidFill>
                <a:latin typeface="+mj-lt"/>
                <a:ea typeface="+mj-lt"/>
                <a:cs typeface="+mj-lt"/>
              </a:defRPr>
            </a:lvl1pPr>
            <a:lvl2pPr marL="635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sz="9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2pPr>
            <a:lvl3pPr marL="6350" indent="0">
              <a:lnSpc>
                <a:spcPct val="100000"/>
              </a:lnSpc>
              <a:spcBef>
                <a:spcPts val="0"/>
              </a:spcBef>
              <a:buNone/>
              <a:defRPr sz="900">
                <a:latin typeface="+mn-lt"/>
                <a:ea typeface="+mn-lt"/>
                <a:cs typeface="+mn-lt"/>
              </a:defRPr>
            </a:lvl3pPr>
            <a:lvl4pPr marL="6350" indent="0">
              <a:lnSpc>
                <a:spcPct val="100000"/>
              </a:lnSpc>
              <a:spcBef>
                <a:spcPts val="0"/>
              </a:spcBef>
              <a:buNone/>
              <a:defRPr sz="900">
                <a:latin typeface="+mn-lt"/>
                <a:ea typeface="+mn-lt"/>
                <a:cs typeface="+mn-lt"/>
              </a:defRPr>
            </a:lvl4pPr>
            <a:lvl5pPr marL="6350" indent="0">
              <a:lnSpc>
                <a:spcPct val="100000"/>
              </a:lnSpc>
              <a:spcBef>
                <a:spcPts val="0"/>
              </a:spcBef>
              <a:buNone/>
              <a:defRPr sz="900"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Name</a:t>
            </a:r>
          </a:p>
          <a:p>
            <a:pPr lvl="1">
              <a:buNone/>
            </a:pPr>
            <a:r>
              <a:t>Title or Organization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BCB4CB43-67F1-0EE0-B86E-32E16535471F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928031" y="1284523"/>
            <a:ext cx="1720669" cy="46084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accent3"/>
                </a:solidFill>
                <a:latin typeface="+mj-lt"/>
                <a:ea typeface="+mj-lt"/>
                <a:cs typeface="+mj-lt"/>
              </a:defRPr>
            </a:lvl1pPr>
            <a:lvl2pPr marL="0" indent="0">
              <a:buNone/>
              <a:defRPr sz="1400">
                <a:solidFill>
                  <a:schemeClr val="accent3"/>
                </a:solidFill>
                <a:latin typeface="+mj-lt"/>
                <a:ea typeface="+mj-lt"/>
                <a:cs typeface="+mj-lt"/>
              </a:defRPr>
            </a:lvl2pPr>
            <a:lvl3pPr marL="0" indent="0">
              <a:buNone/>
              <a:defRPr sz="1400">
                <a:solidFill>
                  <a:schemeClr val="accent3"/>
                </a:solidFill>
                <a:latin typeface="+mj-lt"/>
                <a:ea typeface="+mj-lt"/>
                <a:cs typeface="+mj-lt"/>
              </a:defRPr>
            </a:lvl3pPr>
            <a:lvl4pPr marL="0" indent="0">
              <a:buNone/>
              <a:defRPr sz="1400">
                <a:solidFill>
                  <a:schemeClr val="accent3"/>
                </a:solidFill>
                <a:latin typeface="+mj-lt"/>
                <a:ea typeface="+mj-lt"/>
                <a:cs typeface="+mj-lt"/>
              </a:defRPr>
            </a:lvl4pPr>
            <a:lvl5pPr marL="0" indent="0">
              <a:buNone/>
              <a:defRPr sz="1400">
                <a:solidFill>
                  <a:schemeClr val="accent3"/>
                </a:solidFill>
                <a:latin typeface="+mj-lt"/>
                <a:ea typeface="+mj-lt"/>
                <a:cs typeface="+mj-lt"/>
              </a:defRPr>
            </a:lvl5pPr>
            <a:lvl6pPr marL="0" indent="0">
              <a:lnSpc>
                <a:spcPct val="110000"/>
              </a:lnSpc>
              <a:buNone/>
              <a:defRPr sz="1400">
                <a:solidFill>
                  <a:schemeClr val="accent3"/>
                </a:solidFill>
                <a:latin typeface="+mj-lt"/>
                <a:ea typeface="+mj-lt"/>
                <a:cs typeface="+mj-lt"/>
              </a:defRPr>
            </a:lvl6pPr>
            <a:lvl7pPr marL="0" indent="0">
              <a:lnSpc>
                <a:spcPct val="110000"/>
              </a:lnSpc>
              <a:buNone/>
              <a:defRPr sz="1400">
                <a:solidFill>
                  <a:schemeClr val="accent3"/>
                </a:solidFill>
                <a:latin typeface="+mj-lt"/>
                <a:ea typeface="+mj-lt"/>
                <a:cs typeface="+mj-lt"/>
              </a:defRPr>
            </a:lvl7pPr>
            <a:lvl8pPr marL="0" indent="0">
              <a:lnSpc>
                <a:spcPct val="110000"/>
              </a:lnSpc>
              <a:buNone/>
              <a:defRPr sz="1400" b="0">
                <a:solidFill>
                  <a:schemeClr val="accent3"/>
                </a:solidFill>
                <a:latin typeface="+mj-lt"/>
                <a:ea typeface="+mj-lt"/>
                <a:cs typeface="+mj-lt"/>
              </a:defRPr>
            </a:lvl8pPr>
            <a:lvl9pPr marL="0" indent="0">
              <a:lnSpc>
                <a:spcPct val="110000"/>
              </a:lnSpc>
              <a:buNone/>
              <a:defRPr sz="1400" b="0">
                <a:solidFill>
                  <a:schemeClr val="accent3"/>
                </a:solidFill>
                <a:latin typeface="+mj-lt"/>
                <a:ea typeface="+mj-lt"/>
                <a:cs typeface="+mj-lt"/>
              </a:defRPr>
            </a:lvl9pPr>
          </a:lstStyle>
          <a:p>
            <a:pPr lvl="0">
              <a:buNone/>
            </a:pPr>
            <a:r>
              <a:t>Header</a:t>
            </a: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 UN 1001 Clean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4.xml"/><Relationship Id="rId18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67.xml"/><Relationship Id="rId3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62.xml"/><Relationship Id="rId34" Type="http://schemas.openxmlformats.org/officeDocument/2006/relationships/slideLayout" Target="../slideLayouts/slideLayout75.xml"/><Relationship Id="rId7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3.xml"/><Relationship Id="rId17" Type="http://schemas.openxmlformats.org/officeDocument/2006/relationships/slideLayout" Target="../slideLayouts/slideLayout58.xml"/><Relationship Id="rId25" Type="http://schemas.openxmlformats.org/officeDocument/2006/relationships/slideLayout" Target="../slideLayouts/slideLayout66.xml"/><Relationship Id="rId33" Type="http://schemas.openxmlformats.org/officeDocument/2006/relationships/slideLayout" Target="../slideLayouts/slideLayout74.xml"/><Relationship Id="rId2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61.xml"/><Relationship Id="rId29" Type="http://schemas.openxmlformats.org/officeDocument/2006/relationships/slideLayout" Target="../slideLayouts/slideLayout70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24" Type="http://schemas.openxmlformats.org/officeDocument/2006/relationships/slideLayout" Target="../slideLayouts/slideLayout65.xml"/><Relationship Id="rId32" Type="http://schemas.openxmlformats.org/officeDocument/2006/relationships/slideLayout" Target="../slideLayouts/slideLayout73.xml"/><Relationship Id="rId5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56.xml"/><Relationship Id="rId23" Type="http://schemas.openxmlformats.org/officeDocument/2006/relationships/slideLayout" Target="../slideLayouts/slideLayout64.xml"/><Relationship Id="rId28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51.xml"/><Relationship Id="rId19" Type="http://schemas.openxmlformats.org/officeDocument/2006/relationships/slideLayout" Target="../slideLayouts/slideLayout60.xml"/><Relationship Id="rId31" Type="http://schemas.openxmlformats.org/officeDocument/2006/relationships/slideLayout" Target="../slideLayouts/slideLayout72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55.xml"/><Relationship Id="rId22" Type="http://schemas.openxmlformats.org/officeDocument/2006/relationships/slideLayout" Target="../slideLayouts/slideLayout63.xml"/><Relationship Id="rId27" Type="http://schemas.openxmlformats.org/officeDocument/2006/relationships/slideLayout" Target="../slideLayouts/slideLayout68.xml"/><Relationship Id="rId30" Type="http://schemas.openxmlformats.org/officeDocument/2006/relationships/slideLayout" Target="../slideLayouts/slideLayout71.xml"/><Relationship Id="rId35" Type="http://schemas.openxmlformats.org/officeDocument/2006/relationships/theme" Target="../theme/theme4.xml"/><Relationship Id="rId8" Type="http://schemas.openxmlformats.org/officeDocument/2006/relationships/slideLayout" Target="../slideLayouts/slideLayout49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7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980EB09-B9C5-4C7E-8BB9-91BF155310C9}"/>
              </a:ext>
            </a:extLst>
          </p:cNvPr>
          <p:cNvSpPr>
            <a:spLocks noGrp="1"/>
          </p:cNvSpPr>
          <p:nvPr/>
        </p:nvSpPr>
        <p:spPr>
          <a:xfrm>
            <a:off x="13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B208BE-1C91-4B12-8750-DD262B2CE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4952"/>
            <a:ext cx="7543800" cy="1088068"/>
          </a:xfrm>
          <a:prstGeom prst="rect">
            <a:avLst/>
          </a:prstGeom>
        </p:spPr>
        <p:txBody>
          <a:bodyPr vert="horz" lIns="91440" tIns="45720" rIns="91440" bIns="45720" anchor="b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9C4FF3-BF9E-450A-9A88-56F7867F2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>
            <a:normAutofit/>
          </a:bodyPr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61C24-DCDC-4055-A0DF-FBBA318618D6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2039644" y="4835061"/>
            <a:ext cx="2011797" cy="298661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00" b="0">
                <a:solidFill>
                  <a:srgbClr val="0047B0"/>
                </a:solidFill>
              </a:defRPr>
            </a:lvl1pPr>
          </a:lstStyle>
          <a:p>
            <a:fld id="{09B482E8-6E0E-1B4F-B1FD-C69DB9E858D9}" type="datetimeFigureOut">
              <a:t>9/7/26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03770-B946-4FC0-876A-3BF81B64530B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173795" y="4831567"/>
            <a:ext cx="3948259" cy="298661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20" cap="all" baseline="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4DD7E-DED2-405B-B475-2F6900543FC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366760" y="4835061"/>
            <a:ext cx="603042" cy="308439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709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D57F1E4F-1CFF-5643-939E-217C01CDF565}" type="slidenum">
              <a:t>‹#›</a:t>
            </a:fld>
            <a:endParaRPr/>
          </a:p>
        </p:txBody>
      </p:sp>
      <p:pic>
        <p:nvPicPr>
          <p:cNvPr id="17" name="Picture 7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2374" y="4868549"/>
            <a:ext cx="1725549" cy="23168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sldNum="0" hdr="0" ftr="0" dt="0"/>
  <p:txStyles>
    <p:titleStyle>
      <a:lvl1pPr algn="l" defTabSz="617220">
        <a:lnSpc>
          <a:spcPct val="85000"/>
        </a:lnSpc>
        <a:spcBef>
          <a:spcPct val="0"/>
        </a:spcBef>
        <a:buNone/>
        <a:defRPr sz="3240" kern="1200" spc="-34" baseline="0">
          <a:solidFill>
            <a:schemeClr val="tx1">
              <a:lumMod val="75000"/>
              <a:lumOff val="25000"/>
            </a:schemeClr>
          </a:solidFill>
          <a:latin typeface="+mj-lt"/>
          <a:ea typeface="+mj-lt"/>
          <a:cs typeface="+mj-lt"/>
        </a:defRPr>
      </a:lvl1pPr>
    </p:titleStyle>
    <p:bodyStyle>
      <a:lvl1pPr marL="61722" indent="-61722" algn="l" defTabSz="617220">
        <a:lnSpc>
          <a:spcPct val="90000"/>
        </a:lnSpc>
        <a:spcBef>
          <a:spcPts val="810"/>
        </a:spcBef>
        <a:spcAft>
          <a:spcPts val="135"/>
        </a:spcAft>
        <a:buClr>
          <a:schemeClr val="accent1"/>
        </a:buClr>
        <a:buSzPct val="100000"/>
        <a:buFont typeface="Calibri"/>
        <a:buChar char=" 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1pPr>
      <a:lvl2pPr marL="259232" indent="-123444" algn="l" defTabSz="617220">
        <a:lnSpc>
          <a:spcPct val="90000"/>
        </a:lnSpc>
        <a:spcBef>
          <a:spcPts val="135"/>
        </a:spcBef>
        <a:spcAft>
          <a:spcPts val="270"/>
        </a:spcAft>
        <a:buClr>
          <a:schemeClr val="accent1"/>
        </a:buClr>
        <a:buFont typeface="Calibri"/>
        <a:buChar char="◦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2pPr>
      <a:lvl3pPr marL="382676" indent="-123444" algn="l" defTabSz="617220">
        <a:lnSpc>
          <a:spcPct val="90000"/>
        </a:lnSpc>
        <a:spcBef>
          <a:spcPts val="135"/>
        </a:spcBef>
        <a:spcAft>
          <a:spcPts val="270"/>
        </a:spcAft>
        <a:buClr>
          <a:schemeClr val="accent1"/>
        </a:buClr>
        <a:buFont typeface="Calibri"/>
        <a:buChar char="◦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3pPr>
      <a:lvl4pPr marL="506120" indent="-123444" algn="l" defTabSz="617220">
        <a:lnSpc>
          <a:spcPct val="90000"/>
        </a:lnSpc>
        <a:spcBef>
          <a:spcPts val="135"/>
        </a:spcBef>
        <a:spcAft>
          <a:spcPts val="270"/>
        </a:spcAft>
        <a:buClr>
          <a:schemeClr val="accent1"/>
        </a:buClr>
        <a:buFont typeface="Calibri"/>
        <a:buChar char="◦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4pPr>
      <a:lvl5pPr marL="629564" indent="-123444" algn="l" defTabSz="617220">
        <a:lnSpc>
          <a:spcPct val="90000"/>
        </a:lnSpc>
        <a:spcBef>
          <a:spcPts val="135"/>
        </a:spcBef>
        <a:spcAft>
          <a:spcPts val="270"/>
        </a:spcAft>
        <a:buClr>
          <a:schemeClr val="accent1"/>
        </a:buClr>
        <a:buFont typeface="Calibri"/>
        <a:buChar char="◦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5pPr>
      <a:lvl6pPr marL="742500" indent="-154305" algn="l" defTabSz="617220">
        <a:lnSpc>
          <a:spcPct val="90000"/>
        </a:lnSpc>
        <a:spcBef>
          <a:spcPts val="135"/>
        </a:spcBef>
        <a:spcAft>
          <a:spcPts val="270"/>
        </a:spcAft>
        <a:buClr>
          <a:schemeClr val="accent1"/>
        </a:buClr>
        <a:buFont typeface="Calibri"/>
        <a:buChar char="◦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6pPr>
      <a:lvl7pPr marL="877500" indent="-154305" algn="l" defTabSz="617220">
        <a:lnSpc>
          <a:spcPct val="90000"/>
        </a:lnSpc>
        <a:spcBef>
          <a:spcPts val="135"/>
        </a:spcBef>
        <a:spcAft>
          <a:spcPts val="270"/>
        </a:spcAft>
        <a:buClr>
          <a:schemeClr val="accent1"/>
        </a:buClr>
        <a:buFont typeface="Calibri"/>
        <a:buChar char="◦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7pPr>
      <a:lvl8pPr marL="1012500" indent="-154305" algn="l" defTabSz="617220">
        <a:lnSpc>
          <a:spcPct val="90000"/>
        </a:lnSpc>
        <a:spcBef>
          <a:spcPts val="135"/>
        </a:spcBef>
        <a:spcAft>
          <a:spcPts val="270"/>
        </a:spcAft>
        <a:buClr>
          <a:schemeClr val="accent1"/>
        </a:buClr>
        <a:buFont typeface="Calibri"/>
        <a:buChar char="◦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8pPr>
      <a:lvl9pPr marL="1147500" indent="-154305" algn="l" defTabSz="617220">
        <a:lnSpc>
          <a:spcPct val="90000"/>
        </a:lnSpc>
        <a:spcBef>
          <a:spcPts val="135"/>
        </a:spcBef>
        <a:spcAft>
          <a:spcPts val="270"/>
        </a:spcAft>
        <a:buClr>
          <a:schemeClr val="accent1"/>
        </a:buClr>
        <a:buFont typeface="Calibri"/>
        <a:buChar char="◦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9pPr>
    </p:bodyStyle>
    <p:otherStyle>
      <a:lvl1pPr marL="0" algn="l" defTabSz="617220">
        <a:buNone/>
        <a:defRPr sz="1215" kern="1200">
          <a:solidFill>
            <a:schemeClr val="tx1"/>
          </a:solidFill>
          <a:latin typeface="+mn-lt"/>
          <a:ea typeface="+mn-lt"/>
          <a:cs typeface="+mn-lt"/>
        </a:defRPr>
      </a:lvl1pPr>
      <a:lvl2pPr marL="308610" algn="l" defTabSz="617220">
        <a:buNone/>
        <a:defRPr sz="1215" kern="1200">
          <a:solidFill>
            <a:schemeClr val="tx1"/>
          </a:solidFill>
          <a:latin typeface="+mn-lt"/>
          <a:ea typeface="+mn-lt"/>
          <a:cs typeface="+mn-lt"/>
        </a:defRPr>
      </a:lvl2pPr>
      <a:lvl3pPr marL="617220" algn="l" defTabSz="617220">
        <a:buNone/>
        <a:defRPr sz="1215" kern="1200">
          <a:solidFill>
            <a:schemeClr val="tx1"/>
          </a:solidFill>
          <a:latin typeface="+mn-lt"/>
          <a:ea typeface="+mn-lt"/>
          <a:cs typeface="+mn-lt"/>
        </a:defRPr>
      </a:lvl3pPr>
      <a:lvl4pPr marL="925830" algn="l" defTabSz="617220">
        <a:buNone/>
        <a:defRPr sz="1215" kern="1200">
          <a:solidFill>
            <a:schemeClr val="tx1"/>
          </a:solidFill>
          <a:latin typeface="+mn-lt"/>
          <a:ea typeface="+mn-lt"/>
          <a:cs typeface="+mn-lt"/>
        </a:defRPr>
      </a:lvl4pPr>
      <a:lvl5pPr marL="1234440" algn="l" defTabSz="617220">
        <a:buNone/>
        <a:defRPr sz="1215" kern="1200">
          <a:solidFill>
            <a:schemeClr val="tx1"/>
          </a:solidFill>
          <a:latin typeface="+mn-lt"/>
          <a:ea typeface="+mn-lt"/>
          <a:cs typeface="+mn-lt"/>
        </a:defRPr>
      </a:lvl5pPr>
      <a:lvl6pPr marL="1543050" algn="l" defTabSz="617220">
        <a:buNone/>
        <a:defRPr sz="1215" kern="1200">
          <a:solidFill>
            <a:schemeClr val="tx1"/>
          </a:solidFill>
          <a:latin typeface="+mn-lt"/>
          <a:ea typeface="+mn-lt"/>
          <a:cs typeface="+mn-lt"/>
        </a:defRPr>
      </a:lvl6pPr>
      <a:lvl7pPr marL="1851660" algn="l" defTabSz="617220">
        <a:buNone/>
        <a:defRPr sz="1215" kern="1200">
          <a:solidFill>
            <a:schemeClr val="tx1"/>
          </a:solidFill>
          <a:latin typeface="+mn-lt"/>
          <a:ea typeface="+mn-lt"/>
          <a:cs typeface="+mn-lt"/>
        </a:defRPr>
      </a:lvl7pPr>
      <a:lvl8pPr marL="2160270" algn="l" defTabSz="617220">
        <a:buNone/>
        <a:defRPr sz="1215" kern="1200">
          <a:solidFill>
            <a:schemeClr val="tx1"/>
          </a:solidFill>
          <a:latin typeface="+mn-lt"/>
          <a:ea typeface="+mn-lt"/>
          <a:cs typeface="+mn-lt"/>
        </a:defRPr>
      </a:lvl8pPr>
      <a:lvl9pPr marL="2468880" algn="l" defTabSz="617220">
        <a:buNone/>
        <a:defRPr sz="121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01679D0-2ADA-4ECF-B6CE-3BE57F2D2EA3}"/>
              </a:ext>
            </a:extLst>
          </p:cNvPr>
          <p:cNvSpPr>
            <a:spLocks noGrp="1"/>
          </p:cNvSpPr>
          <p:nvPr/>
        </p:nvSpPr>
        <p:spPr>
          <a:xfrm>
            <a:off x="13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BE8D88-0C95-43E8-9B43-C0301CD91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4952"/>
            <a:ext cx="7543800" cy="1088068"/>
          </a:xfrm>
          <a:prstGeom prst="rect">
            <a:avLst/>
          </a:prstGeom>
        </p:spPr>
        <p:txBody>
          <a:bodyPr vert="horz" lIns="91440" tIns="45720" rIns="91440" bIns="45720" anchor="b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7AE5F9-939D-44A2-8539-96484BEF1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>
            <a:normAutofit/>
          </a:bodyPr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F0055-53AF-4ECA-9982-12C06ABE1D1C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2039644" y="4835061"/>
            <a:ext cx="2011797" cy="298661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00" b="0">
                <a:solidFill>
                  <a:srgbClr val="0047B0"/>
                </a:solidFill>
              </a:defRPr>
            </a:lvl1pPr>
          </a:lstStyle>
          <a:p>
            <a:r>
              <a:t>Tian Zheng	 July 13th, 2017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8C1A1-8332-4A4A-8C1D-236363ADEF7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173795" y="4844840"/>
            <a:ext cx="3948259" cy="298661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20" cap="all" baseline="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cap="none">
                <a:latin typeface="Palatino"/>
                <a:ea typeface="Palatino"/>
                <a:cs typeface="Palatino"/>
              </a:rPr>
              <a:t>Workshop  on Perspectives &amp; Analysis Methods for Personalized Medicine</a:t>
            </a:r>
          </a:p>
          <a:p>
            <a:r>
              <a:rPr sz="810" cap="none">
                <a:latin typeface="Palatino"/>
                <a:ea typeface="Palatino"/>
                <a:cs typeface="Palatino"/>
              </a:rPr>
              <a:t>Institute for Mathematical Sciences, National University of Singapore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D7F27-CF7F-4974-B13C-3D92A9A7D0F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366760" y="4835061"/>
            <a:ext cx="603042" cy="308439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709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2D290E3F-05E6-BB47-BF17-0335D0460E34}" type="slidenum">
              <a:t>‹#›</a:t>
            </a:fld>
            <a:endParaRPr/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78CBB5BA-C27D-476E-8373-3660A9EB2A8E}"/>
              </a:ext>
            </a:extLst>
          </p:cNvPr>
          <p:cNvSpPr>
            <a:spLocks noGrp="1"/>
          </p:cNvSpPr>
          <p:nvPr/>
        </p:nv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19" name="Picture 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374" y="4868549"/>
            <a:ext cx="1725549" cy="23168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hf hdr="0"/>
  <p:txStyles>
    <p:titleStyle>
      <a:lvl1pPr algn="l" defTabSz="617220">
        <a:lnSpc>
          <a:spcPct val="85000"/>
        </a:lnSpc>
        <a:spcBef>
          <a:spcPct val="0"/>
        </a:spcBef>
        <a:buNone/>
        <a:defRPr sz="3240" kern="1200" spc="-34" baseline="0">
          <a:solidFill>
            <a:schemeClr val="tx1">
              <a:lumMod val="75000"/>
              <a:lumOff val="25000"/>
            </a:schemeClr>
          </a:solidFill>
          <a:latin typeface="+mj-lt"/>
          <a:ea typeface="+mj-lt"/>
          <a:cs typeface="+mj-lt"/>
        </a:defRPr>
      </a:lvl1pPr>
    </p:titleStyle>
    <p:bodyStyle>
      <a:lvl1pPr marL="61722" indent="-61722" algn="l" defTabSz="617220">
        <a:lnSpc>
          <a:spcPct val="90000"/>
        </a:lnSpc>
        <a:spcBef>
          <a:spcPts val="810"/>
        </a:spcBef>
        <a:spcAft>
          <a:spcPts val="135"/>
        </a:spcAft>
        <a:buClr>
          <a:schemeClr val="accent1"/>
        </a:buClr>
        <a:buSzPct val="100000"/>
        <a:buFont typeface="Calibri"/>
        <a:buChar char=" 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1pPr>
      <a:lvl2pPr marL="259232" indent="-123444" algn="l" defTabSz="617220">
        <a:lnSpc>
          <a:spcPct val="90000"/>
        </a:lnSpc>
        <a:spcBef>
          <a:spcPts val="135"/>
        </a:spcBef>
        <a:spcAft>
          <a:spcPts val="270"/>
        </a:spcAft>
        <a:buClr>
          <a:schemeClr val="accent1"/>
        </a:buClr>
        <a:buFont typeface="Calibri"/>
        <a:buChar char="◦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2pPr>
      <a:lvl3pPr marL="382676" indent="-123444" algn="l" defTabSz="617220">
        <a:lnSpc>
          <a:spcPct val="90000"/>
        </a:lnSpc>
        <a:spcBef>
          <a:spcPts val="135"/>
        </a:spcBef>
        <a:spcAft>
          <a:spcPts val="270"/>
        </a:spcAft>
        <a:buClr>
          <a:schemeClr val="accent1"/>
        </a:buClr>
        <a:buFont typeface="Calibri"/>
        <a:buChar char="◦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3pPr>
      <a:lvl4pPr marL="506120" indent="-123444" algn="l" defTabSz="617220">
        <a:lnSpc>
          <a:spcPct val="90000"/>
        </a:lnSpc>
        <a:spcBef>
          <a:spcPts val="135"/>
        </a:spcBef>
        <a:spcAft>
          <a:spcPts val="270"/>
        </a:spcAft>
        <a:buClr>
          <a:schemeClr val="accent1"/>
        </a:buClr>
        <a:buFont typeface="Calibri"/>
        <a:buChar char="◦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4pPr>
      <a:lvl5pPr marL="629564" indent="-123444" algn="l" defTabSz="617220">
        <a:lnSpc>
          <a:spcPct val="90000"/>
        </a:lnSpc>
        <a:spcBef>
          <a:spcPts val="135"/>
        </a:spcBef>
        <a:spcAft>
          <a:spcPts val="270"/>
        </a:spcAft>
        <a:buClr>
          <a:schemeClr val="accent1"/>
        </a:buClr>
        <a:buFont typeface="Calibri"/>
        <a:buChar char="◦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5pPr>
      <a:lvl6pPr marL="742500" indent="-154305" algn="l" defTabSz="617220">
        <a:lnSpc>
          <a:spcPct val="90000"/>
        </a:lnSpc>
        <a:spcBef>
          <a:spcPts val="135"/>
        </a:spcBef>
        <a:spcAft>
          <a:spcPts val="270"/>
        </a:spcAft>
        <a:buClr>
          <a:schemeClr val="accent1"/>
        </a:buClr>
        <a:buFont typeface="Calibri"/>
        <a:buChar char="◦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6pPr>
      <a:lvl7pPr marL="877500" indent="-154305" algn="l" defTabSz="617220">
        <a:lnSpc>
          <a:spcPct val="90000"/>
        </a:lnSpc>
        <a:spcBef>
          <a:spcPts val="135"/>
        </a:spcBef>
        <a:spcAft>
          <a:spcPts val="270"/>
        </a:spcAft>
        <a:buClr>
          <a:schemeClr val="accent1"/>
        </a:buClr>
        <a:buFont typeface="Calibri"/>
        <a:buChar char="◦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7pPr>
      <a:lvl8pPr marL="1012500" indent="-154305" algn="l" defTabSz="617220">
        <a:lnSpc>
          <a:spcPct val="90000"/>
        </a:lnSpc>
        <a:spcBef>
          <a:spcPts val="135"/>
        </a:spcBef>
        <a:spcAft>
          <a:spcPts val="270"/>
        </a:spcAft>
        <a:buClr>
          <a:schemeClr val="accent1"/>
        </a:buClr>
        <a:buFont typeface="Calibri"/>
        <a:buChar char="◦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8pPr>
      <a:lvl9pPr marL="1147500" indent="-154305" algn="l" defTabSz="617220">
        <a:lnSpc>
          <a:spcPct val="90000"/>
        </a:lnSpc>
        <a:spcBef>
          <a:spcPts val="135"/>
        </a:spcBef>
        <a:spcAft>
          <a:spcPts val="270"/>
        </a:spcAft>
        <a:buClr>
          <a:schemeClr val="accent1"/>
        </a:buClr>
        <a:buFont typeface="Calibri"/>
        <a:buChar char="◦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9pPr>
    </p:bodyStyle>
    <p:otherStyle>
      <a:lvl1pPr marL="0" algn="l" defTabSz="617220">
        <a:buNone/>
        <a:defRPr sz="1215" kern="1200">
          <a:solidFill>
            <a:schemeClr val="tx1"/>
          </a:solidFill>
          <a:latin typeface="+mn-lt"/>
          <a:ea typeface="+mn-lt"/>
          <a:cs typeface="+mn-lt"/>
        </a:defRPr>
      </a:lvl1pPr>
      <a:lvl2pPr marL="308610" algn="l" defTabSz="617220">
        <a:buNone/>
        <a:defRPr sz="1215" kern="1200">
          <a:solidFill>
            <a:schemeClr val="tx1"/>
          </a:solidFill>
          <a:latin typeface="+mn-lt"/>
          <a:ea typeface="+mn-lt"/>
          <a:cs typeface="+mn-lt"/>
        </a:defRPr>
      </a:lvl2pPr>
      <a:lvl3pPr marL="617220" algn="l" defTabSz="617220">
        <a:buNone/>
        <a:defRPr sz="1215" kern="1200">
          <a:solidFill>
            <a:schemeClr val="tx1"/>
          </a:solidFill>
          <a:latin typeface="+mn-lt"/>
          <a:ea typeface="+mn-lt"/>
          <a:cs typeface="+mn-lt"/>
        </a:defRPr>
      </a:lvl3pPr>
      <a:lvl4pPr marL="925830" algn="l" defTabSz="617220">
        <a:buNone/>
        <a:defRPr sz="1215" kern="1200">
          <a:solidFill>
            <a:schemeClr val="tx1"/>
          </a:solidFill>
          <a:latin typeface="+mn-lt"/>
          <a:ea typeface="+mn-lt"/>
          <a:cs typeface="+mn-lt"/>
        </a:defRPr>
      </a:lvl4pPr>
      <a:lvl5pPr marL="1234440" algn="l" defTabSz="617220">
        <a:buNone/>
        <a:defRPr sz="1215" kern="1200">
          <a:solidFill>
            <a:schemeClr val="tx1"/>
          </a:solidFill>
          <a:latin typeface="+mn-lt"/>
          <a:ea typeface="+mn-lt"/>
          <a:cs typeface="+mn-lt"/>
        </a:defRPr>
      </a:lvl5pPr>
      <a:lvl6pPr marL="1543050" algn="l" defTabSz="617220">
        <a:buNone/>
        <a:defRPr sz="1215" kern="1200">
          <a:solidFill>
            <a:schemeClr val="tx1"/>
          </a:solidFill>
          <a:latin typeface="+mn-lt"/>
          <a:ea typeface="+mn-lt"/>
          <a:cs typeface="+mn-lt"/>
        </a:defRPr>
      </a:lvl6pPr>
      <a:lvl7pPr marL="1851660" algn="l" defTabSz="617220">
        <a:buNone/>
        <a:defRPr sz="1215" kern="1200">
          <a:solidFill>
            <a:schemeClr val="tx1"/>
          </a:solidFill>
          <a:latin typeface="+mn-lt"/>
          <a:ea typeface="+mn-lt"/>
          <a:cs typeface="+mn-lt"/>
        </a:defRPr>
      </a:lvl7pPr>
      <a:lvl8pPr marL="2160270" algn="l" defTabSz="617220">
        <a:buNone/>
        <a:defRPr sz="1215" kern="1200">
          <a:solidFill>
            <a:schemeClr val="tx1"/>
          </a:solidFill>
          <a:latin typeface="+mn-lt"/>
          <a:ea typeface="+mn-lt"/>
          <a:cs typeface="+mn-lt"/>
        </a:defRPr>
      </a:lvl8pPr>
      <a:lvl9pPr marL="2468880" algn="l" defTabSz="617220">
        <a:buNone/>
        <a:defRPr sz="121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26A774A-B518-437C-B259-358A4035DEB6}"/>
              </a:ext>
            </a:extLst>
          </p:cNvPr>
          <p:cNvSpPr>
            <a:spLocks noGrp="1"/>
          </p:cNvSpPr>
          <p:nvPr/>
        </p:nvSpPr>
        <p:spPr>
          <a:xfrm>
            <a:off x="13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878B2F-1C36-4377-AD30-FB137F88A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4952"/>
            <a:ext cx="7543800" cy="1088068"/>
          </a:xfrm>
          <a:prstGeom prst="rect">
            <a:avLst/>
          </a:prstGeom>
        </p:spPr>
        <p:txBody>
          <a:bodyPr vert="horz" lIns="91440" tIns="45720" rIns="91440" bIns="45720" anchor="b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244F14-401A-4ECE-BD76-E44C16EC0B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>
            <a:normAutofit/>
          </a:bodyPr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5F417-9F5F-47C9-BA8C-80F8B5B8AE67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2039644" y="4835061"/>
            <a:ext cx="2011797" cy="298661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00" b="0">
                <a:solidFill>
                  <a:srgbClr val="0047B0"/>
                </a:solidFill>
              </a:defRPr>
            </a:lvl1pPr>
          </a:lstStyle>
          <a:p>
            <a:r>
              <a:t>Tian Zheng	 July 13th, 2017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CBA5C6-3E2B-4159-AD4B-1773DAE5000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173795" y="4844840"/>
            <a:ext cx="3948259" cy="298661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20" cap="all" baseline="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cap="none">
                <a:latin typeface="Palatino"/>
                <a:ea typeface="Palatino"/>
                <a:cs typeface="Palatino"/>
              </a:rPr>
              <a:t>Workshop  on Perspectives &amp; Analysis Methods for Personalized Medicine</a:t>
            </a:r>
          </a:p>
          <a:p>
            <a:r>
              <a:rPr sz="810" cap="none">
                <a:latin typeface="Palatino"/>
                <a:ea typeface="Palatino"/>
                <a:cs typeface="Palatino"/>
              </a:rPr>
              <a:t>Institute for Mathematical Sciences, National University of Singapore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F7E738-7BD6-440A-908A-CDBB9E34D12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366760" y="4835061"/>
            <a:ext cx="603042" cy="308439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709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2D290E3F-05E6-BB47-BF17-0335D0460E34}" type="slidenum">
              <a:t>‹#›</a:t>
            </a:fld>
            <a:endParaRPr/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7696984D-FF6E-4EC0-8938-4D7E17B4D2A5}"/>
              </a:ext>
            </a:extLst>
          </p:cNvPr>
          <p:cNvSpPr>
            <a:spLocks noGrp="1"/>
          </p:cNvSpPr>
          <p:nvPr/>
        </p:nv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19" name="Picture 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374" y="4868549"/>
            <a:ext cx="1725549" cy="23168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hf hdr="0"/>
  <p:txStyles>
    <p:titleStyle>
      <a:lvl1pPr algn="l" defTabSz="617220">
        <a:lnSpc>
          <a:spcPct val="85000"/>
        </a:lnSpc>
        <a:spcBef>
          <a:spcPct val="0"/>
        </a:spcBef>
        <a:buNone/>
        <a:defRPr sz="3240" kern="1200" spc="-34" baseline="0">
          <a:solidFill>
            <a:schemeClr val="tx1">
              <a:lumMod val="75000"/>
              <a:lumOff val="25000"/>
            </a:schemeClr>
          </a:solidFill>
          <a:latin typeface="+mj-lt"/>
          <a:ea typeface="+mj-lt"/>
          <a:cs typeface="+mj-lt"/>
        </a:defRPr>
      </a:lvl1pPr>
    </p:titleStyle>
    <p:bodyStyle>
      <a:lvl1pPr marL="61722" indent="-61722" algn="l" defTabSz="617220">
        <a:lnSpc>
          <a:spcPct val="90000"/>
        </a:lnSpc>
        <a:spcBef>
          <a:spcPts val="810"/>
        </a:spcBef>
        <a:spcAft>
          <a:spcPts val="135"/>
        </a:spcAft>
        <a:buClr>
          <a:schemeClr val="accent1"/>
        </a:buClr>
        <a:buSzPct val="100000"/>
        <a:buFont typeface="Calibri"/>
        <a:buChar char=" 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1pPr>
      <a:lvl2pPr marL="259232" indent="-123444" algn="l" defTabSz="617220">
        <a:lnSpc>
          <a:spcPct val="90000"/>
        </a:lnSpc>
        <a:spcBef>
          <a:spcPts val="135"/>
        </a:spcBef>
        <a:spcAft>
          <a:spcPts val="270"/>
        </a:spcAft>
        <a:buClr>
          <a:schemeClr val="accent1"/>
        </a:buClr>
        <a:buFont typeface="Calibri"/>
        <a:buChar char="◦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2pPr>
      <a:lvl3pPr marL="382676" indent="-123444" algn="l" defTabSz="617220">
        <a:lnSpc>
          <a:spcPct val="90000"/>
        </a:lnSpc>
        <a:spcBef>
          <a:spcPts val="135"/>
        </a:spcBef>
        <a:spcAft>
          <a:spcPts val="270"/>
        </a:spcAft>
        <a:buClr>
          <a:schemeClr val="accent1"/>
        </a:buClr>
        <a:buFont typeface="Calibri"/>
        <a:buChar char="◦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3pPr>
      <a:lvl4pPr marL="506120" indent="-123444" algn="l" defTabSz="617220">
        <a:lnSpc>
          <a:spcPct val="90000"/>
        </a:lnSpc>
        <a:spcBef>
          <a:spcPts val="135"/>
        </a:spcBef>
        <a:spcAft>
          <a:spcPts val="270"/>
        </a:spcAft>
        <a:buClr>
          <a:schemeClr val="accent1"/>
        </a:buClr>
        <a:buFont typeface="Calibri"/>
        <a:buChar char="◦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4pPr>
      <a:lvl5pPr marL="629564" indent="-123444" algn="l" defTabSz="617220">
        <a:lnSpc>
          <a:spcPct val="90000"/>
        </a:lnSpc>
        <a:spcBef>
          <a:spcPts val="135"/>
        </a:spcBef>
        <a:spcAft>
          <a:spcPts val="270"/>
        </a:spcAft>
        <a:buClr>
          <a:schemeClr val="accent1"/>
        </a:buClr>
        <a:buFont typeface="Calibri"/>
        <a:buChar char="◦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5pPr>
      <a:lvl6pPr marL="742500" indent="-154305" algn="l" defTabSz="617220">
        <a:lnSpc>
          <a:spcPct val="90000"/>
        </a:lnSpc>
        <a:spcBef>
          <a:spcPts val="135"/>
        </a:spcBef>
        <a:spcAft>
          <a:spcPts val="270"/>
        </a:spcAft>
        <a:buClr>
          <a:schemeClr val="accent1"/>
        </a:buClr>
        <a:buFont typeface="Calibri"/>
        <a:buChar char="◦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6pPr>
      <a:lvl7pPr marL="877500" indent="-154305" algn="l" defTabSz="617220">
        <a:lnSpc>
          <a:spcPct val="90000"/>
        </a:lnSpc>
        <a:spcBef>
          <a:spcPts val="135"/>
        </a:spcBef>
        <a:spcAft>
          <a:spcPts val="270"/>
        </a:spcAft>
        <a:buClr>
          <a:schemeClr val="accent1"/>
        </a:buClr>
        <a:buFont typeface="Calibri"/>
        <a:buChar char="◦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7pPr>
      <a:lvl8pPr marL="1012500" indent="-154305" algn="l" defTabSz="617220">
        <a:lnSpc>
          <a:spcPct val="90000"/>
        </a:lnSpc>
        <a:spcBef>
          <a:spcPts val="135"/>
        </a:spcBef>
        <a:spcAft>
          <a:spcPts val="270"/>
        </a:spcAft>
        <a:buClr>
          <a:schemeClr val="accent1"/>
        </a:buClr>
        <a:buFont typeface="Calibri"/>
        <a:buChar char="◦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8pPr>
      <a:lvl9pPr marL="1147500" indent="-154305" algn="l" defTabSz="617220">
        <a:lnSpc>
          <a:spcPct val="90000"/>
        </a:lnSpc>
        <a:spcBef>
          <a:spcPts val="135"/>
        </a:spcBef>
        <a:spcAft>
          <a:spcPts val="270"/>
        </a:spcAft>
        <a:buClr>
          <a:schemeClr val="accent1"/>
        </a:buClr>
        <a:buFont typeface="Calibri"/>
        <a:buChar char="◦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9pPr>
    </p:bodyStyle>
    <p:otherStyle>
      <a:lvl1pPr marL="0" algn="l" defTabSz="617220">
        <a:buNone/>
        <a:defRPr sz="1215" kern="1200">
          <a:solidFill>
            <a:schemeClr val="tx1"/>
          </a:solidFill>
          <a:latin typeface="+mn-lt"/>
          <a:ea typeface="+mn-lt"/>
          <a:cs typeface="+mn-lt"/>
        </a:defRPr>
      </a:lvl1pPr>
      <a:lvl2pPr marL="308610" algn="l" defTabSz="617220">
        <a:buNone/>
        <a:defRPr sz="1215" kern="1200">
          <a:solidFill>
            <a:schemeClr val="tx1"/>
          </a:solidFill>
          <a:latin typeface="+mn-lt"/>
          <a:ea typeface="+mn-lt"/>
          <a:cs typeface="+mn-lt"/>
        </a:defRPr>
      </a:lvl2pPr>
      <a:lvl3pPr marL="617220" algn="l" defTabSz="617220">
        <a:buNone/>
        <a:defRPr sz="1215" kern="1200">
          <a:solidFill>
            <a:schemeClr val="tx1"/>
          </a:solidFill>
          <a:latin typeface="+mn-lt"/>
          <a:ea typeface="+mn-lt"/>
          <a:cs typeface="+mn-lt"/>
        </a:defRPr>
      </a:lvl3pPr>
      <a:lvl4pPr marL="925830" algn="l" defTabSz="617220">
        <a:buNone/>
        <a:defRPr sz="1215" kern="1200">
          <a:solidFill>
            <a:schemeClr val="tx1"/>
          </a:solidFill>
          <a:latin typeface="+mn-lt"/>
          <a:ea typeface="+mn-lt"/>
          <a:cs typeface="+mn-lt"/>
        </a:defRPr>
      </a:lvl4pPr>
      <a:lvl5pPr marL="1234440" algn="l" defTabSz="617220">
        <a:buNone/>
        <a:defRPr sz="1215" kern="1200">
          <a:solidFill>
            <a:schemeClr val="tx1"/>
          </a:solidFill>
          <a:latin typeface="+mn-lt"/>
          <a:ea typeface="+mn-lt"/>
          <a:cs typeface="+mn-lt"/>
        </a:defRPr>
      </a:lvl5pPr>
      <a:lvl6pPr marL="1543050" algn="l" defTabSz="617220">
        <a:buNone/>
        <a:defRPr sz="1215" kern="1200">
          <a:solidFill>
            <a:schemeClr val="tx1"/>
          </a:solidFill>
          <a:latin typeface="+mn-lt"/>
          <a:ea typeface="+mn-lt"/>
          <a:cs typeface="+mn-lt"/>
        </a:defRPr>
      </a:lvl6pPr>
      <a:lvl7pPr marL="1851660" algn="l" defTabSz="617220">
        <a:buNone/>
        <a:defRPr sz="1215" kern="1200">
          <a:solidFill>
            <a:schemeClr val="tx1"/>
          </a:solidFill>
          <a:latin typeface="+mn-lt"/>
          <a:ea typeface="+mn-lt"/>
          <a:cs typeface="+mn-lt"/>
        </a:defRPr>
      </a:lvl7pPr>
      <a:lvl8pPr marL="2160270" algn="l" defTabSz="617220">
        <a:buNone/>
        <a:defRPr sz="1215" kern="1200">
          <a:solidFill>
            <a:schemeClr val="tx1"/>
          </a:solidFill>
          <a:latin typeface="+mn-lt"/>
          <a:ea typeface="+mn-lt"/>
          <a:cs typeface="+mn-lt"/>
        </a:defRPr>
      </a:lvl8pPr>
      <a:lvl9pPr marL="2468880" algn="l" defTabSz="617220">
        <a:buNone/>
        <a:defRPr sz="121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F0DEB4-4BEC-4515-9B21-8A6768EFD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205" y="327661"/>
            <a:ext cx="7201864" cy="644007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63DAF4-DF5F-4857-A6F0-EF4B8F40F5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300" y="1819656"/>
            <a:ext cx="7201864" cy="2795207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52566C-D3FE-4807-BAE7-7A53D7C7A4B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111491" y="4831088"/>
            <a:ext cx="300989" cy="146194"/>
          </a:xfrm>
          <a:prstGeom prst="rect">
            <a:avLst/>
          </a:prstGeom>
        </p:spPr>
        <p:txBody>
          <a:bodyPr vert="horz" wrap="square" lIns="0" tIns="0" rIns="0" bIns="0" anchor="ctr">
            <a:spAutoFit/>
          </a:bodyPr>
          <a:lstStyle>
            <a:lvl1pPr algn="r">
              <a:buNone/>
              <a:defRPr sz="950">
                <a:solidFill>
                  <a:srgbClr val="7F7F7F"/>
                </a:solidFill>
              </a:defRPr>
            </a:lvl1pPr>
          </a:lstStyle>
          <a:p>
            <a:fld id="{0636A1DB-EA2D-4A7E-BF0D-8FECFA0D1CEB}" type="slidenum">
              <a:t>‹#›</a:t>
            </a:fld>
            <a:endParaRPr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584AF6AD-8EEC-4BEF-8B65-D33DC6250B18}"/>
              </a:ext>
            </a:extLst>
          </p:cNvPr>
          <p:cNvSpPr>
            <a:spLocks noGrp="1"/>
          </p:cNvSpPr>
          <p:nvPr/>
        </p:nvSpPr>
        <p:spPr>
          <a:xfrm>
            <a:off x="544392" y="4795468"/>
            <a:ext cx="1252024" cy="234457"/>
          </a:xfrm>
          <a:custGeom>
            <a:avLst/>
            <a:gdLst>
              <a:gd name="T0" fmla="*/ 225 w 1440"/>
              <a:gd name="T1" fmla="*/ 110 h 267"/>
              <a:gd name="T2" fmla="*/ 317 w 1440"/>
              <a:gd name="T3" fmla="*/ 7 h 267"/>
              <a:gd name="T4" fmla="*/ 475 w 1440"/>
              <a:gd name="T5" fmla="*/ 19 h 267"/>
              <a:gd name="T6" fmla="*/ 830 w 1440"/>
              <a:gd name="T7" fmla="*/ 7 h 267"/>
              <a:gd name="T8" fmla="*/ 130 w 1440"/>
              <a:gd name="T9" fmla="*/ 210 h 267"/>
              <a:gd name="T10" fmla="*/ 437 w 1440"/>
              <a:gd name="T11" fmla="*/ 209 h 267"/>
              <a:gd name="T12" fmla="*/ 493 w 1440"/>
              <a:gd name="T13" fmla="*/ 198 h 267"/>
              <a:gd name="T14" fmla="*/ 866 w 1440"/>
              <a:gd name="T15" fmla="*/ 171 h 267"/>
              <a:gd name="T16" fmla="*/ 737 w 1440"/>
              <a:gd name="T17" fmla="*/ 261 h 267"/>
              <a:gd name="T18" fmla="*/ 958 w 1440"/>
              <a:gd name="T19" fmla="*/ 172 h 267"/>
              <a:gd name="T20" fmla="*/ 906 w 1440"/>
              <a:gd name="T21" fmla="*/ 254 h 267"/>
              <a:gd name="T22" fmla="*/ 309 w 1440"/>
              <a:gd name="T23" fmla="*/ 260 h 267"/>
              <a:gd name="T24" fmla="*/ 1053 w 1440"/>
              <a:gd name="T25" fmla="*/ 31 h 267"/>
              <a:gd name="T26" fmla="*/ 1075 w 1440"/>
              <a:gd name="T27" fmla="*/ 44 h 267"/>
              <a:gd name="T28" fmla="*/ 1091 w 1440"/>
              <a:gd name="T29" fmla="*/ 22 h 267"/>
              <a:gd name="T30" fmla="*/ 1107 w 1440"/>
              <a:gd name="T31" fmla="*/ 27 h 267"/>
              <a:gd name="T32" fmla="*/ 1125 w 1440"/>
              <a:gd name="T33" fmla="*/ 55 h 267"/>
              <a:gd name="T34" fmla="*/ 1159 w 1440"/>
              <a:gd name="T35" fmla="*/ 53 h 267"/>
              <a:gd name="T36" fmla="*/ 1160 w 1440"/>
              <a:gd name="T37" fmla="*/ 57 h 267"/>
              <a:gd name="T38" fmla="*/ 1177 w 1440"/>
              <a:gd name="T39" fmla="*/ 23 h 267"/>
              <a:gd name="T40" fmla="*/ 1207 w 1440"/>
              <a:gd name="T41" fmla="*/ 58 h 267"/>
              <a:gd name="T42" fmla="*/ 1245 w 1440"/>
              <a:gd name="T43" fmla="*/ 27 h 267"/>
              <a:gd name="T44" fmla="*/ 1225 w 1440"/>
              <a:gd name="T45" fmla="*/ 43 h 267"/>
              <a:gd name="T46" fmla="*/ 1271 w 1440"/>
              <a:gd name="T47" fmla="*/ 19 h 267"/>
              <a:gd name="T48" fmla="*/ 1259 w 1440"/>
              <a:gd name="T49" fmla="*/ 32 h 267"/>
              <a:gd name="T50" fmla="*/ 1290 w 1440"/>
              <a:gd name="T51" fmla="*/ 54 h 267"/>
              <a:gd name="T52" fmla="*/ 1310 w 1440"/>
              <a:gd name="T53" fmla="*/ 25 h 267"/>
              <a:gd name="T54" fmla="*/ 1059 w 1440"/>
              <a:gd name="T55" fmla="*/ 110 h 267"/>
              <a:gd name="T56" fmla="*/ 1099 w 1440"/>
              <a:gd name="T57" fmla="*/ 134 h 267"/>
              <a:gd name="T58" fmla="*/ 1120 w 1440"/>
              <a:gd name="T59" fmla="*/ 156 h 267"/>
              <a:gd name="T60" fmla="*/ 1141 w 1440"/>
              <a:gd name="T61" fmla="*/ 123 h 267"/>
              <a:gd name="T62" fmla="*/ 1148 w 1440"/>
              <a:gd name="T63" fmla="*/ 175 h 267"/>
              <a:gd name="T64" fmla="*/ 1184 w 1440"/>
              <a:gd name="T65" fmla="*/ 119 h 267"/>
              <a:gd name="T66" fmla="*/ 1181 w 1440"/>
              <a:gd name="T67" fmla="*/ 153 h 267"/>
              <a:gd name="T68" fmla="*/ 1201 w 1440"/>
              <a:gd name="T69" fmla="*/ 125 h 267"/>
              <a:gd name="T70" fmla="*/ 1230 w 1440"/>
              <a:gd name="T71" fmla="*/ 157 h 267"/>
              <a:gd name="T72" fmla="*/ 1260 w 1440"/>
              <a:gd name="T73" fmla="*/ 154 h 267"/>
              <a:gd name="T74" fmla="*/ 1261 w 1440"/>
              <a:gd name="T75" fmla="*/ 158 h 267"/>
              <a:gd name="T76" fmla="*/ 1284 w 1440"/>
              <a:gd name="T77" fmla="*/ 152 h 267"/>
              <a:gd name="T78" fmla="*/ 1294 w 1440"/>
              <a:gd name="T79" fmla="*/ 123 h 267"/>
              <a:gd name="T80" fmla="*/ 1317 w 1440"/>
              <a:gd name="T81" fmla="*/ 125 h 267"/>
              <a:gd name="T82" fmla="*/ 1342 w 1440"/>
              <a:gd name="T83" fmla="*/ 121 h 267"/>
              <a:gd name="T84" fmla="*/ 1351 w 1440"/>
              <a:gd name="T85" fmla="*/ 112 h 267"/>
              <a:gd name="T86" fmla="*/ 1364 w 1440"/>
              <a:gd name="T87" fmla="*/ 159 h 267"/>
              <a:gd name="T88" fmla="*/ 1399 w 1440"/>
              <a:gd name="T89" fmla="*/ 156 h 267"/>
              <a:gd name="T90" fmla="*/ 1432 w 1440"/>
              <a:gd name="T91" fmla="*/ 120 h 267"/>
              <a:gd name="T92" fmla="*/ 1410 w 1440"/>
              <a:gd name="T93" fmla="*/ 176 h 267"/>
              <a:gd name="T94" fmla="*/ 1076 w 1440"/>
              <a:gd name="T95" fmla="*/ 242 h 267"/>
              <a:gd name="T96" fmla="*/ 1062 w 1440"/>
              <a:gd name="T97" fmla="*/ 225 h 267"/>
              <a:gd name="T98" fmla="*/ 1091 w 1440"/>
              <a:gd name="T99" fmla="*/ 208 h 267"/>
              <a:gd name="T100" fmla="*/ 1112 w 1440"/>
              <a:gd name="T101" fmla="*/ 233 h 267"/>
              <a:gd name="T102" fmla="*/ 1128 w 1440"/>
              <a:gd name="T103" fmla="*/ 224 h 267"/>
              <a:gd name="T104" fmla="*/ 1168 w 1440"/>
              <a:gd name="T105" fmla="*/ 255 h 267"/>
              <a:gd name="T106" fmla="*/ 1154 w 1440"/>
              <a:gd name="T107" fmla="*/ 236 h 267"/>
              <a:gd name="T108" fmla="*/ 1203 w 1440"/>
              <a:gd name="T109" fmla="*/ 256 h 267"/>
              <a:gd name="T110" fmla="*/ 1200 w 1440"/>
              <a:gd name="T111" fmla="*/ 213 h 267"/>
              <a:gd name="T112" fmla="*/ 1227 w 1440"/>
              <a:gd name="T113" fmla="*/ 256 h 267"/>
              <a:gd name="T114" fmla="*/ 1249 w 1440"/>
              <a:gd name="T115" fmla="*/ 260 h 267"/>
              <a:gd name="T116" fmla="*/ 1255 w 1440"/>
              <a:gd name="T117" fmla="*/ 205 h 267"/>
              <a:gd name="T118" fmla="*/ 1297 w 1440"/>
              <a:gd name="T119" fmla="*/ 226 h 267"/>
              <a:gd name="T120" fmla="*/ 1303 w 1440"/>
              <a:gd name="T121" fmla="*/ 243 h 267"/>
              <a:gd name="T122" fmla="*/ 1344 w 1440"/>
              <a:gd name="T123" fmla="*/ 229 h 267"/>
              <a:gd name="T124" fmla="*/ 1328 w 1440"/>
              <a:gd name="T125" fmla="*/ 239 h 267"/>
            </a:gdLst>
            <a:ahLst/>
            <a:cxnLst/>
            <a:rect l="0" t="0" r="r" b="b"/>
            <a:pathLst>
              <a:path w="1440" h="267">
                <a:moveTo>
                  <a:pt x="17" y="110"/>
                </a:moveTo>
                <a:cubicBezTo>
                  <a:pt x="3" y="110"/>
                  <a:pt x="3" y="110"/>
                  <a:pt x="3" y="110"/>
                </a:cubicBezTo>
                <a:cubicBezTo>
                  <a:pt x="3" y="1"/>
                  <a:pt x="3" y="1"/>
                  <a:pt x="3" y="1"/>
                </a:cubicBezTo>
                <a:cubicBezTo>
                  <a:pt x="81" y="83"/>
                  <a:pt x="81" y="83"/>
                  <a:pt x="81" y="83"/>
                </a:cubicBezTo>
                <a:cubicBezTo>
                  <a:pt x="81" y="7"/>
                  <a:pt x="81" y="7"/>
                  <a:pt x="81" y="7"/>
                </a:cubicBezTo>
                <a:cubicBezTo>
                  <a:pt x="95" y="7"/>
                  <a:pt x="95" y="7"/>
                  <a:pt x="95" y="7"/>
                </a:cubicBezTo>
                <a:cubicBezTo>
                  <a:pt x="95" y="117"/>
                  <a:pt x="95" y="117"/>
                  <a:pt x="95" y="117"/>
                </a:cubicBezTo>
                <a:cubicBezTo>
                  <a:pt x="17" y="35"/>
                  <a:pt x="17" y="35"/>
                  <a:pt x="17" y="35"/>
                </a:cubicBezTo>
                <a:lnTo>
                  <a:pt x="17" y="110"/>
                </a:lnTo>
                <a:close/>
                <a:moveTo>
                  <a:pt x="130" y="110"/>
                </a:moveTo>
                <a:cubicBezTo>
                  <a:pt x="145" y="110"/>
                  <a:pt x="145" y="110"/>
                  <a:pt x="145" y="110"/>
                </a:cubicBezTo>
                <a:cubicBezTo>
                  <a:pt x="178" y="33"/>
                  <a:pt x="178" y="33"/>
                  <a:pt x="178" y="33"/>
                </a:cubicBezTo>
                <a:cubicBezTo>
                  <a:pt x="210" y="109"/>
                  <a:pt x="210" y="109"/>
                  <a:pt x="210" y="109"/>
                </a:cubicBezTo>
                <a:cubicBezTo>
                  <a:pt x="210" y="110"/>
                  <a:pt x="210" y="110"/>
                  <a:pt x="210" y="110"/>
                </a:cubicBezTo>
                <a:cubicBezTo>
                  <a:pt x="225" y="110"/>
                  <a:pt x="225" y="110"/>
                  <a:pt x="225" y="110"/>
                </a:cubicBezTo>
                <a:cubicBezTo>
                  <a:pt x="178" y="0"/>
                  <a:pt x="178" y="0"/>
                  <a:pt x="178" y="0"/>
                </a:cubicBezTo>
                <a:lnTo>
                  <a:pt x="130" y="110"/>
                </a:lnTo>
                <a:close/>
                <a:moveTo>
                  <a:pt x="700" y="110"/>
                </a:moveTo>
                <a:cubicBezTo>
                  <a:pt x="715" y="110"/>
                  <a:pt x="715" y="110"/>
                  <a:pt x="715" y="110"/>
                </a:cubicBezTo>
                <a:cubicBezTo>
                  <a:pt x="748" y="33"/>
                  <a:pt x="748" y="33"/>
                  <a:pt x="748" y="33"/>
                </a:cubicBezTo>
                <a:cubicBezTo>
                  <a:pt x="780" y="109"/>
                  <a:pt x="780" y="109"/>
                  <a:pt x="780" y="109"/>
                </a:cubicBezTo>
                <a:cubicBezTo>
                  <a:pt x="780" y="110"/>
                  <a:pt x="780" y="110"/>
                  <a:pt x="780" y="110"/>
                </a:cubicBezTo>
                <a:cubicBezTo>
                  <a:pt x="795" y="110"/>
                  <a:pt x="795" y="110"/>
                  <a:pt x="795" y="110"/>
                </a:cubicBezTo>
                <a:cubicBezTo>
                  <a:pt x="748" y="0"/>
                  <a:pt x="748" y="0"/>
                  <a:pt x="748" y="0"/>
                </a:cubicBezTo>
                <a:lnTo>
                  <a:pt x="700" y="110"/>
                </a:lnTo>
                <a:close/>
                <a:moveTo>
                  <a:pt x="273" y="110"/>
                </a:moveTo>
                <a:cubicBezTo>
                  <a:pt x="286" y="110"/>
                  <a:pt x="286" y="110"/>
                  <a:pt x="286" y="110"/>
                </a:cubicBezTo>
                <a:cubicBezTo>
                  <a:pt x="286" y="20"/>
                  <a:pt x="286" y="20"/>
                  <a:pt x="286" y="20"/>
                </a:cubicBezTo>
                <a:cubicBezTo>
                  <a:pt x="317" y="20"/>
                  <a:pt x="317" y="20"/>
                  <a:pt x="317" y="20"/>
                </a:cubicBezTo>
                <a:cubicBezTo>
                  <a:pt x="317" y="7"/>
                  <a:pt x="317" y="7"/>
                  <a:pt x="317" y="7"/>
                </a:cubicBezTo>
                <a:cubicBezTo>
                  <a:pt x="242" y="7"/>
                  <a:pt x="242" y="7"/>
                  <a:pt x="242" y="7"/>
                </a:cubicBezTo>
                <a:cubicBezTo>
                  <a:pt x="242" y="20"/>
                  <a:pt x="242" y="20"/>
                  <a:pt x="242" y="20"/>
                </a:cubicBezTo>
                <a:cubicBezTo>
                  <a:pt x="273" y="20"/>
                  <a:pt x="273" y="20"/>
                  <a:pt x="273" y="20"/>
                </a:cubicBezTo>
                <a:lnTo>
                  <a:pt x="273" y="110"/>
                </a:lnTo>
                <a:close/>
                <a:moveTo>
                  <a:pt x="374" y="7"/>
                </a:moveTo>
                <a:cubicBezTo>
                  <a:pt x="360" y="7"/>
                  <a:pt x="360" y="7"/>
                  <a:pt x="360" y="7"/>
                </a:cubicBezTo>
                <a:cubicBezTo>
                  <a:pt x="360" y="110"/>
                  <a:pt x="360" y="110"/>
                  <a:pt x="360" y="110"/>
                </a:cubicBezTo>
                <a:cubicBezTo>
                  <a:pt x="374" y="110"/>
                  <a:pt x="374" y="110"/>
                  <a:pt x="374" y="110"/>
                </a:cubicBezTo>
                <a:lnTo>
                  <a:pt x="374" y="7"/>
                </a:lnTo>
                <a:close/>
                <a:moveTo>
                  <a:pt x="475" y="112"/>
                </a:moveTo>
                <a:cubicBezTo>
                  <a:pt x="445" y="112"/>
                  <a:pt x="421" y="88"/>
                  <a:pt x="421" y="59"/>
                </a:cubicBezTo>
                <a:cubicBezTo>
                  <a:pt x="421" y="29"/>
                  <a:pt x="445" y="5"/>
                  <a:pt x="475" y="5"/>
                </a:cubicBezTo>
                <a:cubicBezTo>
                  <a:pt x="505" y="5"/>
                  <a:pt x="528" y="29"/>
                  <a:pt x="528" y="59"/>
                </a:cubicBezTo>
                <a:cubicBezTo>
                  <a:pt x="528" y="88"/>
                  <a:pt x="505" y="112"/>
                  <a:pt x="475" y="112"/>
                </a:cubicBezTo>
                <a:close/>
                <a:moveTo>
                  <a:pt x="475" y="19"/>
                </a:moveTo>
                <a:cubicBezTo>
                  <a:pt x="453" y="19"/>
                  <a:pt x="435" y="37"/>
                  <a:pt x="435" y="59"/>
                </a:cubicBezTo>
                <a:cubicBezTo>
                  <a:pt x="435" y="81"/>
                  <a:pt x="453" y="99"/>
                  <a:pt x="475" y="99"/>
                </a:cubicBezTo>
                <a:cubicBezTo>
                  <a:pt x="497" y="99"/>
                  <a:pt x="514" y="81"/>
                  <a:pt x="514" y="59"/>
                </a:cubicBezTo>
                <a:cubicBezTo>
                  <a:pt x="514" y="37"/>
                  <a:pt x="497" y="19"/>
                  <a:pt x="475" y="19"/>
                </a:cubicBezTo>
                <a:close/>
                <a:moveTo>
                  <a:pt x="586" y="35"/>
                </a:moveTo>
                <a:cubicBezTo>
                  <a:pt x="664" y="117"/>
                  <a:pt x="664" y="117"/>
                  <a:pt x="664" y="117"/>
                </a:cubicBezTo>
                <a:cubicBezTo>
                  <a:pt x="664" y="7"/>
                  <a:pt x="664" y="7"/>
                  <a:pt x="664" y="7"/>
                </a:cubicBezTo>
                <a:cubicBezTo>
                  <a:pt x="650" y="7"/>
                  <a:pt x="650" y="7"/>
                  <a:pt x="650" y="7"/>
                </a:cubicBezTo>
                <a:cubicBezTo>
                  <a:pt x="650" y="83"/>
                  <a:pt x="650" y="83"/>
                  <a:pt x="650" y="83"/>
                </a:cubicBezTo>
                <a:cubicBezTo>
                  <a:pt x="572" y="1"/>
                  <a:pt x="572" y="1"/>
                  <a:pt x="572" y="1"/>
                </a:cubicBezTo>
                <a:cubicBezTo>
                  <a:pt x="572" y="110"/>
                  <a:pt x="572" y="110"/>
                  <a:pt x="572" y="110"/>
                </a:cubicBezTo>
                <a:cubicBezTo>
                  <a:pt x="586" y="110"/>
                  <a:pt x="586" y="110"/>
                  <a:pt x="586" y="110"/>
                </a:cubicBezTo>
                <a:lnTo>
                  <a:pt x="586" y="35"/>
                </a:lnTo>
                <a:close/>
                <a:moveTo>
                  <a:pt x="843" y="7"/>
                </a:moveTo>
                <a:cubicBezTo>
                  <a:pt x="830" y="7"/>
                  <a:pt x="830" y="7"/>
                  <a:pt x="830" y="7"/>
                </a:cubicBezTo>
                <a:cubicBezTo>
                  <a:pt x="830" y="110"/>
                  <a:pt x="830" y="110"/>
                  <a:pt x="830" y="110"/>
                </a:cubicBezTo>
                <a:cubicBezTo>
                  <a:pt x="885" y="110"/>
                  <a:pt x="885" y="110"/>
                  <a:pt x="885" y="110"/>
                </a:cubicBezTo>
                <a:cubicBezTo>
                  <a:pt x="885" y="97"/>
                  <a:pt x="885" y="97"/>
                  <a:pt x="885" y="97"/>
                </a:cubicBezTo>
                <a:cubicBezTo>
                  <a:pt x="843" y="97"/>
                  <a:pt x="843" y="97"/>
                  <a:pt x="843" y="97"/>
                </a:cubicBezTo>
                <a:lnTo>
                  <a:pt x="843" y="7"/>
                </a:lnTo>
                <a:close/>
                <a:moveTo>
                  <a:pt x="169" y="156"/>
                </a:moveTo>
                <a:cubicBezTo>
                  <a:pt x="139" y="156"/>
                  <a:pt x="116" y="179"/>
                  <a:pt x="116" y="209"/>
                </a:cubicBezTo>
                <a:cubicBezTo>
                  <a:pt x="116" y="240"/>
                  <a:pt x="139" y="262"/>
                  <a:pt x="169" y="262"/>
                </a:cubicBezTo>
                <a:cubicBezTo>
                  <a:pt x="175" y="262"/>
                  <a:pt x="188" y="261"/>
                  <a:pt x="200" y="252"/>
                </a:cubicBezTo>
                <a:cubicBezTo>
                  <a:pt x="200" y="252"/>
                  <a:pt x="200" y="252"/>
                  <a:pt x="200" y="252"/>
                </a:cubicBezTo>
                <a:cubicBezTo>
                  <a:pt x="200" y="234"/>
                  <a:pt x="200" y="234"/>
                  <a:pt x="200" y="234"/>
                </a:cubicBezTo>
                <a:cubicBezTo>
                  <a:pt x="198" y="236"/>
                  <a:pt x="198" y="236"/>
                  <a:pt x="198" y="236"/>
                </a:cubicBezTo>
                <a:cubicBezTo>
                  <a:pt x="196" y="239"/>
                  <a:pt x="192" y="242"/>
                  <a:pt x="187" y="245"/>
                </a:cubicBezTo>
                <a:cubicBezTo>
                  <a:pt x="181" y="247"/>
                  <a:pt x="175" y="249"/>
                  <a:pt x="169" y="249"/>
                </a:cubicBezTo>
                <a:cubicBezTo>
                  <a:pt x="142" y="249"/>
                  <a:pt x="130" y="226"/>
                  <a:pt x="130" y="210"/>
                </a:cubicBezTo>
                <a:cubicBezTo>
                  <a:pt x="130" y="187"/>
                  <a:pt x="147" y="169"/>
                  <a:pt x="169" y="169"/>
                </a:cubicBezTo>
                <a:cubicBezTo>
                  <a:pt x="174" y="169"/>
                  <a:pt x="180" y="170"/>
                  <a:pt x="185" y="173"/>
                </a:cubicBezTo>
                <a:cubicBezTo>
                  <a:pt x="190" y="175"/>
                  <a:pt x="194" y="178"/>
                  <a:pt x="198" y="182"/>
                </a:cubicBezTo>
                <a:cubicBezTo>
                  <a:pt x="200" y="184"/>
                  <a:pt x="200" y="184"/>
                  <a:pt x="200" y="184"/>
                </a:cubicBezTo>
                <a:cubicBezTo>
                  <a:pt x="200" y="166"/>
                  <a:pt x="200" y="166"/>
                  <a:pt x="200" y="166"/>
                </a:cubicBezTo>
                <a:cubicBezTo>
                  <a:pt x="200" y="166"/>
                  <a:pt x="200" y="166"/>
                  <a:pt x="200" y="166"/>
                </a:cubicBezTo>
                <a:cubicBezTo>
                  <a:pt x="191" y="159"/>
                  <a:pt x="181" y="156"/>
                  <a:pt x="169" y="156"/>
                </a:cubicBezTo>
                <a:close/>
                <a:moveTo>
                  <a:pt x="437" y="209"/>
                </a:moveTo>
                <a:cubicBezTo>
                  <a:pt x="437" y="225"/>
                  <a:pt x="431" y="238"/>
                  <a:pt x="419" y="249"/>
                </a:cubicBezTo>
                <a:cubicBezTo>
                  <a:pt x="409" y="257"/>
                  <a:pt x="399" y="261"/>
                  <a:pt x="382" y="261"/>
                </a:cubicBezTo>
                <a:cubicBezTo>
                  <a:pt x="360" y="261"/>
                  <a:pt x="360" y="261"/>
                  <a:pt x="360" y="261"/>
                </a:cubicBezTo>
                <a:cubicBezTo>
                  <a:pt x="360" y="157"/>
                  <a:pt x="360" y="157"/>
                  <a:pt x="360" y="157"/>
                </a:cubicBezTo>
                <a:cubicBezTo>
                  <a:pt x="382" y="157"/>
                  <a:pt x="382" y="157"/>
                  <a:pt x="382" y="157"/>
                </a:cubicBezTo>
                <a:cubicBezTo>
                  <a:pt x="393" y="157"/>
                  <a:pt x="407" y="159"/>
                  <a:pt x="420" y="170"/>
                </a:cubicBezTo>
                <a:cubicBezTo>
                  <a:pt x="426" y="175"/>
                  <a:pt x="437" y="187"/>
                  <a:pt x="437" y="209"/>
                </a:cubicBezTo>
                <a:close/>
                <a:moveTo>
                  <a:pt x="423" y="209"/>
                </a:moveTo>
                <a:cubicBezTo>
                  <a:pt x="423" y="186"/>
                  <a:pt x="407" y="171"/>
                  <a:pt x="382" y="171"/>
                </a:cubicBezTo>
                <a:cubicBezTo>
                  <a:pt x="374" y="171"/>
                  <a:pt x="374" y="171"/>
                  <a:pt x="374" y="171"/>
                </a:cubicBezTo>
                <a:cubicBezTo>
                  <a:pt x="374" y="247"/>
                  <a:pt x="374" y="247"/>
                  <a:pt x="374" y="247"/>
                </a:cubicBezTo>
                <a:cubicBezTo>
                  <a:pt x="382" y="247"/>
                  <a:pt x="382" y="247"/>
                  <a:pt x="382" y="247"/>
                </a:cubicBezTo>
                <a:cubicBezTo>
                  <a:pt x="390" y="247"/>
                  <a:pt x="401" y="246"/>
                  <a:pt x="410" y="239"/>
                </a:cubicBezTo>
                <a:cubicBezTo>
                  <a:pt x="416" y="234"/>
                  <a:pt x="423" y="224"/>
                  <a:pt x="423" y="209"/>
                </a:cubicBezTo>
                <a:close/>
                <a:moveTo>
                  <a:pt x="479" y="261"/>
                </a:moveTo>
                <a:cubicBezTo>
                  <a:pt x="541" y="261"/>
                  <a:pt x="541" y="261"/>
                  <a:pt x="541" y="261"/>
                </a:cubicBezTo>
                <a:cubicBezTo>
                  <a:pt x="541" y="247"/>
                  <a:pt x="541" y="247"/>
                  <a:pt x="541" y="247"/>
                </a:cubicBezTo>
                <a:cubicBezTo>
                  <a:pt x="493" y="247"/>
                  <a:pt x="493" y="247"/>
                  <a:pt x="493" y="247"/>
                </a:cubicBezTo>
                <a:cubicBezTo>
                  <a:pt x="493" y="211"/>
                  <a:pt x="493" y="211"/>
                  <a:pt x="493" y="211"/>
                </a:cubicBezTo>
                <a:cubicBezTo>
                  <a:pt x="535" y="211"/>
                  <a:pt x="535" y="211"/>
                  <a:pt x="535" y="211"/>
                </a:cubicBezTo>
                <a:cubicBezTo>
                  <a:pt x="535" y="198"/>
                  <a:pt x="535" y="198"/>
                  <a:pt x="535" y="198"/>
                </a:cubicBezTo>
                <a:cubicBezTo>
                  <a:pt x="493" y="198"/>
                  <a:pt x="493" y="198"/>
                  <a:pt x="493" y="198"/>
                </a:cubicBezTo>
                <a:cubicBezTo>
                  <a:pt x="493" y="171"/>
                  <a:pt x="493" y="171"/>
                  <a:pt x="493" y="171"/>
                </a:cubicBezTo>
                <a:cubicBezTo>
                  <a:pt x="541" y="171"/>
                  <a:pt x="541" y="171"/>
                  <a:pt x="541" y="171"/>
                </a:cubicBezTo>
                <a:cubicBezTo>
                  <a:pt x="541" y="157"/>
                  <a:pt x="541" y="157"/>
                  <a:pt x="541" y="157"/>
                </a:cubicBezTo>
                <a:cubicBezTo>
                  <a:pt x="479" y="157"/>
                  <a:pt x="479" y="157"/>
                  <a:pt x="479" y="157"/>
                </a:cubicBezTo>
                <a:lnTo>
                  <a:pt x="479" y="261"/>
                </a:lnTo>
                <a:close/>
                <a:moveTo>
                  <a:pt x="805" y="261"/>
                </a:moveTo>
                <a:cubicBezTo>
                  <a:pt x="866" y="261"/>
                  <a:pt x="866" y="261"/>
                  <a:pt x="866" y="261"/>
                </a:cubicBezTo>
                <a:cubicBezTo>
                  <a:pt x="866" y="247"/>
                  <a:pt x="866" y="247"/>
                  <a:pt x="866" y="247"/>
                </a:cubicBezTo>
                <a:cubicBezTo>
                  <a:pt x="819" y="247"/>
                  <a:pt x="819" y="247"/>
                  <a:pt x="819" y="247"/>
                </a:cubicBezTo>
                <a:cubicBezTo>
                  <a:pt x="819" y="211"/>
                  <a:pt x="819" y="211"/>
                  <a:pt x="819" y="211"/>
                </a:cubicBezTo>
                <a:cubicBezTo>
                  <a:pt x="860" y="211"/>
                  <a:pt x="860" y="211"/>
                  <a:pt x="860" y="211"/>
                </a:cubicBezTo>
                <a:cubicBezTo>
                  <a:pt x="860" y="198"/>
                  <a:pt x="860" y="198"/>
                  <a:pt x="860" y="198"/>
                </a:cubicBezTo>
                <a:cubicBezTo>
                  <a:pt x="819" y="198"/>
                  <a:pt x="819" y="198"/>
                  <a:pt x="819" y="198"/>
                </a:cubicBezTo>
                <a:cubicBezTo>
                  <a:pt x="819" y="171"/>
                  <a:pt x="819" y="171"/>
                  <a:pt x="819" y="171"/>
                </a:cubicBezTo>
                <a:cubicBezTo>
                  <a:pt x="866" y="171"/>
                  <a:pt x="866" y="171"/>
                  <a:pt x="866" y="171"/>
                </a:cubicBezTo>
                <a:cubicBezTo>
                  <a:pt x="866" y="157"/>
                  <a:pt x="866" y="157"/>
                  <a:pt x="866" y="157"/>
                </a:cubicBezTo>
                <a:cubicBezTo>
                  <a:pt x="805" y="157"/>
                  <a:pt x="805" y="157"/>
                  <a:pt x="805" y="157"/>
                </a:cubicBezTo>
                <a:lnTo>
                  <a:pt x="805" y="261"/>
                </a:lnTo>
                <a:close/>
                <a:moveTo>
                  <a:pt x="634" y="235"/>
                </a:moveTo>
                <a:cubicBezTo>
                  <a:pt x="595" y="149"/>
                  <a:pt x="595" y="149"/>
                  <a:pt x="595" y="149"/>
                </a:cubicBezTo>
                <a:cubicBezTo>
                  <a:pt x="578" y="261"/>
                  <a:pt x="578" y="261"/>
                  <a:pt x="578" y="261"/>
                </a:cubicBezTo>
                <a:cubicBezTo>
                  <a:pt x="592" y="261"/>
                  <a:pt x="592" y="261"/>
                  <a:pt x="592" y="261"/>
                </a:cubicBezTo>
                <a:cubicBezTo>
                  <a:pt x="601" y="194"/>
                  <a:pt x="601" y="194"/>
                  <a:pt x="601" y="194"/>
                </a:cubicBezTo>
                <a:cubicBezTo>
                  <a:pt x="634" y="267"/>
                  <a:pt x="634" y="267"/>
                  <a:pt x="634" y="267"/>
                </a:cubicBezTo>
                <a:cubicBezTo>
                  <a:pt x="668" y="194"/>
                  <a:pt x="668" y="194"/>
                  <a:pt x="668" y="194"/>
                </a:cubicBezTo>
                <a:cubicBezTo>
                  <a:pt x="677" y="261"/>
                  <a:pt x="677" y="261"/>
                  <a:pt x="677" y="261"/>
                </a:cubicBezTo>
                <a:cubicBezTo>
                  <a:pt x="691" y="261"/>
                  <a:pt x="691" y="261"/>
                  <a:pt x="691" y="261"/>
                </a:cubicBezTo>
                <a:cubicBezTo>
                  <a:pt x="674" y="148"/>
                  <a:pt x="674" y="148"/>
                  <a:pt x="674" y="148"/>
                </a:cubicBezTo>
                <a:lnTo>
                  <a:pt x="634" y="235"/>
                </a:lnTo>
                <a:close/>
                <a:moveTo>
                  <a:pt x="737" y="261"/>
                </a:moveTo>
                <a:cubicBezTo>
                  <a:pt x="751" y="261"/>
                  <a:pt x="751" y="261"/>
                  <a:pt x="751" y="261"/>
                </a:cubicBezTo>
                <a:cubicBezTo>
                  <a:pt x="751" y="157"/>
                  <a:pt x="751" y="157"/>
                  <a:pt x="751" y="157"/>
                </a:cubicBezTo>
                <a:cubicBezTo>
                  <a:pt x="737" y="157"/>
                  <a:pt x="737" y="157"/>
                  <a:pt x="737" y="157"/>
                </a:cubicBezTo>
                <a:lnTo>
                  <a:pt x="737" y="261"/>
                </a:lnTo>
                <a:close/>
                <a:moveTo>
                  <a:pt x="955" y="211"/>
                </a:moveTo>
                <a:cubicBezTo>
                  <a:pt x="950" y="207"/>
                  <a:pt x="945" y="204"/>
                  <a:pt x="939" y="201"/>
                </a:cubicBezTo>
                <a:cubicBezTo>
                  <a:pt x="929" y="197"/>
                  <a:pt x="929" y="197"/>
                  <a:pt x="929" y="197"/>
                </a:cubicBezTo>
                <a:cubicBezTo>
                  <a:pt x="925" y="195"/>
                  <a:pt x="922" y="194"/>
                  <a:pt x="919" y="191"/>
                </a:cubicBezTo>
                <a:cubicBezTo>
                  <a:pt x="916" y="189"/>
                  <a:pt x="916" y="187"/>
                  <a:pt x="916" y="183"/>
                </a:cubicBezTo>
                <a:cubicBezTo>
                  <a:pt x="916" y="175"/>
                  <a:pt x="922" y="169"/>
                  <a:pt x="931" y="169"/>
                </a:cubicBezTo>
                <a:cubicBezTo>
                  <a:pt x="936" y="169"/>
                  <a:pt x="940" y="171"/>
                  <a:pt x="942" y="172"/>
                </a:cubicBezTo>
                <a:cubicBezTo>
                  <a:pt x="944" y="174"/>
                  <a:pt x="946" y="177"/>
                  <a:pt x="947" y="179"/>
                </a:cubicBezTo>
                <a:cubicBezTo>
                  <a:pt x="948" y="181"/>
                  <a:pt x="948" y="181"/>
                  <a:pt x="948" y="181"/>
                </a:cubicBezTo>
                <a:cubicBezTo>
                  <a:pt x="959" y="173"/>
                  <a:pt x="959" y="173"/>
                  <a:pt x="959" y="173"/>
                </a:cubicBezTo>
                <a:cubicBezTo>
                  <a:pt x="958" y="172"/>
                  <a:pt x="958" y="172"/>
                  <a:pt x="958" y="172"/>
                </a:cubicBezTo>
                <a:cubicBezTo>
                  <a:pt x="956" y="167"/>
                  <a:pt x="952" y="163"/>
                  <a:pt x="948" y="161"/>
                </a:cubicBezTo>
                <a:cubicBezTo>
                  <a:pt x="943" y="157"/>
                  <a:pt x="938" y="156"/>
                  <a:pt x="931" y="156"/>
                </a:cubicBezTo>
                <a:cubicBezTo>
                  <a:pt x="914" y="156"/>
                  <a:pt x="902" y="167"/>
                  <a:pt x="902" y="183"/>
                </a:cubicBezTo>
                <a:cubicBezTo>
                  <a:pt x="902" y="190"/>
                  <a:pt x="904" y="195"/>
                  <a:pt x="909" y="200"/>
                </a:cubicBezTo>
                <a:cubicBezTo>
                  <a:pt x="913" y="205"/>
                  <a:pt x="918" y="207"/>
                  <a:pt x="922" y="209"/>
                </a:cubicBezTo>
                <a:cubicBezTo>
                  <a:pt x="932" y="213"/>
                  <a:pt x="932" y="213"/>
                  <a:pt x="932" y="213"/>
                </a:cubicBezTo>
                <a:cubicBezTo>
                  <a:pt x="937" y="215"/>
                  <a:pt x="941" y="217"/>
                  <a:pt x="944" y="220"/>
                </a:cubicBezTo>
                <a:cubicBezTo>
                  <a:pt x="947" y="223"/>
                  <a:pt x="948" y="226"/>
                  <a:pt x="948" y="231"/>
                </a:cubicBezTo>
                <a:cubicBezTo>
                  <a:pt x="948" y="240"/>
                  <a:pt x="942" y="249"/>
                  <a:pt x="929" y="249"/>
                </a:cubicBezTo>
                <a:cubicBezTo>
                  <a:pt x="924" y="249"/>
                  <a:pt x="919" y="247"/>
                  <a:pt x="916" y="244"/>
                </a:cubicBezTo>
                <a:cubicBezTo>
                  <a:pt x="913" y="241"/>
                  <a:pt x="911" y="236"/>
                  <a:pt x="910" y="232"/>
                </a:cubicBezTo>
                <a:cubicBezTo>
                  <a:pt x="910" y="230"/>
                  <a:pt x="910" y="230"/>
                  <a:pt x="910" y="230"/>
                </a:cubicBezTo>
                <a:cubicBezTo>
                  <a:pt x="896" y="234"/>
                  <a:pt x="896" y="234"/>
                  <a:pt x="896" y="234"/>
                </a:cubicBezTo>
                <a:cubicBezTo>
                  <a:pt x="897" y="235"/>
                  <a:pt x="897" y="235"/>
                  <a:pt x="897" y="235"/>
                </a:cubicBezTo>
                <a:cubicBezTo>
                  <a:pt x="898" y="243"/>
                  <a:pt x="902" y="249"/>
                  <a:pt x="906" y="254"/>
                </a:cubicBezTo>
                <a:cubicBezTo>
                  <a:pt x="912" y="260"/>
                  <a:pt x="920" y="262"/>
                  <a:pt x="929" y="262"/>
                </a:cubicBezTo>
                <a:cubicBezTo>
                  <a:pt x="948" y="262"/>
                  <a:pt x="962" y="249"/>
                  <a:pt x="962" y="230"/>
                </a:cubicBezTo>
                <a:cubicBezTo>
                  <a:pt x="962" y="222"/>
                  <a:pt x="960" y="216"/>
                  <a:pt x="955" y="211"/>
                </a:cubicBezTo>
                <a:close/>
                <a:moveTo>
                  <a:pt x="0" y="261"/>
                </a:moveTo>
                <a:cubicBezTo>
                  <a:pt x="15" y="261"/>
                  <a:pt x="15" y="261"/>
                  <a:pt x="15" y="261"/>
                </a:cubicBezTo>
                <a:cubicBezTo>
                  <a:pt x="48" y="184"/>
                  <a:pt x="48" y="184"/>
                  <a:pt x="48" y="184"/>
                </a:cubicBezTo>
                <a:cubicBezTo>
                  <a:pt x="79" y="260"/>
                  <a:pt x="79" y="260"/>
                  <a:pt x="79" y="260"/>
                </a:cubicBezTo>
                <a:cubicBezTo>
                  <a:pt x="80" y="261"/>
                  <a:pt x="80" y="261"/>
                  <a:pt x="80" y="261"/>
                </a:cubicBezTo>
                <a:cubicBezTo>
                  <a:pt x="95" y="261"/>
                  <a:pt x="95" y="261"/>
                  <a:pt x="95" y="261"/>
                </a:cubicBezTo>
                <a:cubicBezTo>
                  <a:pt x="48" y="151"/>
                  <a:pt x="48" y="151"/>
                  <a:pt x="48" y="151"/>
                </a:cubicBezTo>
                <a:lnTo>
                  <a:pt x="0" y="261"/>
                </a:lnTo>
                <a:close/>
                <a:moveTo>
                  <a:pt x="229" y="261"/>
                </a:moveTo>
                <a:cubicBezTo>
                  <a:pt x="244" y="261"/>
                  <a:pt x="244" y="261"/>
                  <a:pt x="244" y="261"/>
                </a:cubicBezTo>
                <a:cubicBezTo>
                  <a:pt x="277" y="184"/>
                  <a:pt x="277" y="184"/>
                  <a:pt x="277" y="184"/>
                </a:cubicBezTo>
                <a:cubicBezTo>
                  <a:pt x="309" y="260"/>
                  <a:pt x="309" y="260"/>
                  <a:pt x="309" y="260"/>
                </a:cubicBezTo>
                <a:cubicBezTo>
                  <a:pt x="309" y="261"/>
                  <a:pt x="309" y="261"/>
                  <a:pt x="309" y="261"/>
                </a:cubicBezTo>
                <a:cubicBezTo>
                  <a:pt x="324" y="261"/>
                  <a:pt x="324" y="261"/>
                  <a:pt x="324" y="261"/>
                </a:cubicBezTo>
                <a:cubicBezTo>
                  <a:pt x="277" y="151"/>
                  <a:pt x="277" y="151"/>
                  <a:pt x="277" y="151"/>
                </a:cubicBezTo>
                <a:lnTo>
                  <a:pt x="229" y="261"/>
                </a:lnTo>
                <a:close/>
                <a:moveTo>
                  <a:pt x="1071" y="11"/>
                </a:moveTo>
                <a:cubicBezTo>
                  <a:pt x="1071" y="18"/>
                  <a:pt x="1071" y="18"/>
                  <a:pt x="1071" y="18"/>
                </a:cubicBezTo>
                <a:cubicBezTo>
                  <a:pt x="1075" y="18"/>
                  <a:pt x="1075" y="18"/>
                  <a:pt x="1075" y="18"/>
                </a:cubicBezTo>
                <a:cubicBezTo>
                  <a:pt x="1077" y="9"/>
                  <a:pt x="1077" y="9"/>
                  <a:pt x="1077" y="9"/>
                </a:cubicBezTo>
                <a:cubicBezTo>
                  <a:pt x="1076" y="8"/>
                  <a:pt x="1074" y="7"/>
                  <a:pt x="1072" y="6"/>
                </a:cubicBezTo>
                <a:cubicBezTo>
                  <a:pt x="1070" y="6"/>
                  <a:pt x="1067" y="6"/>
                  <a:pt x="1064" y="6"/>
                </a:cubicBezTo>
                <a:cubicBezTo>
                  <a:pt x="1061" y="6"/>
                  <a:pt x="1058" y="6"/>
                  <a:pt x="1056" y="7"/>
                </a:cubicBezTo>
                <a:cubicBezTo>
                  <a:pt x="1053" y="9"/>
                  <a:pt x="1051" y="10"/>
                  <a:pt x="1049" y="12"/>
                </a:cubicBezTo>
                <a:cubicBezTo>
                  <a:pt x="1048" y="14"/>
                  <a:pt x="1047" y="17"/>
                  <a:pt x="1047" y="20"/>
                </a:cubicBezTo>
                <a:cubicBezTo>
                  <a:pt x="1047" y="22"/>
                  <a:pt x="1048" y="24"/>
                  <a:pt x="1049" y="26"/>
                </a:cubicBezTo>
                <a:cubicBezTo>
                  <a:pt x="1050" y="28"/>
                  <a:pt x="1051" y="30"/>
                  <a:pt x="1053" y="31"/>
                </a:cubicBezTo>
                <a:cubicBezTo>
                  <a:pt x="1055" y="32"/>
                  <a:pt x="1057" y="34"/>
                  <a:pt x="1059" y="35"/>
                </a:cubicBezTo>
                <a:cubicBezTo>
                  <a:pt x="1062" y="37"/>
                  <a:pt x="1064" y="39"/>
                  <a:pt x="1066" y="40"/>
                </a:cubicBezTo>
                <a:cubicBezTo>
                  <a:pt x="1067" y="42"/>
                  <a:pt x="1068" y="44"/>
                  <a:pt x="1068" y="47"/>
                </a:cubicBezTo>
                <a:cubicBezTo>
                  <a:pt x="1068" y="49"/>
                  <a:pt x="1067" y="52"/>
                  <a:pt x="1065" y="53"/>
                </a:cubicBezTo>
                <a:cubicBezTo>
                  <a:pt x="1062" y="55"/>
                  <a:pt x="1060" y="56"/>
                  <a:pt x="1057" y="56"/>
                </a:cubicBezTo>
                <a:cubicBezTo>
                  <a:pt x="1055" y="56"/>
                  <a:pt x="1053" y="56"/>
                  <a:pt x="1052" y="55"/>
                </a:cubicBezTo>
                <a:cubicBezTo>
                  <a:pt x="1050" y="55"/>
                  <a:pt x="1049" y="54"/>
                  <a:pt x="1048" y="54"/>
                </a:cubicBezTo>
                <a:cubicBezTo>
                  <a:pt x="1048" y="46"/>
                  <a:pt x="1048" y="46"/>
                  <a:pt x="1048" y="46"/>
                </a:cubicBezTo>
                <a:cubicBezTo>
                  <a:pt x="1044" y="46"/>
                  <a:pt x="1044" y="46"/>
                  <a:pt x="1044" y="46"/>
                </a:cubicBezTo>
                <a:cubicBezTo>
                  <a:pt x="1042" y="56"/>
                  <a:pt x="1042" y="56"/>
                  <a:pt x="1042" y="56"/>
                </a:cubicBezTo>
                <a:cubicBezTo>
                  <a:pt x="1043" y="57"/>
                  <a:pt x="1045" y="58"/>
                  <a:pt x="1048" y="58"/>
                </a:cubicBezTo>
                <a:cubicBezTo>
                  <a:pt x="1051" y="59"/>
                  <a:pt x="1054" y="59"/>
                  <a:pt x="1057" y="59"/>
                </a:cubicBezTo>
                <a:cubicBezTo>
                  <a:pt x="1060" y="59"/>
                  <a:pt x="1063" y="59"/>
                  <a:pt x="1066" y="57"/>
                </a:cubicBezTo>
                <a:cubicBezTo>
                  <a:pt x="1069" y="56"/>
                  <a:pt x="1071" y="54"/>
                  <a:pt x="1073" y="52"/>
                </a:cubicBezTo>
                <a:cubicBezTo>
                  <a:pt x="1074" y="50"/>
                  <a:pt x="1075" y="47"/>
                  <a:pt x="1075" y="44"/>
                </a:cubicBezTo>
                <a:cubicBezTo>
                  <a:pt x="1075" y="42"/>
                  <a:pt x="1074" y="40"/>
                  <a:pt x="1073" y="38"/>
                </a:cubicBezTo>
                <a:cubicBezTo>
                  <a:pt x="1072" y="36"/>
                  <a:pt x="1071" y="35"/>
                  <a:pt x="1069" y="34"/>
                </a:cubicBezTo>
                <a:cubicBezTo>
                  <a:pt x="1068" y="32"/>
                  <a:pt x="1066" y="31"/>
                  <a:pt x="1064" y="29"/>
                </a:cubicBezTo>
                <a:cubicBezTo>
                  <a:pt x="1060" y="27"/>
                  <a:pt x="1058" y="25"/>
                  <a:pt x="1056" y="24"/>
                </a:cubicBezTo>
                <a:cubicBezTo>
                  <a:pt x="1055" y="22"/>
                  <a:pt x="1054" y="20"/>
                  <a:pt x="1054" y="17"/>
                </a:cubicBezTo>
                <a:cubicBezTo>
                  <a:pt x="1054" y="15"/>
                  <a:pt x="1055" y="13"/>
                  <a:pt x="1057" y="11"/>
                </a:cubicBezTo>
                <a:cubicBezTo>
                  <a:pt x="1059" y="10"/>
                  <a:pt x="1061" y="9"/>
                  <a:pt x="1064" y="9"/>
                </a:cubicBezTo>
                <a:cubicBezTo>
                  <a:pt x="1065" y="9"/>
                  <a:pt x="1067" y="9"/>
                  <a:pt x="1068" y="10"/>
                </a:cubicBezTo>
                <a:cubicBezTo>
                  <a:pt x="1069" y="10"/>
                  <a:pt x="1070" y="10"/>
                  <a:pt x="1071" y="11"/>
                </a:cubicBezTo>
                <a:close/>
                <a:moveTo>
                  <a:pt x="1107" y="27"/>
                </a:moveTo>
                <a:cubicBezTo>
                  <a:pt x="1108" y="27"/>
                  <a:pt x="1108" y="27"/>
                  <a:pt x="1108" y="27"/>
                </a:cubicBezTo>
                <a:cubicBezTo>
                  <a:pt x="1110" y="20"/>
                  <a:pt x="1110" y="20"/>
                  <a:pt x="1110" y="20"/>
                </a:cubicBezTo>
                <a:cubicBezTo>
                  <a:pt x="1109" y="20"/>
                  <a:pt x="1108" y="19"/>
                  <a:pt x="1107" y="19"/>
                </a:cubicBezTo>
                <a:cubicBezTo>
                  <a:pt x="1105" y="19"/>
                  <a:pt x="1104" y="19"/>
                  <a:pt x="1102" y="19"/>
                </a:cubicBezTo>
                <a:cubicBezTo>
                  <a:pt x="1098" y="19"/>
                  <a:pt x="1094" y="20"/>
                  <a:pt x="1091" y="22"/>
                </a:cubicBezTo>
                <a:cubicBezTo>
                  <a:pt x="1088" y="25"/>
                  <a:pt x="1086" y="28"/>
                  <a:pt x="1084" y="32"/>
                </a:cubicBezTo>
                <a:cubicBezTo>
                  <a:pt x="1083" y="36"/>
                  <a:pt x="1082" y="40"/>
                  <a:pt x="1082" y="43"/>
                </a:cubicBezTo>
                <a:cubicBezTo>
                  <a:pt x="1082" y="48"/>
                  <a:pt x="1083" y="52"/>
                  <a:pt x="1085" y="55"/>
                </a:cubicBezTo>
                <a:cubicBezTo>
                  <a:pt x="1087" y="58"/>
                  <a:pt x="1091" y="59"/>
                  <a:pt x="1094" y="59"/>
                </a:cubicBezTo>
                <a:cubicBezTo>
                  <a:pt x="1098" y="59"/>
                  <a:pt x="1100" y="59"/>
                  <a:pt x="1102" y="57"/>
                </a:cubicBezTo>
                <a:cubicBezTo>
                  <a:pt x="1105" y="56"/>
                  <a:pt x="1106" y="54"/>
                  <a:pt x="1108" y="53"/>
                </a:cubicBezTo>
                <a:cubicBezTo>
                  <a:pt x="1106" y="50"/>
                  <a:pt x="1106" y="50"/>
                  <a:pt x="1106" y="50"/>
                </a:cubicBezTo>
                <a:cubicBezTo>
                  <a:pt x="1105" y="52"/>
                  <a:pt x="1103" y="53"/>
                  <a:pt x="1102" y="54"/>
                </a:cubicBezTo>
                <a:cubicBezTo>
                  <a:pt x="1100" y="54"/>
                  <a:pt x="1099" y="55"/>
                  <a:pt x="1097" y="55"/>
                </a:cubicBezTo>
                <a:cubicBezTo>
                  <a:pt x="1094" y="55"/>
                  <a:pt x="1092" y="54"/>
                  <a:pt x="1091" y="52"/>
                </a:cubicBezTo>
                <a:cubicBezTo>
                  <a:pt x="1090" y="50"/>
                  <a:pt x="1089" y="47"/>
                  <a:pt x="1089" y="43"/>
                </a:cubicBezTo>
                <a:cubicBezTo>
                  <a:pt x="1089" y="39"/>
                  <a:pt x="1090" y="35"/>
                  <a:pt x="1091" y="32"/>
                </a:cubicBezTo>
                <a:cubicBezTo>
                  <a:pt x="1092" y="30"/>
                  <a:pt x="1093" y="27"/>
                  <a:pt x="1095" y="26"/>
                </a:cubicBezTo>
                <a:cubicBezTo>
                  <a:pt x="1097" y="24"/>
                  <a:pt x="1099" y="23"/>
                  <a:pt x="1101" y="23"/>
                </a:cubicBezTo>
                <a:cubicBezTo>
                  <a:pt x="1102" y="23"/>
                  <a:pt x="1105" y="24"/>
                  <a:pt x="1107" y="27"/>
                </a:cubicBezTo>
                <a:close/>
                <a:moveTo>
                  <a:pt x="1124" y="52"/>
                </a:moveTo>
                <a:cubicBezTo>
                  <a:pt x="1129" y="19"/>
                  <a:pt x="1129" y="19"/>
                  <a:pt x="1129" y="19"/>
                </a:cubicBezTo>
                <a:cubicBezTo>
                  <a:pt x="1128" y="19"/>
                  <a:pt x="1128" y="19"/>
                  <a:pt x="1128" y="19"/>
                </a:cubicBezTo>
                <a:cubicBezTo>
                  <a:pt x="1118" y="20"/>
                  <a:pt x="1118" y="20"/>
                  <a:pt x="1118" y="20"/>
                </a:cubicBezTo>
                <a:cubicBezTo>
                  <a:pt x="1117" y="23"/>
                  <a:pt x="1117" y="23"/>
                  <a:pt x="1117" y="23"/>
                </a:cubicBezTo>
                <a:cubicBezTo>
                  <a:pt x="1122" y="24"/>
                  <a:pt x="1122" y="24"/>
                  <a:pt x="1122" y="24"/>
                </a:cubicBezTo>
                <a:cubicBezTo>
                  <a:pt x="1121" y="31"/>
                  <a:pt x="1120" y="37"/>
                  <a:pt x="1119" y="41"/>
                </a:cubicBezTo>
                <a:cubicBezTo>
                  <a:pt x="1118" y="49"/>
                  <a:pt x="1117" y="54"/>
                  <a:pt x="1117" y="55"/>
                </a:cubicBezTo>
                <a:cubicBezTo>
                  <a:pt x="1117" y="56"/>
                  <a:pt x="1118" y="57"/>
                  <a:pt x="1118" y="58"/>
                </a:cubicBezTo>
                <a:cubicBezTo>
                  <a:pt x="1119" y="59"/>
                  <a:pt x="1120" y="59"/>
                  <a:pt x="1122" y="59"/>
                </a:cubicBezTo>
                <a:cubicBezTo>
                  <a:pt x="1124" y="59"/>
                  <a:pt x="1125" y="59"/>
                  <a:pt x="1127" y="58"/>
                </a:cubicBezTo>
                <a:cubicBezTo>
                  <a:pt x="1128" y="57"/>
                  <a:pt x="1129" y="55"/>
                  <a:pt x="1130" y="54"/>
                </a:cubicBezTo>
                <a:cubicBezTo>
                  <a:pt x="1129" y="53"/>
                  <a:pt x="1129" y="53"/>
                  <a:pt x="1129" y="53"/>
                </a:cubicBezTo>
                <a:cubicBezTo>
                  <a:pt x="1128" y="54"/>
                  <a:pt x="1128" y="54"/>
                  <a:pt x="1127" y="54"/>
                </a:cubicBezTo>
                <a:cubicBezTo>
                  <a:pt x="1126" y="55"/>
                  <a:pt x="1126" y="55"/>
                  <a:pt x="1125" y="55"/>
                </a:cubicBezTo>
                <a:cubicBezTo>
                  <a:pt x="1125" y="55"/>
                  <a:pt x="1125" y="55"/>
                  <a:pt x="1125" y="54"/>
                </a:cubicBezTo>
                <a:cubicBezTo>
                  <a:pt x="1124" y="54"/>
                  <a:pt x="1124" y="54"/>
                  <a:pt x="1124" y="53"/>
                </a:cubicBezTo>
                <a:lnTo>
                  <a:pt x="1124" y="52"/>
                </a:lnTo>
                <a:close/>
                <a:moveTo>
                  <a:pt x="1127" y="11"/>
                </a:moveTo>
                <a:cubicBezTo>
                  <a:pt x="1128" y="11"/>
                  <a:pt x="1129" y="11"/>
                  <a:pt x="1130" y="10"/>
                </a:cubicBezTo>
                <a:cubicBezTo>
                  <a:pt x="1131" y="9"/>
                  <a:pt x="1131" y="7"/>
                  <a:pt x="1131" y="6"/>
                </a:cubicBezTo>
                <a:cubicBezTo>
                  <a:pt x="1131" y="5"/>
                  <a:pt x="1131" y="4"/>
                  <a:pt x="1130" y="3"/>
                </a:cubicBezTo>
                <a:cubicBezTo>
                  <a:pt x="1130" y="3"/>
                  <a:pt x="1129" y="2"/>
                  <a:pt x="1128" y="2"/>
                </a:cubicBezTo>
                <a:cubicBezTo>
                  <a:pt x="1126" y="2"/>
                  <a:pt x="1125" y="3"/>
                  <a:pt x="1124" y="4"/>
                </a:cubicBezTo>
                <a:cubicBezTo>
                  <a:pt x="1123" y="5"/>
                  <a:pt x="1123" y="6"/>
                  <a:pt x="1123" y="7"/>
                </a:cubicBezTo>
                <a:cubicBezTo>
                  <a:pt x="1123" y="8"/>
                  <a:pt x="1123" y="9"/>
                  <a:pt x="1124" y="10"/>
                </a:cubicBezTo>
                <a:cubicBezTo>
                  <a:pt x="1125" y="11"/>
                  <a:pt x="1126" y="11"/>
                  <a:pt x="1127" y="11"/>
                </a:cubicBezTo>
                <a:close/>
                <a:moveTo>
                  <a:pt x="1166" y="52"/>
                </a:moveTo>
                <a:cubicBezTo>
                  <a:pt x="1165" y="49"/>
                  <a:pt x="1165" y="49"/>
                  <a:pt x="1165" y="49"/>
                </a:cubicBezTo>
                <a:cubicBezTo>
                  <a:pt x="1163" y="51"/>
                  <a:pt x="1161" y="52"/>
                  <a:pt x="1159" y="53"/>
                </a:cubicBezTo>
                <a:cubicBezTo>
                  <a:pt x="1157" y="54"/>
                  <a:pt x="1155" y="55"/>
                  <a:pt x="1153" y="55"/>
                </a:cubicBezTo>
                <a:cubicBezTo>
                  <a:pt x="1150" y="55"/>
                  <a:pt x="1148" y="54"/>
                  <a:pt x="1147" y="51"/>
                </a:cubicBezTo>
                <a:cubicBezTo>
                  <a:pt x="1145" y="49"/>
                  <a:pt x="1145" y="46"/>
                  <a:pt x="1145" y="43"/>
                </a:cubicBezTo>
                <a:cubicBezTo>
                  <a:pt x="1148" y="43"/>
                  <a:pt x="1151" y="42"/>
                  <a:pt x="1155" y="41"/>
                </a:cubicBezTo>
                <a:cubicBezTo>
                  <a:pt x="1158" y="40"/>
                  <a:pt x="1162" y="38"/>
                  <a:pt x="1164" y="36"/>
                </a:cubicBezTo>
                <a:cubicBezTo>
                  <a:pt x="1167" y="33"/>
                  <a:pt x="1168" y="31"/>
                  <a:pt x="1168" y="27"/>
                </a:cubicBezTo>
                <a:cubicBezTo>
                  <a:pt x="1168" y="25"/>
                  <a:pt x="1167" y="23"/>
                  <a:pt x="1166" y="21"/>
                </a:cubicBezTo>
                <a:cubicBezTo>
                  <a:pt x="1164" y="19"/>
                  <a:pt x="1162" y="19"/>
                  <a:pt x="1158" y="19"/>
                </a:cubicBezTo>
                <a:cubicBezTo>
                  <a:pt x="1154" y="19"/>
                  <a:pt x="1151" y="20"/>
                  <a:pt x="1148" y="22"/>
                </a:cubicBezTo>
                <a:cubicBezTo>
                  <a:pt x="1145" y="24"/>
                  <a:pt x="1142" y="28"/>
                  <a:pt x="1140" y="31"/>
                </a:cubicBezTo>
                <a:cubicBezTo>
                  <a:pt x="1138" y="35"/>
                  <a:pt x="1138" y="40"/>
                  <a:pt x="1138" y="44"/>
                </a:cubicBezTo>
                <a:cubicBezTo>
                  <a:pt x="1138" y="47"/>
                  <a:pt x="1138" y="49"/>
                  <a:pt x="1139" y="52"/>
                </a:cubicBezTo>
                <a:cubicBezTo>
                  <a:pt x="1140" y="54"/>
                  <a:pt x="1142" y="56"/>
                  <a:pt x="1144" y="57"/>
                </a:cubicBezTo>
                <a:cubicBezTo>
                  <a:pt x="1146" y="59"/>
                  <a:pt x="1148" y="59"/>
                  <a:pt x="1151" y="59"/>
                </a:cubicBezTo>
                <a:cubicBezTo>
                  <a:pt x="1155" y="59"/>
                  <a:pt x="1158" y="58"/>
                  <a:pt x="1160" y="57"/>
                </a:cubicBezTo>
                <a:cubicBezTo>
                  <a:pt x="1163" y="55"/>
                  <a:pt x="1165" y="54"/>
                  <a:pt x="1166" y="52"/>
                </a:cubicBezTo>
                <a:close/>
                <a:moveTo>
                  <a:pt x="1157" y="22"/>
                </a:moveTo>
                <a:cubicBezTo>
                  <a:pt x="1158" y="22"/>
                  <a:pt x="1159" y="23"/>
                  <a:pt x="1160" y="24"/>
                </a:cubicBezTo>
                <a:cubicBezTo>
                  <a:pt x="1161" y="25"/>
                  <a:pt x="1161" y="26"/>
                  <a:pt x="1161" y="28"/>
                </a:cubicBezTo>
                <a:cubicBezTo>
                  <a:pt x="1161" y="30"/>
                  <a:pt x="1161" y="32"/>
                  <a:pt x="1159" y="34"/>
                </a:cubicBezTo>
                <a:cubicBezTo>
                  <a:pt x="1157" y="35"/>
                  <a:pt x="1155" y="37"/>
                  <a:pt x="1152" y="38"/>
                </a:cubicBezTo>
                <a:cubicBezTo>
                  <a:pt x="1150" y="39"/>
                  <a:pt x="1147" y="39"/>
                  <a:pt x="1145" y="39"/>
                </a:cubicBezTo>
                <a:cubicBezTo>
                  <a:pt x="1145" y="37"/>
                  <a:pt x="1146" y="34"/>
                  <a:pt x="1147" y="32"/>
                </a:cubicBezTo>
                <a:cubicBezTo>
                  <a:pt x="1148" y="29"/>
                  <a:pt x="1149" y="27"/>
                  <a:pt x="1151" y="25"/>
                </a:cubicBezTo>
                <a:cubicBezTo>
                  <a:pt x="1152" y="23"/>
                  <a:pt x="1154" y="22"/>
                  <a:pt x="1157" y="22"/>
                </a:cubicBezTo>
                <a:close/>
                <a:moveTo>
                  <a:pt x="1187" y="28"/>
                </a:moveTo>
                <a:cubicBezTo>
                  <a:pt x="1188" y="19"/>
                  <a:pt x="1188" y="19"/>
                  <a:pt x="1188" y="19"/>
                </a:cubicBezTo>
                <a:cubicBezTo>
                  <a:pt x="1186" y="19"/>
                  <a:pt x="1186" y="19"/>
                  <a:pt x="1186" y="19"/>
                </a:cubicBezTo>
                <a:cubicBezTo>
                  <a:pt x="1178" y="20"/>
                  <a:pt x="1178" y="20"/>
                  <a:pt x="1178" y="20"/>
                </a:cubicBezTo>
                <a:cubicBezTo>
                  <a:pt x="1177" y="23"/>
                  <a:pt x="1177" y="23"/>
                  <a:pt x="1177" y="23"/>
                </a:cubicBezTo>
                <a:cubicBezTo>
                  <a:pt x="1180" y="25"/>
                  <a:pt x="1180" y="25"/>
                  <a:pt x="1180" y="25"/>
                </a:cubicBezTo>
                <a:cubicBezTo>
                  <a:pt x="1176" y="58"/>
                  <a:pt x="1176" y="58"/>
                  <a:pt x="1176" y="58"/>
                </a:cubicBezTo>
                <a:cubicBezTo>
                  <a:pt x="1183" y="58"/>
                  <a:pt x="1183" y="58"/>
                  <a:pt x="1183" y="58"/>
                </a:cubicBezTo>
                <a:cubicBezTo>
                  <a:pt x="1186" y="33"/>
                  <a:pt x="1186" y="33"/>
                  <a:pt x="1186" y="33"/>
                </a:cubicBezTo>
                <a:cubicBezTo>
                  <a:pt x="1188" y="31"/>
                  <a:pt x="1190" y="28"/>
                  <a:pt x="1192" y="26"/>
                </a:cubicBezTo>
                <a:cubicBezTo>
                  <a:pt x="1194" y="25"/>
                  <a:pt x="1196" y="24"/>
                  <a:pt x="1198" y="24"/>
                </a:cubicBezTo>
                <a:cubicBezTo>
                  <a:pt x="1200" y="24"/>
                  <a:pt x="1201" y="24"/>
                  <a:pt x="1202" y="25"/>
                </a:cubicBezTo>
                <a:cubicBezTo>
                  <a:pt x="1202" y="26"/>
                  <a:pt x="1203" y="27"/>
                  <a:pt x="1203" y="29"/>
                </a:cubicBezTo>
                <a:cubicBezTo>
                  <a:pt x="1203" y="31"/>
                  <a:pt x="1202" y="33"/>
                  <a:pt x="1202" y="35"/>
                </a:cubicBezTo>
                <a:cubicBezTo>
                  <a:pt x="1202" y="37"/>
                  <a:pt x="1201" y="39"/>
                  <a:pt x="1201" y="41"/>
                </a:cubicBezTo>
                <a:cubicBezTo>
                  <a:pt x="1201" y="43"/>
                  <a:pt x="1201" y="43"/>
                  <a:pt x="1201" y="43"/>
                </a:cubicBezTo>
                <a:cubicBezTo>
                  <a:pt x="1200" y="46"/>
                  <a:pt x="1200" y="46"/>
                  <a:pt x="1200" y="46"/>
                </a:cubicBezTo>
                <a:cubicBezTo>
                  <a:pt x="1199" y="51"/>
                  <a:pt x="1199" y="54"/>
                  <a:pt x="1199" y="55"/>
                </a:cubicBezTo>
                <a:cubicBezTo>
                  <a:pt x="1199" y="58"/>
                  <a:pt x="1200" y="59"/>
                  <a:pt x="1203" y="59"/>
                </a:cubicBezTo>
                <a:cubicBezTo>
                  <a:pt x="1205" y="59"/>
                  <a:pt x="1206" y="59"/>
                  <a:pt x="1207" y="58"/>
                </a:cubicBezTo>
                <a:cubicBezTo>
                  <a:pt x="1208" y="58"/>
                  <a:pt x="1209" y="57"/>
                  <a:pt x="1210" y="57"/>
                </a:cubicBezTo>
                <a:cubicBezTo>
                  <a:pt x="1210" y="56"/>
                  <a:pt x="1211" y="55"/>
                  <a:pt x="1211" y="55"/>
                </a:cubicBezTo>
                <a:cubicBezTo>
                  <a:pt x="1210" y="53"/>
                  <a:pt x="1210" y="53"/>
                  <a:pt x="1210" y="53"/>
                </a:cubicBezTo>
                <a:cubicBezTo>
                  <a:pt x="1209" y="54"/>
                  <a:pt x="1208" y="55"/>
                  <a:pt x="1207" y="55"/>
                </a:cubicBezTo>
                <a:cubicBezTo>
                  <a:pt x="1206" y="55"/>
                  <a:pt x="1206" y="54"/>
                  <a:pt x="1206" y="53"/>
                </a:cubicBezTo>
                <a:cubicBezTo>
                  <a:pt x="1206" y="51"/>
                  <a:pt x="1206" y="48"/>
                  <a:pt x="1207" y="45"/>
                </a:cubicBezTo>
                <a:cubicBezTo>
                  <a:pt x="1208" y="41"/>
                  <a:pt x="1208" y="41"/>
                  <a:pt x="1208" y="41"/>
                </a:cubicBezTo>
                <a:cubicBezTo>
                  <a:pt x="1208" y="40"/>
                  <a:pt x="1208" y="40"/>
                  <a:pt x="1208" y="40"/>
                </a:cubicBezTo>
                <a:cubicBezTo>
                  <a:pt x="1209" y="34"/>
                  <a:pt x="1210" y="31"/>
                  <a:pt x="1210" y="29"/>
                </a:cubicBezTo>
                <a:cubicBezTo>
                  <a:pt x="1210" y="25"/>
                  <a:pt x="1209" y="23"/>
                  <a:pt x="1207" y="21"/>
                </a:cubicBezTo>
                <a:cubicBezTo>
                  <a:pt x="1206" y="19"/>
                  <a:pt x="1204" y="19"/>
                  <a:pt x="1201" y="19"/>
                </a:cubicBezTo>
                <a:cubicBezTo>
                  <a:pt x="1199" y="19"/>
                  <a:pt x="1196" y="19"/>
                  <a:pt x="1193" y="21"/>
                </a:cubicBezTo>
                <a:cubicBezTo>
                  <a:pt x="1191" y="23"/>
                  <a:pt x="1189" y="25"/>
                  <a:pt x="1187" y="28"/>
                </a:cubicBezTo>
                <a:close/>
                <a:moveTo>
                  <a:pt x="1243" y="27"/>
                </a:moveTo>
                <a:cubicBezTo>
                  <a:pt x="1245" y="27"/>
                  <a:pt x="1245" y="27"/>
                  <a:pt x="1245" y="27"/>
                </a:cubicBezTo>
                <a:cubicBezTo>
                  <a:pt x="1247" y="20"/>
                  <a:pt x="1247" y="20"/>
                  <a:pt x="1247" y="20"/>
                </a:cubicBezTo>
                <a:cubicBezTo>
                  <a:pt x="1246" y="20"/>
                  <a:pt x="1244" y="19"/>
                  <a:pt x="1243" y="19"/>
                </a:cubicBezTo>
                <a:cubicBezTo>
                  <a:pt x="1241" y="19"/>
                  <a:pt x="1240" y="19"/>
                  <a:pt x="1239" y="19"/>
                </a:cubicBezTo>
                <a:cubicBezTo>
                  <a:pt x="1234" y="19"/>
                  <a:pt x="1231" y="20"/>
                  <a:pt x="1228" y="22"/>
                </a:cubicBezTo>
                <a:cubicBezTo>
                  <a:pt x="1224" y="25"/>
                  <a:pt x="1222" y="28"/>
                  <a:pt x="1220" y="32"/>
                </a:cubicBezTo>
                <a:cubicBezTo>
                  <a:pt x="1219" y="36"/>
                  <a:pt x="1218" y="40"/>
                  <a:pt x="1218" y="43"/>
                </a:cubicBezTo>
                <a:cubicBezTo>
                  <a:pt x="1218" y="48"/>
                  <a:pt x="1219" y="52"/>
                  <a:pt x="1221" y="55"/>
                </a:cubicBezTo>
                <a:cubicBezTo>
                  <a:pt x="1224" y="58"/>
                  <a:pt x="1227" y="59"/>
                  <a:pt x="1231" y="59"/>
                </a:cubicBezTo>
                <a:cubicBezTo>
                  <a:pt x="1234" y="59"/>
                  <a:pt x="1236" y="59"/>
                  <a:pt x="1239" y="57"/>
                </a:cubicBezTo>
                <a:cubicBezTo>
                  <a:pt x="1241" y="56"/>
                  <a:pt x="1243" y="54"/>
                  <a:pt x="1244" y="53"/>
                </a:cubicBezTo>
                <a:cubicBezTo>
                  <a:pt x="1242" y="50"/>
                  <a:pt x="1242" y="50"/>
                  <a:pt x="1242" y="50"/>
                </a:cubicBezTo>
                <a:cubicBezTo>
                  <a:pt x="1241" y="52"/>
                  <a:pt x="1239" y="53"/>
                  <a:pt x="1238" y="54"/>
                </a:cubicBezTo>
                <a:cubicBezTo>
                  <a:pt x="1236" y="54"/>
                  <a:pt x="1235" y="55"/>
                  <a:pt x="1233" y="55"/>
                </a:cubicBezTo>
                <a:cubicBezTo>
                  <a:pt x="1230" y="55"/>
                  <a:pt x="1228" y="54"/>
                  <a:pt x="1227" y="52"/>
                </a:cubicBezTo>
                <a:cubicBezTo>
                  <a:pt x="1226" y="50"/>
                  <a:pt x="1225" y="47"/>
                  <a:pt x="1225" y="43"/>
                </a:cubicBezTo>
                <a:cubicBezTo>
                  <a:pt x="1225" y="39"/>
                  <a:pt x="1226" y="35"/>
                  <a:pt x="1227" y="32"/>
                </a:cubicBezTo>
                <a:cubicBezTo>
                  <a:pt x="1228" y="30"/>
                  <a:pt x="1229" y="27"/>
                  <a:pt x="1231" y="26"/>
                </a:cubicBezTo>
                <a:cubicBezTo>
                  <a:pt x="1233" y="24"/>
                  <a:pt x="1235" y="23"/>
                  <a:pt x="1237" y="23"/>
                </a:cubicBezTo>
                <a:cubicBezTo>
                  <a:pt x="1239" y="23"/>
                  <a:pt x="1241" y="24"/>
                  <a:pt x="1243" y="27"/>
                </a:cubicBezTo>
                <a:close/>
                <a:moveTo>
                  <a:pt x="1279" y="52"/>
                </a:moveTo>
                <a:cubicBezTo>
                  <a:pt x="1277" y="49"/>
                  <a:pt x="1277" y="49"/>
                  <a:pt x="1277" y="49"/>
                </a:cubicBezTo>
                <a:cubicBezTo>
                  <a:pt x="1276" y="51"/>
                  <a:pt x="1274" y="52"/>
                  <a:pt x="1272" y="53"/>
                </a:cubicBezTo>
                <a:cubicBezTo>
                  <a:pt x="1270" y="54"/>
                  <a:pt x="1268" y="55"/>
                  <a:pt x="1266" y="55"/>
                </a:cubicBezTo>
                <a:cubicBezTo>
                  <a:pt x="1263" y="55"/>
                  <a:pt x="1261" y="54"/>
                  <a:pt x="1259" y="51"/>
                </a:cubicBezTo>
                <a:cubicBezTo>
                  <a:pt x="1258" y="49"/>
                  <a:pt x="1257" y="46"/>
                  <a:pt x="1258" y="43"/>
                </a:cubicBezTo>
                <a:cubicBezTo>
                  <a:pt x="1260" y="43"/>
                  <a:pt x="1264" y="42"/>
                  <a:pt x="1267" y="41"/>
                </a:cubicBezTo>
                <a:cubicBezTo>
                  <a:pt x="1271" y="40"/>
                  <a:pt x="1274" y="38"/>
                  <a:pt x="1277" y="36"/>
                </a:cubicBezTo>
                <a:cubicBezTo>
                  <a:pt x="1280" y="33"/>
                  <a:pt x="1281" y="31"/>
                  <a:pt x="1281" y="27"/>
                </a:cubicBezTo>
                <a:cubicBezTo>
                  <a:pt x="1281" y="25"/>
                  <a:pt x="1280" y="23"/>
                  <a:pt x="1278" y="21"/>
                </a:cubicBezTo>
                <a:cubicBezTo>
                  <a:pt x="1277" y="19"/>
                  <a:pt x="1274" y="19"/>
                  <a:pt x="1271" y="19"/>
                </a:cubicBezTo>
                <a:cubicBezTo>
                  <a:pt x="1267" y="19"/>
                  <a:pt x="1264" y="20"/>
                  <a:pt x="1260" y="22"/>
                </a:cubicBezTo>
                <a:cubicBezTo>
                  <a:pt x="1257" y="24"/>
                  <a:pt x="1255" y="28"/>
                  <a:pt x="1253" y="31"/>
                </a:cubicBezTo>
                <a:cubicBezTo>
                  <a:pt x="1251" y="35"/>
                  <a:pt x="1250" y="40"/>
                  <a:pt x="1250" y="44"/>
                </a:cubicBezTo>
                <a:cubicBezTo>
                  <a:pt x="1250" y="47"/>
                  <a:pt x="1251" y="49"/>
                  <a:pt x="1252" y="52"/>
                </a:cubicBezTo>
                <a:cubicBezTo>
                  <a:pt x="1253" y="54"/>
                  <a:pt x="1254" y="56"/>
                  <a:pt x="1256" y="57"/>
                </a:cubicBezTo>
                <a:cubicBezTo>
                  <a:pt x="1258" y="59"/>
                  <a:pt x="1261" y="59"/>
                  <a:pt x="1264" y="59"/>
                </a:cubicBezTo>
                <a:cubicBezTo>
                  <a:pt x="1267" y="59"/>
                  <a:pt x="1270" y="58"/>
                  <a:pt x="1273" y="57"/>
                </a:cubicBezTo>
                <a:cubicBezTo>
                  <a:pt x="1276" y="55"/>
                  <a:pt x="1278" y="54"/>
                  <a:pt x="1279" y="52"/>
                </a:cubicBezTo>
                <a:close/>
                <a:moveTo>
                  <a:pt x="1269" y="22"/>
                </a:moveTo>
                <a:cubicBezTo>
                  <a:pt x="1271" y="22"/>
                  <a:pt x="1272" y="23"/>
                  <a:pt x="1273" y="24"/>
                </a:cubicBezTo>
                <a:cubicBezTo>
                  <a:pt x="1274" y="25"/>
                  <a:pt x="1274" y="26"/>
                  <a:pt x="1274" y="28"/>
                </a:cubicBezTo>
                <a:cubicBezTo>
                  <a:pt x="1274" y="30"/>
                  <a:pt x="1273" y="32"/>
                  <a:pt x="1272" y="34"/>
                </a:cubicBezTo>
                <a:cubicBezTo>
                  <a:pt x="1270" y="35"/>
                  <a:pt x="1268" y="37"/>
                  <a:pt x="1265" y="38"/>
                </a:cubicBezTo>
                <a:cubicBezTo>
                  <a:pt x="1263" y="39"/>
                  <a:pt x="1260" y="39"/>
                  <a:pt x="1258" y="39"/>
                </a:cubicBezTo>
                <a:cubicBezTo>
                  <a:pt x="1258" y="37"/>
                  <a:pt x="1259" y="34"/>
                  <a:pt x="1259" y="32"/>
                </a:cubicBezTo>
                <a:cubicBezTo>
                  <a:pt x="1260" y="29"/>
                  <a:pt x="1262" y="27"/>
                  <a:pt x="1263" y="25"/>
                </a:cubicBezTo>
                <a:cubicBezTo>
                  <a:pt x="1265" y="23"/>
                  <a:pt x="1267" y="22"/>
                  <a:pt x="1269" y="22"/>
                </a:cubicBezTo>
                <a:close/>
                <a:moveTo>
                  <a:pt x="1310" y="25"/>
                </a:moveTo>
                <a:cubicBezTo>
                  <a:pt x="1311" y="20"/>
                  <a:pt x="1311" y="20"/>
                  <a:pt x="1311" y="20"/>
                </a:cubicBezTo>
                <a:cubicBezTo>
                  <a:pt x="1311" y="20"/>
                  <a:pt x="1309" y="19"/>
                  <a:pt x="1308" y="19"/>
                </a:cubicBezTo>
                <a:cubicBezTo>
                  <a:pt x="1306" y="19"/>
                  <a:pt x="1304" y="19"/>
                  <a:pt x="1303" y="19"/>
                </a:cubicBezTo>
                <a:cubicBezTo>
                  <a:pt x="1300" y="19"/>
                  <a:pt x="1298" y="19"/>
                  <a:pt x="1296" y="20"/>
                </a:cubicBezTo>
                <a:cubicBezTo>
                  <a:pt x="1293" y="21"/>
                  <a:pt x="1292" y="22"/>
                  <a:pt x="1291" y="24"/>
                </a:cubicBezTo>
                <a:cubicBezTo>
                  <a:pt x="1289" y="26"/>
                  <a:pt x="1289" y="27"/>
                  <a:pt x="1289" y="30"/>
                </a:cubicBezTo>
                <a:cubicBezTo>
                  <a:pt x="1289" y="34"/>
                  <a:pt x="1291" y="38"/>
                  <a:pt x="1296" y="41"/>
                </a:cubicBezTo>
                <a:cubicBezTo>
                  <a:pt x="1298" y="43"/>
                  <a:pt x="1300" y="44"/>
                  <a:pt x="1301" y="45"/>
                </a:cubicBezTo>
                <a:cubicBezTo>
                  <a:pt x="1302" y="46"/>
                  <a:pt x="1303" y="48"/>
                  <a:pt x="1303" y="50"/>
                </a:cubicBezTo>
                <a:cubicBezTo>
                  <a:pt x="1303" y="51"/>
                  <a:pt x="1302" y="53"/>
                  <a:pt x="1301" y="54"/>
                </a:cubicBezTo>
                <a:cubicBezTo>
                  <a:pt x="1299" y="55"/>
                  <a:pt x="1297" y="55"/>
                  <a:pt x="1295" y="55"/>
                </a:cubicBezTo>
                <a:cubicBezTo>
                  <a:pt x="1293" y="55"/>
                  <a:pt x="1292" y="55"/>
                  <a:pt x="1290" y="54"/>
                </a:cubicBezTo>
                <a:cubicBezTo>
                  <a:pt x="1288" y="53"/>
                  <a:pt x="1287" y="53"/>
                  <a:pt x="1286" y="52"/>
                </a:cubicBezTo>
                <a:cubicBezTo>
                  <a:pt x="1285" y="57"/>
                  <a:pt x="1285" y="57"/>
                  <a:pt x="1285" y="57"/>
                </a:cubicBezTo>
                <a:cubicBezTo>
                  <a:pt x="1285" y="58"/>
                  <a:pt x="1287" y="58"/>
                  <a:pt x="1289" y="58"/>
                </a:cubicBezTo>
                <a:cubicBezTo>
                  <a:pt x="1291" y="59"/>
                  <a:pt x="1293" y="59"/>
                  <a:pt x="1295" y="59"/>
                </a:cubicBezTo>
                <a:cubicBezTo>
                  <a:pt x="1299" y="59"/>
                  <a:pt x="1303" y="58"/>
                  <a:pt x="1305" y="56"/>
                </a:cubicBezTo>
                <a:cubicBezTo>
                  <a:pt x="1308" y="54"/>
                  <a:pt x="1309" y="52"/>
                  <a:pt x="1309" y="48"/>
                </a:cubicBezTo>
                <a:cubicBezTo>
                  <a:pt x="1309" y="46"/>
                  <a:pt x="1309" y="45"/>
                  <a:pt x="1308" y="43"/>
                </a:cubicBezTo>
                <a:cubicBezTo>
                  <a:pt x="1307" y="42"/>
                  <a:pt x="1306" y="41"/>
                  <a:pt x="1305" y="40"/>
                </a:cubicBezTo>
                <a:cubicBezTo>
                  <a:pt x="1304" y="39"/>
                  <a:pt x="1303" y="38"/>
                  <a:pt x="1301" y="36"/>
                </a:cubicBezTo>
                <a:cubicBezTo>
                  <a:pt x="1299" y="35"/>
                  <a:pt x="1298" y="34"/>
                  <a:pt x="1297" y="32"/>
                </a:cubicBezTo>
                <a:cubicBezTo>
                  <a:pt x="1296" y="31"/>
                  <a:pt x="1295" y="30"/>
                  <a:pt x="1295" y="28"/>
                </a:cubicBezTo>
                <a:cubicBezTo>
                  <a:pt x="1295" y="26"/>
                  <a:pt x="1296" y="25"/>
                  <a:pt x="1297" y="24"/>
                </a:cubicBezTo>
                <a:cubicBezTo>
                  <a:pt x="1299" y="23"/>
                  <a:pt x="1300" y="23"/>
                  <a:pt x="1303" y="23"/>
                </a:cubicBezTo>
                <a:cubicBezTo>
                  <a:pt x="1304" y="23"/>
                  <a:pt x="1306" y="23"/>
                  <a:pt x="1307" y="24"/>
                </a:cubicBezTo>
                <a:cubicBezTo>
                  <a:pt x="1309" y="24"/>
                  <a:pt x="1310" y="25"/>
                  <a:pt x="1310" y="25"/>
                </a:cubicBezTo>
                <a:close/>
                <a:moveTo>
                  <a:pt x="1047" y="110"/>
                </a:moveTo>
                <a:cubicBezTo>
                  <a:pt x="1052" y="111"/>
                  <a:pt x="1052" y="111"/>
                  <a:pt x="1052" y="111"/>
                </a:cubicBezTo>
                <a:cubicBezTo>
                  <a:pt x="1046" y="156"/>
                  <a:pt x="1046" y="156"/>
                  <a:pt x="1046" y="156"/>
                </a:cubicBezTo>
                <a:cubicBezTo>
                  <a:pt x="1041" y="157"/>
                  <a:pt x="1041" y="157"/>
                  <a:pt x="1041" y="157"/>
                </a:cubicBezTo>
                <a:cubicBezTo>
                  <a:pt x="1041" y="159"/>
                  <a:pt x="1041" y="159"/>
                  <a:pt x="1041" y="159"/>
                </a:cubicBezTo>
                <a:cubicBezTo>
                  <a:pt x="1078" y="159"/>
                  <a:pt x="1078" y="159"/>
                  <a:pt x="1078" y="159"/>
                </a:cubicBezTo>
                <a:cubicBezTo>
                  <a:pt x="1081" y="147"/>
                  <a:pt x="1081" y="147"/>
                  <a:pt x="1081" y="147"/>
                </a:cubicBezTo>
                <a:cubicBezTo>
                  <a:pt x="1077" y="146"/>
                  <a:pt x="1077" y="146"/>
                  <a:pt x="1077" y="146"/>
                </a:cubicBezTo>
                <a:cubicBezTo>
                  <a:pt x="1073" y="155"/>
                  <a:pt x="1073" y="155"/>
                  <a:pt x="1073" y="155"/>
                </a:cubicBezTo>
                <a:cubicBezTo>
                  <a:pt x="1053" y="156"/>
                  <a:pt x="1053" y="156"/>
                  <a:pt x="1053" y="156"/>
                </a:cubicBezTo>
                <a:cubicBezTo>
                  <a:pt x="1056" y="134"/>
                  <a:pt x="1056" y="134"/>
                  <a:pt x="1056" y="134"/>
                </a:cubicBezTo>
                <a:cubicBezTo>
                  <a:pt x="1072" y="135"/>
                  <a:pt x="1072" y="135"/>
                  <a:pt x="1072" y="135"/>
                </a:cubicBezTo>
                <a:cubicBezTo>
                  <a:pt x="1073" y="130"/>
                  <a:pt x="1073" y="130"/>
                  <a:pt x="1073" y="130"/>
                </a:cubicBezTo>
                <a:cubicBezTo>
                  <a:pt x="1057" y="130"/>
                  <a:pt x="1057" y="130"/>
                  <a:pt x="1057" y="130"/>
                </a:cubicBezTo>
                <a:cubicBezTo>
                  <a:pt x="1059" y="110"/>
                  <a:pt x="1059" y="110"/>
                  <a:pt x="1059" y="110"/>
                </a:cubicBezTo>
                <a:cubicBezTo>
                  <a:pt x="1075" y="111"/>
                  <a:pt x="1075" y="111"/>
                  <a:pt x="1075" y="111"/>
                </a:cubicBezTo>
                <a:cubicBezTo>
                  <a:pt x="1076" y="118"/>
                  <a:pt x="1076" y="118"/>
                  <a:pt x="1076" y="118"/>
                </a:cubicBezTo>
                <a:cubicBezTo>
                  <a:pt x="1080" y="118"/>
                  <a:pt x="1080" y="118"/>
                  <a:pt x="1080" y="118"/>
                </a:cubicBezTo>
                <a:cubicBezTo>
                  <a:pt x="1081" y="107"/>
                  <a:pt x="1081" y="107"/>
                  <a:pt x="1081" y="107"/>
                </a:cubicBezTo>
                <a:cubicBezTo>
                  <a:pt x="1048" y="107"/>
                  <a:pt x="1048" y="107"/>
                  <a:pt x="1048" y="107"/>
                </a:cubicBezTo>
                <a:lnTo>
                  <a:pt x="1047" y="110"/>
                </a:lnTo>
                <a:close/>
                <a:moveTo>
                  <a:pt x="1100" y="129"/>
                </a:moveTo>
                <a:cubicBezTo>
                  <a:pt x="1100" y="120"/>
                  <a:pt x="1100" y="120"/>
                  <a:pt x="1100" y="120"/>
                </a:cubicBezTo>
                <a:cubicBezTo>
                  <a:pt x="1099" y="119"/>
                  <a:pt x="1099" y="119"/>
                  <a:pt x="1099" y="119"/>
                </a:cubicBezTo>
                <a:cubicBezTo>
                  <a:pt x="1090" y="121"/>
                  <a:pt x="1090" y="121"/>
                  <a:pt x="1090" y="121"/>
                </a:cubicBezTo>
                <a:cubicBezTo>
                  <a:pt x="1090" y="124"/>
                  <a:pt x="1090" y="124"/>
                  <a:pt x="1090" y="124"/>
                </a:cubicBezTo>
                <a:cubicBezTo>
                  <a:pt x="1093" y="125"/>
                  <a:pt x="1093" y="125"/>
                  <a:pt x="1093" y="125"/>
                </a:cubicBezTo>
                <a:cubicBezTo>
                  <a:pt x="1089" y="159"/>
                  <a:pt x="1089" y="159"/>
                  <a:pt x="1089" y="159"/>
                </a:cubicBezTo>
                <a:cubicBezTo>
                  <a:pt x="1095" y="159"/>
                  <a:pt x="1095" y="159"/>
                  <a:pt x="1095" y="159"/>
                </a:cubicBezTo>
                <a:cubicBezTo>
                  <a:pt x="1099" y="134"/>
                  <a:pt x="1099" y="134"/>
                  <a:pt x="1099" y="134"/>
                </a:cubicBezTo>
                <a:cubicBezTo>
                  <a:pt x="1101" y="131"/>
                  <a:pt x="1103" y="129"/>
                  <a:pt x="1105" y="127"/>
                </a:cubicBezTo>
                <a:cubicBezTo>
                  <a:pt x="1107" y="125"/>
                  <a:pt x="1109" y="124"/>
                  <a:pt x="1111" y="124"/>
                </a:cubicBezTo>
                <a:cubicBezTo>
                  <a:pt x="1113" y="124"/>
                  <a:pt x="1114" y="125"/>
                  <a:pt x="1114" y="126"/>
                </a:cubicBezTo>
                <a:cubicBezTo>
                  <a:pt x="1115" y="127"/>
                  <a:pt x="1115" y="128"/>
                  <a:pt x="1115" y="130"/>
                </a:cubicBezTo>
                <a:cubicBezTo>
                  <a:pt x="1115" y="132"/>
                  <a:pt x="1115" y="134"/>
                  <a:pt x="1115" y="135"/>
                </a:cubicBezTo>
                <a:cubicBezTo>
                  <a:pt x="1115" y="137"/>
                  <a:pt x="1114" y="140"/>
                  <a:pt x="1114" y="142"/>
                </a:cubicBezTo>
                <a:cubicBezTo>
                  <a:pt x="1114" y="144"/>
                  <a:pt x="1114" y="144"/>
                  <a:pt x="1114" y="144"/>
                </a:cubicBezTo>
                <a:cubicBezTo>
                  <a:pt x="1113" y="147"/>
                  <a:pt x="1113" y="147"/>
                  <a:pt x="1113" y="147"/>
                </a:cubicBezTo>
                <a:cubicBezTo>
                  <a:pt x="1112" y="151"/>
                  <a:pt x="1112" y="154"/>
                  <a:pt x="1112" y="156"/>
                </a:cubicBezTo>
                <a:cubicBezTo>
                  <a:pt x="1112" y="159"/>
                  <a:pt x="1113" y="160"/>
                  <a:pt x="1116" y="160"/>
                </a:cubicBezTo>
                <a:cubicBezTo>
                  <a:pt x="1117" y="160"/>
                  <a:pt x="1119" y="160"/>
                  <a:pt x="1120" y="159"/>
                </a:cubicBezTo>
                <a:cubicBezTo>
                  <a:pt x="1121" y="159"/>
                  <a:pt x="1122" y="158"/>
                  <a:pt x="1123" y="157"/>
                </a:cubicBezTo>
                <a:cubicBezTo>
                  <a:pt x="1123" y="157"/>
                  <a:pt x="1124" y="156"/>
                  <a:pt x="1124" y="156"/>
                </a:cubicBezTo>
                <a:cubicBezTo>
                  <a:pt x="1123" y="154"/>
                  <a:pt x="1123" y="154"/>
                  <a:pt x="1123" y="154"/>
                </a:cubicBezTo>
                <a:cubicBezTo>
                  <a:pt x="1122" y="155"/>
                  <a:pt x="1121" y="156"/>
                  <a:pt x="1120" y="156"/>
                </a:cubicBezTo>
                <a:cubicBezTo>
                  <a:pt x="1119" y="156"/>
                  <a:pt x="1119" y="155"/>
                  <a:pt x="1119" y="154"/>
                </a:cubicBezTo>
                <a:cubicBezTo>
                  <a:pt x="1119" y="152"/>
                  <a:pt x="1119" y="149"/>
                  <a:pt x="1120" y="145"/>
                </a:cubicBezTo>
                <a:cubicBezTo>
                  <a:pt x="1121" y="142"/>
                  <a:pt x="1121" y="142"/>
                  <a:pt x="1121" y="142"/>
                </a:cubicBezTo>
                <a:cubicBezTo>
                  <a:pt x="1121" y="140"/>
                  <a:pt x="1121" y="140"/>
                  <a:pt x="1121" y="140"/>
                </a:cubicBezTo>
                <a:cubicBezTo>
                  <a:pt x="1122" y="135"/>
                  <a:pt x="1122" y="132"/>
                  <a:pt x="1122" y="130"/>
                </a:cubicBezTo>
                <a:cubicBezTo>
                  <a:pt x="1122" y="126"/>
                  <a:pt x="1122" y="123"/>
                  <a:pt x="1120" y="122"/>
                </a:cubicBezTo>
                <a:cubicBezTo>
                  <a:pt x="1119" y="120"/>
                  <a:pt x="1117" y="119"/>
                  <a:pt x="1114" y="119"/>
                </a:cubicBezTo>
                <a:cubicBezTo>
                  <a:pt x="1112" y="119"/>
                  <a:pt x="1109" y="120"/>
                  <a:pt x="1106" y="122"/>
                </a:cubicBezTo>
                <a:cubicBezTo>
                  <a:pt x="1104" y="124"/>
                  <a:pt x="1102" y="126"/>
                  <a:pt x="1100" y="129"/>
                </a:cubicBezTo>
                <a:close/>
                <a:moveTo>
                  <a:pt x="1159" y="162"/>
                </a:moveTo>
                <a:cubicBezTo>
                  <a:pt x="1165" y="119"/>
                  <a:pt x="1165" y="119"/>
                  <a:pt x="1165" y="119"/>
                </a:cubicBezTo>
                <a:cubicBezTo>
                  <a:pt x="1160" y="121"/>
                  <a:pt x="1160" y="121"/>
                  <a:pt x="1160" y="121"/>
                </a:cubicBezTo>
                <a:cubicBezTo>
                  <a:pt x="1159" y="121"/>
                  <a:pt x="1158" y="120"/>
                  <a:pt x="1157" y="120"/>
                </a:cubicBezTo>
                <a:cubicBezTo>
                  <a:pt x="1155" y="120"/>
                  <a:pt x="1154" y="119"/>
                  <a:pt x="1153" y="119"/>
                </a:cubicBezTo>
                <a:cubicBezTo>
                  <a:pt x="1148" y="119"/>
                  <a:pt x="1144" y="121"/>
                  <a:pt x="1141" y="123"/>
                </a:cubicBezTo>
                <a:cubicBezTo>
                  <a:pt x="1137" y="126"/>
                  <a:pt x="1135" y="129"/>
                  <a:pt x="1133" y="133"/>
                </a:cubicBezTo>
                <a:cubicBezTo>
                  <a:pt x="1131" y="137"/>
                  <a:pt x="1130" y="141"/>
                  <a:pt x="1130" y="145"/>
                </a:cubicBezTo>
                <a:cubicBezTo>
                  <a:pt x="1130" y="150"/>
                  <a:pt x="1131" y="153"/>
                  <a:pt x="1133" y="156"/>
                </a:cubicBezTo>
                <a:cubicBezTo>
                  <a:pt x="1135" y="159"/>
                  <a:pt x="1138" y="160"/>
                  <a:pt x="1142" y="160"/>
                </a:cubicBezTo>
                <a:cubicBezTo>
                  <a:pt x="1144" y="160"/>
                  <a:pt x="1146" y="159"/>
                  <a:pt x="1148" y="158"/>
                </a:cubicBezTo>
                <a:cubicBezTo>
                  <a:pt x="1150" y="157"/>
                  <a:pt x="1152" y="156"/>
                  <a:pt x="1153" y="155"/>
                </a:cubicBezTo>
                <a:cubicBezTo>
                  <a:pt x="1151" y="164"/>
                  <a:pt x="1151" y="164"/>
                  <a:pt x="1151" y="164"/>
                </a:cubicBezTo>
                <a:cubicBezTo>
                  <a:pt x="1151" y="167"/>
                  <a:pt x="1150" y="169"/>
                  <a:pt x="1149" y="170"/>
                </a:cubicBezTo>
                <a:cubicBezTo>
                  <a:pt x="1147" y="172"/>
                  <a:pt x="1145" y="172"/>
                  <a:pt x="1142" y="172"/>
                </a:cubicBezTo>
                <a:cubicBezTo>
                  <a:pt x="1140" y="172"/>
                  <a:pt x="1139" y="172"/>
                  <a:pt x="1137" y="171"/>
                </a:cubicBezTo>
                <a:cubicBezTo>
                  <a:pt x="1136" y="171"/>
                  <a:pt x="1134" y="170"/>
                  <a:pt x="1133" y="170"/>
                </a:cubicBezTo>
                <a:cubicBezTo>
                  <a:pt x="1132" y="175"/>
                  <a:pt x="1132" y="175"/>
                  <a:pt x="1132" y="175"/>
                </a:cubicBezTo>
                <a:cubicBezTo>
                  <a:pt x="1132" y="176"/>
                  <a:pt x="1134" y="176"/>
                  <a:pt x="1135" y="176"/>
                </a:cubicBezTo>
                <a:cubicBezTo>
                  <a:pt x="1137" y="177"/>
                  <a:pt x="1138" y="177"/>
                  <a:pt x="1140" y="177"/>
                </a:cubicBezTo>
                <a:cubicBezTo>
                  <a:pt x="1142" y="177"/>
                  <a:pt x="1145" y="176"/>
                  <a:pt x="1148" y="175"/>
                </a:cubicBezTo>
                <a:cubicBezTo>
                  <a:pt x="1150" y="174"/>
                  <a:pt x="1153" y="173"/>
                  <a:pt x="1155" y="170"/>
                </a:cubicBezTo>
                <a:cubicBezTo>
                  <a:pt x="1157" y="168"/>
                  <a:pt x="1158" y="165"/>
                  <a:pt x="1159" y="162"/>
                </a:cubicBezTo>
                <a:close/>
                <a:moveTo>
                  <a:pt x="1157" y="125"/>
                </a:moveTo>
                <a:cubicBezTo>
                  <a:pt x="1154" y="150"/>
                  <a:pt x="1154" y="150"/>
                  <a:pt x="1154" y="150"/>
                </a:cubicBezTo>
                <a:cubicBezTo>
                  <a:pt x="1152" y="151"/>
                  <a:pt x="1151" y="153"/>
                  <a:pt x="1149" y="154"/>
                </a:cubicBezTo>
                <a:cubicBezTo>
                  <a:pt x="1148" y="155"/>
                  <a:pt x="1146" y="155"/>
                  <a:pt x="1144" y="155"/>
                </a:cubicBezTo>
                <a:cubicBezTo>
                  <a:pt x="1142" y="155"/>
                  <a:pt x="1140" y="155"/>
                  <a:pt x="1139" y="153"/>
                </a:cubicBezTo>
                <a:cubicBezTo>
                  <a:pt x="1138" y="151"/>
                  <a:pt x="1138" y="148"/>
                  <a:pt x="1138" y="145"/>
                </a:cubicBezTo>
                <a:cubicBezTo>
                  <a:pt x="1138" y="142"/>
                  <a:pt x="1138" y="138"/>
                  <a:pt x="1139" y="135"/>
                </a:cubicBezTo>
                <a:cubicBezTo>
                  <a:pt x="1140" y="132"/>
                  <a:pt x="1142" y="129"/>
                  <a:pt x="1144" y="127"/>
                </a:cubicBezTo>
                <a:cubicBezTo>
                  <a:pt x="1146" y="124"/>
                  <a:pt x="1149" y="123"/>
                  <a:pt x="1152" y="123"/>
                </a:cubicBezTo>
                <a:cubicBezTo>
                  <a:pt x="1154" y="123"/>
                  <a:pt x="1156" y="124"/>
                  <a:pt x="1157" y="125"/>
                </a:cubicBezTo>
                <a:close/>
                <a:moveTo>
                  <a:pt x="1181" y="153"/>
                </a:moveTo>
                <a:cubicBezTo>
                  <a:pt x="1185" y="120"/>
                  <a:pt x="1185" y="120"/>
                  <a:pt x="1185" y="120"/>
                </a:cubicBezTo>
                <a:cubicBezTo>
                  <a:pt x="1184" y="119"/>
                  <a:pt x="1184" y="119"/>
                  <a:pt x="1184" y="119"/>
                </a:cubicBezTo>
                <a:cubicBezTo>
                  <a:pt x="1174" y="121"/>
                  <a:pt x="1174" y="121"/>
                  <a:pt x="1174" y="121"/>
                </a:cubicBezTo>
                <a:cubicBezTo>
                  <a:pt x="1173" y="123"/>
                  <a:pt x="1173" y="123"/>
                  <a:pt x="1173" y="123"/>
                </a:cubicBezTo>
                <a:cubicBezTo>
                  <a:pt x="1178" y="125"/>
                  <a:pt x="1178" y="125"/>
                  <a:pt x="1178" y="125"/>
                </a:cubicBezTo>
                <a:cubicBezTo>
                  <a:pt x="1177" y="132"/>
                  <a:pt x="1176" y="138"/>
                  <a:pt x="1175" y="142"/>
                </a:cubicBezTo>
                <a:cubicBezTo>
                  <a:pt x="1174" y="150"/>
                  <a:pt x="1174" y="154"/>
                  <a:pt x="1173" y="156"/>
                </a:cubicBezTo>
                <a:cubicBezTo>
                  <a:pt x="1173" y="157"/>
                  <a:pt x="1174" y="158"/>
                  <a:pt x="1174" y="159"/>
                </a:cubicBezTo>
                <a:cubicBezTo>
                  <a:pt x="1175" y="160"/>
                  <a:pt x="1176" y="160"/>
                  <a:pt x="1178" y="160"/>
                </a:cubicBezTo>
                <a:cubicBezTo>
                  <a:pt x="1180" y="160"/>
                  <a:pt x="1182" y="159"/>
                  <a:pt x="1183" y="158"/>
                </a:cubicBezTo>
                <a:cubicBezTo>
                  <a:pt x="1184" y="157"/>
                  <a:pt x="1185" y="156"/>
                  <a:pt x="1186" y="155"/>
                </a:cubicBezTo>
                <a:cubicBezTo>
                  <a:pt x="1185" y="154"/>
                  <a:pt x="1185" y="154"/>
                  <a:pt x="1185" y="154"/>
                </a:cubicBezTo>
                <a:cubicBezTo>
                  <a:pt x="1184" y="154"/>
                  <a:pt x="1184" y="155"/>
                  <a:pt x="1183" y="155"/>
                </a:cubicBezTo>
                <a:cubicBezTo>
                  <a:pt x="1183" y="156"/>
                  <a:pt x="1182" y="156"/>
                  <a:pt x="1182" y="156"/>
                </a:cubicBezTo>
                <a:cubicBezTo>
                  <a:pt x="1181" y="156"/>
                  <a:pt x="1181" y="156"/>
                  <a:pt x="1181" y="155"/>
                </a:cubicBezTo>
                <a:cubicBezTo>
                  <a:pt x="1181" y="155"/>
                  <a:pt x="1180" y="155"/>
                  <a:pt x="1180" y="154"/>
                </a:cubicBezTo>
                <a:lnTo>
                  <a:pt x="1181" y="153"/>
                </a:lnTo>
                <a:close/>
                <a:moveTo>
                  <a:pt x="1183" y="112"/>
                </a:moveTo>
                <a:cubicBezTo>
                  <a:pt x="1184" y="112"/>
                  <a:pt x="1185" y="111"/>
                  <a:pt x="1186" y="110"/>
                </a:cubicBezTo>
                <a:cubicBezTo>
                  <a:pt x="1187" y="109"/>
                  <a:pt x="1188" y="108"/>
                  <a:pt x="1188" y="107"/>
                </a:cubicBezTo>
                <a:cubicBezTo>
                  <a:pt x="1188" y="106"/>
                  <a:pt x="1187" y="105"/>
                  <a:pt x="1187" y="104"/>
                </a:cubicBezTo>
                <a:cubicBezTo>
                  <a:pt x="1186" y="103"/>
                  <a:pt x="1185" y="103"/>
                  <a:pt x="1184" y="103"/>
                </a:cubicBezTo>
                <a:cubicBezTo>
                  <a:pt x="1182" y="103"/>
                  <a:pt x="1181" y="103"/>
                  <a:pt x="1180" y="104"/>
                </a:cubicBezTo>
                <a:cubicBezTo>
                  <a:pt x="1180" y="105"/>
                  <a:pt x="1179" y="107"/>
                  <a:pt x="1179" y="108"/>
                </a:cubicBezTo>
                <a:cubicBezTo>
                  <a:pt x="1179" y="109"/>
                  <a:pt x="1179" y="110"/>
                  <a:pt x="1180" y="111"/>
                </a:cubicBezTo>
                <a:cubicBezTo>
                  <a:pt x="1181" y="111"/>
                  <a:pt x="1182" y="112"/>
                  <a:pt x="1183" y="112"/>
                </a:cubicBezTo>
                <a:close/>
                <a:moveTo>
                  <a:pt x="1207" y="129"/>
                </a:moveTo>
                <a:cubicBezTo>
                  <a:pt x="1208" y="120"/>
                  <a:pt x="1208" y="120"/>
                  <a:pt x="1208" y="120"/>
                </a:cubicBezTo>
                <a:cubicBezTo>
                  <a:pt x="1207" y="119"/>
                  <a:pt x="1207" y="119"/>
                  <a:pt x="1207" y="119"/>
                </a:cubicBezTo>
                <a:cubicBezTo>
                  <a:pt x="1198" y="121"/>
                  <a:pt x="1198" y="121"/>
                  <a:pt x="1198" y="121"/>
                </a:cubicBezTo>
                <a:cubicBezTo>
                  <a:pt x="1198" y="124"/>
                  <a:pt x="1198" y="124"/>
                  <a:pt x="1198" y="124"/>
                </a:cubicBezTo>
                <a:cubicBezTo>
                  <a:pt x="1201" y="125"/>
                  <a:pt x="1201" y="125"/>
                  <a:pt x="1201" y="125"/>
                </a:cubicBezTo>
                <a:cubicBezTo>
                  <a:pt x="1196" y="159"/>
                  <a:pt x="1196" y="159"/>
                  <a:pt x="1196" y="159"/>
                </a:cubicBezTo>
                <a:cubicBezTo>
                  <a:pt x="1203" y="159"/>
                  <a:pt x="1203" y="159"/>
                  <a:pt x="1203" y="159"/>
                </a:cubicBezTo>
                <a:cubicBezTo>
                  <a:pt x="1207" y="134"/>
                  <a:pt x="1207" y="134"/>
                  <a:pt x="1207" y="134"/>
                </a:cubicBezTo>
                <a:cubicBezTo>
                  <a:pt x="1208" y="131"/>
                  <a:pt x="1210" y="129"/>
                  <a:pt x="1213" y="127"/>
                </a:cubicBezTo>
                <a:cubicBezTo>
                  <a:pt x="1215" y="125"/>
                  <a:pt x="1217" y="124"/>
                  <a:pt x="1219" y="124"/>
                </a:cubicBezTo>
                <a:cubicBezTo>
                  <a:pt x="1220" y="124"/>
                  <a:pt x="1221" y="125"/>
                  <a:pt x="1222" y="126"/>
                </a:cubicBezTo>
                <a:cubicBezTo>
                  <a:pt x="1223" y="127"/>
                  <a:pt x="1223" y="128"/>
                  <a:pt x="1223" y="130"/>
                </a:cubicBezTo>
                <a:cubicBezTo>
                  <a:pt x="1223" y="132"/>
                  <a:pt x="1223" y="134"/>
                  <a:pt x="1223" y="135"/>
                </a:cubicBezTo>
                <a:cubicBezTo>
                  <a:pt x="1222" y="137"/>
                  <a:pt x="1222" y="140"/>
                  <a:pt x="1222" y="142"/>
                </a:cubicBezTo>
                <a:cubicBezTo>
                  <a:pt x="1221" y="144"/>
                  <a:pt x="1221" y="144"/>
                  <a:pt x="1221" y="144"/>
                </a:cubicBezTo>
                <a:cubicBezTo>
                  <a:pt x="1221" y="147"/>
                  <a:pt x="1221" y="147"/>
                  <a:pt x="1221" y="147"/>
                </a:cubicBezTo>
                <a:cubicBezTo>
                  <a:pt x="1220" y="151"/>
                  <a:pt x="1219" y="154"/>
                  <a:pt x="1219" y="156"/>
                </a:cubicBezTo>
                <a:cubicBezTo>
                  <a:pt x="1219" y="159"/>
                  <a:pt x="1221" y="160"/>
                  <a:pt x="1224" y="160"/>
                </a:cubicBezTo>
                <a:cubicBezTo>
                  <a:pt x="1225" y="160"/>
                  <a:pt x="1226" y="160"/>
                  <a:pt x="1227" y="159"/>
                </a:cubicBezTo>
                <a:cubicBezTo>
                  <a:pt x="1228" y="159"/>
                  <a:pt x="1229" y="158"/>
                  <a:pt x="1230" y="157"/>
                </a:cubicBezTo>
                <a:cubicBezTo>
                  <a:pt x="1231" y="157"/>
                  <a:pt x="1231" y="156"/>
                  <a:pt x="1232" y="156"/>
                </a:cubicBezTo>
                <a:cubicBezTo>
                  <a:pt x="1231" y="154"/>
                  <a:pt x="1231" y="154"/>
                  <a:pt x="1231" y="154"/>
                </a:cubicBezTo>
                <a:cubicBezTo>
                  <a:pt x="1229" y="155"/>
                  <a:pt x="1228" y="156"/>
                  <a:pt x="1227" y="156"/>
                </a:cubicBezTo>
                <a:cubicBezTo>
                  <a:pt x="1227" y="156"/>
                  <a:pt x="1227" y="155"/>
                  <a:pt x="1227" y="154"/>
                </a:cubicBezTo>
                <a:cubicBezTo>
                  <a:pt x="1227" y="152"/>
                  <a:pt x="1227" y="149"/>
                  <a:pt x="1228" y="145"/>
                </a:cubicBezTo>
                <a:cubicBezTo>
                  <a:pt x="1228" y="142"/>
                  <a:pt x="1228" y="142"/>
                  <a:pt x="1228" y="142"/>
                </a:cubicBezTo>
                <a:cubicBezTo>
                  <a:pt x="1229" y="140"/>
                  <a:pt x="1229" y="140"/>
                  <a:pt x="1229" y="140"/>
                </a:cubicBezTo>
                <a:cubicBezTo>
                  <a:pt x="1230" y="135"/>
                  <a:pt x="1230" y="132"/>
                  <a:pt x="1230" y="130"/>
                </a:cubicBezTo>
                <a:cubicBezTo>
                  <a:pt x="1230" y="126"/>
                  <a:pt x="1229" y="123"/>
                  <a:pt x="1228" y="122"/>
                </a:cubicBezTo>
                <a:cubicBezTo>
                  <a:pt x="1227" y="120"/>
                  <a:pt x="1225" y="119"/>
                  <a:pt x="1222" y="119"/>
                </a:cubicBezTo>
                <a:cubicBezTo>
                  <a:pt x="1219" y="119"/>
                  <a:pt x="1217" y="120"/>
                  <a:pt x="1214" y="122"/>
                </a:cubicBezTo>
                <a:cubicBezTo>
                  <a:pt x="1211" y="124"/>
                  <a:pt x="1209" y="126"/>
                  <a:pt x="1207" y="129"/>
                </a:cubicBezTo>
                <a:close/>
                <a:moveTo>
                  <a:pt x="1267" y="153"/>
                </a:moveTo>
                <a:cubicBezTo>
                  <a:pt x="1266" y="150"/>
                  <a:pt x="1266" y="150"/>
                  <a:pt x="1266" y="150"/>
                </a:cubicBezTo>
                <a:cubicBezTo>
                  <a:pt x="1264" y="152"/>
                  <a:pt x="1262" y="153"/>
                  <a:pt x="1260" y="154"/>
                </a:cubicBezTo>
                <a:cubicBezTo>
                  <a:pt x="1258" y="155"/>
                  <a:pt x="1256" y="156"/>
                  <a:pt x="1254" y="156"/>
                </a:cubicBezTo>
                <a:cubicBezTo>
                  <a:pt x="1251" y="156"/>
                  <a:pt x="1249" y="154"/>
                  <a:pt x="1248" y="152"/>
                </a:cubicBezTo>
                <a:cubicBezTo>
                  <a:pt x="1246" y="150"/>
                  <a:pt x="1246" y="147"/>
                  <a:pt x="1246" y="143"/>
                </a:cubicBezTo>
                <a:cubicBezTo>
                  <a:pt x="1249" y="143"/>
                  <a:pt x="1252" y="143"/>
                  <a:pt x="1256" y="142"/>
                </a:cubicBezTo>
                <a:cubicBezTo>
                  <a:pt x="1259" y="140"/>
                  <a:pt x="1263" y="139"/>
                  <a:pt x="1265" y="136"/>
                </a:cubicBezTo>
                <a:cubicBezTo>
                  <a:pt x="1268" y="134"/>
                  <a:pt x="1269" y="131"/>
                  <a:pt x="1269" y="128"/>
                </a:cubicBezTo>
                <a:cubicBezTo>
                  <a:pt x="1269" y="125"/>
                  <a:pt x="1268" y="123"/>
                  <a:pt x="1267" y="122"/>
                </a:cubicBezTo>
                <a:cubicBezTo>
                  <a:pt x="1265" y="120"/>
                  <a:pt x="1263" y="119"/>
                  <a:pt x="1259" y="119"/>
                </a:cubicBezTo>
                <a:cubicBezTo>
                  <a:pt x="1255" y="119"/>
                  <a:pt x="1252" y="121"/>
                  <a:pt x="1249" y="123"/>
                </a:cubicBezTo>
                <a:cubicBezTo>
                  <a:pt x="1246" y="125"/>
                  <a:pt x="1243" y="128"/>
                  <a:pt x="1241" y="132"/>
                </a:cubicBezTo>
                <a:cubicBezTo>
                  <a:pt x="1240" y="136"/>
                  <a:pt x="1239" y="140"/>
                  <a:pt x="1239" y="145"/>
                </a:cubicBezTo>
                <a:cubicBezTo>
                  <a:pt x="1239" y="147"/>
                  <a:pt x="1239" y="150"/>
                  <a:pt x="1240" y="152"/>
                </a:cubicBezTo>
                <a:cubicBezTo>
                  <a:pt x="1241" y="155"/>
                  <a:pt x="1243" y="156"/>
                  <a:pt x="1245" y="158"/>
                </a:cubicBezTo>
                <a:cubicBezTo>
                  <a:pt x="1247" y="159"/>
                  <a:pt x="1249" y="160"/>
                  <a:pt x="1253" y="160"/>
                </a:cubicBezTo>
                <a:cubicBezTo>
                  <a:pt x="1256" y="160"/>
                  <a:pt x="1259" y="159"/>
                  <a:pt x="1261" y="158"/>
                </a:cubicBezTo>
                <a:cubicBezTo>
                  <a:pt x="1264" y="156"/>
                  <a:pt x="1266" y="154"/>
                  <a:pt x="1267" y="153"/>
                </a:cubicBezTo>
                <a:close/>
                <a:moveTo>
                  <a:pt x="1258" y="123"/>
                </a:moveTo>
                <a:cubicBezTo>
                  <a:pt x="1259" y="123"/>
                  <a:pt x="1260" y="124"/>
                  <a:pt x="1261" y="125"/>
                </a:cubicBezTo>
                <a:cubicBezTo>
                  <a:pt x="1262" y="125"/>
                  <a:pt x="1263" y="127"/>
                  <a:pt x="1263" y="129"/>
                </a:cubicBezTo>
                <a:cubicBezTo>
                  <a:pt x="1263" y="131"/>
                  <a:pt x="1262" y="133"/>
                  <a:pt x="1260" y="135"/>
                </a:cubicBezTo>
                <a:cubicBezTo>
                  <a:pt x="1258" y="136"/>
                  <a:pt x="1256" y="138"/>
                  <a:pt x="1253" y="139"/>
                </a:cubicBezTo>
                <a:cubicBezTo>
                  <a:pt x="1251" y="139"/>
                  <a:pt x="1248" y="140"/>
                  <a:pt x="1246" y="140"/>
                </a:cubicBezTo>
                <a:cubicBezTo>
                  <a:pt x="1246" y="138"/>
                  <a:pt x="1247" y="135"/>
                  <a:pt x="1248" y="132"/>
                </a:cubicBezTo>
                <a:cubicBezTo>
                  <a:pt x="1249" y="130"/>
                  <a:pt x="1250" y="127"/>
                  <a:pt x="1252" y="126"/>
                </a:cubicBezTo>
                <a:cubicBezTo>
                  <a:pt x="1254" y="124"/>
                  <a:pt x="1255" y="123"/>
                  <a:pt x="1258" y="123"/>
                </a:cubicBezTo>
                <a:close/>
                <a:moveTo>
                  <a:pt x="1303" y="153"/>
                </a:moveTo>
                <a:cubicBezTo>
                  <a:pt x="1302" y="150"/>
                  <a:pt x="1302" y="150"/>
                  <a:pt x="1302" y="150"/>
                </a:cubicBezTo>
                <a:cubicBezTo>
                  <a:pt x="1300" y="152"/>
                  <a:pt x="1298" y="153"/>
                  <a:pt x="1296" y="154"/>
                </a:cubicBezTo>
                <a:cubicBezTo>
                  <a:pt x="1294" y="155"/>
                  <a:pt x="1292" y="156"/>
                  <a:pt x="1290" y="156"/>
                </a:cubicBezTo>
                <a:cubicBezTo>
                  <a:pt x="1287" y="156"/>
                  <a:pt x="1285" y="154"/>
                  <a:pt x="1284" y="152"/>
                </a:cubicBezTo>
                <a:cubicBezTo>
                  <a:pt x="1282" y="150"/>
                  <a:pt x="1282" y="147"/>
                  <a:pt x="1282" y="143"/>
                </a:cubicBezTo>
                <a:cubicBezTo>
                  <a:pt x="1285" y="143"/>
                  <a:pt x="1288" y="143"/>
                  <a:pt x="1292" y="142"/>
                </a:cubicBezTo>
                <a:cubicBezTo>
                  <a:pt x="1295" y="140"/>
                  <a:pt x="1299" y="139"/>
                  <a:pt x="1301" y="136"/>
                </a:cubicBezTo>
                <a:cubicBezTo>
                  <a:pt x="1304" y="134"/>
                  <a:pt x="1305" y="131"/>
                  <a:pt x="1305" y="128"/>
                </a:cubicBezTo>
                <a:cubicBezTo>
                  <a:pt x="1305" y="125"/>
                  <a:pt x="1304" y="123"/>
                  <a:pt x="1303" y="122"/>
                </a:cubicBezTo>
                <a:cubicBezTo>
                  <a:pt x="1301" y="120"/>
                  <a:pt x="1299" y="119"/>
                  <a:pt x="1295" y="119"/>
                </a:cubicBezTo>
                <a:cubicBezTo>
                  <a:pt x="1291" y="119"/>
                  <a:pt x="1288" y="121"/>
                  <a:pt x="1285" y="123"/>
                </a:cubicBezTo>
                <a:cubicBezTo>
                  <a:pt x="1282" y="125"/>
                  <a:pt x="1279" y="128"/>
                  <a:pt x="1277" y="132"/>
                </a:cubicBezTo>
                <a:cubicBezTo>
                  <a:pt x="1275" y="136"/>
                  <a:pt x="1275" y="140"/>
                  <a:pt x="1275" y="145"/>
                </a:cubicBezTo>
                <a:cubicBezTo>
                  <a:pt x="1275" y="147"/>
                  <a:pt x="1275" y="150"/>
                  <a:pt x="1276" y="152"/>
                </a:cubicBezTo>
                <a:cubicBezTo>
                  <a:pt x="1277" y="155"/>
                  <a:pt x="1279" y="156"/>
                  <a:pt x="1281" y="158"/>
                </a:cubicBezTo>
                <a:cubicBezTo>
                  <a:pt x="1283" y="159"/>
                  <a:pt x="1285" y="160"/>
                  <a:pt x="1288" y="160"/>
                </a:cubicBezTo>
                <a:cubicBezTo>
                  <a:pt x="1292" y="160"/>
                  <a:pt x="1295" y="159"/>
                  <a:pt x="1297" y="158"/>
                </a:cubicBezTo>
                <a:cubicBezTo>
                  <a:pt x="1300" y="156"/>
                  <a:pt x="1302" y="154"/>
                  <a:pt x="1303" y="153"/>
                </a:cubicBezTo>
                <a:close/>
                <a:moveTo>
                  <a:pt x="1294" y="123"/>
                </a:moveTo>
                <a:cubicBezTo>
                  <a:pt x="1295" y="123"/>
                  <a:pt x="1296" y="124"/>
                  <a:pt x="1297" y="125"/>
                </a:cubicBezTo>
                <a:cubicBezTo>
                  <a:pt x="1298" y="125"/>
                  <a:pt x="1298" y="127"/>
                  <a:pt x="1298" y="129"/>
                </a:cubicBezTo>
                <a:cubicBezTo>
                  <a:pt x="1298" y="131"/>
                  <a:pt x="1298" y="133"/>
                  <a:pt x="1296" y="135"/>
                </a:cubicBezTo>
                <a:cubicBezTo>
                  <a:pt x="1294" y="136"/>
                  <a:pt x="1292" y="138"/>
                  <a:pt x="1289" y="139"/>
                </a:cubicBezTo>
                <a:cubicBezTo>
                  <a:pt x="1287" y="139"/>
                  <a:pt x="1284" y="140"/>
                  <a:pt x="1282" y="140"/>
                </a:cubicBezTo>
                <a:cubicBezTo>
                  <a:pt x="1282" y="138"/>
                  <a:pt x="1283" y="135"/>
                  <a:pt x="1284" y="132"/>
                </a:cubicBezTo>
                <a:cubicBezTo>
                  <a:pt x="1285" y="130"/>
                  <a:pt x="1286" y="127"/>
                  <a:pt x="1288" y="126"/>
                </a:cubicBezTo>
                <a:cubicBezTo>
                  <a:pt x="1289" y="124"/>
                  <a:pt x="1291" y="123"/>
                  <a:pt x="1294" y="123"/>
                </a:cubicBezTo>
                <a:close/>
                <a:moveTo>
                  <a:pt x="1322" y="129"/>
                </a:moveTo>
                <a:cubicBezTo>
                  <a:pt x="1323" y="127"/>
                  <a:pt x="1323" y="127"/>
                  <a:pt x="1323" y="127"/>
                </a:cubicBezTo>
                <a:cubicBezTo>
                  <a:pt x="1323" y="120"/>
                  <a:pt x="1323" y="120"/>
                  <a:pt x="1323" y="120"/>
                </a:cubicBezTo>
                <a:cubicBezTo>
                  <a:pt x="1322" y="119"/>
                  <a:pt x="1322" y="119"/>
                  <a:pt x="1322" y="119"/>
                </a:cubicBezTo>
                <a:cubicBezTo>
                  <a:pt x="1314" y="121"/>
                  <a:pt x="1314" y="121"/>
                  <a:pt x="1314" y="121"/>
                </a:cubicBezTo>
                <a:cubicBezTo>
                  <a:pt x="1313" y="124"/>
                  <a:pt x="1313" y="124"/>
                  <a:pt x="1313" y="124"/>
                </a:cubicBezTo>
                <a:cubicBezTo>
                  <a:pt x="1317" y="125"/>
                  <a:pt x="1317" y="125"/>
                  <a:pt x="1317" y="125"/>
                </a:cubicBezTo>
                <a:cubicBezTo>
                  <a:pt x="1312" y="159"/>
                  <a:pt x="1312" y="159"/>
                  <a:pt x="1312" y="159"/>
                </a:cubicBezTo>
                <a:cubicBezTo>
                  <a:pt x="1319" y="159"/>
                  <a:pt x="1319" y="159"/>
                  <a:pt x="1319" y="159"/>
                </a:cubicBezTo>
                <a:cubicBezTo>
                  <a:pt x="1322" y="134"/>
                  <a:pt x="1322" y="134"/>
                  <a:pt x="1322" y="134"/>
                </a:cubicBezTo>
                <a:cubicBezTo>
                  <a:pt x="1323" y="132"/>
                  <a:pt x="1325" y="130"/>
                  <a:pt x="1327" y="129"/>
                </a:cubicBezTo>
                <a:cubicBezTo>
                  <a:pt x="1329" y="127"/>
                  <a:pt x="1331" y="127"/>
                  <a:pt x="1333" y="127"/>
                </a:cubicBezTo>
                <a:cubicBezTo>
                  <a:pt x="1334" y="127"/>
                  <a:pt x="1335" y="127"/>
                  <a:pt x="1336" y="127"/>
                </a:cubicBezTo>
                <a:cubicBezTo>
                  <a:pt x="1338" y="120"/>
                  <a:pt x="1338" y="120"/>
                  <a:pt x="1338" y="120"/>
                </a:cubicBezTo>
                <a:cubicBezTo>
                  <a:pt x="1337" y="120"/>
                  <a:pt x="1336" y="119"/>
                  <a:pt x="1335" y="119"/>
                </a:cubicBezTo>
                <a:cubicBezTo>
                  <a:pt x="1333" y="119"/>
                  <a:pt x="1331" y="120"/>
                  <a:pt x="1330" y="121"/>
                </a:cubicBezTo>
                <a:cubicBezTo>
                  <a:pt x="1328" y="122"/>
                  <a:pt x="1326" y="123"/>
                  <a:pt x="1325" y="125"/>
                </a:cubicBezTo>
                <a:cubicBezTo>
                  <a:pt x="1324" y="126"/>
                  <a:pt x="1323" y="128"/>
                  <a:pt x="1322" y="129"/>
                </a:cubicBezTo>
                <a:close/>
                <a:moveTo>
                  <a:pt x="1349" y="153"/>
                </a:moveTo>
                <a:cubicBezTo>
                  <a:pt x="1354" y="120"/>
                  <a:pt x="1354" y="120"/>
                  <a:pt x="1354" y="120"/>
                </a:cubicBezTo>
                <a:cubicBezTo>
                  <a:pt x="1352" y="119"/>
                  <a:pt x="1352" y="119"/>
                  <a:pt x="1352" y="119"/>
                </a:cubicBezTo>
                <a:cubicBezTo>
                  <a:pt x="1342" y="121"/>
                  <a:pt x="1342" y="121"/>
                  <a:pt x="1342" y="121"/>
                </a:cubicBezTo>
                <a:cubicBezTo>
                  <a:pt x="1342" y="123"/>
                  <a:pt x="1342" y="123"/>
                  <a:pt x="1342" y="123"/>
                </a:cubicBezTo>
                <a:cubicBezTo>
                  <a:pt x="1346" y="125"/>
                  <a:pt x="1346" y="125"/>
                  <a:pt x="1346" y="125"/>
                </a:cubicBezTo>
                <a:cubicBezTo>
                  <a:pt x="1345" y="132"/>
                  <a:pt x="1345" y="138"/>
                  <a:pt x="1344" y="142"/>
                </a:cubicBezTo>
                <a:cubicBezTo>
                  <a:pt x="1343" y="150"/>
                  <a:pt x="1342" y="154"/>
                  <a:pt x="1342" y="156"/>
                </a:cubicBezTo>
                <a:cubicBezTo>
                  <a:pt x="1342" y="157"/>
                  <a:pt x="1342" y="158"/>
                  <a:pt x="1343" y="159"/>
                </a:cubicBezTo>
                <a:cubicBezTo>
                  <a:pt x="1344" y="160"/>
                  <a:pt x="1345" y="160"/>
                  <a:pt x="1347" y="160"/>
                </a:cubicBezTo>
                <a:cubicBezTo>
                  <a:pt x="1349" y="160"/>
                  <a:pt x="1350" y="159"/>
                  <a:pt x="1352" y="158"/>
                </a:cubicBezTo>
                <a:cubicBezTo>
                  <a:pt x="1353" y="157"/>
                  <a:pt x="1354" y="156"/>
                  <a:pt x="1355" y="155"/>
                </a:cubicBezTo>
                <a:cubicBezTo>
                  <a:pt x="1354" y="154"/>
                  <a:pt x="1354" y="154"/>
                  <a:pt x="1354" y="154"/>
                </a:cubicBezTo>
                <a:cubicBezTo>
                  <a:pt x="1353" y="154"/>
                  <a:pt x="1352" y="155"/>
                  <a:pt x="1352" y="155"/>
                </a:cubicBezTo>
                <a:cubicBezTo>
                  <a:pt x="1351" y="156"/>
                  <a:pt x="1351" y="156"/>
                  <a:pt x="1350" y="156"/>
                </a:cubicBezTo>
                <a:cubicBezTo>
                  <a:pt x="1350" y="156"/>
                  <a:pt x="1350" y="156"/>
                  <a:pt x="1349" y="155"/>
                </a:cubicBezTo>
                <a:cubicBezTo>
                  <a:pt x="1349" y="155"/>
                  <a:pt x="1349" y="155"/>
                  <a:pt x="1349" y="154"/>
                </a:cubicBezTo>
                <a:lnTo>
                  <a:pt x="1349" y="153"/>
                </a:lnTo>
                <a:close/>
                <a:moveTo>
                  <a:pt x="1351" y="112"/>
                </a:moveTo>
                <a:cubicBezTo>
                  <a:pt x="1353" y="112"/>
                  <a:pt x="1354" y="111"/>
                  <a:pt x="1355" y="110"/>
                </a:cubicBezTo>
                <a:cubicBezTo>
                  <a:pt x="1356" y="109"/>
                  <a:pt x="1356" y="108"/>
                  <a:pt x="1356" y="107"/>
                </a:cubicBezTo>
                <a:cubicBezTo>
                  <a:pt x="1356" y="106"/>
                  <a:pt x="1356" y="105"/>
                  <a:pt x="1355" y="104"/>
                </a:cubicBezTo>
                <a:cubicBezTo>
                  <a:pt x="1354" y="103"/>
                  <a:pt x="1353" y="103"/>
                  <a:pt x="1352" y="103"/>
                </a:cubicBezTo>
                <a:cubicBezTo>
                  <a:pt x="1351" y="103"/>
                  <a:pt x="1350" y="103"/>
                  <a:pt x="1349" y="104"/>
                </a:cubicBezTo>
                <a:cubicBezTo>
                  <a:pt x="1348" y="105"/>
                  <a:pt x="1348" y="107"/>
                  <a:pt x="1348" y="108"/>
                </a:cubicBezTo>
                <a:cubicBezTo>
                  <a:pt x="1348" y="109"/>
                  <a:pt x="1348" y="110"/>
                  <a:pt x="1349" y="111"/>
                </a:cubicBezTo>
                <a:cubicBezTo>
                  <a:pt x="1350" y="111"/>
                  <a:pt x="1350" y="112"/>
                  <a:pt x="1351" y="112"/>
                </a:cubicBezTo>
                <a:close/>
                <a:moveTo>
                  <a:pt x="1374" y="129"/>
                </a:moveTo>
                <a:cubicBezTo>
                  <a:pt x="1375" y="120"/>
                  <a:pt x="1375" y="120"/>
                  <a:pt x="1375" y="120"/>
                </a:cubicBezTo>
                <a:cubicBezTo>
                  <a:pt x="1374" y="119"/>
                  <a:pt x="1374" y="119"/>
                  <a:pt x="1374" y="119"/>
                </a:cubicBezTo>
                <a:cubicBezTo>
                  <a:pt x="1365" y="121"/>
                  <a:pt x="1365" y="121"/>
                  <a:pt x="1365" y="121"/>
                </a:cubicBezTo>
                <a:cubicBezTo>
                  <a:pt x="1365" y="124"/>
                  <a:pt x="1365" y="124"/>
                  <a:pt x="1365" y="124"/>
                </a:cubicBezTo>
                <a:cubicBezTo>
                  <a:pt x="1368" y="125"/>
                  <a:pt x="1368" y="125"/>
                  <a:pt x="1368" y="125"/>
                </a:cubicBezTo>
                <a:cubicBezTo>
                  <a:pt x="1364" y="159"/>
                  <a:pt x="1364" y="159"/>
                  <a:pt x="1364" y="159"/>
                </a:cubicBezTo>
                <a:cubicBezTo>
                  <a:pt x="1370" y="159"/>
                  <a:pt x="1370" y="159"/>
                  <a:pt x="1370" y="159"/>
                </a:cubicBezTo>
                <a:cubicBezTo>
                  <a:pt x="1374" y="134"/>
                  <a:pt x="1374" y="134"/>
                  <a:pt x="1374" y="134"/>
                </a:cubicBezTo>
                <a:cubicBezTo>
                  <a:pt x="1375" y="131"/>
                  <a:pt x="1377" y="129"/>
                  <a:pt x="1380" y="127"/>
                </a:cubicBezTo>
                <a:cubicBezTo>
                  <a:pt x="1382" y="125"/>
                  <a:pt x="1384" y="124"/>
                  <a:pt x="1386" y="124"/>
                </a:cubicBezTo>
                <a:cubicBezTo>
                  <a:pt x="1388" y="124"/>
                  <a:pt x="1389" y="125"/>
                  <a:pt x="1389" y="126"/>
                </a:cubicBezTo>
                <a:cubicBezTo>
                  <a:pt x="1390" y="127"/>
                  <a:pt x="1390" y="128"/>
                  <a:pt x="1390" y="130"/>
                </a:cubicBezTo>
                <a:cubicBezTo>
                  <a:pt x="1390" y="132"/>
                  <a:pt x="1390" y="134"/>
                  <a:pt x="1390" y="135"/>
                </a:cubicBezTo>
                <a:cubicBezTo>
                  <a:pt x="1390" y="137"/>
                  <a:pt x="1389" y="140"/>
                  <a:pt x="1389" y="142"/>
                </a:cubicBezTo>
                <a:cubicBezTo>
                  <a:pt x="1388" y="144"/>
                  <a:pt x="1388" y="144"/>
                  <a:pt x="1388" y="144"/>
                </a:cubicBezTo>
                <a:cubicBezTo>
                  <a:pt x="1388" y="147"/>
                  <a:pt x="1388" y="147"/>
                  <a:pt x="1388" y="147"/>
                </a:cubicBezTo>
                <a:cubicBezTo>
                  <a:pt x="1387" y="151"/>
                  <a:pt x="1387" y="154"/>
                  <a:pt x="1387" y="156"/>
                </a:cubicBezTo>
                <a:cubicBezTo>
                  <a:pt x="1387" y="159"/>
                  <a:pt x="1388" y="160"/>
                  <a:pt x="1391" y="160"/>
                </a:cubicBezTo>
                <a:cubicBezTo>
                  <a:pt x="1392" y="160"/>
                  <a:pt x="1394" y="160"/>
                  <a:pt x="1395" y="159"/>
                </a:cubicBezTo>
                <a:cubicBezTo>
                  <a:pt x="1396" y="159"/>
                  <a:pt x="1397" y="158"/>
                  <a:pt x="1397" y="157"/>
                </a:cubicBezTo>
                <a:cubicBezTo>
                  <a:pt x="1398" y="157"/>
                  <a:pt x="1399" y="156"/>
                  <a:pt x="1399" y="156"/>
                </a:cubicBezTo>
                <a:cubicBezTo>
                  <a:pt x="1398" y="154"/>
                  <a:pt x="1398" y="154"/>
                  <a:pt x="1398" y="154"/>
                </a:cubicBezTo>
                <a:cubicBezTo>
                  <a:pt x="1397" y="155"/>
                  <a:pt x="1396" y="156"/>
                  <a:pt x="1395" y="156"/>
                </a:cubicBezTo>
                <a:cubicBezTo>
                  <a:pt x="1394" y="156"/>
                  <a:pt x="1394" y="155"/>
                  <a:pt x="1394" y="154"/>
                </a:cubicBezTo>
                <a:cubicBezTo>
                  <a:pt x="1394" y="152"/>
                  <a:pt x="1394" y="149"/>
                  <a:pt x="1395" y="145"/>
                </a:cubicBezTo>
                <a:cubicBezTo>
                  <a:pt x="1395" y="142"/>
                  <a:pt x="1395" y="142"/>
                  <a:pt x="1395" y="142"/>
                </a:cubicBezTo>
                <a:cubicBezTo>
                  <a:pt x="1396" y="140"/>
                  <a:pt x="1396" y="140"/>
                  <a:pt x="1396" y="140"/>
                </a:cubicBezTo>
                <a:cubicBezTo>
                  <a:pt x="1397" y="135"/>
                  <a:pt x="1397" y="132"/>
                  <a:pt x="1397" y="130"/>
                </a:cubicBezTo>
                <a:cubicBezTo>
                  <a:pt x="1397" y="126"/>
                  <a:pt x="1397" y="123"/>
                  <a:pt x="1395" y="122"/>
                </a:cubicBezTo>
                <a:cubicBezTo>
                  <a:pt x="1394" y="120"/>
                  <a:pt x="1392" y="119"/>
                  <a:pt x="1389" y="119"/>
                </a:cubicBezTo>
                <a:cubicBezTo>
                  <a:pt x="1386" y="119"/>
                  <a:pt x="1384" y="120"/>
                  <a:pt x="1381" y="122"/>
                </a:cubicBezTo>
                <a:cubicBezTo>
                  <a:pt x="1379" y="124"/>
                  <a:pt x="1376" y="126"/>
                  <a:pt x="1374" y="129"/>
                </a:cubicBezTo>
                <a:close/>
                <a:moveTo>
                  <a:pt x="1433" y="162"/>
                </a:moveTo>
                <a:cubicBezTo>
                  <a:pt x="1440" y="119"/>
                  <a:pt x="1440" y="119"/>
                  <a:pt x="1440" y="119"/>
                </a:cubicBezTo>
                <a:cubicBezTo>
                  <a:pt x="1435" y="121"/>
                  <a:pt x="1435" y="121"/>
                  <a:pt x="1435" y="121"/>
                </a:cubicBezTo>
                <a:cubicBezTo>
                  <a:pt x="1434" y="121"/>
                  <a:pt x="1433" y="120"/>
                  <a:pt x="1432" y="120"/>
                </a:cubicBezTo>
                <a:cubicBezTo>
                  <a:pt x="1430" y="120"/>
                  <a:pt x="1429" y="119"/>
                  <a:pt x="1428" y="119"/>
                </a:cubicBezTo>
                <a:cubicBezTo>
                  <a:pt x="1423" y="119"/>
                  <a:pt x="1419" y="121"/>
                  <a:pt x="1416" y="123"/>
                </a:cubicBezTo>
                <a:cubicBezTo>
                  <a:pt x="1412" y="126"/>
                  <a:pt x="1410" y="129"/>
                  <a:pt x="1408" y="133"/>
                </a:cubicBezTo>
                <a:cubicBezTo>
                  <a:pt x="1406" y="137"/>
                  <a:pt x="1405" y="141"/>
                  <a:pt x="1405" y="145"/>
                </a:cubicBezTo>
                <a:cubicBezTo>
                  <a:pt x="1405" y="150"/>
                  <a:pt x="1406" y="153"/>
                  <a:pt x="1408" y="156"/>
                </a:cubicBezTo>
                <a:cubicBezTo>
                  <a:pt x="1410" y="159"/>
                  <a:pt x="1413" y="160"/>
                  <a:pt x="1417" y="160"/>
                </a:cubicBezTo>
                <a:cubicBezTo>
                  <a:pt x="1419" y="160"/>
                  <a:pt x="1421" y="159"/>
                  <a:pt x="1423" y="158"/>
                </a:cubicBezTo>
                <a:cubicBezTo>
                  <a:pt x="1425" y="157"/>
                  <a:pt x="1426" y="156"/>
                  <a:pt x="1428" y="155"/>
                </a:cubicBezTo>
                <a:cubicBezTo>
                  <a:pt x="1426" y="164"/>
                  <a:pt x="1426" y="164"/>
                  <a:pt x="1426" y="164"/>
                </a:cubicBezTo>
                <a:cubicBezTo>
                  <a:pt x="1426" y="167"/>
                  <a:pt x="1425" y="169"/>
                  <a:pt x="1424" y="170"/>
                </a:cubicBezTo>
                <a:cubicBezTo>
                  <a:pt x="1422" y="172"/>
                  <a:pt x="1420" y="172"/>
                  <a:pt x="1417" y="172"/>
                </a:cubicBezTo>
                <a:cubicBezTo>
                  <a:pt x="1415" y="172"/>
                  <a:pt x="1414" y="172"/>
                  <a:pt x="1412" y="171"/>
                </a:cubicBezTo>
                <a:cubicBezTo>
                  <a:pt x="1410" y="171"/>
                  <a:pt x="1409" y="170"/>
                  <a:pt x="1408" y="170"/>
                </a:cubicBezTo>
                <a:cubicBezTo>
                  <a:pt x="1406" y="175"/>
                  <a:pt x="1406" y="175"/>
                  <a:pt x="1406" y="175"/>
                </a:cubicBezTo>
                <a:cubicBezTo>
                  <a:pt x="1407" y="176"/>
                  <a:pt x="1408" y="176"/>
                  <a:pt x="1410" y="176"/>
                </a:cubicBezTo>
                <a:cubicBezTo>
                  <a:pt x="1411" y="177"/>
                  <a:pt x="1413" y="177"/>
                  <a:pt x="1414" y="177"/>
                </a:cubicBezTo>
                <a:cubicBezTo>
                  <a:pt x="1417" y="177"/>
                  <a:pt x="1420" y="176"/>
                  <a:pt x="1423" y="175"/>
                </a:cubicBezTo>
                <a:cubicBezTo>
                  <a:pt x="1425" y="174"/>
                  <a:pt x="1428" y="173"/>
                  <a:pt x="1430" y="170"/>
                </a:cubicBezTo>
                <a:cubicBezTo>
                  <a:pt x="1432" y="168"/>
                  <a:pt x="1433" y="165"/>
                  <a:pt x="1433" y="162"/>
                </a:cubicBezTo>
                <a:close/>
                <a:moveTo>
                  <a:pt x="1432" y="125"/>
                </a:moveTo>
                <a:cubicBezTo>
                  <a:pt x="1428" y="150"/>
                  <a:pt x="1428" y="150"/>
                  <a:pt x="1428" y="150"/>
                </a:cubicBezTo>
                <a:cubicBezTo>
                  <a:pt x="1427" y="151"/>
                  <a:pt x="1426" y="153"/>
                  <a:pt x="1424" y="154"/>
                </a:cubicBezTo>
                <a:cubicBezTo>
                  <a:pt x="1423" y="155"/>
                  <a:pt x="1421" y="155"/>
                  <a:pt x="1419" y="155"/>
                </a:cubicBezTo>
                <a:cubicBezTo>
                  <a:pt x="1417" y="155"/>
                  <a:pt x="1415" y="155"/>
                  <a:pt x="1414" y="153"/>
                </a:cubicBezTo>
                <a:cubicBezTo>
                  <a:pt x="1413" y="151"/>
                  <a:pt x="1412" y="148"/>
                  <a:pt x="1412" y="145"/>
                </a:cubicBezTo>
                <a:cubicBezTo>
                  <a:pt x="1412" y="142"/>
                  <a:pt x="1413" y="138"/>
                  <a:pt x="1414" y="135"/>
                </a:cubicBezTo>
                <a:cubicBezTo>
                  <a:pt x="1415" y="132"/>
                  <a:pt x="1417" y="129"/>
                  <a:pt x="1419" y="127"/>
                </a:cubicBezTo>
                <a:cubicBezTo>
                  <a:pt x="1421" y="124"/>
                  <a:pt x="1424" y="123"/>
                  <a:pt x="1427" y="123"/>
                </a:cubicBezTo>
                <a:cubicBezTo>
                  <a:pt x="1429" y="123"/>
                  <a:pt x="1431" y="124"/>
                  <a:pt x="1432" y="125"/>
                </a:cubicBezTo>
                <a:close/>
                <a:moveTo>
                  <a:pt x="1076" y="242"/>
                </a:moveTo>
                <a:cubicBezTo>
                  <a:pt x="1072" y="249"/>
                  <a:pt x="1072" y="249"/>
                  <a:pt x="1072" y="249"/>
                </a:cubicBezTo>
                <a:cubicBezTo>
                  <a:pt x="1072" y="242"/>
                  <a:pt x="1072" y="242"/>
                  <a:pt x="1072" y="242"/>
                </a:cubicBezTo>
                <a:cubicBezTo>
                  <a:pt x="1066" y="208"/>
                  <a:pt x="1066" y="208"/>
                  <a:pt x="1066" y="208"/>
                </a:cubicBezTo>
                <a:cubicBezTo>
                  <a:pt x="1050" y="208"/>
                  <a:pt x="1050" y="208"/>
                  <a:pt x="1050" y="208"/>
                </a:cubicBezTo>
                <a:cubicBezTo>
                  <a:pt x="1049" y="211"/>
                  <a:pt x="1049" y="211"/>
                  <a:pt x="1049" y="211"/>
                </a:cubicBezTo>
                <a:cubicBezTo>
                  <a:pt x="1056" y="212"/>
                  <a:pt x="1056" y="212"/>
                  <a:pt x="1056" y="212"/>
                </a:cubicBezTo>
                <a:cubicBezTo>
                  <a:pt x="1045" y="256"/>
                  <a:pt x="1045" y="256"/>
                  <a:pt x="1045" y="256"/>
                </a:cubicBezTo>
                <a:cubicBezTo>
                  <a:pt x="1039" y="257"/>
                  <a:pt x="1039" y="257"/>
                  <a:pt x="1039" y="257"/>
                </a:cubicBezTo>
                <a:cubicBezTo>
                  <a:pt x="1039" y="260"/>
                  <a:pt x="1039" y="260"/>
                  <a:pt x="1039" y="260"/>
                </a:cubicBezTo>
                <a:cubicBezTo>
                  <a:pt x="1057" y="260"/>
                  <a:pt x="1057" y="260"/>
                  <a:pt x="1057" y="260"/>
                </a:cubicBezTo>
                <a:cubicBezTo>
                  <a:pt x="1057" y="257"/>
                  <a:pt x="1057" y="257"/>
                  <a:pt x="1057" y="257"/>
                </a:cubicBezTo>
                <a:cubicBezTo>
                  <a:pt x="1050" y="256"/>
                  <a:pt x="1050" y="256"/>
                  <a:pt x="1050" y="256"/>
                </a:cubicBezTo>
                <a:cubicBezTo>
                  <a:pt x="1057" y="225"/>
                  <a:pt x="1057" y="225"/>
                  <a:pt x="1057" y="225"/>
                </a:cubicBezTo>
                <a:cubicBezTo>
                  <a:pt x="1060" y="211"/>
                  <a:pt x="1060" y="211"/>
                  <a:pt x="1060" y="211"/>
                </a:cubicBezTo>
                <a:cubicBezTo>
                  <a:pt x="1062" y="225"/>
                  <a:pt x="1062" y="225"/>
                  <a:pt x="1062" y="225"/>
                </a:cubicBezTo>
                <a:cubicBezTo>
                  <a:pt x="1068" y="261"/>
                  <a:pt x="1068" y="261"/>
                  <a:pt x="1068" y="261"/>
                </a:cubicBezTo>
                <a:cubicBezTo>
                  <a:pt x="1072" y="260"/>
                  <a:pt x="1072" y="260"/>
                  <a:pt x="1072" y="260"/>
                </a:cubicBezTo>
                <a:cubicBezTo>
                  <a:pt x="1088" y="224"/>
                  <a:pt x="1088" y="224"/>
                  <a:pt x="1088" y="224"/>
                </a:cubicBezTo>
                <a:cubicBezTo>
                  <a:pt x="1094" y="211"/>
                  <a:pt x="1094" y="211"/>
                  <a:pt x="1094" y="211"/>
                </a:cubicBezTo>
                <a:cubicBezTo>
                  <a:pt x="1093" y="225"/>
                  <a:pt x="1093" y="225"/>
                  <a:pt x="1093" y="225"/>
                </a:cubicBezTo>
                <a:cubicBezTo>
                  <a:pt x="1091" y="256"/>
                  <a:pt x="1091" y="256"/>
                  <a:pt x="1091" y="256"/>
                </a:cubicBezTo>
                <a:cubicBezTo>
                  <a:pt x="1085" y="257"/>
                  <a:pt x="1085" y="257"/>
                  <a:pt x="1085" y="257"/>
                </a:cubicBezTo>
                <a:cubicBezTo>
                  <a:pt x="1084" y="260"/>
                  <a:pt x="1084" y="260"/>
                  <a:pt x="1084" y="260"/>
                </a:cubicBezTo>
                <a:cubicBezTo>
                  <a:pt x="1104" y="260"/>
                  <a:pt x="1104" y="260"/>
                  <a:pt x="1104" y="260"/>
                </a:cubicBezTo>
                <a:cubicBezTo>
                  <a:pt x="1104" y="257"/>
                  <a:pt x="1104" y="257"/>
                  <a:pt x="1104" y="257"/>
                </a:cubicBezTo>
                <a:cubicBezTo>
                  <a:pt x="1098" y="256"/>
                  <a:pt x="1098" y="256"/>
                  <a:pt x="1098" y="256"/>
                </a:cubicBezTo>
                <a:cubicBezTo>
                  <a:pt x="1099" y="212"/>
                  <a:pt x="1099" y="212"/>
                  <a:pt x="1099" y="212"/>
                </a:cubicBezTo>
                <a:cubicBezTo>
                  <a:pt x="1106" y="211"/>
                  <a:pt x="1106" y="211"/>
                  <a:pt x="1106" y="211"/>
                </a:cubicBezTo>
                <a:cubicBezTo>
                  <a:pt x="1106" y="208"/>
                  <a:pt x="1106" y="208"/>
                  <a:pt x="1106" y="208"/>
                </a:cubicBezTo>
                <a:cubicBezTo>
                  <a:pt x="1091" y="208"/>
                  <a:pt x="1091" y="208"/>
                  <a:pt x="1091" y="208"/>
                </a:cubicBezTo>
                <a:cubicBezTo>
                  <a:pt x="1090" y="211"/>
                  <a:pt x="1087" y="217"/>
                  <a:pt x="1083" y="225"/>
                </a:cubicBezTo>
                <a:cubicBezTo>
                  <a:pt x="1079" y="233"/>
                  <a:pt x="1077" y="239"/>
                  <a:pt x="1076" y="242"/>
                </a:cubicBezTo>
                <a:close/>
                <a:moveTo>
                  <a:pt x="1138" y="253"/>
                </a:moveTo>
                <a:cubicBezTo>
                  <a:pt x="1136" y="251"/>
                  <a:pt x="1136" y="251"/>
                  <a:pt x="1136" y="251"/>
                </a:cubicBezTo>
                <a:cubicBezTo>
                  <a:pt x="1134" y="253"/>
                  <a:pt x="1133" y="254"/>
                  <a:pt x="1131" y="255"/>
                </a:cubicBezTo>
                <a:cubicBezTo>
                  <a:pt x="1129" y="256"/>
                  <a:pt x="1126" y="256"/>
                  <a:pt x="1124" y="256"/>
                </a:cubicBezTo>
                <a:cubicBezTo>
                  <a:pt x="1121" y="256"/>
                  <a:pt x="1119" y="255"/>
                  <a:pt x="1118" y="253"/>
                </a:cubicBezTo>
                <a:cubicBezTo>
                  <a:pt x="1117" y="250"/>
                  <a:pt x="1116" y="247"/>
                  <a:pt x="1116" y="244"/>
                </a:cubicBezTo>
                <a:cubicBezTo>
                  <a:pt x="1119" y="244"/>
                  <a:pt x="1123" y="244"/>
                  <a:pt x="1126" y="242"/>
                </a:cubicBezTo>
                <a:cubicBezTo>
                  <a:pt x="1130" y="241"/>
                  <a:pt x="1133" y="240"/>
                  <a:pt x="1136" y="237"/>
                </a:cubicBezTo>
                <a:cubicBezTo>
                  <a:pt x="1138" y="235"/>
                  <a:pt x="1140" y="232"/>
                  <a:pt x="1140" y="229"/>
                </a:cubicBezTo>
                <a:cubicBezTo>
                  <a:pt x="1140" y="226"/>
                  <a:pt x="1139" y="224"/>
                  <a:pt x="1137" y="223"/>
                </a:cubicBezTo>
                <a:cubicBezTo>
                  <a:pt x="1135" y="221"/>
                  <a:pt x="1133" y="220"/>
                  <a:pt x="1130" y="220"/>
                </a:cubicBezTo>
                <a:cubicBezTo>
                  <a:pt x="1126" y="220"/>
                  <a:pt x="1122" y="221"/>
                  <a:pt x="1119" y="224"/>
                </a:cubicBezTo>
                <a:cubicBezTo>
                  <a:pt x="1116" y="226"/>
                  <a:pt x="1114" y="229"/>
                  <a:pt x="1112" y="233"/>
                </a:cubicBezTo>
                <a:cubicBezTo>
                  <a:pt x="1110" y="237"/>
                  <a:pt x="1109" y="241"/>
                  <a:pt x="1109" y="246"/>
                </a:cubicBezTo>
                <a:cubicBezTo>
                  <a:pt x="1109" y="248"/>
                  <a:pt x="1110" y="251"/>
                  <a:pt x="1111" y="253"/>
                </a:cubicBezTo>
                <a:cubicBezTo>
                  <a:pt x="1111" y="255"/>
                  <a:pt x="1113" y="257"/>
                  <a:pt x="1115" y="259"/>
                </a:cubicBezTo>
                <a:cubicBezTo>
                  <a:pt x="1117" y="260"/>
                  <a:pt x="1120" y="261"/>
                  <a:pt x="1123" y="261"/>
                </a:cubicBezTo>
                <a:cubicBezTo>
                  <a:pt x="1126" y="261"/>
                  <a:pt x="1129" y="260"/>
                  <a:pt x="1132" y="258"/>
                </a:cubicBezTo>
                <a:cubicBezTo>
                  <a:pt x="1135" y="257"/>
                  <a:pt x="1136" y="255"/>
                  <a:pt x="1138" y="253"/>
                </a:cubicBezTo>
                <a:close/>
                <a:moveTo>
                  <a:pt x="1128" y="224"/>
                </a:moveTo>
                <a:cubicBezTo>
                  <a:pt x="1130" y="224"/>
                  <a:pt x="1131" y="224"/>
                  <a:pt x="1132" y="225"/>
                </a:cubicBezTo>
                <a:cubicBezTo>
                  <a:pt x="1132" y="226"/>
                  <a:pt x="1133" y="228"/>
                  <a:pt x="1133" y="229"/>
                </a:cubicBezTo>
                <a:cubicBezTo>
                  <a:pt x="1133" y="232"/>
                  <a:pt x="1132" y="234"/>
                  <a:pt x="1130" y="235"/>
                </a:cubicBezTo>
                <a:cubicBezTo>
                  <a:pt x="1129" y="237"/>
                  <a:pt x="1126" y="238"/>
                  <a:pt x="1124" y="239"/>
                </a:cubicBezTo>
                <a:cubicBezTo>
                  <a:pt x="1121" y="240"/>
                  <a:pt x="1119" y="241"/>
                  <a:pt x="1116" y="241"/>
                </a:cubicBezTo>
                <a:cubicBezTo>
                  <a:pt x="1117" y="238"/>
                  <a:pt x="1117" y="236"/>
                  <a:pt x="1118" y="233"/>
                </a:cubicBezTo>
                <a:cubicBezTo>
                  <a:pt x="1119" y="230"/>
                  <a:pt x="1121" y="228"/>
                  <a:pt x="1122" y="226"/>
                </a:cubicBezTo>
                <a:cubicBezTo>
                  <a:pt x="1124" y="225"/>
                  <a:pt x="1126" y="224"/>
                  <a:pt x="1128" y="224"/>
                </a:cubicBezTo>
                <a:close/>
                <a:moveTo>
                  <a:pt x="1175" y="254"/>
                </a:moveTo>
                <a:cubicBezTo>
                  <a:pt x="1182" y="204"/>
                  <a:pt x="1182" y="204"/>
                  <a:pt x="1182" y="204"/>
                </a:cubicBezTo>
                <a:cubicBezTo>
                  <a:pt x="1181" y="204"/>
                  <a:pt x="1181" y="204"/>
                  <a:pt x="1181" y="204"/>
                </a:cubicBezTo>
                <a:cubicBezTo>
                  <a:pt x="1171" y="205"/>
                  <a:pt x="1171" y="205"/>
                  <a:pt x="1171" y="205"/>
                </a:cubicBezTo>
                <a:cubicBezTo>
                  <a:pt x="1170" y="207"/>
                  <a:pt x="1170" y="207"/>
                  <a:pt x="1170" y="207"/>
                </a:cubicBezTo>
                <a:cubicBezTo>
                  <a:pt x="1175" y="208"/>
                  <a:pt x="1175" y="208"/>
                  <a:pt x="1175" y="208"/>
                </a:cubicBezTo>
                <a:cubicBezTo>
                  <a:pt x="1173" y="221"/>
                  <a:pt x="1173" y="221"/>
                  <a:pt x="1173" y="221"/>
                </a:cubicBezTo>
                <a:cubicBezTo>
                  <a:pt x="1171" y="220"/>
                  <a:pt x="1169" y="220"/>
                  <a:pt x="1168" y="220"/>
                </a:cubicBezTo>
                <a:cubicBezTo>
                  <a:pt x="1163" y="220"/>
                  <a:pt x="1159" y="222"/>
                  <a:pt x="1156" y="224"/>
                </a:cubicBezTo>
                <a:cubicBezTo>
                  <a:pt x="1152" y="227"/>
                  <a:pt x="1150" y="230"/>
                  <a:pt x="1148" y="234"/>
                </a:cubicBezTo>
                <a:cubicBezTo>
                  <a:pt x="1146" y="238"/>
                  <a:pt x="1145" y="242"/>
                  <a:pt x="1145" y="246"/>
                </a:cubicBezTo>
                <a:cubicBezTo>
                  <a:pt x="1145" y="250"/>
                  <a:pt x="1146" y="254"/>
                  <a:pt x="1148" y="257"/>
                </a:cubicBezTo>
                <a:cubicBezTo>
                  <a:pt x="1150" y="259"/>
                  <a:pt x="1153" y="261"/>
                  <a:pt x="1157" y="261"/>
                </a:cubicBezTo>
                <a:cubicBezTo>
                  <a:pt x="1159" y="261"/>
                  <a:pt x="1162" y="260"/>
                  <a:pt x="1163" y="259"/>
                </a:cubicBezTo>
                <a:cubicBezTo>
                  <a:pt x="1165" y="258"/>
                  <a:pt x="1167" y="256"/>
                  <a:pt x="1168" y="255"/>
                </a:cubicBezTo>
                <a:cubicBezTo>
                  <a:pt x="1168" y="256"/>
                  <a:pt x="1168" y="256"/>
                  <a:pt x="1168" y="256"/>
                </a:cubicBezTo>
                <a:cubicBezTo>
                  <a:pt x="1168" y="259"/>
                  <a:pt x="1170" y="261"/>
                  <a:pt x="1173" y="261"/>
                </a:cubicBezTo>
                <a:cubicBezTo>
                  <a:pt x="1174" y="261"/>
                  <a:pt x="1176" y="260"/>
                  <a:pt x="1177" y="259"/>
                </a:cubicBezTo>
                <a:cubicBezTo>
                  <a:pt x="1178" y="258"/>
                  <a:pt x="1179" y="257"/>
                  <a:pt x="1180" y="256"/>
                </a:cubicBezTo>
                <a:cubicBezTo>
                  <a:pt x="1179" y="255"/>
                  <a:pt x="1179" y="255"/>
                  <a:pt x="1179" y="255"/>
                </a:cubicBezTo>
                <a:cubicBezTo>
                  <a:pt x="1178" y="256"/>
                  <a:pt x="1177" y="256"/>
                  <a:pt x="1176" y="256"/>
                </a:cubicBezTo>
                <a:cubicBezTo>
                  <a:pt x="1175" y="256"/>
                  <a:pt x="1175" y="256"/>
                  <a:pt x="1175" y="255"/>
                </a:cubicBezTo>
                <a:cubicBezTo>
                  <a:pt x="1175" y="254"/>
                  <a:pt x="1175" y="254"/>
                  <a:pt x="1175" y="254"/>
                </a:cubicBezTo>
                <a:close/>
                <a:moveTo>
                  <a:pt x="1172" y="225"/>
                </a:moveTo>
                <a:cubicBezTo>
                  <a:pt x="1169" y="250"/>
                  <a:pt x="1169" y="250"/>
                  <a:pt x="1169" y="250"/>
                </a:cubicBezTo>
                <a:cubicBezTo>
                  <a:pt x="1168" y="252"/>
                  <a:pt x="1166" y="253"/>
                  <a:pt x="1164" y="254"/>
                </a:cubicBezTo>
                <a:cubicBezTo>
                  <a:pt x="1163" y="256"/>
                  <a:pt x="1161" y="256"/>
                  <a:pt x="1159" y="256"/>
                </a:cubicBezTo>
                <a:cubicBezTo>
                  <a:pt x="1157" y="256"/>
                  <a:pt x="1155" y="255"/>
                  <a:pt x="1154" y="253"/>
                </a:cubicBezTo>
                <a:cubicBezTo>
                  <a:pt x="1153" y="252"/>
                  <a:pt x="1153" y="249"/>
                  <a:pt x="1153" y="246"/>
                </a:cubicBezTo>
                <a:cubicBezTo>
                  <a:pt x="1153" y="242"/>
                  <a:pt x="1153" y="239"/>
                  <a:pt x="1154" y="236"/>
                </a:cubicBezTo>
                <a:cubicBezTo>
                  <a:pt x="1155" y="232"/>
                  <a:pt x="1157" y="230"/>
                  <a:pt x="1159" y="227"/>
                </a:cubicBezTo>
                <a:cubicBezTo>
                  <a:pt x="1161" y="225"/>
                  <a:pt x="1164" y="224"/>
                  <a:pt x="1167" y="224"/>
                </a:cubicBezTo>
                <a:cubicBezTo>
                  <a:pt x="1169" y="224"/>
                  <a:pt x="1171" y="224"/>
                  <a:pt x="1172" y="225"/>
                </a:cubicBezTo>
                <a:close/>
                <a:moveTo>
                  <a:pt x="1198" y="254"/>
                </a:moveTo>
                <a:cubicBezTo>
                  <a:pt x="1202" y="221"/>
                  <a:pt x="1202" y="221"/>
                  <a:pt x="1202" y="221"/>
                </a:cubicBezTo>
                <a:cubicBezTo>
                  <a:pt x="1201" y="220"/>
                  <a:pt x="1201" y="220"/>
                  <a:pt x="1201" y="220"/>
                </a:cubicBezTo>
                <a:cubicBezTo>
                  <a:pt x="1191" y="222"/>
                  <a:pt x="1191" y="222"/>
                  <a:pt x="1191" y="222"/>
                </a:cubicBezTo>
                <a:cubicBezTo>
                  <a:pt x="1190" y="224"/>
                  <a:pt x="1190" y="224"/>
                  <a:pt x="1190" y="224"/>
                </a:cubicBezTo>
                <a:cubicBezTo>
                  <a:pt x="1195" y="226"/>
                  <a:pt x="1195" y="226"/>
                  <a:pt x="1195" y="226"/>
                </a:cubicBezTo>
                <a:cubicBezTo>
                  <a:pt x="1194" y="233"/>
                  <a:pt x="1193" y="239"/>
                  <a:pt x="1192" y="243"/>
                </a:cubicBezTo>
                <a:cubicBezTo>
                  <a:pt x="1191" y="251"/>
                  <a:pt x="1191" y="255"/>
                  <a:pt x="1191" y="256"/>
                </a:cubicBezTo>
                <a:cubicBezTo>
                  <a:pt x="1190" y="258"/>
                  <a:pt x="1191" y="259"/>
                  <a:pt x="1192" y="260"/>
                </a:cubicBezTo>
                <a:cubicBezTo>
                  <a:pt x="1192" y="260"/>
                  <a:pt x="1194" y="261"/>
                  <a:pt x="1195" y="261"/>
                </a:cubicBezTo>
                <a:cubicBezTo>
                  <a:pt x="1197" y="261"/>
                  <a:pt x="1199" y="260"/>
                  <a:pt x="1200" y="259"/>
                </a:cubicBezTo>
                <a:cubicBezTo>
                  <a:pt x="1202" y="258"/>
                  <a:pt x="1203" y="257"/>
                  <a:pt x="1203" y="256"/>
                </a:cubicBezTo>
                <a:cubicBezTo>
                  <a:pt x="1202" y="254"/>
                  <a:pt x="1202" y="254"/>
                  <a:pt x="1202" y="254"/>
                </a:cubicBezTo>
                <a:cubicBezTo>
                  <a:pt x="1202" y="255"/>
                  <a:pt x="1201" y="256"/>
                  <a:pt x="1200" y="256"/>
                </a:cubicBezTo>
                <a:cubicBezTo>
                  <a:pt x="1200" y="256"/>
                  <a:pt x="1199" y="256"/>
                  <a:pt x="1199" y="256"/>
                </a:cubicBezTo>
                <a:cubicBezTo>
                  <a:pt x="1198" y="256"/>
                  <a:pt x="1198" y="256"/>
                  <a:pt x="1198" y="256"/>
                </a:cubicBezTo>
                <a:cubicBezTo>
                  <a:pt x="1198" y="256"/>
                  <a:pt x="1198" y="255"/>
                  <a:pt x="1198" y="255"/>
                </a:cubicBezTo>
                <a:lnTo>
                  <a:pt x="1198" y="254"/>
                </a:lnTo>
                <a:close/>
                <a:moveTo>
                  <a:pt x="1200" y="213"/>
                </a:moveTo>
                <a:cubicBezTo>
                  <a:pt x="1201" y="213"/>
                  <a:pt x="1202" y="212"/>
                  <a:pt x="1203" y="211"/>
                </a:cubicBezTo>
                <a:cubicBezTo>
                  <a:pt x="1204" y="210"/>
                  <a:pt x="1205" y="209"/>
                  <a:pt x="1205" y="207"/>
                </a:cubicBezTo>
                <a:cubicBezTo>
                  <a:pt x="1205" y="206"/>
                  <a:pt x="1204" y="206"/>
                  <a:pt x="1204" y="205"/>
                </a:cubicBezTo>
                <a:cubicBezTo>
                  <a:pt x="1203" y="204"/>
                  <a:pt x="1202" y="204"/>
                  <a:pt x="1201" y="204"/>
                </a:cubicBezTo>
                <a:cubicBezTo>
                  <a:pt x="1200" y="204"/>
                  <a:pt x="1198" y="204"/>
                  <a:pt x="1198" y="205"/>
                </a:cubicBezTo>
                <a:cubicBezTo>
                  <a:pt x="1197" y="206"/>
                  <a:pt x="1196" y="207"/>
                  <a:pt x="1196" y="209"/>
                </a:cubicBezTo>
                <a:cubicBezTo>
                  <a:pt x="1196" y="210"/>
                  <a:pt x="1197" y="211"/>
                  <a:pt x="1197" y="212"/>
                </a:cubicBezTo>
                <a:cubicBezTo>
                  <a:pt x="1198" y="212"/>
                  <a:pt x="1199" y="213"/>
                  <a:pt x="1200" y="213"/>
                </a:cubicBezTo>
                <a:close/>
                <a:moveTo>
                  <a:pt x="1237" y="228"/>
                </a:moveTo>
                <a:cubicBezTo>
                  <a:pt x="1238" y="229"/>
                  <a:pt x="1238" y="229"/>
                  <a:pt x="1238" y="229"/>
                </a:cubicBezTo>
                <a:cubicBezTo>
                  <a:pt x="1240" y="222"/>
                  <a:pt x="1240" y="222"/>
                  <a:pt x="1240" y="222"/>
                </a:cubicBezTo>
                <a:cubicBezTo>
                  <a:pt x="1239" y="221"/>
                  <a:pt x="1238" y="221"/>
                  <a:pt x="1237" y="221"/>
                </a:cubicBezTo>
                <a:cubicBezTo>
                  <a:pt x="1235" y="220"/>
                  <a:pt x="1234" y="220"/>
                  <a:pt x="1232" y="220"/>
                </a:cubicBezTo>
                <a:cubicBezTo>
                  <a:pt x="1228" y="220"/>
                  <a:pt x="1224" y="221"/>
                  <a:pt x="1221" y="224"/>
                </a:cubicBezTo>
                <a:cubicBezTo>
                  <a:pt x="1218" y="227"/>
                  <a:pt x="1216" y="230"/>
                  <a:pt x="1214" y="234"/>
                </a:cubicBezTo>
                <a:cubicBezTo>
                  <a:pt x="1213" y="237"/>
                  <a:pt x="1212" y="241"/>
                  <a:pt x="1212" y="245"/>
                </a:cubicBezTo>
                <a:cubicBezTo>
                  <a:pt x="1212" y="250"/>
                  <a:pt x="1213" y="254"/>
                  <a:pt x="1215" y="257"/>
                </a:cubicBezTo>
                <a:cubicBezTo>
                  <a:pt x="1217" y="259"/>
                  <a:pt x="1220" y="261"/>
                  <a:pt x="1224" y="261"/>
                </a:cubicBezTo>
                <a:cubicBezTo>
                  <a:pt x="1227" y="261"/>
                  <a:pt x="1230" y="260"/>
                  <a:pt x="1232" y="259"/>
                </a:cubicBezTo>
                <a:cubicBezTo>
                  <a:pt x="1235" y="257"/>
                  <a:pt x="1236" y="256"/>
                  <a:pt x="1238" y="254"/>
                </a:cubicBezTo>
                <a:cubicBezTo>
                  <a:pt x="1236" y="252"/>
                  <a:pt x="1236" y="252"/>
                  <a:pt x="1236" y="252"/>
                </a:cubicBezTo>
                <a:cubicBezTo>
                  <a:pt x="1235" y="253"/>
                  <a:pt x="1233" y="254"/>
                  <a:pt x="1232" y="255"/>
                </a:cubicBezTo>
                <a:cubicBezTo>
                  <a:pt x="1230" y="256"/>
                  <a:pt x="1229" y="256"/>
                  <a:pt x="1227" y="256"/>
                </a:cubicBezTo>
                <a:cubicBezTo>
                  <a:pt x="1224" y="256"/>
                  <a:pt x="1222" y="255"/>
                  <a:pt x="1221" y="253"/>
                </a:cubicBezTo>
                <a:cubicBezTo>
                  <a:pt x="1220" y="251"/>
                  <a:pt x="1219" y="248"/>
                  <a:pt x="1219" y="244"/>
                </a:cubicBezTo>
                <a:cubicBezTo>
                  <a:pt x="1219" y="240"/>
                  <a:pt x="1219" y="237"/>
                  <a:pt x="1221" y="234"/>
                </a:cubicBezTo>
                <a:cubicBezTo>
                  <a:pt x="1222" y="231"/>
                  <a:pt x="1223" y="229"/>
                  <a:pt x="1225" y="227"/>
                </a:cubicBezTo>
                <a:cubicBezTo>
                  <a:pt x="1227" y="225"/>
                  <a:pt x="1229" y="225"/>
                  <a:pt x="1231" y="225"/>
                </a:cubicBezTo>
                <a:cubicBezTo>
                  <a:pt x="1232" y="225"/>
                  <a:pt x="1235" y="226"/>
                  <a:pt x="1237" y="228"/>
                </a:cubicBezTo>
                <a:close/>
                <a:moveTo>
                  <a:pt x="1255" y="254"/>
                </a:moveTo>
                <a:cubicBezTo>
                  <a:pt x="1260" y="221"/>
                  <a:pt x="1260" y="221"/>
                  <a:pt x="1260" y="221"/>
                </a:cubicBezTo>
                <a:cubicBezTo>
                  <a:pt x="1259" y="220"/>
                  <a:pt x="1259" y="220"/>
                  <a:pt x="1259" y="220"/>
                </a:cubicBezTo>
                <a:cubicBezTo>
                  <a:pt x="1249" y="222"/>
                  <a:pt x="1249" y="222"/>
                  <a:pt x="1249" y="222"/>
                </a:cubicBezTo>
                <a:cubicBezTo>
                  <a:pt x="1248" y="224"/>
                  <a:pt x="1248" y="224"/>
                  <a:pt x="1248" y="224"/>
                </a:cubicBezTo>
                <a:cubicBezTo>
                  <a:pt x="1253" y="226"/>
                  <a:pt x="1253" y="226"/>
                  <a:pt x="1253" y="226"/>
                </a:cubicBezTo>
                <a:cubicBezTo>
                  <a:pt x="1252" y="233"/>
                  <a:pt x="1251" y="239"/>
                  <a:pt x="1250" y="243"/>
                </a:cubicBezTo>
                <a:cubicBezTo>
                  <a:pt x="1249" y="251"/>
                  <a:pt x="1248" y="255"/>
                  <a:pt x="1248" y="256"/>
                </a:cubicBezTo>
                <a:cubicBezTo>
                  <a:pt x="1248" y="258"/>
                  <a:pt x="1249" y="259"/>
                  <a:pt x="1249" y="260"/>
                </a:cubicBezTo>
                <a:cubicBezTo>
                  <a:pt x="1250" y="260"/>
                  <a:pt x="1251" y="261"/>
                  <a:pt x="1253" y="261"/>
                </a:cubicBezTo>
                <a:cubicBezTo>
                  <a:pt x="1255" y="261"/>
                  <a:pt x="1256" y="260"/>
                  <a:pt x="1258" y="259"/>
                </a:cubicBezTo>
                <a:cubicBezTo>
                  <a:pt x="1259" y="258"/>
                  <a:pt x="1260" y="257"/>
                  <a:pt x="1261" y="256"/>
                </a:cubicBezTo>
                <a:cubicBezTo>
                  <a:pt x="1260" y="254"/>
                  <a:pt x="1260" y="254"/>
                  <a:pt x="1260" y="254"/>
                </a:cubicBezTo>
                <a:cubicBezTo>
                  <a:pt x="1259" y="255"/>
                  <a:pt x="1259" y="256"/>
                  <a:pt x="1258" y="256"/>
                </a:cubicBezTo>
                <a:cubicBezTo>
                  <a:pt x="1258" y="256"/>
                  <a:pt x="1257" y="256"/>
                  <a:pt x="1256" y="256"/>
                </a:cubicBezTo>
                <a:cubicBezTo>
                  <a:pt x="1256" y="256"/>
                  <a:pt x="1256" y="256"/>
                  <a:pt x="1256" y="256"/>
                </a:cubicBezTo>
                <a:cubicBezTo>
                  <a:pt x="1255" y="256"/>
                  <a:pt x="1255" y="255"/>
                  <a:pt x="1255" y="255"/>
                </a:cubicBezTo>
                <a:lnTo>
                  <a:pt x="1255" y="254"/>
                </a:lnTo>
                <a:close/>
                <a:moveTo>
                  <a:pt x="1258" y="213"/>
                </a:moveTo>
                <a:cubicBezTo>
                  <a:pt x="1259" y="213"/>
                  <a:pt x="1260" y="212"/>
                  <a:pt x="1261" y="211"/>
                </a:cubicBezTo>
                <a:cubicBezTo>
                  <a:pt x="1262" y="210"/>
                  <a:pt x="1262" y="209"/>
                  <a:pt x="1262" y="207"/>
                </a:cubicBezTo>
                <a:cubicBezTo>
                  <a:pt x="1262" y="206"/>
                  <a:pt x="1262" y="206"/>
                  <a:pt x="1261" y="205"/>
                </a:cubicBezTo>
                <a:cubicBezTo>
                  <a:pt x="1261" y="204"/>
                  <a:pt x="1260" y="204"/>
                  <a:pt x="1259" y="204"/>
                </a:cubicBezTo>
                <a:cubicBezTo>
                  <a:pt x="1257" y="204"/>
                  <a:pt x="1256" y="204"/>
                  <a:pt x="1255" y="205"/>
                </a:cubicBezTo>
                <a:cubicBezTo>
                  <a:pt x="1254" y="206"/>
                  <a:pt x="1254" y="207"/>
                  <a:pt x="1254" y="209"/>
                </a:cubicBezTo>
                <a:cubicBezTo>
                  <a:pt x="1254" y="210"/>
                  <a:pt x="1254" y="211"/>
                  <a:pt x="1255" y="212"/>
                </a:cubicBezTo>
                <a:cubicBezTo>
                  <a:pt x="1256" y="212"/>
                  <a:pt x="1257" y="213"/>
                  <a:pt x="1258" y="213"/>
                </a:cubicBezTo>
                <a:close/>
                <a:moveTo>
                  <a:pt x="1282" y="229"/>
                </a:moveTo>
                <a:cubicBezTo>
                  <a:pt x="1283" y="221"/>
                  <a:pt x="1283" y="221"/>
                  <a:pt x="1283" y="221"/>
                </a:cubicBezTo>
                <a:cubicBezTo>
                  <a:pt x="1281" y="220"/>
                  <a:pt x="1281" y="220"/>
                  <a:pt x="1281" y="220"/>
                </a:cubicBezTo>
                <a:cubicBezTo>
                  <a:pt x="1273" y="222"/>
                  <a:pt x="1273" y="222"/>
                  <a:pt x="1273" y="222"/>
                </a:cubicBezTo>
                <a:cubicBezTo>
                  <a:pt x="1272" y="224"/>
                  <a:pt x="1272" y="224"/>
                  <a:pt x="1272" y="224"/>
                </a:cubicBezTo>
                <a:cubicBezTo>
                  <a:pt x="1275" y="226"/>
                  <a:pt x="1275" y="226"/>
                  <a:pt x="1275" y="226"/>
                </a:cubicBezTo>
                <a:cubicBezTo>
                  <a:pt x="1271" y="260"/>
                  <a:pt x="1271" y="260"/>
                  <a:pt x="1271" y="260"/>
                </a:cubicBezTo>
                <a:cubicBezTo>
                  <a:pt x="1278" y="260"/>
                  <a:pt x="1278" y="260"/>
                  <a:pt x="1278" y="260"/>
                </a:cubicBezTo>
                <a:cubicBezTo>
                  <a:pt x="1281" y="235"/>
                  <a:pt x="1281" y="235"/>
                  <a:pt x="1281" y="235"/>
                </a:cubicBezTo>
                <a:cubicBezTo>
                  <a:pt x="1283" y="232"/>
                  <a:pt x="1285" y="230"/>
                  <a:pt x="1287" y="228"/>
                </a:cubicBezTo>
                <a:cubicBezTo>
                  <a:pt x="1289" y="226"/>
                  <a:pt x="1291" y="225"/>
                  <a:pt x="1293" y="225"/>
                </a:cubicBezTo>
                <a:cubicBezTo>
                  <a:pt x="1295" y="225"/>
                  <a:pt x="1296" y="226"/>
                  <a:pt x="1297" y="226"/>
                </a:cubicBezTo>
                <a:cubicBezTo>
                  <a:pt x="1297" y="227"/>
                  <a:pt x="1298" y="229"/>
                  <a:pt x="1298" y="231"/>
                </a:cubicBezTo>
                <a:cubicBezTo>
                  <a:pt x="1298" y="233"/>
                  <a:pt x="1297" y="234"/>
                  <a:pt x="1297" y="236"/>
                </a:cubicBezTo>
                <a:cubicBezTo>
                  <a:pt x="1297" y="238"/>
                  <a:pt x="1297" y="240"/>
                  <a:pt x="1296" y="243"/>
                </a:cubicBezTo>
                <a:cubicBezTo>
                  <a:pt x="1296" y="245"/>
                  <a:pt x="1296" y="245"/>
                  <a:pt x="1296" y="245"/>
                </a:cubicBezTo>
                <a:cubicBezTo>
                  <a:pt x="1295" y="248"/>
                  <a:pt x="1295" y="248"/>
                  <a:pt x="1295" y="248"/>
                </a:cubicBezTo>
                <a:cubicBezTo>
                  <a:pt x="1294" y="252"/>
                  <a:pt x="1294" y="255"/>
                  <a:pt x="1294" y="256"/>
                </a:cubicBezTo>
                <a:cubicBezTo>
                  <a:pt x="1294" y="259"/>
                  <a:pt x="1295" y="261"/>
                  <a:pt x="1298" y="261"/>
                </a:cubicBezTo>
                <a:cubicBezTo>
                  <a:pt x="1300" y="261"/>
                  <a:pt x="1301" y="260"/>
                  <a:pt x="1302" y="260"/>
                </a:cubicBezTo>
                <a:cubicBezTo>
                  <a:pt x="1303" y="259"/>
                  <a:pt x="1304" y="259"/>
                  <a:pt x="1305" y="258"/>
                </a:cubicBezTo>
                <a:cubicBezTo>
                  <a:pt x="1305" y="258"/>
                  <a:pt x="1306" y="257"/>
                  <a:pt x="1306" y="257"/>
                </a:cubicBezTo>
                <a:cubicBezTo>
                  <a:pt x="1305" y="255"/>
                  <a:pt x="1305" y="255"/>
                  <a:pt x="1305" y="255"/>
                </a:cubicBezTo>
                <a:cubicBezTo>
                  <a:pt x="1304" y="256"/>
                  <a:pt x="1303" y="256"/>
                  <a:pt x="1302" y="256"/>
                </a:cubicBezTo>
                <a:cubicBezTo>
                  <a:pt x="1301" y="256"/>
                  <a:pt x="1301" y="256"/>
                  <a:pt x="1301" y="255"/>
                </a:cubicBezTo>
                <a:cubicBezTo>
                  <a:pt x="1301" y="253"/>
                  <a:pt x="1301" y="250"/>
                  <a:pt x="1302" y="246"/>
                </a:cubicBezTo>
                <a:cubicBezTo>
                  <a:pt x="1303" y="243"/>
                  <a:pt x="1303" y="243"/>
                  <a:pt x="1303" y="243"/>
                </a:cubicBezTo>
                <a:cubicBezTo>
                  <a:pt x="1303" y="241"/>
                  <a:pt x="1303" y="241"/>
                  <a:pt x="1303" y="241"/>
                </a:cubicBezTo>
                <a:cubicBezTo>
                  <a:pt x="1304" y="236"/>
                  <a:pt x="1305" y="232"/>
                  <a:pt x="1305" y="230"/>
                </a:cubicBezTo>
                <a:cubicBezTo>
                  <a:pt x="1305" y="227"/>
                  <a:pt x="1304" y="224"/>
                  <a:pt x="1302" y="223"/>
                </a:cubicBezTo>
                <a:cubicBezTo>
                  <a:pt x="1301" y="221"/>
                  <a:pt x="1299" y="220"/>
                  <a:pt x="1296" y="220"/>
                </a:cubicBezTo>
                <a:cubicBezTo>
                  <a:pt x="1294" y="220"/>
                  <a:pt x="1291" y="221"/>
                  <a:pt x="1289" y="223"/>
                </a:cubicBezTo>
                <a:cubicBezTo>
                  <a:pt x="1286" y="224"/>
                  <a:pt x="1284" y="227"/>
                  <a:pt x="1282" y="229"/>
                </a:cubicBezTo>
                <a:close/>
                <a:moveTo>
                  <a:pt x="1342" y="253"/>
                </a:moveTo>
                <a:cubicBezTo>
                  <a:pt x="1340" y="251"/>
                  <a:pt x="1340" y="251"/>
                  <a:pt x="1340" y="251"/>
                </a:cubicBezTo>
                <a:cubicBezTo>
                  <a:pt x="1339" y="253"/>
                  <a:pt x="1337" y="254"/>
                  <a:pt x="1335" y="255"/>
                </a:cubicBezTo>
                <a:cubicBezTo>
                  <a:pt x="1333" y="256"/>
                  <a:pt x="1331" y="256"/>
                  <a:pt x="1329" y="256"/>
                </a:cubicBezTo>
                <a:cubicBezTo>
                  <a:pt x="1326" y="256"/>
                  <a:pt x="1323" y="255"/>
                  <a:pt x="1322" y="253"/>
                </a:cubicBezTo>
                <a:cubicBezTo>
                  <a:pt x="1321" y="250"/>
                  <a:pt x="1320" y="247"/>
                  <a:pt x="1320" y="244"/>
                </a:cubicBezTo>
                <a:cubicBezTo>
                  <a:pt x="1323" y="244"/>
                  <a:pt x="1327" y="244"/>
                  <a:pt x="1330" y="242"/>
                </a:cubicBezTo>
                <a:cubicBezTo>
                  <a:pt x="1334" y="241"/>
                  <a:pt x="1337" y="240"/>
                  <a:pt x="1340" y="237"/>
                </a:cubicBezTo>
                <a:cubicBezTo>
                  <a:pt x="1342" y="235"/>
                  <a:pt x="1344" y="232"/>
                  <a:pt x="1344" y="229"/>
                </a:cubicBezTo>
                <a:cubicBezTo>
                  <a:pt x="1344" y="226"/>
                  <a:pt x="1343" y="224"/>
                  <a:pt x="1341" y="223"/>
                </a:cubicBezTo>
                <a:cubicBezTo>
                  <a:pt x="1340" y="221"/>
                  <a:pt x="1337" y="220"/>
                  <a:pt x="1334" y="220"/>
                </a:cubicBezTo>
                <a:cubicBezTo>
                  <a:pt x="1330" y="220"/>
                  <a:pt x="1326" y="221"/>
                  <a:pt x="1323" y="224"/>
                </a:cubicBezTo>
                <a:cubicBezTo>
                  <a:pt x="1320" y="226"/>
                  <a:pt x="1318" y="229"/>
                  <a:pt x="1316" y="233"/>
                </a:cubicBezTo>
                <a:cubicBezTo>
                  <a:pt x="1314" y="237"/>
                  <a:pt x="1313" y="241"/>
                  <a:pt x="1313" y="246"/>
                </a:cubicBezTo>
                <a:cubicBezTo>
                  <a:pt x="1313" y="248"/>
                  <a:pt x="1314" y="251"/>
                  <a:pt x="1315" y="253"/>
                </a:cubicBezTo>
                <a:cubicBezTo>
                  <a:pt x="1316" y="255"/>
                  <a:pt x="1317" y="257"/>
                  <a:pt x="1319" y="259"/>
                </a:cubicBezTo>
                <a:cubicBezTo>
                  <a:pt x="1321" y="260"/>
                  <a:pt x="1324" y="261"/>
                  <a:pt x="1327" y="261"/>
                </a:cubicBezTo>
                <a:cubicBezTo>
                  <a:pt x="1330" y="261"/>
                  <a:pt x="1333" y="260"/>
                  <a:pt x="1336" y="258"/>
                </a:cubicBezTo>
                <a:cubicBezTo>
                  <a:pt x="1339" y="257"/>
                  <a:pt x="1341" y="255"/>
                  <a:pt x="1342" y="253"/>
                </a:cubicBezTo>
                <a:close/>
                <a:moveTo>
                  <a:pt x="1332" y="224"/>
                </a:moveTo>
                <a:cubicBezTo>
                  <a:pt x="1334" y="224"/>
                  <a:pt x="1335" y="224"/>
                  <a:pt x="1336" y="225"/>
                </a:cubicBezTo>
                <a:cubicBezTo>
                  <a:pt x="1337" y="226"/>
                  <a:pt x="1337" y="228"/>
                  <a:pt x="1337" y="229"/>
                </a:cubicBezTo>
                <a:cubicBezTo>
                  <a:pt x="1337" y="232"/>
                  <a:pt x="1336" y="234"/>
                  <a:pt x="1334" y="235"/>
                </a:cubicBezTo>
                <a:cubicBezTo>
                  <a:pt x="1333" y="237"/>
                  <a:pt x="1331" y="238"/>
                  <a:pt x="1328" y="239"/>
                </a:cubicBezTo>
                <a:cubicBezTo>
                  <a:pt x="1325" y="240"/>
                  <a:pt x="1323" y="241"/>
                  <a:pt x="1321" y="241"/>
                </a:cubicBezTo>
                <a:cubicBezTo>
                  <a:pt x="1321" y="238"/>
                  <a:pt x="1321" y="236"/>
                  <a:pt x="1322" y="233"/>
                </a:cubicBezTo>
                <a:cubicBezTo>
                  <a:pt x="1323" y="230"/>
                  <a:pt x="1325" y="228"/>
                  <a:pt x="1326" y="226"/>
                </a:cubicBezTo>
                <a:cubicBezTo>
                  <a:pt x="1328" y="225"/>
                  <a:pt x="1330" y="224"/>
                  <a:pt x="1332" y="224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  <p:sldLayoutId id="2147483714" r:id="rId22"/>
    <p:sldLayoutId id="2147483715" r:id="rId23"/>
    <p:sldLayoutId id="2147483716" r:id="rId24"/>
    <p:sldLayoutId id="2147483717" r:id="rId25"/>
    <p:sldLayoutId id="2147483718" r:id="rId26"/>
    <p:sldLayoutId id="2147483719" r:id="rId27"/>
    <p:sldLayoutId id="2147483720" r:id="rId28"/>
    <p:sldLayoutId id="2147483721" r:id="rId29"/>
    <p:sldLayoutId id="2147483722" r:id="rId30"/>
    <p:sldLayoutId id="2147483723" r:id="rId31"/>
    <p:sldLayoutId id="2147483724" r:id="rId32"/>
    <p:sldLayoutId id="2147483725" r:id="rId33"/>
    <p:sldLayoutId id="2147483726" r:id="rId34"/>
  </p:sldLayoutIdLst>
  <p:txStyles>
    <p:titleStyle>
      <a:lvl1pPr algn="l" defTabSz="685783">
        <a:lnSpc>
          <a:spcPct val="90000"/>
        </a:lnSpc>
        <a:spcBef>
          <a:spcPct val="0"/>
        </a:spcBef>
        <a:buNone/>
        <a:defRPr sz="2400" kern="1200">
          <a:solidFill>
            <a:schemeClr val="tx2"/>
          </a:solidFill>
          <a:latin typeface="+mj-lt"/>
          <a:ea typeface="+mj-lt"/>
          <a:cs typeface="+mj-lt"/>
        </a:defRPr>
      </a:lvl1pPr>
    </p:titleStyle>
    <p:bodyStyle>
      <a:lvl1pPr marL="234944" indent="-234944" algn="l" defTabSz="685783">
        <a:lnSpc>
          <a:spcPct val="110000"/>
        </a:lnSpc>
        <a:spcBef>
          <a:spcPts val="6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1pPr>
      <a:lvl2pPr marL="457189" indent="-222245" algn="l" defTabSz="685783">
        <a:lnSpc>
          <a:spcPct val="110000"/>
        </a:lnSpc>
        <a:spcBef>
          <a:spcPts val="600"/>
        </a:spcBef>
        <a:buClrTx/>
        <a:buFont typeface="Arial"/>
        <a:buChar char="–"/>
        <a:defRPr sz="1200" kern="1200">
          <a:solidFill>
            <a:schemeClr val="tx1"/>
          </a:solidFill>
          <a:latin typeface="+mn-lt"/>
          <a:ea typeface="+mn-lt"/>
          <a:cs typeface="+mn-lt"/>
        </a:defRPr>
      </a:lvl2pPr>
      <a:lvl3pPr marL="692133" indent="-234944" algn="l" defTabSz="685783">
        <a:lnSpc>
          <a:spcPct val="110000"/>
        </a:lnSpc>
        <a:spcBef>
          <a:spcPts val="6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lt"/>
          <a:cs typeface="+mn-lt"/>
        </a:defRPr>
      </a:lvl3pPr>
      <a:lvl4pPr marL="914378" indent="-222245" algn="l" defTabSz="685783">
        <a:lnSpc>
          <a:spcPct val="110000"/>
        </a:lnSpc>
        <a:spcBef>
          <a:spcPts val="600"/>
        </a:spcBef>
        <a:buFont typeface="Arial"/>
        <a:buChar char="–"/>
        <a:defRPr sz="1000" kern="1200">
          <a:solidFill>
            <a:schemeClr val="tx1"/>
          </a:solidFill>
          <a:latin typeface="+mn-lt"/>
          <a:ea typeface="+mn-lt"/>
          <a:cs typeface="+mn-lt"/>
        </a:defRPr>
      </a:lvl4pPr>
      <a:lvl5pPr marL="1149321" indent="-234944" algn="l" defTabSz="685783">
        <a:lnSpc>
          <a:spcPct val="110000"/>
        </a:lnSpc>
        <a:spcBef>
          <a:spcPts val="6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lt"/>
          <a:cs typeface="+mn-lt"/>
        </a:defRPr>
      </a:lvl5pPr>
      <a:lvl6pPr marL="1885903" indent="-171446" algn="l" defTabSz="685783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228795" indent="-171446" algn="l" defTabSz="685783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571686" indent="-171446" algn="l" defTabSz="685783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914577" indent="-171446" algn="l" defTabSz="685783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85783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marL="342892" algn="l" defTabSz="685783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marL="685783" algn="l" defTabSz="685783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marL="1028675" algn="l" defTabSz="685783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371566" algn="l" defTabSz="685783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714457" algn="l" defTabSz="685783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057348" algn="l" defTabSz="685783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400240" algn="l" defTabSz="685783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743132" algn="l" defTabSz="685783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312">
          <p15:clr>
            <a:srgbClr val="F26B43"/>
          </p15:clr>
        </p15:guide>
        <p15:guide id="2" orient="horz" pos="1255">
          <p15:clr>
            <a:srgbClr val="F26B43"/>
          </p15:clr>
        </p15:guide>
        <p15:guide id="3" pos="5300">
          <p15:clr>
            <a:srgbClr val="F26B43"/>
          </p15:clr>
        </p15:guide>
        <p15:guide id="4" orient="horz" pos="2907">
          <p15:clr>
            <a:srgbClr val="F26B43"/>
          </p15:clr>
        </p15:guide>
        <p15:guide id="5" orient="horz" pos="612">
          <p15:clr>
            <a:srgbClr val="F26B43"/>
          </p15:clr>
        </p15:guide>
        <p15:guide id="6" orient="horz" pos="577">
          <p15:clr>
            <a:srgbClr val="F26B43"/>
          </p15:clr>
        </p15:guide>
        <p15:guide id="7" orient="horz" pos="205">
          <p15:clr>
            <a:srgbClr val="F26B43"/>
          </p15:clr>
        </p15:guide>
        <p15:guide id="9" orient="horz" pos="1145">
          <p15:clr>
            <a:srgbClr val="F26B43"/>
          </p15:clr>
        </p15:guide>
        <p15:guide id="10" orient="horz" pos="2951">
          <p15:clr>
            <a:srgbClr val="F26B43"/>
          </p15:clr>
        </p15:guide>
        <p15:guide id="11" pos="4848">
          <p15:clr>
            <a:srgbClr val="F26B43"/>
          </p15:clr>
        </p15:guide>
        <p15:guide id="12" orient="horz" pos="368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AT UN 1001 Clean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Picture 3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0" y="95677"/>
            <a:ext cx="9144000" cy="4260816"/>
          </a:xfrm>
          <a:prstGeom prst="rect">
            <a:avLst/>
          </a:prstGeom>
        </p:spPr>
      </p:pic>
      <p:sp>
        <p:nvSpPr>
          <p:cNvPr id="119" name="Shape 119">
            <a:extLst>
              <a:ext uri="{FF2B5EF4-FFF2-40B4-BE49-F238E27FC236}">
                <a16:creationId xmlns:a16="http://schemas.microsoft.com/office/drawing/2014/main" id="{5D5DC2FD-E3EB-4A54-B0D7-5F3051551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960" y="1512951"/>
            <a:ext cx="7543800" cy="125734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sz="4400">
                <a:solidFill>
                  <a:schemeClr val="tx1"/>
                </a:solidFill>
              </a:rPr>
              <a:t>Can ChatGPT harm learning?</a:t>
            </a:r>
          </a:p>
          <a:p>
            <a:r>
              <a:rPr sz="4400">
                <a:solidFill>
                  <a:schemeClr val="tx1"/>
                </a:solidFill>
              </a:rPr>
              <a:t>Reading a study statistically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C3603F6C-DC5C-1442-A099-FACC04FDA9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960" y="2930226"/>
            <a:ext cx="7543800" cy="1257345"/>
          </a:xfrm>
          <a:effectLst>
            <a:outerShdw blurRad="50800" dist="38100" dir="2700000" algn="tl" rotWithShape="0">
              <a:schemeClr val="tx1">
                <a:alpha val="46000"/>
              </a:schemeClr>
            </a:outerShdw>
          </a:effectLst>
        </p:spPr>
        <p:txBody>
          <a:bodyPr>
            <a:normAutofit/>
          </a:bodyPr>
          <a:lstStyle/>
          <a:p>
            <a:r>
              <a:rPr sz="2800" b="1" cap="small">
                <a:solidFill>
                  <a:schemeClr val="tx1"/>
                </a:solidFill>
              </a:rPr>
              <a:t>STAT UN 1001  ·  LECTURE 2</a:t>
            </a:r>
          </a:p>
          <a:p>
            <a:r>
              <a:rPr sz="2800" b="1" cap="small">
                <a:solidFill>
                  <a:schemeClr val="tx1"/>
                </a:solidFill>
              </a:rPr>
              <a:t>TIAN ZHENG  ·  FALL 2026</a:t>
            </a:r>
          </a:p>
        </p:txBody>
      </p:sp>
    </p:spTree>
    <p:extLst>
      <p:ext uri="{BB962C8B-B14F-4D97-AF65-F5344CB8AC3E}">
        <p14:creationId xmlns:p14="http://schemas.microsoft.com/office/powerpoint/2010/main" val="178574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DDA1F1F-184D-4A60-8461-8C650342D482}"/>
              </a:ext>
            </a:extLst>
          </p:cNvPr>
          <p:cNvSpPr>
            <a:spLocks noGrp="1"/>
          </p:cNvSpPr>
          <p:nvPr/>
        </p:nvSpPr>
        <p:spPr>
          <a:xfrm>
            <a:off x="590550" y="285750"/>
            <a:ext cx="79629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850" b="1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2850" b="1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The claim in the news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FC1EE6-5A45-4432-B948-BE0AD6AD6D0E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FE3127-EDC1-4779-A37A-577D4C334526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556104-7BEE-4F43-B7FD-21DDFBB56D74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5334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1136" lnSpcReduction="10000"/>
          </a:bodyPr>
          <a:lstStyle/>
          <a:p>
            <a:pPr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A9A107-9A4E-4656-B918-5B46A665D17D}"/>
              </a:ext>
            </a:extLst>
          </p:cNvPr>
          <p:cNvSpPr>
            <a:spLocks noGrp="1"/>
          </p:cNvSpPr>
          <p:nvPr/>
        </p:nvSpPr>
        <p:spPr>
          <a:xfrm>
            <a:off x="781050" y="1352550"/>
            <a:ext cx="7581900" cy="1123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925" b="1" i="0">
                <a:solidFill>
                  <a:srgbClr val="B43A3A"/>
                </a:solidFill>
                <a:latin typeface="Montserrat"/>
                <a:ea typeface="Montserrat"/>
                <a:cs typeface="Montserrat"/>
              </a:defRPr>
            </a:pPr>
            <a:r>
              <a:rPr sz="2925" b="1" i="0">
                <a:solidFill>
                  <a:srgbClr val="B43A3A"/>
                </a:solidFill>
                <a:latin typeface="Montserrat"/>
                <a:ea typeface="Montserrat"/>
                <a:cs typeface="Montserrat"/>
              </a:rPr>
              <a:t>Using ChatGPT to write essays may be bad for your brain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662C9E-A51D-4AFD-855D-F4D65944327E}"/>
              </a:ext>
            </a:extLst>
          </p:cNvPr>
          <p:cNvSpPr>
            <a:spLocks noGrp="1"/>
          </p:cNvSpPr>
          <p:nvPr/>
        </p:nvSpPr>
        <p:spPr>
          <a:xfrm>
            <a:off x="1066800" y="2905125"/>
            <a:ext cx="7010400" cy="952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875" b="0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1875" b="0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A 2025 news report said ChatGPT users showed the lowest brain engagement and underperformed on neural, linguistic, and behavioral measures.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21DF62-8518-4C0B-AD6A-C18BB81D93AB}"/>
              </a:ext>
            </a:extLst>
          </p:cNvPr>
          <p:cNvSpPr>
            <a:spLocks noGrp="1"/>
          </p:cNvSpPr>
          <p:nvPr/>
        </p:nvSpPr>
        <p:spPr>
          <a:xfrm>
            <a:off x="1428750" y="4124325"/>
            <a:ext cx="628650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712"/>
          </a:bodyPr>
          <a:lstStyle/>
          <a:p>
            <a:pPr>
              <a:defRPr sz="1650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What would we need to know before believing that claim?</a:t>
            </a:r>
          </a:p>
        </p:txBody>
      </p:sp>
    </p:spTree>
    <p:extLst>
      <p:ext uri="{BB962C8B-B14F-4D97-AF65-F5344CB8AC3E}">
        <p14:creationId xmlns:p14="http://schemas.microsoft.com/office/powerpoint/2010/main" val="914626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1DDB2EE-5DEB-422F-A435-D17490F2102E}"/>
              </a:ext>
            </a:extLst>
          </p:cNvPr>
          <p:cNvSpPr>
            <a:spLocks noGrp="1"/>
          </p:cNvSpPr>
          <p:nvPr/>
        </p:nvSpPr>
        <p:spPr>
          <a:xfrm>
            <a:off x="590550" y="285750"/>
            <a:ext cx="79629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850" b="1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2850" b="1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What does the claim mean?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00D165-5D47-469D-940E-942BA8838878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38D8C1-E25A-4C80-AADA-ABAE1A340BAE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500D6E-B447-47CE-AEF6-2E4DF444DABF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5334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1136" lnSpcReduction="10000"/>
          </a:bodyPr>
          <a:lstStyle/>
          <a:p>
            <a:pPr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C458CD-31FE-48FC-A2D1-0D370F9AE98A}"/>
              </a:ext>
            </a:extLst>
          </p:cNvPr>
          <p:cNvSpPr>
            <a:spLocks noGrp="1"/>
          </p:cNvSpPr>
          <p:nvPr/>
        </p:nvSpPr>
        <p:spPr>
          <a:xfrm>
            <a:off x="600075" y="1066800"/>
            <a:ext cx="4000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917" lnSpcReduction="10000"/>
          </a:bodyPr>
          <a:lstStyle/>
          <a:p>
            <a:pPr>
              <a:defRPr sz="1200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PAIR DISCUSSION   3 MINUTES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286C47-0722-42A6-82C7-30A819DC9BE4}"/>
              </a:ext>
            </a:extLst>
          </p:cNvPr>
          <p:cNvSpPr>
            <a:spLocks noGrp="1"/>
          </p:cNvSpPr>
          <p:nvPr/>
        </p:nvSpPr>
        <p:spPr>
          <a:xfrm>
            <a:off x="762000" y="1524000"/>
            <a:ext cx="76200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103"/>
          </a:bodyPr>
          <a:lstStyle/>
          <a:p>
            <a:pPr>
              <a:defRPr sz="217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217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Choose one phrase and make it measurable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B37873-B8EE-4AED-A02E-2946EEAF98A1}"/>
              </a:ext>
            </a:extLst>
          </p:cNvPr>
          <p:cNvSpPr>
            <a:spLocks noGrp="1"/>
          </p:cNvSpPr>
          <p:nvPr/>
        </p:nvSpPr>
        <p:spPr>
          <a:xfrm>
            <a:off x="857250" y="2286000"/>
            <a:ext cx="238125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500"/>
          </a:bodyPr>
          <a:lstStyle/>
          <a:p>
            <a:pPr>
              <a:defRPr sz="2025" b="1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2025" b="1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“using ChatGPT”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75B83D-2D33-4BE7-B149-9D35B6D66845}"/>
              </a:ext>
            </a:extLst>
          </p:cNvPr>
          <p:cNvSpPr>
            <a:spLocks noGrp="1"/>
          </p:cNvSpPr>
          <p:nvPr/>
        </p:nvSpPr>
        <p:spPr>
          <a:xfrm>
            <a:off x="3381375" y="2286000"/>
            <a:ext cx="238125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5428" lnSpcReduction="20000"/>
          </a:bodyPr>
          <a:lstStyle/>
          <a:p>
            <a:pPr>
              <a:defRPr sz="2025" b="1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2025" b="1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“bad for your brain”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A2CE23-55F4-4C59-AC3B-0C8A26E97A42}"/>
              </a:ext>
            </a:extLst>
          </p:cNvPr>
          <p:cNvSpPr>
            <a:spLocks noGrp="1"/>
          </p:cNvSpPr>
          <p:nvPr/>
        </p:nvSpPr>
        <p:spPr>
          <a:xfrm>
            <a:off x="5810250" y="2286000"/>
            <a:ext cx="257175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800" b="1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“underperformed”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FEC299-4EFF-4271-B707-911FE78BC1C9}"/>
              </a:ext>
            </a:extLst>
          </p:cNvPr>
          <p:cNvSpPr>
            <a:spLocks noGrp="1"/>
          </p:cNvSpPr>
          <p:nvPr/>
        </p:nvSpPr>
        <p:spPr>
          <a:xfrm>
            <a:off x="1428750" y="3381375"/>
            <a:ext cx="628650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465" lnSpcReduction="20000"/>
          </a:bodyPr>
          <a:lstStyle/>
          <a:p>
            <a:pPr>
              <a:defRPr sz="2025" b="1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2025" b="1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Write one outcome that researchers could actually record.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F97837-E4B7-4DB3-B886-AC2F616F8FBC}"/>
              </a:ext>
            </a:extLst>
          </p:cNvPr>
          <p:cNvSpPr>
            <a:spLocks noGrp="1"/>
          </p:cNvSpPr>
          <p:nvPr/>
        </p:nvSpPr>
        <p:spPr>
          <a:xfrm>
            <a:off x="1524000" y="4048125"/>
            <a:ext cx="60960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000" lnSpcReduction="10000"/>
          </a:bodyPr>
          <a:lstStyle/>
          <a:p>
            <a:pPr>
              <a:defRPr sz="1500" b="0" i="1">
                <a:solidFill>
                  <a:srgbClr val="606975"/>
                </a:solidFill>
                <a:latin typeface="Montserrat"/>
                <a:ea typeface="Montserrat"/>
                <a:cs typeface="Montserrat"/>
              </a:defRPr>
            </a:pPr>
            <a:r>
              <a:rPr sz="1500" b="0" i="1">
                <a:solidFill>
                  <a:srgbClr val="606975"/>
                </a:solidFill>
                <a:latin typeface="Montserrat"/>
                <a:ea typeface="Montserrat"/>
                <a:cs typeface="Montserrat"/>
              </a:rPr>
              <a:t>Be ready to explain why your outcome represents the idea you chose.</a:t>
            </a:r>
          </a:p>
        </p:txBody>
      </p:sp>
    </p:spTree>
    <p:extLst>
      <p:ext uri="{BB962C8B-B14F-4D97-AF65-F5344CB8AC3E}">
        <p14:creationId xmlns:p14="http://schemas.microsoft.com/office/powerpoint/2010/main" val="684663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3D27E41-6005-49C9-8086-3354557ECCBB}"/>
              </a:ext>
            </a:extLst>
          </p:cNvPr>
          <p:cNvSpPr>
            <a:spLocks noGrp="1"/>
          </p:cNvSpPr>
          <p:nvPr/>
        </p:nvSpPr>
        <p:spPr>
          <a:xfrm>
            <a:off x="590550" y="285750"/>
            <a:ext cx="79629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850" b="1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2850" b="1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The study question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559AF2-C969-4F28-84FA-7B1F19511C31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3FC94E-C0DB-4CCF-A15D-E9F6444533C0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A9BB4A-8B6D-4444-AEE8-3C1EE9788F92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5334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1136" lnSpcReduction="10000"/>
          </a:bodyPr>
          <a:lstStyle/>
          <a:p>
            <a:pPr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5C40C7-5FD1-4CD9-A79A-5AC32320DD49}"/>
              </a:ext>
            </a:extLst>
          </p:cNvPr>
          <p:cNvSpPr>
            <a:spLocks noGrp="1"/>
          </p:cNvSpPr>
          <p:nvPr/>
        </p:nvSpPr>
        <p:spPr>
          <a:xfrm>
            <a:off x="876300" y="1190625"/>
            <a:ext cx="739140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667"/>
          </a:bodyPr>
          <a:lstStyle/>
          <a:p>
            <a:pPr>
              <a:defRPr sz="2400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2400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How does assistance during essay writing relate to neural activity and writing behavior?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073987-2FF6-43C1-ADBF-48F942A00DB4}"/>
              </a:ext>
            </a:extLst>
          </p:cNvPr>
          <p:cNvSpPr>
            <a:spLocks noGrp="1"/>
          </p:cNvSpPr>
          <p:nvPr/>
        </p:nvSpPr>
        <p:spPr>
          <a:xfrm>
            <a:off x="1095375" y="2333625"/>
            <a:ext cx="6953250" cy="781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500"/>
          </a:bodyPr>
          <a:lstStyle/>
          <a:p>
            <a:pPr>
              <a:defRPr sz="1950" b="0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The researchers compared ChatGPT, web search, and no external tools during repeated SAT-style essay tasks.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0519E1-DD60-4748-9F27-81EF2788F068}"/>
              </a:ext>
            </a:extLst>
          </p:cNvPr>
          <p:cNvSpPr>
            <a:spLocks noGrp="1"/>
          </p:cNvSpPr>
          <p:nvPr/>
        </p:nvSpPr>
        <p:spPr>
          <a:xfrm>
            <a:off x="1285875" y="3476625"/>
            <a:ext cx="65722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650" b="0" i="0">
                <a:solidFill>
                  <a:srgbClr val="606975"/>
                </a:solidFill>
                <a:latin typeface="Montserrat"/>
                <a:ea typeface="Montserrat"/>
                <a:cs typeface="Montserrat"/>
              </a:defRPr>
            </a:pPr>
            <a:r>
              <a:rPr sz="1650" b="0" i="0">
                <a:solidFill>
                  <a:srgbClr val="606975"/>
                </a:solidFill>
                <a:latin typeface="Montserrat"/>
                <a:ea typeface="Montserrat"/>
                <a:cs typeface="Montserrat"/>
              </a:rPr>
              <a:t>The paper remains a preprint. The authors posted version 1 in June 2025 and revised it in December 2025.</a:t>
            </a:r>
          </a:p>
        </p:txBody>
      </p:sp>
    </p:spTree>
    <p:extLst>
      <p:ext uri="{BB962C8B-B14F-4D97-AF65-F5344CB8AC3E}">
        <p14:creationId xmlns:p14="http://schemas.microsoft.com/office/powerpoint/2010/main" val="372305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B1C2AD8-114A-4F6D-A371-8D2772B20595}"/>
              </a:ext>
            </a:extLst>
          </p:cNvPr>
          <p:cNvSpPr>
            <a:spLocks noGrp="1"/>
          </p:cNvSpPr>
          <p:nvPr/>
        </p:nvSpPr>
        <p:spPr>
          <a:xfrm>
            <a:off x="590550" y="285750"/>
            <a:ext cx="79629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850" b="1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2850" b="1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The sample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C6722B-00BF-4CFD-8A07-38AAA7741F3F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A31875-03FE-44EF-A9A3-267DA73C6369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53DDB3-F2DB-4964-B240-31B13635735D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5334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1136" lnSpcReduction="10000"/>
          </a:bodyPr>
          <a:lstStyle/>
          <a:p>
            <a:pPr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9A4330-795C-4009-82FB-5C09D000253D}"/>
              </a:ext>
            </a:extLst>
          </p:cNvPr>
          <p:cNvSpPr>
            <a:spLocks noGrp="1"/>
          </p:cNvSpPr>
          <p:nvPr/>
        </p:nvSpPr>
        <p:spPr>
          <a:xfrm>
            <a:off x="762000" y="1304925"/>
            <a:ext cx="2095500" cy="809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177"/>
          </a:bodyPr>
          <a:lstStyle/>
          <a:p>
            <a:pPr>
              <a:defRPr sz="4800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4800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54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D9722C-C8B2-464F-9719-61191D39BD1C}"/>
              </a:ext>
            </a:extLst>
          </p:cNvPr>
          <p:cNvSpPr>
            <a:spLocks noGrp="1"/>
          </p:cNvSpPr>
          <p:nvPr/>
        </p:nvSpPr>
        <p:spPr>
          <a:xfrm>
            <a:off x="590550" y="2152650"/>
            <a:ext cx="24384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575" b="0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1575" b="0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participants in Sessions 1 to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5FFCF4-15EA-485E-9939-5F6F5C2C73E7}"/>
              </a:ext>
            </a:extLst>
          </p:cNvPr>
          <p:cNvSpPr>
            <a:spLocks noGrp="1"/>
          </p:cNvSpPr>
          <p:nvPr/>
        </p:nvSpPr>
        <p:spPr>
          <a:xfrm>
            <a:off x="3352800" y="1314450"/>
            <a:ext cx="2370364" cy="809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3900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3900" b="1" i="0" dirty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18 to 39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4A9D2D-94AB-4815-9915-ABE9F38CD246}"/>
              </a:ext>
            </a:extLst>
          </p:cNvPr>
          <p:cNvSpPr>
            <a:spLocks noGrp="1"/>
          </p:cNvSpPr>
          <p:nvPr/>
        </p:nvSpPr>
        <p:spPr>
          <a:xfrm>
            <a:off x="3352800" y="2152650"/>
            <a:ext cx="243840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575" b="0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1575" b="0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years old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854AAD5-8198-42DB-98BF-BAF68EF8F393}"/>
              </a:ext>
            </a:extLst>
          </p:cNvPr>
          <p:cNvSpPr>
            <a:spLocks noGrp="1"/>
          </p:cNvSpPr>
          <p:nvPr/>
        </p:nvSpPr>
        <p:spPr>
          <a:xfrm>
            <a:off x="6286500" y="1304925"/>
            <a:ext cx="2095500" cy="809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177"/>
          </a:bodyPr>
          <a:lstStyle/>
          <a:p>
            <a:pPr>
              <a:defRPr sz="4800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4800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21DD38-F84A-4375-8B15-2F60848750DD}"/>
              </a:ext>
            </a:extLst>
          </p:cNvPr>
          <p:cNvSpPr>
            <a:spLocks noGrp="1"/>
          </p:cNvSpPr>
          <p:nvPr/>
        </p:nvSpPr>
        <p:spPr>
          <a:xfrm>
            <a:off x="6115050" y="2152650"/>
            <a:ext cx="24384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575" b="0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1575" b="0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Greater Boston universities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8E9D30-6496-45BF-B369-EA03F40DBE1A}"/>
              </a:ext>
            </a:extLst>
          </p:cNvPr>
          <p:cNvSpPr>
            <a:spLocks noGrp="1"/>
          </p:cNvSpPr>
          <p:nvPr/>
        </p:nvSpPr>
        <p:spPr>
          <a:xfrm>
            <a:off x="1143000" y="3219450"/>
            <a:ext cx="68580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875" b="1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The researchers randomly assigned 18 participants to each writing condition, balancing age and gender.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4389F2-8385-4487-84B8-2109F90865A1}"/>
              </a:ext>
            </a:extLst>
          </p:cNvPr>
          <p:cNvSpPr>
            <a:spLocks noGrp="1"/>
          </p:cNvSpPr>
          <p:nvPr/>
        </p:nvSpPr>
        <p:spPr>
          <a:xfrm>
            <a:off x="1619250" y="4114800"/>
            <a:ext cx="59055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500"/>
          </a:bodyPr>
          <a:lstStyle/>
          <a:p>
            <a:pPr>
              <a:defRPr sz="1500" b="0" i="0">
                <a:solidFill>
                  <a:srgbClr val="606975"/>
                </a:solidFill>
                <a:latin typeface="Montserrat"/>
                <a:ea typeface="Montserrat"/>
                <a:cs typeface="Montserrat"/>
              </a:defRPr>
            </a:pPr>
            <a:r>
              <a:rPr sz="1500" b="0" i="0">
                <a:solidFill>
                  <a:srgbClr val="606975"/>
                </a:solidFill>
                <a:latin typeface="Montserrat"/>
                <a:ea typeface="Montserrat"/>
                <a:cs typeface="Montserrat"/>
              </a:rPr>
              <a:t>Eighteen participants completed the optional fourth session.</a:t>
            </a:r>
          </a:p>
        </p:txBody>
      </p:sp>
    </p:spTree>
    <p:extLst>
      <p:ext uri="{BB962C8B-B14F-4D97-AF65-F5344CB8AC3E}">
        <p14:creationId xmlns:p14="http://schemas.microsoft.com/office/powerpoint/2010/main" val="52454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4EF572A-71B2-4DBA-91AE-D3B06D47158C}"/>
              </a:ext>
            </a:extLst>
          </p:cNvPr>
          <p:cNvSpPr>
            <a:spLocks noGrp="1"/>
          </p:cNvSpPr>
          <p:nvPr/>
        </p:nvSpPr>
        <p:spPr>
          <a:xfrm>
            <a:off x="590550" y="285750"/>
            <a:ext cx="79629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850" b="1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2850" b="1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The study design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BC3A5A-6D5F-48ED-894D-993CB51BF09A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E9CF96-9D5C-46B0-B820-D103E957168D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AF6D2D-269D-4952-8500-C5232401D692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5334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1136" lnSpcReduction="20000"/>
          </a:bodyPr>
          <a:lstStyle/>
          <a:p>
            <a:pPr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4B07D3-CA48-4FD0-995A-6F8A073FDF1D}"/>
              </a:ext>
            </a:extLst>
          </p:cNvPr>
          <p:cNvSpPr>
            <a:spLocks noGrp="1"/>
          </p:cNvSpPr>
          <p:nvPr/>
        </p:nvSpPr>
        <p:spPr>
          <a:xfrm>
            <a:off x="6515100" y="1257300"/>
            <a:ext cx="195262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202" lnSpcReduction="20000"/>
          </a:bodyPr>
          <a:lstStyle/>
          <a:p>
            <a:pPr>
              <a:defRPr sz="14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14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Sessions 1 to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F8566B-7342-40FD-BF0D-B56C2FF1146E}"/>
              </a:ext>
            </a:extLst>
          </p:cNvPr>
          <p:cNvSpPr>
            <a:spLocks noGrp="1"/>
          </p:cNvSpPr>
          <p:nvPr/>
        </p:nvSpPr>
        <p:spPr>
          <a:xfrm>
            <a:off x="6515100" y="1600200"/>
            <a:ext cx="1952625" cy="742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364"/>
          </a:bodyPr>
          <a:lstStyle/>
          <a:p>
            <a:pPr>
              <a:defRPr sz="1650" b="0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1650" b="0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The same assigned tool condition for each participant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60EA1D-D14F-401D-8070-D685869B6066}"/>
              </a:ext>
            </a:extLst>
          </p:cNvPr>
          <p:cNvSpPr>
            <a:spLocks noGrp="1"/>
          </p:cNvSpPr>
          <p:nvPr/>
        </p:nvSpPr>
        <p:spPr>
          <a:xfrm>
            <a:off x="6515100" y="2676525"/>
            <a:ext cx="195262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202" lnSpcReduction="20000"/>
          </a:bodyPr>
          <a:lstStyle/>
          <a:p>
            <a:pPr>
              <a:defRPr sz="14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14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Session 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70A681-99A4-4C5C-9C9E-7AF29703069A}"/>
              </a:ext>
            </a:extLst>
          </p:cNvPr>
          <p:cNvSpPr>
            <a:spLocks noGrp="1"/>
          </p:cNvSpPr>
          <p:nvPr/>
        </p:nvSpPr>
        <p:spPr>
          <a:xfrm>
            <a:off x="6515100" y="3019425"/>
            <a:ext cx="1952625" cy="819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748" lnSpcReduction="20000"/>
          </a:bodyPr>
          <a:lstStyle/>
          <a:p>
            <a:pPr>
              <a:defRPr sz="1650" b="0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1650" b="0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An optional crossover for the ChatGPT and brain-only groups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B5C26F-D396-4BBF-9CD9-DB05365D15DE}"/>
              </a:ext>
            </a:extLst>
          </p:cNvPr>
          <p:cNvSpPr>
            <a:spLocks noGrp="1"/>
          </p:cNvSpPr>
          <p:nvPr/>
        </p:nvSpPr>
        <p:spPr>
          <a:xfrm>
            <a:off x="6515100" y="4048125"/>
            <a:ext cx="1952625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932" lnSpcReduction="20000"/>
          </a:bodyPr>
          <a:lstStyle/>
          <a:p>
            <a:pPr>
              <a:defRPr sz="1350" b="0" i="0">
                <a:solidFill>
                  <a:srgbClr val="606975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606975"/>
                </a:solidFill>
                <a:latin typeface="Montserrat"/>
                <a:ea typeface="Montserrat"/>
                <a:cs typeface="Montserrat"/>
              </a:rPr>
              <a:t>Each session included EEG recording, an essay, and a post-task interview.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FE27B8-D552-16E3-AD6A-A3FD049720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979713"/>
            <a:ext cx="5120368" cy="3757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253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A8EA125-F3C0-423B-AFEA-370B223A2CE7}"/>
              </a:ext>
            </a:extLst>
          </p:cNvPr>
          <p:cNvSpPr>
            <a:spLocks noGrp="1"/>
          </p:cNvSpPr>
          <p:nvPr/>
        </p:nvSpPr>
        <p:spPr>
          <a:xfrm>
            <a:off x="590550" y="285750"/>
            <a:ext cx="79629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850" b="1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2850" b="1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Cases, variables, and values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594CD6-E71D-41E6-966F-986506BCA017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7E5E45-A2E4-450C-B83F-8B95379AE206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D8AF86-FECD-4DFC-99F5-F5B115D419E7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5334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1136" lnSpcReduction="20000"/>
          </a:bodyPr>
          <a:lstStyle/>
          <a:p>
            <a:pPr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25A25D-3B56-4148-96D9-426C36497E63}"/>
              </a:ext>
            </a:extLst>
          </p:cNvPr>
          <p:cNvSpPr>
            <a:spLocks noGrp="1"/>
          </p:cNvSpPr>
          <p:nvPr/>
        </p:nvSpPr>
        <p:spPr>
          <a:xfrm>
            <a:off x="600075" y="1066800"/>
            <a:ext cx="4000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917" lnSpcReduction="10000"/>
          </a:bodyPr>
          <a:lstStyle/>
          <a:p>
            <a:pPr>
              <a:defRPr sz="1200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PAIR DISCUSSION   4 MINUTES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AE543C-3304-42BF-BF75-865DAA3B9E4B}"/>
              </a:ext>
            </a:extLst>
          </p:cNvPr>
          <p:cNvSpPr>
            <a:spLocks noGrp="1"/>
          </p:cNvSpPr>
          <p:nvPr/>
        </p:nvSpPr>
        <p:spPr>
          <a:xfrm>
            <a:off x="876300" y="1476375"/>
            <a:ext cx="73914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5556" lnSpcReduction="10000"/>
          </a:bodyPr>
          <a:lstStyle/>
          <a:p>
            <a:pPr>
              <a:defRPr sz="2250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Use the handout to complete the study map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C6D46E-2CE8-48A4-B4F8-312CCC07DE1A}"/>
              </a:ext>
            </a:extLst>
          </p:cNvPr>
          <p:cNvSpPr>
            <a:spLocks noGrp="1"/>
          </p:cNvSpPr>
          <p:nvPr/>
        </p:nvSpPr>
        <p:spPr>
          <a:xfrm>
            <a:off x="781050" y="2286000"/>
            <a:ext cx="18097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167" lnSpcReduction="10000"/>
          </a:bodyPr>
          <a:lstStyle/>
          <a:p>
            <a:pPr>
              <a:defRPr sz="1875" b="1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Cases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63A305-7DDB-4534-A5EB-5A83D4206C90}"/>
              </a:ext>
            </a:extLst>
          </p:cNvPr>
          <p:cNvSpPr>
            <a:spLocks noGrp="1"/>
          </p:cNvSpPr>
          <p:nvPr/>
        </p:nvSpPr>
        <p:spPr>
          <a:xfrm>
            <a:off x="2667000" y="2286000"/>
            <a:ext cx="56197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800" b="0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Who or what has one row of data?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5B52250-5632-4126-8DEE-638AFC72103A}"/>
              </a:ext>
            </a:extLst>
          </p:cNvPr>
          <p:cNvSpPr>
            <a:spLocks noGrp="1"/>
          </p:cNvSpPr>
          <p:nvPr/>
        </p:nvSpPr>
        <p:spPr>
          <a:xfrm>
            <a:off x="781050" y="2952750"/>
            <a:ext cx="18097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167" lnSpcReduction="10000"/>
          </a:bodyPr>
          <a:lstStyle/>
          <a:p>
            <a:pPr>
              <a:defRPr sz="1875" b="1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Variables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01031E-0300-4BFA-828C-76057F032CE1}"/>
              </a:ext>
            </a:extLst>
          </p:cNvPr>
          <p:cNvSpPr>
            <a:spLocks noGrp="1"/>
          </p:cNvSpPr>
          <p:nvPr/>
        </p:nvSpPr>
        <p:spPr>
          <a:xfrm>
            <a:off x="2667000" y="2952750"/>
            <a:ext cx="56197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800" b="0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What characteristics did researchers record?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C7EFD2-2D89-455E-B068-14BA3F6B308C}"/>
              </a:ext>
            </a:extLst>
          </p:cNvPr>
          <p:cNvSpPr>
            <a:spLocks noGrp="1"/>
          </p:cNvSpPr>
          <p:nvPr/>
        </p:nvSpPr>
        <p:spPr>
          <a:xfrm>
            <a:off x="781050" y="3619500"/>
            <a:ext cx="18097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167" lnSpcReduction="10000"/>
          </a:bodyPr>
          <a:lstStyle/>
          <a:p>
            <a:pPr>
              <a:defRPr sz="1875" b="1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Values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29D12E-78BE-45EB-923E-83B9380CE903}"/>
              </a:ext>
            </a:extLst>
          </p:cNvPr>
          <p:cNvSpPr>
            <a:spLocks noGrp="1"/>
          </p:cNvSpPr>
          <p:nvPr/>
        </p:nvSpPr>
        <p:spPr>
          <a:xfrm>
            <a:off x="2667000" y="3619500"/>
            <a:ext cx="56197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800" b="0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Give one possible value for one variable.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3DD863-14CE-42A0-A9AF-9094C1CAD54D}"/>
              </a:ext>
            </a:extLst>
          </p:cNvPr>
          <p:cNvSpPr>
            <a:spLocks noGrp="1"/>
          </p:cNvSpPr>
          <p:nvPr/>
        </p:nvSpPr>
        <p:spPr>
          <a:xfrm>
            <a:off x="1524000" y="4267200"/>
            <a:ext cx="609600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1627" lnSpcReduction="10000"/>
          </a:bodyPr>
          <a:lstStyle/>
          <a:p>
            <a:pPr>
              <a:defRPr sz="1500" b="0" i="1">
                <a:solidFill>
                  <a:srgbClr val="606975"/>
                </a:solidFill>
                <a:latin typeface="Montserrat"/>
                <a:ea typeface="Montserrat"/>
                <a:cs typeface="Montserrat"/>
              </a:defRPr>
            </a:pPr>
            <a:r>
              <a:rPr sz="1500" b="0" i="1">
                <a:solidFill>
                  <a:srgbClr val="606975"/>
                </a:solidFill>
                <a:latin typeface="Montserrat"/>
                <a:ea typeface="Montserrat"/>
                <a:cs typeface="Montserrat"/>
              </a:rPr>
              <a:t>Challenge: Does each participant contribute one observation or several?</a:t>
            </a:r>
          </a:p>
        </p:txBody>
      </p:sp>
    </p:spTree>
    <p:extLst>
      <p:ext uri="{BB962C8B-B14F-4D97-AF65-F5344CB8AC3E}">
        <p14:creationId xmlns:p14="http://schemas.microsoft.com/office/powerpoint/2010/main" val="1574700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39A618B-5CC0-42BB-A30F-1AB6BEBDA34A}"/>
              </a:ext>
            </a:extLst>
          </p:cNvPr>
          <p:cNvSpPr>
            <a:spLocks noGrp="1"/>
          </p:cNvSpPr>
          <p:nvPr/>
        </p:nvSpPr>
        <p:spPr>
          <a:xfrm>
            <a:off x="590550" y="285750"/>
            <a:ext cx="79629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850" b="1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2850" b="1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The study map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DD7D5A-40F1-4BF5-B620-E4C7B000E2FD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6CD3F0-C07C-4A05-99F1-715216D60B18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9262D5-B474-4035-8DC9-F51BE6979DBB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5334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1136" lnSpcReduction="20000"/>
          </a:bodyPr>
          <a:lstStyle/>
          <a:p>
            <a:pPr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641AE9-D370-4486-8FD0-C2FCD538156B}"/>
              </a:ext>
            </a:extLst>
          </p:cNvPr>
          <p:cNvSpPr>
            <a:spLocks noGrp="1"/>
          </p:cNvSpPr>
          <p:nvPr/>
        </p:nvSpPr>
        <p:spPr>
          <a:xfrm>
            <a:off x="723900" y="1190625"/>
            <a:ext cx="2000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825"/>
          </a:bodyPr>
          <a:lstStyle/>
          <a:p>
            <a:pPr>
              <a:defRPr sz="157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157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Case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4380DB-95EE-4ED1-9BD9-AF4A1236FC56}"/>
              </a:ext>
            </a:extLst>
          </p:cNvPr>
          <p:cNvSpPr>
            <a:spLocks noGrp="1"/>
          </p:cNvSpPr>
          <p:nvPr/>
        </p:nvSpPr>
        <p:spPr>
          <a:xfrm>
            <a:off x="2914650" y="1190625"/>
            <a:ext cx="53340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026" lnSpcReduction="10000"/>
          </a:bodyPr>
          <a:lstStyle/>
          <a:p>
            <a:pPr>
              <a:defRPr sz="1950" b="1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One participant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12144B-1471-4A07-A8E5-C1D241FC6F24}"/>
              </a:ext>
            </a:extLst>
          </p:cNvPr>
          <p:cNvSpPr>
            <a:spLocks noGrp="1"/>
          </p:cNvSpPr>
          <p:nvPr/>
        </p:nvSpPr>
        <p:spPr>
          <a:xfrm>
            <a:off x="723900" y="1857375"/>
            <a:ext cx="200025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095" lnSpcReduction="10000"/>
          </a:bodyPr>
          <a:lstStyle/>
          <a:p>
            <a:pPr>
              <a:defRPr sz="157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157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Repeated observation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AEA7AE-5FF3-465D-BC29-3FBB41A1D50B}"/>
              </a:ext>
            </a:extLst>
          </p:cNvPr>
          <p:cNvSpPr>
            <a:spLocks noGrp="1"/>
          </p:cNvSpPr>
          <p:nvPr/>
        </p:nvSpPr>
        <p:spPr>
          <a:xfrm>
            <a:off x="2914650" y="1857375"/>
            <a:ext cx="533400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950" b="1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One participant in one session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1042F4-3188-49DC-8161-E6BA3CC4FF1F}"/>
              </a:ext>
            </a:extLst>
          </p:cNvPr>
          <p:cNvSpPr>
            <a:spLocks noGrp="1"/>
          </p:cNvSpPr>
          <p:nvPr/>
        </p:nvSpPr>
        <p:spPr>
          <a:xfrm>
            <a:off x="723900" y="2619375"/>
            <a:ext cx="200025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660" lnSpcReduction="10000"/>
          </a:bodyPr>
          <a:lstStyle/>
          <a:p>
            <a:pPr>
              <a:defRPr sz="157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157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Explanatory variable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E96CC6-FD1D-45C6-A5BE-8D92370DA318}"/>
              </a:ext>
            </a:extLst>
          </p:cNvPr>
          <p:cNvSpPr>
            <a:spLocks noGrp="1"/>
          </p:cNvSpPr>
          <p:nvPr/>
        </p:nvSpPr>
        <p:spPr>
          <a:xfrm>
            <a:off x="2914650" y="2619375"/>
            <a:ext cx="533400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950" b="1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Assigned writing condition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A2A92B-B428-451C-AD66-605C60900C4A}"/>
              </a:ext>
            </a:extLst>
          </p:cNvPr>
          <p:cNvSpPr>
            <a:spLocks noGrp="1"/>
          </p:cNvSpPr>
          <p:nvPr/>
        </p:nvSpPr>
        <p:spPr>
          <a:xfrm>
            <a:off x="723900" y="3381375"/>
            <a:ext cx="200025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279" lnSpcReduction="10000"/>
          </a:bodyPr>
          <a:lstStyle/>
          <a:p>
            <a:pPr>
              <a:defRPr sz="157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157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Response variables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1A9457-648D-4B2A-A8E9-E79938F878D6}"/>
              </a:ext>
            </a:extLst>
          </p:cNvPr>
          <p:cNvSpPr>
            <a:spLocks noGrp="1"/>
          </p:cNvSpPr>
          <p:nvPr/>
        </p:nvSpPr>
        <p:spPr>
          <a:xfrm>
            <a:off x="2914650" y="3333750"/>
            <a:ext cx="5334000" cy="7334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800" b="0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EEG connectivity, quotation recall, essay features, scores, and reported ownership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F6E634-7BC9-4672-9F78-BD715AD02D92}"/>
              </a:ext>
            </a:extLst>
          </p:cNvPr>
          <p:cNvSpPr>
            <a:spLocks noGrp="1"/>
          </p:cNvSpPr>
          <p:nvPr/>
        </p:nvSpPr>
        <p:spPr>
          <a:xfrm>
            <a:off x="1381125" y="4267200"/>
            <a:ext cx="63817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8426" lnSpcReduction="20000"/>
          </a:bodyPr>
          <a:lstStyle/>
          <a:p>
            <a:pPr>
              <a:defRPr sz="1575" b="0" i="1">
                <a:solidFill>
                  <a:srgbClr val="606975"/>
                </a:solidFill>
                <a:latin typeface="Montserrat"/>
                <a:ea typeface="Montserrat"/>
                <a:cs typeface="Montserrat"/>
              </a:defRPr>
            </a:pPr>
            <a:r>
              <a:rPr sz="1575" b="0" i="1">
                <a:solidFill>
                  <a:srgbClr val="606975"/>
                </a:solidFill>
                <a:latin typeface="Montserrat"/>
                <a:ea typeface="Montserrat"/>
                <a:cs typeface="Montserrat"/>
              </a:rPr>
              <a:t>A variable names what can vary. A value records what occurred for one observation.</a:t>
            </a:r>
          </a:p>
        </p:txBody>
      </p:sp>
    </p:spTree>
    <p:extLst>
      <p:ext uri="{BB962C8B-B14F-4D97-AF65-F5344CB8AC3E}">
        <p14:creationId xmlns:p14="http://schemas.microsoft.com/office/powerpoint/2010/main" val="997502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661CDBF-6262-4439-9AA0-4F28F8B8BBFE}"/>
              </a:ext>
            </a:extLst>
          </p:cNvPr>
          <p:cNvSpPr>
            <a:spLocks noGrp="1"/>
          </p:cNvSpPr>
          <p:nvPr/>
        </p:nvSpPr>
        <p:spPr>
          <a:xfrm>
            <a:off x="590550" y="285750"/>
            <a:ext cx="79629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850" b="1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2850" b="1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Explanatory and response variables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52780E-F2F7-40E1-A574-26C4E547AC2A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5F8092-98A6-4748-B9B8-45C817A6A8D0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0D98DB-462B-4ED3-AE83-0F5DB4E33304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5334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1136" lnSpcReduction="20000"/>
          </a:bodyPr>
          <a:lstStyle/>
          <a:p>
            <a:pPr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CBD77C-E5F8-4457-BFCC-FBE49DDD21C5}"/>
              </a:ext>
            </a:extLst>
          </p:cNvPr>
          <p:cNvSpPr>
            <a:spLocks noGrp="1"/>
          </p:cNvSpPr>
          <p:nvPr/>
        </p:nvSpPr>
        <p:spPr>
          <a:xfrm>
            <a:off x="685800" y="1285875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0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20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Writing condition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01C4D8-5F13-42CA-919E-0A6C7D692BE2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2667000" cy="1095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lnSpcReduction="10000"/>
          </a:bodyPr>
          <a:lstStyle/>
          <a:p>
            <a:pPr>
              <a:defRPr sz="1800" b="0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The assigned condition may explain differences among outcomes.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B86749-4061-4928-A07E-A37DC4167E14}"/>
              </a:ext>
            </a:extLst>
          </p:cNvPr>
          <p:cNvSpPr>
            <a:spLocks noGrp="1"/>
          </p:cNvSpPr>
          <p:nvPr/>
        </p:nvSpPr>
        <p:spPr>
          <a:xfrm>
            <a:off x="5600700" y="1285875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500"/>
          </a:bodyPr>
          <a:lstStyle/>
          <a:p>
            <a:pPr>
              <a:defRPr sz="20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20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Measured outcomes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81F444-9E16-4B6E-A00B-E5DB5E95C7FE}"/>
              </a:ext>
            </a:extLst>
          </p:cNvPr>
          <p:cNvSpPr>
            <a:spLocks noGrp="1"/>
          </p:cNvSpPr>
          <p:nvPr/>
        </p:nvSpPr>
        <p:spPr>
          <a:xfrm>
            <a:off x="5695950" y="1857375"/>
            <a:ext cx="2667000" cy="1095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281"/>
          </a:bodyPr>
          <a:lstStyle/>
          <a:p>
            <a:pPr>
              <a:defRPr sz="1800" b="0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Each outcome captures a different part of writing behavior or neural activity.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BE6942-367B-4E1F-9703-3F8E36345880}"/>
              </a:ext>
            </a:extLst>
          </p:cNvPr>
          <p:cNvSpPr>
            <a:spLocks noGrp="1"/>
          </p:cNvSpPr>
          <p:nvPr/>
        </p:nvSpPr>
        <p:spPr>
          <a:xfrm>
            <a:off x="1333500" y="3429000"/>
            <a:ext cx="6477000" cy="5048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6422" lnSpcReduction="20000"/>
          </a:bodyPr>
          <a:lstStyle/>
          <a:p>
            <a:pPr>
              <a:defRPr sz="2250" b="1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Which response variable best represents learning?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833D5C-E7CA-49F0-9C96-A50A7FB52EC0}"/>
              </a:ext>
            </a:extLst>
          </p:cNvPr>
          <p:cNvSpPr>
            <a:spLocks noGrp="1"/>
          </p:cNvSpPr>
          <p:nvPr/>
        </p:nvSpPr>
        <p:spPr>
          <a:xfrm>
            <a:off x="1381125" y="4105275"/>
            <a:ext cx="63817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8321" lnSpcReduction="10000"/>
          </a:bodyPr>
          <a:lstStyle/>
          <a:p>
            <a:pPr>
              <a:defRPr sz="1575" b="0" i="0">
                <a:solidFill>
                  <a:srgbClr val="606975"/>
                </a:solidFill>
                <a:latin typeface="Montserrat"/>
                <a:ea typeface="Montserrat"/>
                <a:cs typeface="Montserrat"/>
              </a:defRPr>
            </a:pPr>
            <a:r>
              <a:rPr sz="1575" b="0" i="0">
                <a:solidFill>
                  <a:srgbClr val="606975"/>
                </a:solidFill>
                <a:latin typeface="Montserrat"/>
                <a:ea typeface="Montserrat"/>
                <a:cs typeface="Montserrat"/>
              </a:rPr>
              <a:t>The answer depends on the domain question and the meaning of learning.</a:t>
            </a:r>
          </a:p>
        </p:txBody>
      </p:sp>
    </p:spTree>
    <p:extLst>
      <p:ext uri="{BB962C8B-B14F-4D97-AF65-F5344CB8AC3E}">
        <p14:creationId xmlns:p14="http://schemas.microsoft.com/office/powerpoint/2010/main" val="282796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04BA27E-E607-433B-B6FB-025C893C0B84}"/>
              </a:ext>
            </a:extLst>
          </p:cNvPr>
          <p:cNvSpPr>
            <a:spLocks noGrp="1"/>
          </p:cNvSpPr>
          <p:nvPr/>
        </p:nvSpPr>
        <p:spPr>
          <a:xfrm>
            <a:off x="590550" y="285750"/>
            <a:ext cx="79629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500"/>
          </a:bodyPr>
          <a:lstStyle/>
          <a:p>
            <a:pPr>
              <a:defRPr sz="2850" b="1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2850" b="1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Random assignment and random sampling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93E2DC-C1E2-4FEF-9C72-BE3934D04A01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94044E-4DF7-4664-B9B5-EB62879FDC50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D74EC1-8291-4521-B2C4-C57A7540AEE2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5334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1136" lnSpcReduction="20000"/>
          </a:bodyPr>
          <a:lstStyle/>
          <a:p>
            <a:pPr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689124-8C1E-4D35-BF32-6805B198B9A7}"/>
              </a:ext>
            </a:extLst>
          </p:cNvPr>
          <p:cNvSpPr>
            <a:spLocks noGrp="1"/>
          </p:cNvSpPr>
          <p:nvPr/>
        </p:nvSpPr>
        <p:spPr>
          <a:xfrm>
            <a:off x="809625" y="1285875"/>
            <a:ext cx="31432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025" b="1" i="0">
                <a:solidFill>
                  <a:srgbClr val="2C7A62"/>
                </a:solidFill>
                <a:latin typeface="Montserrat"/>
                <a:ea typeface="Montserrat"/>
                <a:cs typeface="Montserrat"/>
              </a:defRPr>
            </a:pPr>
            <a:r>
              <a:rPr sz="2025" b="1" i="0">
                <a:solidFill>
                  <a:srgbClr val="2C7A62"/>
                </a:solidFill>
                <a:latin typeface="Montserrat"/>
                <a:ea typeface="Montserrat"/>
                <a:cs typeface="Montserrat"/>
              </a:rPr>
              <a:t>Random assignment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540B26-DB12-4893-8D20-F4CF33466D3A}"/>
              </a:ext>
            </a:extLst>
          </p:cNvPr>
          <p:cNvSpPr>
            <a:spLocks noGrp="1"/>
          </p:cNvSpPr>
          <p:nvPr/>
        </p:nvSpPr>
        <p:spPr>
          <a:xfrm>
            <a:off x="876300" y="1952625"/>
            <a:ext cx="3009900" cy="1219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474" lnSpcReduction="20000"/>
          </a:bodyPr>
          <a:lstStyle/>
          <a:p>
            <a:pPr>
              <a:defRPr sz="1875" b="0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1875" b="0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Strengthens comparisons among the three conditions for the participants in this experiment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6F9CF0-8EBB-49B2-B00D-E1ED20D09A6F}"/>
              </a:ext>
            </a:extLst>
          </p:cNvPr>
          <p:cNvSpPr>
            <a:spLocks noGrp="1"/>
          </p:cNvSpPr>
          <p:nvPr/>
        </p:nvSpPr>
        <p:spPr>
          <a:xfrm>
            <a:off x="5191125" y="1285875"/>
            <a:ext cx="31432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025" b="1" i="0">
                <a:solidFill>
                  <a:srgbClr val="B43A3A"/>
                </a:solidFill>
                <a:latin typeface="Montserrat"/>
                <a:ea typeface="Montserrat"/>
                <a:cs typeface="Montserrat"/>
              </a:defRPr>
            </a:pPr>
            <a:r>
              <a:rPr sz="2025" b="1" i="0">
                <a:solidFill>
                  <a:srgbClr val="B43A3A"/>
                </a:solidFill>
                <a:latin typeface="Montserrat"/>
                <a:ea typeface="Montserrat"/>
                <a:cs typeface="Montserrat"/>
              </a:rPr>
              <a:t>Random sampling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242418-A9B9-447C-B8FB-769DB55B9B33}"/>
              </a:ext>
            </a:extLst>
          </p:cNvPr>
          <p:cNvSpPr>
            <a:spLocks noGrp="1"/>
          </p:cNvSpPr>
          <p:nvPr/>
        </p:nvSpPr>
        <p:spPr>
          <a:xfrm>
            <a:off x="5257800" y="1952625"/>
            <a:ext cx="3009900" cy="1219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667" lnSpcReduction="10000"/>
          </a:bodyPr>
          <a:lstStyle/>
          <a:p>
            <a:pPr>
              <a:defRPr sz="1875" b="0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1875" b="0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The study did not draw a random sample from all students or all ChatGPT users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B13093-4BAD-4745-9E19-48157CF25EF4}"/>
              </a:ext>
            </a:extLst>
          </p:cNvPr>
          <p:cNvSpPr>
            <a:spLocks noGrp="1"/>
          </p:cNvSpPr>
          <p:nvPr/>
        </p:nvSpPr>
        <p:spPr>
          <a:xfrm>
            <a:off x="1162050" y="3667125"/>
            <a:ext cx="6819900" cy="704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1186" lnSpcReduction="10000"/>
          </a:bodyPr>
          <a:lstStyle/>
          <a:p>
            <a:pPr>
              <a:defRPr sz="187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The design helps with the comparison inside the experiment. The recruitment limits how far the result can travel.</a:t>
            </a:r>
          </a:p>
        </p:txBody>
      </p:sp>
    </p:spTree>
    <p:extLst>
      <p:ext uri="{BB962C8B-B14F-4D97-AF65-F5344CB8AC3E}">
        <p14:creationId xmlns:p14="http://schemas.microsoft.com/office/powerpoint/2010/main" val="661665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7C668F4-B9C5-4DA2-B0EA-E8C632E27FAC}"/>
              </a:ext>
            </a:extLst>
          </p:cNvPr>
          <p:cNvSpPr>
            <a:spLocks noGrp="1"/>
          </p:cNvSpPr>
          <p:nvPr/>
        </p:nvSpPr>
        <p:spPr>
          <a:xfrm>
            <a:off x="590550" y="285750"/>
            <a:ext cx="79629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850" b="1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2850" b="1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One reported behavioral result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761839-EF28-4256-B2DC-42B4F5443757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39F991-71E6-4D60-AF32-D877A7E80BF9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AB62A1-EC9F-4A7A-B9B5-9D4F53C91DEB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5334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1136" lnSpcReduction="20000"/>
          </a:bodyPr>
          <a:lstStyle/>
          <a:p>
            <a:pPr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758DF9-2EEE-40E7-8628-D6535EEA3DAC}"/>
              </a:ext>
            </a:extLst>
          </p:cNvPr>
          <p:cNvSpPr>
            <a:spLocks noGrp="1"/>
          </p:cNvSpPr>
          <p:nvPr/>
        </p:nvSpPr>
        <p:spPr>
          <a:xfrm>
            <a:off x="1000125" y="1009650"/>
            <a:ext cx="71437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500"/>
          </a:bodyPr>
          <a:lstStyle/>
          <a:p>
            <a:pPr>
              <a:defRPr sz="1650" b="1" i="0">
                <a:solidFill>
                  <a:srgbClr val="606975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606975"/>
                </a:solidFill>
                <a:latin typeface="Montserrat"/>
                <a:ea typeface="Montserrat"/>
                <a:cs typeface="Montserrat"/>
              </a:rPr>
              <a:t>Participants unable to quote their essay accurately after Session 1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="952500" y="1476375"/>
          <a:ext cx="7239000" cy="2619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3B64B23B-4F6C-4818-A259-23805E877939}"/>
              </a:ext>
            </a:extLst>
          </p:cNvPr>
          <p:cNvSpPr>
            <a:spLocks noGrp="1"/>
          </p:cNvSpPr>
          <p:nvPr/>
        </p:nvSpPr>
        <p:spPr>
          <a:xfrm>
            <a:off x="1409700" y="4238625"/>
            <a:ext cx="6324600" cy="3143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500"/>
          </a:bodyPr>
          <a:lstStyle/>
          <a:p>
            <a:pPr>
              <a:defRPr sz="1425" b="0" i="0">
                <a:solidFill>
                  <a:srgbClr val="606975"/>
                </a:solidFill>
                <a:latin typeface="Montserrat"/>
                <a:ea typeface="Montserrat"/>
                <a:cs typeface="Montserrat"/>
              </a:defRPr>
            </a:pPr>
            <a:r>
              <a:rPr sz="1425" b="0" i="0">
                <a:solidFill>
                  <a:srgbClr val="606975"/>
                </a:solidFill>
                <a:latin typeface="Montserrat"/>
                <a:ea typeface="Montserrat"/>
                <a:cs typeface="Montserrat"/>
              </a:rPr>
              <a:t>15 of 18 ChatGPT participants, compared with 2 of 18 in each other group</a:t>
            </a:r>
          </a:p>
        </p:txBody>
      </p:sp>
    </p:spTree>
    <p:extLst>
      <p:ext uri="{BB962C8B-B14F-4D97-AF65-F5344CB8AC3E}">
        <p14:creationId xmlns:p14="http://schemas.microsoft.com/office/powerpoint/2010/main" val="11268566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EEE79CE-82C5-4AB6-91CB-84B5047790FA}"/>
              </a:ext>
            </a:extLst>
          </p:cNvPr>
          <p:cNvSpPr>
            <a:spLocks noGrp="1"/>
          </p:cNvSpPr>
          <p:nvPr/>
        </p:nvSpPr>
        <p:spPr>
          <a:xfrm>
            <a:off x="590550" y="285750"/>
            <a:ext cx="79629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850" b="1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2850" b="1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What the authors reported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5BAFC5-630E-4714-AFA6-2EE38B9B6266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E9B92C-956B-4791-99B7-D12FE50B97DC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ECD914-6D4B-45E8-A30B-93C4EE626C00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5334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1136" lnSpcReduction="20000"/>
          </a:bodyPr>
          <a:lstStyle/>
          <a:p>
            <a:pPr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91F781-49B3-4471-A1F6-A5E4880A408B}"/>
              </a:ext>
            </a:extLst>
          </p:cNvPr>
          <p:cNvSpPr>
            <a:spLocks noGrp="1"/>
          </p:cNvSpPr>
          <p:nvPr/>
        </p:nvSpPr>
        <p:spPr>
          <a:xfrm>
            <a:off x="742950" y="1238250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924" lnSpcReduction="10000"/>
          </a:bodyPr>
          <a:lstStyle/>
          <a:p>
            <a:pPr>
              <a:defRPr sz="1650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EEG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D0B5CC-594F-407A-BDD3-19A4EE118A1C}"/>
              </a:ext>
            </a:extLst>
          </p:cNvPr>
          <p:cNvSpPr>
            <a:spLocks noGrp="1"/>
          </p:cNvSpPr>
          <p:nvPr/>
        </p:nvSpPr>
        <p:spPr>
          <a:xfrm>
            <a:off x="2428875" y="1200150"/>
            <a:ext cx="590550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000" lnSpcReduction="10000"/>
          </a:bodyPr>
          <a:lstStyle/>
          <a:p>
            <a:pPr>
              <a:defRPr sz="1800" b="0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The authors described the brain-only group as having the strongest and most distributed connectivity.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2255C7-6390-4E03-9DDD-D87DB84C69FA}"/>
              </a:ext>
            </a:extLst>
          </p:cNvPr>
          <p:cNvSpPr>
            <a:spLocks noGrp="1"/>
          </p:cNvSpPr>
          <p:nvPr/>
        </p:nvSpPr>
        <p:spPr>
          <a:xfrm>
            <a:off x="742950" y="2190750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924" lnSpcReduction="10000"/>
          </a:bodyPr>
          <a:lstStyle/>
          <a:p>
            <a:pPr>
              <a:defRPr sz="1650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Recall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613282-BBF6-41B4-AC79-6CF8369D85AA}"/>
              </a:ext>
            </a:extLst>
          </p:cNvPr>
          <p:cNvSpPr>
            <a:spLocks noGrp="1"/>
          </p:cNvSpPr>
          <p:nvPr/>
        </p:nvSpPr>
        <p:spPr>
          <a:xfrm>
            <a:off x="2428875" y="2152650"/>
            <a:ext cx="5905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472" lnSpcReduction="10000"/>
          </a:bodyPr>
          <a:lstStyle/>
          <a:p>
            <a:pPr>
              <a:defRPr sz="1800" b="0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ChatGPT users had more difficulty quoting their own essays in several sessions.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11ADE6-2613-4D61-B309-32B7B969AAE0}"/>
              </a:ext>
            </a:extLst>
          </p:cNvPr>
          <p:cNvSpPr>
            <a:spLocks noGrp="1"/>
          </p:cNvSpPr>
          <p:nvPr/>
        </p:nvSpPr>
        <p:spPr>
          <a:xfrm>
            <a:off x="742950" y="3095625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924" lnSpcReduction="10000"/>
          </a:bodyPr>
          <a:lstStyle/>
          <a:p>
            <a:pPr>
              <a:defRPr sz="1650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Ownership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D53696-DAA9-4F71-B5EF-8400FEFAF897}"/>
              </a:ext>
            </a:extLst>
          </p:cNvPr>
          <p:cNvSpPr>
            <a:spLocks noGrp="1"/>
          </p:cNvSpPr>
          <p:nvPr/>
        </p:nvSpPr>
        <p:spPr>
          <a:xfrm>
            <a:off x="2428875" y="3057525"/>
            <a:ext cx="5905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472" lnSpcReduction="10000"/>
          </a:bodyPr>
          <a:lstStyle/>
          <a:p>
            <a:pPr>
              <a:defRPr sz="1800" b="0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Reported ownership tended to be lowest in the ChatGPT group.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DD2425-45D0-4149-B7DE-40CBBC72EE52}"/>
              </a:ext>
            </a:extLst>
          </p:cNvPr>
          <p:cNvSpPr>
            <a:spLocks noGrp="1"/>
          </p:cNvSpPr>
          <p:nvPr/>
        </p:nvSpPr>
        <p:spPr>
          <a:xfrm>
            <a:off x="1238250" y="4114800"/>
            <a:ext cx="6667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5033" lnSpcReduction="20000"/>
          </a:bodyPr>
          <a:lstStyle/>
          <a:p>
            <a:pPr>
              <a:defRPr sz="1725" b="1" i="0">
                <a:solidFill>
                  <a:srgbClr val="B43A3A"/>
                </a:solidFill>
                <a:latin typeface="Montserrat"/>
                <a:ea typeface="Montserrat"/>
                <a:cs typeface="Montserrat"/>
              </a:defRPr>
            </a:pPr>
            <a:r>
              <a:rPr sz="1725" b="1" i="0">
                <a:solidFill>
                  <a:srgbClr val="B43A3A"/>
                </a:solidFill>
                <a:latin typeface="Montserrat"/>
                <a:ea typeface="Montserrat"/>
                <a:cs typeface="Montserrat"/>
              </a:rPr>
              <a:t>These outcomes differ from long-term learning, intelligence, or brain damage.</a:t>
            </a:r>
          </a:p>
        </p:txBody>
      </p:sp>
    </p:spTree>
    <p:extLst>
      <p:ext uri="{BB962C8B-B14F-4D97-AF65-F5344CB8AC3E}">
        <p14:creationId xmlns:p14="http://schemas.microsoft.com/office/powerpoint/2010/main" val="17294848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8BF3210-B2BF-47C7-83B1-E184CC42744E}"/>
              </a:ext>
            </a:extLst>
          </p:cNvPr>
          <p:cNvSpPr>
            <a:spLocks noGrp="1"/>
          </p:cNvSpPr>
          <p:nvPr/>
        </p:nvSpPr>
        <p:spPr>
          <a:xfrm>
            <a:off x="590550" y="285750"/>
            <a:ext cx="79629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850" b="1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2850" b="1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How the claim grows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8DE4D1-3E12-41C9-85E7-BC3303672342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0BFF7A-3DAC-46AF-BFE7-4669583B0D49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2DEC59-B68C-4EA8-B908-8D690F09E3F0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5334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1136" lnSpcReduction="20000"/>
          </a:bodyPr>
          <a:lstStyle/>
          <a:p>
            <a:pPr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04A2C5-D869-453C-BC2A-62A35FBCD5C3}"/>
              </a:ext>
            </a:extLst>
          </p:cNvPr>
          <p:cNvSpPr>
            <a:spLocks noGrp="1"/>
          </p:cNvSpPr>
          <p:nvPr/>
        </p:nvSpPr>
        <p:spPr>
          <a:xfrm>
            <a:off x="600075" y="1066800"/>
            <a:ext cx="4000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917" lnSpcReduction="10000"/>
          </a:bodyPr>
          <a:lstStyle/>
          <a:p>
            <a:pPr>
              <a:defRPr sz="1200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PAIR DISCUSSION   4 MINUTES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6BF783-CCBB-44AB-9502-ABCF8F0869DF}"/>
              </a:ext>
            </a:extLst>
          </p:cNvPr>
          <p:cNvSpPr>
            <a:spLocks noGrp="1"/>
          </p:cNvSpPr>
          <p:nvPr/>
        </p:nvSpPr>
        <p:spPr>
          <a:xfrm>
            <a:off x="666750" y="1657350"/>
            <a:ext cx="20955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406"/>
          </a:bodyPr>
          <a:lstStyle/>
          <a:p>
            <a:pPr>
              <a:defRPr sz="17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17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Observed data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4BCD1F-E487-4AB3-B0A7-537E91032359}"/>
              </a:ext>
            </a:extLst>
          </p:cNvPr>
          <p:cNvSpPr>
            <a:spLocks noGrp="1"/>
          </p:cNvSpPr>
          <p:nvPr/>
        </p:nvSpPr>
        <p:spPr>
          <a:xfrm>
            <a:off x="619124" y="2124075"/>
            <a:ext cx="2548619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566" lnSpcReduction="10000"/>
          </a:bodyPr>
          <a:lstStyle/>
          <a:p>
            <a:pPr>
              <a:defRPr sz="1650" b="0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1650" b="0" i="0" dirty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Different measurements across assigned groups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2D8542-7E1B-4BA0-8C2B-5FFC1E9943F5}"/>
              </a:ext>
            </a:extLst>
          </p:cNvPr>
          <p:cNvSpPr>
            <a:spLocks noGrp="1"/>
          </p:cNvSpPr>
          <p:nvPr/>
        </p:nvSpPr>
        <p:spPr>
          <a:xfrm>
            <a:off x="3524250" y="1657350"/>
            <a:ext cx="20955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906" lnSpcReduction="10000"/>
          </a:bodyPr>
          <a:lstStyle/>
          <a:p>
            <a:pPr>
              <a:defRPr sz="17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17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Study interpretation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84DBCE-E80D-420D-B635-C74B1ADA9F2A}"/>
              </a:ext>
            </a:extLst>
          </p:cNvPr>
          <p:cNvSpPr>
            <a:spLocks noGrp="1"/>
          </p:cNvSpPr>
          <p:nvPr/>
        </p:nvSpPr>
        <p:spPr>
          <a:xfrm>
            <a:off x="3476624" y="2124075"/>
            <a:ext cx="2401661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502"/>
          </a:bodyPr>
          <a:lstStyle/>
          <a:p>
            <a:pPr>
              <a:defRPr sz="1650" b="0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1650" b="0" i="0" dirty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ChatGPT assistance may reduce engagement during this task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23D53D-4F21-4507-8278-A3DBCD29CA60}"/>
              </a:ext>
            </a:extLst>
          </p:cNvPr>
          <p:cNvSpPr>
            <a:spLocks noGrp="1"/>
          </p:cNvSpPr>
          <p:nvPr/>
        </p:nvSpPr>
        <p:spPr>
          <a:xfrm>
            <a:off x="6381750" y="1657350"/>
            <a:ext cx="20955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406"/>
          </a:bodyPr>
          <a:lstStyle/>
          <a:p>
            <a:pPr>
              <a:defRPr sz="1725" b="1" i="0">
                <a:solidFill>
                  <a:srgbClr val="B43A3A"/>
                </a:solidFill>
                <a:latin typeface="Montserrat"/>
                <a:ea typeface="Montserrat"/>
                <a:cs typeface="Montserrat"/>
              </a:defRPr>
            </a:pPr>
            <a:r>
              <a:rPr sz="1725" b="1" i="0">
                <a:solidFill>
                  <a:srgbClr val="B43A3A"/>
                </a:solidFill>
                <a:latin typeface="Montserrat"/>
                <a:ea typeface="Montserrat"/>
                <a:cs typeface="Montserrat"/>
              </a:rPr>
              <a:t>Public claim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6C45DD-B8A8-4C66-8434-2DCCACF557B5}"/>
              </a:ext>
            </a:extLst>
          </p:cNvPr>
          <p:cNvSpPr>
            <a:spLocks noGrp="1"/>
          </p:cNvSpPr>
          <p:nvPr/>
        </p:nvSpPr>
        <p:spPr>
          <a:xfrm>
            <a:off x="6334125" y="2124075"/>
            <a:ext cx="219075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650" b="1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ChatGPT is bad for your brain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3B5792-9F5F-4FD9-84EF-B2FDAF356882}"/>
              </a:ext>
            </a:extLst>
          </p:cNvPr>
          <p:cNvSpPr>
            <a:spLocks noGrp="1"/>
          </p:cNvSpPr>
          <p:nvPr/>
        </p:nvSpPr>
        <p:spPr>
          <a:xfrm>
            <a:off x="1190625" y="3476625"/>
            <a:ext cx="67627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155" lnSpcReduction="10000"/>
          </a:bodyPr>
          <a:lstStyle/>
          <a:p>
            <a:pPr>
              <a:defRPr sz="2175" b="1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2175" b="1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Where does the evidence become too weak for the claim? Explain one gap.</a:t>
            </a:r>
          </a:p>
        </p:txBody>
      </p:sp>
    </p:spTree>
    <p:extLst>
      <p:ext uri="{BB962C8B-B14F-4D97-AF65-F5344CB8AC3E}">
        <p14:creationId xmlns:p14="http://schemas.microsoft.com/office/powerpoint/2010/main" val="1706667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EC9693C-743D-4B9F-93CA-0B56D13DFD10}"/>
              </a:ext>
            </a:extLst>
          </p:cNvPr>
          <p:cNvSpPr>
            <a:spLocks noGrp="1"/>
          </p:cNvSpPr>
          <p:nvPr/>
        </p:nvSpPr>
        <p:spPr>
          <a:xfrm>
            <a:off x="590550" y="285750"/>
            <a:ext cx="79629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850" b="1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2850" b="1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What does EEG connectivity represent?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098941-E380-4168-853B-6936DD5F9062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0A3F5C-7CFC-4D4E-9134-E5D9E3EAD9F9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63FB2F-0EB9-4826-9DF1-7DE3B8459C99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5334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1136" lnSpcReduction="20000"/>
          </a:bodyPr>
          <a:lstStyle/>
          <a:p>
            <a:pPr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AF675B-3B29-4B8F-9662-1C719C9FE497}"/>
              </a:ext>
            </a:extLst>
          </p:cNvPr>
          <p:cNvSpPr>
            <a:spLocks noGrp="1"/>
          </p:cNvSpPr>
          <p:nvPr/>
        </p:nvSpPr>
        <p:spPr>
          <a:xfrm>
            <a:off x="819150" y="1238250"/>
            <a:ext cx="26670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667" lnSpcReduction="10000"/>
          </a:bodyPr>
          <a:lstStyle/>
          <a:p>
            <a:pPr>
              <a:defRPr sz="187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Measured quantity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1EB89D-88FD-4493-8E0B-C196BA0E03C6}"/>
              </a:ext>
            </a:extLst>
          </p:cNvPr>
          <p:cNvSpPr>
            <a:spLocks noGrp="1"/>
          </p:cNvSpPr>
          <p:nvPr/>
        </p:nvSpPr>
        <p:spPr>
          <a:xfrm>
            <a:off x="819150" y="1762125"/>
            <a:ext cx="3095625" cy="1238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875" b="0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1875" b="0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Statistical coupling among signals recorded at scalp electrodes during the task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D52063-7330-40A0-A109-2AB7D5364F54}"/>
              </a:ext>
            </a:extLst>
          </p:cNvPr>
          <p:cNvSpPr>
            <a:spLocks noGrp="1"/>
          </p:cNvSpPr>
          <p:nvPr/>
        </p:nvSpPr>
        <p:spPr>
          <a:xfrm>
            <a:off x="5276850" y="1238250"/>
            <a:ext cx="26670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667" lnSpcReduction="10000"/>
          </a:bodyPr>
          <a:lstStyle/>
          <a:p>
            <a:pPr>
              <a:defRPr sz="187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Target concept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251292-393E-44ED-8AC8-3574AA202F36}"/>
              </a:ext>
            </a:extLst>
          </p:cNvPr>
          <p:cNvSpPr>
            <a:spLocks noGrp="1"/>
          </p:cNvSpPr>
          <p:nvPr/>
        </p:nvSpPr>
        <p:spPr>
          <a:xfrm>
            <a:off x="5276850" y="1762125"/>
            <a:ext cx="3095625" cy="1238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875" b="0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1875" b="0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Learning, memory, critical thinking, or cognitive engagement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9418F6-DBC0-4669-AFB2-2D420B9ED0D9}"/>
              </a:ext>
            </a:extLst>
          </p:cNvPr>
          <p:cNvSpPr>
            <a:spLocks noGrp="1"/>
          </p:cNvSpPr>
          <p:nvPr/>
        </p:nvSpPr>
        <p:spPr>
          <a:xfrm>
            <a:off x="1095375" y="3381375"/>
            <a:ext cx="6953250" cy="904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889" lnSpcReduction="10000"/>
          </a:bodyPr>
          <a:lstStyle/>
          <a:p>
            <a:pPr>
              <a:defRPr sz="1875" b="1" i="0">
                <a:solidFill>
                  <a:srgbClr val="B43A3A"/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>
                <a:solidFill>
                  <a:srgbClr val="B43A3A"/>
                </a:solidFill>
                <a:latin typeface="Montserrat"/>
                <a:ea typeface="Montserrat"/>
                <a:cs typeface="Montserrat"/>
              </a:rPr>
              <a:t>A later methodological comment warned that fewer statistically significant connections do not necessarily mean weaker overall neural activity.</a:t>
            </a:r>
          </a:p>
        </p:txBody>
      </p:sp>
    </p:spTree>
    <p:extLst>
      <p:ext uri="{BB962C8B-B14F-4D97-AF65-F5344CB8AC3E}">
        <p14:creationId xmlns:p14="http://schemas.microsoft.com/office/powerpoint/2010/main" val="9351929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8B2F2E3-E148-48AA-8687-B930EC168B8F}"/>
              </a:ext>
            </a:extLst>
          </p:cNvPr>
          <p:cNvSpPr>
            <a:spLocks noGrp="1"/>
          </p:cNvSpPr>
          <p:nvPr/>
        </p:nvSpPr>
        <p:spPr>
          <a:xfrm>
            <a:off x="590550" y="285750"/>
            <a:ext cx="79629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850" b="1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2850" b="1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A later methodological critique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D7809D-B36F-43E2-8EA8-DF107D4C84FB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357637-E818-414E-9694-A1C25B304D7D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0A9D55-A640-4AB5-A156-1A7DA20BCCF8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5334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1136" lnSpcReduction="20000"/>
          </a:bodyPr>
          <a:lstStyle/>
          <a:p>
            <a:pPr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5895E8-8622-4416-9238-19E0DA13FE71}"/>
              </a:ext>
            </a:extLst>
          </p:cNvPr>
          <p:cNvSpPr>
            <a:spLocks noGrp="1"/>
          </p:cNvSpPr>
          <p:nvPr/>
        </p:nvSpPr>
        <p:spPr>
          <a:xfrm>
            <a:off x="742950" y="120015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389" lnSpcReduction="10000"/>
          </a:bodyPr>
          <a:lstStyle/>
          <a:p>
            <a:pPr>
              <a:defRPr sz="157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157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Sample size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8EBB4C-D431-4AB9-A254-434E6C63097E}"/>
              </a:ext>
            </a:extLst>
          </p:cNvPr>
          <p:cNvSpPr>
            <a:spLocks noGrp="1"/>
          </p:cNvSpPr>
          <p:nvPr/>
        </p:nvSpPr>
        <p:spPr>
          <a:xfrm>
            <a:off x="2571750" y="1181100"/>
            <a:ext cx="58102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002" lnSpcReduction="20000"/>
          </a:bodyPr>
          <a:lstStyle/>
          <a:p>
            <a:pPr>
              <a:defRPr sz="1725" b="0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1725" b="0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Fifty-four participants, with only eighteen in the optional crossover session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1043F9-4038-46B5-99F6-D07B311862A1}"/>
              </a:ext>
            </a:extLst>
          </p:cNvPr>
          <p:cNvSpPr>
            <a:spLocks noGrp="1"/>
          </p:cNvSpPr>
          <p:nvPr/>
        </p:nvSpPr>
        <p:spPr>
          <a:xfrm>
            <a:off x="742950" y="1971675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7045" lnSpcReduction="20000"/>
          </a:bodyPr>
          <a:lstStyle/>
          <a:p>
            <a:pPr>
              <a:defRPr sz="157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1575" b="1" i="0" dirty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Many comparisons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82EE85-4451-46F1-9328-9F62710F6901}"/>
              </a:ext>
            </a:extLst>
          </p:cNvPr>
          <p:cNvSpPr>
            <a:spLocks noGrp="1"/>
          </p:cNvSpPr>
          <p:nvPr/>
        </p:nvSpPr>
        <p:spPr>
          <a:xfrm>
            <a:off x="2571750" y="1952625"/>
            <a:ext cx="58102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367" lnSpcReduction="20000"/>
          </a:bodyPr>
          <a:lstStyle/>
          <a:p>
            <a:pPr>
              <a:defRPr sz="1725" b="0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1725" b="0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The EEG analysis considered many electrode pairs and repeated tests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ED0546-371D-4006-B17A-4EB9228EA49A}"/>
              </a:ext>
            </a:extLst>
          </p:cNvPr>
          <p:cNvSpPr>
            <a:spLocks noGrp="1"/>
          </p:cNvSpPr>
          <p:nvPr/>
        </p:nvSpPr>
        <p:spPr>
          <a:xfrm>
            <a:off x="742950" y="274320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889"/>
          </a:bodyPr>
          <a:lstStyle/>
          <a:p>
            <a:pPr>
              <a:defRPr sz="157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157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Reproducibility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DAFB10-7816-40CE-914B-1ACDCC443FD9}"/>
              </a:ext>
            </a:extLst>
          </p:cNvPr>
          <p:cNvSpPr>
            <a:spLocks noGrp="1"/>
          </p:cNvSpPr>
          <p:nvPr/>
        </p:nvSpPr>
        <p:spPr>
          <a:xfrm>
            <a:off x="2571750" y="2724150"/>
            <a:ext cx="581025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5181" lnSpcReduction="10000"/>
          </a:bodyPr>
          <a:lstStyle/>
          <a:p>
            <a:pPr>
              <a:defRPr sz="1725" b="0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1725" b="0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Some analytic choices and exclusions lacked enough detail for independent checking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F029A2-A897-4851-B07F-84E17F254F1E}"/>
              </a:ext>
            </a:extLst>
          </p:cNvPr>
          <p:cNvSpPr>
            <a:spLocks noGrp="1"/>
          </p:cNvSpPr>
          <p:nvPr/>
        </p:nvSpPr>
        <p:spPr>
          <a:xfrm>
            <a:off x="742950" y="360045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389" lnSpcReduction="10000"/>
          </a:bodyPr>
          <a:lstStyle/>
          <a:p>
            <a:pPr>
              <a:defRPr sz="157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157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Interpretation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A4520F-C737-472F-B82D-A2A38AA9CCE7}"/>
              </a:ext>
            </a:extLst>
          </p:cNvPr>
          <p:cNvSpPr>
            <a:spLocks noGrp="1"/>
          </p:cNvSpPr>
          <p:nvPr/>
        </p:nvSpPr>
        <p:spPr>
          <a:xfrm>
            <a:off x="2571750" y="3581400"/>
            <a:ext cx="581025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5181" lnSpcReduction="10000"/>
          </a:bodyPr>
          <a:lstStyle/>
          <a:p>
            <a:pPr>
              <a:defRPr sz="1725" b="0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1725" b="0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Several broad cognitive claims went beyond the reported operational measures</a:t>
            </a:r>
          </a:p>
        </p:txBody>
      </p:sp>
    </p:spTree>
    <p:extLst>
      <p:ext uri="{BB962C8B-B14F-4D97-AF65-F5344CB8AC3E}">
        <p14:creationId xmlns:p14="http://schemas.microsoft.com/office/powerpoint/2010/main" val="2050223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CA6B4C2-1D6E-4506-8948-A88FCA4E3BCB}"/>
              </a:ext>
            </a:extLst>
          </p:cNvPr>
          <p:cNvSpPr>
            <a:spLocks noGrp="1"/>
          </p:cNvSpPr>
          <p:nvPr/>
        </p:nvSpPr>
        <p:spPr>
          <a:xfrm>
            <a:off x="590550" y="285750"/>
            <a:ext cx="79629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850" b="1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2850" b="1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The VDS three-realms check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4927E5-38C5-4BE5-B3CE-867FEA1108CB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CF60C9-DBEF-4C23-ABB9-F0B220ED2029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8B8102-9BA2-49D2-B582-4A1F617E5546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5334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1136" lnSpcReduction="20000"/>
          </a:bodyPr>
          <a:lstStyle/>
          <a:p>
            <a:pPr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1355852"/>
            <a:ext cx="5334000" cy="281279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8F78F5D-1745-4A4C-9549-6F8F93D6BE9D}"/>
              </a:ext>
            </a:extLst>
          </p:cNvPr>
          <p:cNvSpPr>
            <a:spLocks noGrp="1"/>
          </p:cNvSpPr>
          <p:nvPr/>
        </p:nvSpPr>
        <p:spPr>
          <a:xfrm>
            <a:off x="6191250" y="1238250"/>
            <a:ext cx="2143125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273" lnSpcReduction="20000"/>
          </a:bodyPr>
          <a:lstStyle/>
          <a:p>
            <a:pPr>
              <a:defRPr sz="1650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Reality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FF7396-C651-47FB-B42B-633D2F113C37}"/>
              </a:ext>
            </a:extLst>
          </p:cNvPr>
          <p:cNvSpPr>
            <a:spLocks noGrp="1"/>
          </p:cNvSpPr>
          <p:nvPr/>
        </p:nvSpPr>
        <p:spPr>
          <a:xfrm>
            <a:off x="6191250" y="1581150"/>
            <a:ext cx="2143125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0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1400" b="0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How people use AI while learning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8D3430-DB86-47AC-A85F-87DEC3327CA4}"/>
              </a:ext>
            </a:extLst>
          </p:cNvPr>
          <p:cNvSpPr>
            <a:spLocks noGrp="1"/>
          </p:cNvSpPr>
          <p:nvPr/>
        </p:nvSpPr>
        <p:spPr>
          <a:xfrm>
            <a:off x="6191250" y="2352675"/>
            <a:ext cx="2143125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273" lnSpcReduction="20000"/>
          </a:bodyPr>
          <a:lstStyle/>
          <a:p>
            <a:pPr>
              <a:defRPr sz="1650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82496E-E1A6-430F-B8F4-4E41EB28CA6F}"/>
              </a:ext>
            </a:extLst>
          </p:cNvPr>
          <p:cNvSpPr>
            <a:spLocks noGrp="1"/>
          </p:cNvSpPr>
          <p:nvPr/>
        </p:nvSpPr>
        <p:spPr>
          <a:xfrm>
            <a:off x="6191250" y="2695575"/>
            <a:ext cx="2143125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0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1400" b="0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EEG signals, essays, and interviews from this experiment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D1C63F-D937-4127-A413-4A0EE229F549}"/>
              </a:ext>
            </a:extLst>
          </p:cNvPr>
          <p:cNvSpPr>
            <a:spLocks noGrp="1"/>
          </p:cNvSpPr>
          <p:nvPr/>
        </p:nvSpPr>
        <p:spPr>
          <a:xfrm>
            <a:off x="6191250" y="3667125"/>
            <a:ext cx="2143125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273" lnSpcReduction="20000"/>
          </a:bodyPr>
          <a:lstStyle/>
          <a:p>
            <a:pPr>
              <a:defRPr sz="1650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Analysis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7D8565-EEA6-4D59-AA7C-E8C24FBB9B71}"/>
              </a:ext>
            </a:extLst>
          </p:cNvPr>
          <p:cNvSpPr>
            <a:spLocks noGrp="1"/>
          </p:cNvSpPr>
          <p:nvPr/>
        </p:nvSpPr>
        <p:spPr>
          <a:xfrm>
            <a:off x="6191250" y="4010025"/>
            <a:ext cx="2471057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75" b="0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1400" b="0" i="0" dirty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Models and judgment calls used to summarize the measurements</a:t>
            </a:r>
          </a:p>
        </p:txBody>
      </p:sp>
    </p:spTree>
    <p:extLst>
      <p:ext uri="{BB962C8B-B14F-4D97-AF65-F5344CB8AC3E}">
        <p14:creationId xmlns:p14="http://schemas.microsoft.com/office/powerpoint/2010/main" val="19649366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B5A9A63-15D6-4C1E-9151-D7AF9493E06B}"/>
              </a:ext>
            </a:extLst>
          </p:cNvPr>
          <p:cNvSpPr>
            <a:spLocks noGrp="1"/>
          </p:cNvSpPr>
          <p:nvPr/>
        </p:nvSpPr>
        <p:spPr>
          <a:xfrm>
            <a:off x="590550" y="285750"/>
            <a:ext cx="79629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850" b="1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2850" b="1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Trustworthiness audit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31B87A-9CF2-47BE-AD37-DC63980C85C5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3A7815-993C-4647-BBD3-36E491B60174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A610AC-74B8-453C-BEE6-29AFF40DB430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5334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1136" lnSpcReduction="20000"/>
          </a:bodyPr>
          <a:lstStyle/>
          <a:p>
            <a:pPr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C909F1-6794-42D0-B31D-52BA1C19FBD6}"/>
              </a:ext>
            </a:extLst>
          </p:cNvPr>
          <p:cNvSpPr>
            <a:spLocks noGrp="1"/>
          </p:cNvSpPr>
          <p:nvPr/>
        </p:nvSpPr>
        <p:spPr>
          <a:xfrm>
            <a:off x="600075" y="1066800"/>
            <a:ext cx="4000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917" lnSpcReduction="10000"/>
          </a:bodyPr>
          <a:lstStyle/>
          <a:p>
            <a:pPr>
              <a:defRPr sz="1200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PAIR DISCUSSION   6 MINUTES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4A4EBD-FA6A-4ED0-B510-D79D718DD716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2143125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029" lnSpcReduction="10000"/>
          </a:bodyPr>
          <a:lstStyle/>
          <a:p>
            <a:pPr>
              <a:defRPr sz="17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17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Domain question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1F2B69-AF19-4EC0-912B-7C55ABDEF037}"/>
              </a:ext>
            </a:extLst>
          </p:cNvPr>
          <p:cNvSpPr>
            <a:spLocks noGrp="1"/>
          </p:cNvSpPr>
          <p:nvPr/>
        </p:nvSpPr>
        <p:spPr>
          <a:xfrm>
            <a:off x="3000375" y="1571625"/>
            <a:ext cx="5286375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5565" lnSpcReduction="20000"/>
          </a:bodyPr>
          <a:lstStyle/>
          <a:p>
            <a:pPr>
              <a:defRPr sz="1800" b="0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Does the study ask the question the headline answers?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7908FB-1FAD-4BA8-AE92-93C950359A9A}"/>
              </a:ext>
            </a:extLst>
          </p:cNvPr>
          <p:cNvSpPr>
            <a:spLocks noGrp="1"/>
          </p:cNvSpPr>
          <p:nvPr/>
        </p:nvSpPr>
        <p:spPr>
          <a:xfrm>
            <a:off x="742950" y="2381250"/>
            <a:ext cx="2143125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029" lnSpcReduction="10000"/>
          </a:bodyPr>
          <a:lstStyle/>
          <a:p>
            <a:pPr>
              <a:defRPr sz="17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17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A85FF5-1D8D-47D9-A049-4D8CCB1D8789}"/>
              </a:ext>
            </a:extLst>
          </p:cNvPr>
          <p:cNvSpPr>
            <a:spLocks noGrp="1"/>
          </p:cNvSpPr>
          <p:nvPr/>
        </p:nvSpPr>
        <p:spPr>
          <a:xfrm>
            <a:off x="3000375" y="2381250"/>
            <a:ext cx="5286375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4290" lnSpcReduction="20000"/>
          </a:bodyPr>
          <a:lstStyle/>
          <a:p>
            <a:pPr>
              <a:defRPr sz="1800" b="0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Do the sample and measurements reflect the relevant reality?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9CE287-B41F-4B4F-BE06-36095C9DEAE8}"/>
              </a:ext>
            </a:extLst>
          </p:cNvPr>
          <p:cNvSpPr>
            <a:spLocks noGrp="1"/>
          </p:cNvSpPr>
          <p:nvPr/>
        </p:nvSpPr>
        <p:spPr>
          <a:xfrm>
            <a:off x="742950" y="3190875"/>
            <a:ext cx="2143125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029" lnSpcReduction="10000"/>
          </a:bodyPr>
          <a:lstStyle/>
          <a:p>
            <a:pPr>
              <a:defRPr sz="17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17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Analysis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E74A4F-F57D-4BBC-BA69-48112C9D97B3}"/>
              </a:ext>
            </a:extLst>
          </p:cNvPr>
          <p:cNvSpPr>
            <a:spLocks noGrp="1"/>
          </p:cNvSpPr>
          <p:nvPr/>
        </p:nvSpPr>
        <p:spPr>
          <a:xfrm>
            <a:off x="3000375" y="3190875"/>
            <a:ext cx="5286375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1981" lnSpcReduction="20000"/>
          </a:bodyPr>
          <a:lstStyle/>
          <a:p>
            <a:pPr>
              <a:defRPr sz="1800" b="0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Would reasonable analytic choices lead to similar conclusions?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848094-FAF8-4CDF-8378-B13756A7830A}"/>
              </a:ext>
            </a:extLst>
          </p:cNvPr>
          <p:cNvSpPr>
            <a:spLocks noGrp="1"/>
          </p:cNvSpPr>
          <p:nvPr/>
        </p:nvSpPr>
        <p:spPr>
          <a:xfrm>
            <a:off x="1190625" y="4048125"/>
            <a:ext cx="676275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246"/>
          </a:bodyPr>
          <a:lstStyle/>
          <a:p>
            <a:pPr>
              <a:defRPr sz="1725" b="1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1725" b="1" i="0" dirty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Choose the weakest connection. </a:t>
            </a:r>
          </a:p>
        </p:txBody>
      </p:sp>
    </p:spTree>
    <p:extLst>
      <p:ext uri="{BB962C8B-B14F-4D97-AF65-F5344CB8AC3E}">
        <p14:creationId xmlns:p14="http://schemas.microsoft.com/office/powerpoint/2010/main" val="17234459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EFF0E12-8CB0-4408-A4B3-10B342575196}"/>
              </a:ext>
            </a:extLst>
          </p:cNvPr>
          <p:cNvSpPr>
            <a:spLocks noGrp="1"/>
          </p:cNvSpPr>
          <p:nvPr/>
        </p:nvSpPr>
        <p:spPr>
          <a:xfrm>
            <a:off x="590550" y="285750"/>
            <a:ext cx="79629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850" b="1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2850" b="1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A claim the evidence can support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EB0154-9BFB-4D97-BED8-374CEF92C861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583D84-0DC5-4DD0-98E6-D84131DCDAC1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1C0DB4-4EA8-4C30-B8C2-3823EFAAB6E5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5334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1136" lnSpcReduction="20000"/>
          </a:bodyPr>
          <a:lstStyle/>
          <a:p>
            <a:pPr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15004B-46A8-48A9-819C-932E859C6A68}"/>
              </a:ext>
            </a:extLst>
          </p:cNvPr>
          <p:cNvSpPr>
            <a:spLocks noGrp="1"/>
          </p:cNvSpPr>
          <p:nvPr/>
        </p:nvSpPr>
        <p:spPr>
          <a:xfrm>
            <a:off x="904875" y="952500"/>
            <a:ext cx="7334250" cy="186689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515" lnSpcReduction="20000"/>
          </a:bodyPr>
          <a:lstStyle/>
          <a:p>
            <a:pPr>
              <a:lnSpc>
                <a:spcPct val="170000"/>
              </a:lnSpc>
              <a:defRPr sz="2250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2400" i="0" dirty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In this sample and constrained essay task, the assigned writing tool was associated with differences in EEG connectivity and several behavioral measures.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DACA87-941D-4B6A-B7CE-F74DD8F65CF3}"/>
              </a:ext>
            </a:extLst>
          </p:cNvPr>
          <p:cNvSpPr>
            <a:spLocks noGrp="1"/>
          </p:cNvSpPr>
          <p:nvPr/>
        </p:nvSpPr>
        <p:spPr>
          <a:xfrm>
            <a:off x="987878" y="2933701"/>
            <a:ext cx="6858000" cy="99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619"/>
          </a:bodyPr>
          <a:lstStyle/>
          <a:p>
            <a:pPr>
              <a:defRPr sz="2025" b="0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2025" b="0" i="0" dirty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Broader conclusions about brain damage, intelligence, or learning across settings require larger and more varied studies with direct learning outcomes.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B193CD-364C-4BE8-8651-3457EC7D04F7}"/>
              </a:ext>
            </a:extLst>
          </p:cNvPr>
          <p:cNvSpPr>
            <a:spLocks noGrp="1"/>
          </p:cNvSpPr>
          <p:nvPr/>
        </p:nvSpPr>
        <p:spPr>
          <a:xfrm>
            <a:off x="1348468" y="4229100"/>
            <a:ext cx="58102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834"/>
          </a:bodyPr>
          <a:lstStyle/>
          <a:p>
            <a:pPr>
              <a:defRPr sz="1650" b="1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 dirty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Good statistical reasoning makes the claim fit the evidence.</a:t>
            </a:r>
          </a:p>
        </p:txBody>
      </p:sp>
    </p:spTree>
    <p:extLst>
      <p:ext uri="{BB962C8B-B14F-4D97-AF65-F5344CB8AC3E}">
        <p14:creationId xmlns:p14="http://schemas.microsoft.com/office/powerpoint/2010/main" val="5180438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744F8DD-5F78-4118-961F-416DA95F2C6C}"/>
              </a:ext>
            </a:extLst>
          </p:cNvPr>
          <p:cNvSpPr>
            <a:spLocks noGrp="1"/>
          </p:cNvSpPr>
          <p:nvPr/>
        </p:nvSpPr>
        <p:spPr>
          <a:xfrm>
            <a:off x="590550" y="285750"/>
            <a:ext cx="79629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850" b="1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2850" b="1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Next: Ping Pong AI assistants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2A9156-0A75-47EA-9343-2D0B8FBD050F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1804AD-ED4E-425C-A99B-5B906E5F664D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F92403-B99F-4BA5-BFD1-D02AB943EC08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5334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636" lnSpcReduction="20000"/>
          </a:bodyPr>
          <a:lstStyle/>
          <a:p>
            <a:pPr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</p:spTree>
    <p:extLst>
      <p:ext uri="{BB962C8B-B14F-4D97-AF65-F5344CB8AC3E}">
        <p14:creationId xmlns:p14="http://schemas.microsoft.com/office/powerpoint/2010/main" val="137766869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>
          <a:solidFill>
            <a:schemeClr val="phClr"/>
          </a:solidFill>
          <a:prstDash val="solid"/>
        </a:ln>
        <a:ln w="15875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>
          <a:solidFill>
            <a:schemeClr val="phClr"/>
          </a:solidFill>
          <a:prstDash val="solid"/>
        </a:ln>
        <a:ln w="15875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>
          <a:solidFill>
            <a:schemeClr val="phClr"/>
          </a:solidFill>
          <a:prstDash val="solid"/>
        </a:ln>
        <a:ln w="15875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National Academies PPT">
  <a:themeElements>
    <a:clrScheme name="National Academies Office Colors">
      <a:dk1>
        <a:srgbClr val="3B3B3C"/>
      </a:dk1>
      <a:lt1>
        <a:sysClr val="window" lastClr="FFFFFF"/>
      </a:lt1>
      <a:dk2>
        <a:srgbClr val="211747"/>
      </a:dk2>
      <a:lt2>
        <a:srgbClr val="F3F1EB"/>
      </a:lt2>
      <a:accent1>
        <a:srgbClr val="211747"/>
      </a:accent1>
      <a:accent2>
        <a:srgbClr val="4148C2"/>
      </a:accent2>
      <a:accent3>
        <a:srgbClr val="E269A0"/>
      </a:accent3>
      <a:accent4>
        <a:srgbClr val="FEDA6C"/>
      </a:accent4>
      <a:accent5>
        <a:srgbClr val="7ADBF0"/>
      </a:accent5>
      <a:accent6>
        <a:srgbClr val="DCF9E5"/>
      </a:accent6>
      <a:hlink>
        <a:srgbClr val="0563C1"/>
      </a:hlink>
      <a:folHlink>
        <a:srgbClr val="954F72"/>
      </a:folHlink>
    </a:clrScheme>
    <a:fontScheme name="National Academies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National Academies Office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heme1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>
          <a:solidFill>
            <a:schemeClr val="phClr"/>
          </a:solidFill>
          <a:prstDash val="solid"/>
        </a:ln>
        <a:ln w="15875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heme1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>
          <a:solidFill>
            <a:schemeClr val="phClr"/>
          </a:solidFill>
          <a:prstDash val="solid"/>
        </a:ln>
        <a:ln w="15875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1669</Words>
  <Application>Microsoft Macintosh PowerPoint</Application>
  <DocSecurity>0</DocSecurity>
  <PresentationFormat>On-screen Show (16:9)</PresentationFormat>
  <Paragraphs>163</Paragraphs>
  <Slides>19</Slides>
  <Notes>19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19</vt:i4>
      </vt:variant>
    </vt:vector>
  </HeadingPairs>
  <TitlesOfParts>
    <vt:vector size="31" baseType="lpstr">
      <vt:lpstr>Arial</vt:lpstr>
      <vt:lpstr>Calibri</vt:lpstr>
      <vt:lpstr>Calibri Light</vt:lpstr>
      <vt:lpstr>Georgia</vt:lpstr>
      <vt:lpstr>Montserrat</vt:lpstr>
      <vt:lpstr>Palatino</vt:lpstr>
      <vt:lpstr>Verdana</vt:lpstr>
      <vt:lpstr>Theme1</vt:lpstr>
      <vt:lpstr>1_Retrospect</vt:lpstr>
      <vt:lpstr>2_Retrospect</vt:lpstr>
      <vt:lpstr>National Academies PPT</vt:lpstr>
      <vt:lpstr>Theme1</vt:lpstr>
      <vt:lpstr>Can ChatGPT harm learning? Reading a study statistically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Tian Zheng</cp:lastModifiedBy>
  <cp:revision>1</cp:revision>
  <dcterms:created xsi:type="dcterms:W3CDTF">2026-09-07T18:30:31Z</dcterms:created>
  <dcterms:modified xsi:type="dcterms:W3CDTF">2026-09-07T19:11:24Z</dcterms:modified>
</cp:coreProperties>
</file>