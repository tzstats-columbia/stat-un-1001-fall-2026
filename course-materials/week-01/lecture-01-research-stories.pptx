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Masters/slideMaster4.xml" ContentType="application/vnd.openxmlformats-officedocument.presentationml.slideMaster+xml"/>
  <Override PartName="/ppt/slideMasters/theme/theme5.xml" ContentType="application/vnd.openxmlformats-officedocument.theme+xml"/>
  <Override PartName="/ppt/slideMasters/slideMaster5.xml" ContentType="application/vnd.openxmlformats-officedocument.presentationml.slideMaster+xml"/>
  <Override PartName="/ppt/slideMasters/theme/theme6.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notesMasters/notesMaster1.xml" ContentType="application/vnd.openxmlformats-officedocument.presentationml.notesMaster+xml"/>
  <Override PartName="/ppt/notesMasters/theme/theme7.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ac81aee8154706" /><Relationship Type="http://schemas.openxmlformats.org/officeDocument/2006/relationships/extended-properties" Target="/docProps/app.xml" Id="Raf5c656960e64f07" /><Relationship Type="http://schemas.openxmlformats.org/officeDocument/2006/relationships/officeDocument" Target="/ppt/presentation.xml" Id="R564acf8bb2df4873" /></Relationships>
</file>

<file path=ppt/presentation.xml><?xml version="1.0" encoding="utf-8"?>
<p:presentation xmlns:p="http://schemas.openxmlformats.org/presentationml/2006/main">
  <p:sldMasterIdLst>
    <p:sldMasterId xmlns:r="http://schemas.openxmlformats.org/officeDocument/2006/relationships" id="2147483648" r:id="R22396bd51c2d4312"/>
    <p:sldMasterId xmlns:r="http://schemas.openxmlformats.org/officeDocument/2006/relationships" id="2147483668" r:id="R7f2c4fdbd9bc4cb8"/>
    <p:sldMasterId xmlns:r="http://schemas.openxmlformats.org/officeDocument/2006/relationships" id="2147483680" r:id="R69fd82924e5a4163"/>
    <p:sldMasterId xmlns:r="http://schemas.openxmlformats.org/officeDocument/2006/relationships" id="2147483692" r:id="R38024e2e169a4def"/>
    <p:sldMasterId xmlns:r="http://schemas.openxmlformats.org/officeDocument/2006/relationships" id="2147483727" r:id="R1978869940f04c94"/>
  </p:sldMasterIdLst>
  <p:notesMasterIdLst>
    <p:notesMasterId xmlns:r="http://schemas.openxmlformats.org/officeDocument/2006/relationships" r:id="R5a2c16eed38e41da"/>
  </p:notesMasterIdLst>
  <p:sldIdLst>
    <p:sldId xmlns:r="http://schemas.openxmlformats.org/officeDocument/2006/relationships" id="256" r:id="Rdd38c25148654686"/>
    <p:sldId xmlns:r="http://schemas.openxmlformats.org/officeDocument/2006/relationships" id="257" r:id="Re96f46f41b7047e6"/>
    <p:sldId xmlns:r="http://schemas.openxmlformats.org/officeDocument/2006/relationships" id="258" r:id="R0bb4a27e01b94b96"/>
    <p:sldId xmlns:r="http://schemas.openxmlformats.org/officeDocument/2006/relationships" id="259" r:id="Rcfd3ba5e77f14d56"/>
    <p:sldId xmlns:r="http://schemas.openxmlformats.org/officeDocument/2006/relationships" id="260" r:id="Rd3d4d4580c134585"/>
    <p:sldId xmlns:r="http://schemas.openxmlformats.org/officeDocument/2006/relationships" id="261" r:id="R35b68a9f7b8241f4"/>
    <p:sldId xmlns:r="http://schemas.openxmlformats.org/officeDocument/2006/relationships" id="262" r:id="R07b61d0184644fc9"/>
    <p:sldId xmlns:r="http://schemas.openxmlformats.org/officeDocument/2006/relationships" id="263" r:id="R01a29a412cc44908"/>
    <p:sldId xmlns:r="http://schemas.openxmlformats.org/officeDocument/2006/relationships" id="264" r:id="R886d9cc481064957"/>
    <p:sldId xmlns:r="http://schemas.openxmlformats.org/officeDocument/2006/relationships" id="265" r:id="Ra646beef66ed4818"/>
    <p:sldId xmlns:r="http://schemas.openxmlformats.org/officeDocument/2006/relationships" id="266" r:id="R54f762765ed14113"/>
    <p:sldId xmlns:r="http://schemas.openxmlformats.org/officeDocument/2006/relationships" id="267" r:id="R19a6882534e44d99"/>
    <p:sldId xmlns:r="http://schemas.openxmlformats.org/officeDocument/2006/relationships" id="268" r:id="Rdc1f572e712f4dd0"/>
    <p:sldId xmlns:r="http://schemas.openxmlformats.org/officeDocument/2006/relationships" id="269" r:id="Red95769de6bb46c5"/>
    <p:sldId xmlns:r="http://schemas.openxmlformats.org/officeDocument/2006/relationships" id="270" r:id="Rdcc2223689774b35"/>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b67f27a945a433a" /><Relationship Type="http://schemas.openxmlformats.org/officeDocument/2006/relationships/slideMaster" Target="/ppt/slideMasters/slideMaster1.xml" Id="R22396bd51c2d4312" /><Relationship Type="http://schemas.openxmlformats.org/officeDocument/2006/relationships/slideMaster" Target="/ppt/slideMasters/slideMaster2.xml" Id="R7f2c4fdbd9bc4cb8" /><Relationship Type="http://schemas.openxmlformats.org/officeDocument/2006/relationships/slideMaster" Target="/ppt/slideMasters/slideMaster3.xml" Id="R69fd82924e5a4163" /><Relationship Type="http://schemas.openxmlformats.org/officeDocument/2006/relationships/slideMaster" Target="/ppt/slideMasters/slideMaster4.xml" Id="R38024e2e169a4def" /><Relationship Type="http://schemas.openxmlformats.org/officeDocument/2006/relationships/slideMaster" Target="/ppt/slideMasters/slideMaster5.xml" Id="R1978869940f04c94" /><Relationship Type="http://schemas.openxmlformats.org/officeDocument/2006/relationships/notesMaster" Target="/ppt/notesMasters/notesMaster1.xml" Id="R5a2c16eed38e41da" /><Relationship Type="http://schemas.openxmlformats.org/officeDocument/2006/relationships/presProps" Target="/ppt/presProps.xml" Id="Rf9c294ef81114efd" /><Relationship Type="http://schemas.openxmlformats.org/officeDocument/2006/relationships/viewProps" Target="/ppt/viewProps.xml" Id="R9a963c52fc4a4722" /><Relationship Type="http://schemas.openxmlformats.org/officeDocument/2006/relationships/tableStyles" Target="/ppt/tableStyles.xml" Id="R8a199e38dc61469c" /><Relationship Type="http://schemas.openxmlformats.org/officeDocument/2006/relationships/slide" Target="/ppt/slides/slide1.xml" Id="Rdd38c25148654686" /><Relationship Type="http://schemas.openxmlformats.org/officeDocument/2006/relationships/slide" Target="/ppt/slides/slide2.xml" Id="Re96f46f41b7047e6" /><Relationship Type="http://schemas.openxmlformats.org/officeDocument/2006/relationships/slide" Target="/ppt/slides/slide3.xml" Id="R0bb4a27e01b94b96" /><Relationship Type="http://schemas.openxmlformats.org/officeDocument/2006/relationships/slide" Target="/ppt/slides/slide4.xml" Id="Rcfd3ba5e77f14d56" /><Relationship Type="http://schemas.openxmlformats.org/officeDocument/2006/relationships/slide" Target="/ppt/slides/slide5.xml" Id="Rd3d4d4580c134585" /><Relationship Type="http://schemas.openxmlformats.org/officeDocument/2006/relationships/slide" Target="/ppt/slides/slide6.xml" Id="R35b68a9f7b8241f4" /><Relationship Type="http://schemas.openxmlformats.org/officeDocument/2006/relationships/slide" Target="/ppt/slides/slide7.xml" Id="R07b61d0184644fc9" /><Relationship Type="http://schemas.openxmlformats.org/officeDocument/2006/relationships/slide" Target="/ppt/slides/slide8.xml" Id="R01a29a412cc44908" /><Relationship Type="http://schemas.openxmlformats.org/officeDocument/2006/relationships/slide" Target="/ppt/slides/slide9.xml" Id="R886d9cc481064957" /><Relationship Type="http://schemas.openxmlformats.org/officeDocument/2006/relationships/slide" Target="/ppt/slides/slide10.xml" Id="Ra646beef66ed4818" /><Relationship Type="http://schemas.openxmlformats.org/officeDocument/2006/relationships/slide" Target="/ppt/slides/slide11.xml" Id="R54f762765ed14113" /><Relationship Type="http://schemas.openxmlformats.org/officeDocument/2006/relationships/slide" Target="/ppt/slides/slide12.xml" Id="R19a6882534e44d99" /><Relationship Type="http://schemas.openxmlformats.org/officeDocument/2006/relationships/slide" Target="/ppt/slides/slide13.xml" Id="Rdc1f572e712f4dd0" /><Relationship Type="http://schemas.openxmlformats.org/officeDocument/2006/relationships/slide" Target="/ppt/slides/slide14.xml" Id="Red95769de6bb46c5" /><Relationship Type="http://schemas.openxmlformats.org/officeDocument/2006/relationships/slide" Target="/ppt/slides/slide15.xml" Id="Rdcc2223689774b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7.xml" Id="Redf6fb8a3d4e4c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7.xml><?xml version="1.0" encoding="utf-8"?>
<a:theme xmlns:a="http://schemas.openxmlformats.org/drawingml/2006/main" name="Theme1">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a:solidFill>
            <a:schemeClr val="phClr"/>
          </a:solidFill>
          <a:prstDash val="solid"/>
        </a:ln>
        <a:ln w="15875">
          <a:solidFill>
            <a:schemeClr val="phClr"/>
          </a:solidFill>
          <a:prstDash val="solid"/>
        </a:ln>
        <a:ln w="25400">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7b417684dd4f7c" /><Relationship Type="http://schemas.openxmlformats.org/officeDocument/2006/relationships/notesMaster" Target="/ppt/notesMasters/notesMaster1.xml" Id="R87d4fac164c94e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cc35499f634abf" /><Relationship Type="http://schemas.openxmlformats.org/officeDocument/2006/relationships/notesMaster" Target="/ppt/notesMasters/notesMaster1.xml" Id="R37676214374e48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e9d36cede94344" /><Relationship Type="http://schemas.openxmlformats.org/officeDocument/2006/relationships/notesMaster" Target="/ppt/notesMasters/notesMaster1.xml" Id="R53b296e8087943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58e9bf9c364ae4" /><Relationship Type="http://schemas.openxmlformats.org/officeDocument/2006/relationships/notesMaster" Target="/ppt/notesMasters/notesMaster1.xml" Id="Rd845b9fbb7e746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09f62ea47b4ed5" /><Relationship Type="http://schemas.openxmlformats.org/officeDocument/2006/relationships/notesMaster" Target="/ppt/notesMasters/notesMaster1.xml" Id="Rcd672f140b3f4f2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ddddaa91744eb8" /><Relationship Type="http://schemas.openxmlformats.org/officeDocument/2006/relationships/notesMaster" Target="/ppt/notesMasters/notesMaster1.xml" Id="R6787573c5d4347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f9f1fc015ae432e" /><Relationship Type="http://schemas.openxmlformats.org/officeDocument/2006/relationships/notesMaster" Target="/ppt/notesMasters/notesMaster1.xml" Id="Rc3e95e4689c143a1"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9fd942bc44491c" /><Relationship Type="http://schemas.openxmlformats.org/officeDocument/2006/relationships/notesMaster" Target="/ppt/notesMasters/notesMaster1.xml" Id="R3c895cc8e230451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da3fa83430d4d74" /><Relationship Type="http://schemas.openxmlformats.org/officeDocument/2006/relationships/notesMaster" Target="/ppt/notesMasters/notesMaster1.xml" Id="Rd636cb96ec5a445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cf0aa1becf49c8" /><Relationship Type="http://schemas.openxmlformats.org/officeDocument/2006/relationships/notesMaster" Target="/ppt/notesMasters/notesMaster1.xml" Id="R9b5187217a344ca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eb6dd7b0a34b18" /><Relationship Type="http://schemas.openxmlformats.org/officeDocument/2006/relationships/notesMaster" Target="/ppt/notesMasters/notesMaster1.xml" Id="R60d06460be8e42e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074ed353c394ba7" /><Relationship Type="http://schemas.openxmlformats.org/officeDocument/2006/relationships/notesMaster" Target="/ppt/notesMasters/notesMaster1.xml" Id="R024b829ea5dc4d1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66471a0a3ef4bde" /><Relationship Type="http://schemas.openxmlformats.org/officeDocument/2006/relationships/notesMaster" Target="/ppt/notesMasters/notesMaster1.xml" Id="R98c38dc79438469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8b990c223584e7b" /><Relationship Type="http://schemas.openxmlformats.org/officeDocument/2006/relationships/notesMaster" Target="/ppt/notesMasters/notesMaster1.xml" Id="R908184e5990f453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eb42bc94c744ba5" /><Relationship Type="http://schemas.openxmlformats.org/officeDocument/2006/relationships/notesMaster" Target="/ppt/notesMasters/notesMaster1.xml" Id="R3e069836dbf247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research segment as three examples of statistical work: finding predictive structure, building trustworthy data workflows, and evaluating an evaluation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b="1"/>
              <a:t>NASEM framing: statistics sits at the core of science, engineering, and medicine because evidence in each domain depends on data collection, modeling, uncertainty, and evaluation. Source: National Academies, Frontiers of Statistics in Science and Engineering: 2035 and Beyond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lines to frame statistics as a discipline that connects data, knowledge, and action. Source: Stephen Senn, Dicing with Death (Cambridge University Press, 2003), https://www.senns.uk/DICE.html (page updated February 15, 2025).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Preview the three projects in language accessible to an introductory statistics class. Ask students what the word ‘significant’ means to them before using its statistical meaning.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paper title to pose the central distinction. A statistically significant association may contribute little accuracy for new cases. Source: Lo, Chernoff, Zheng, and Lo, ‘Why significant variables aren’t automatically good predictors,’ PNAS (2015).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distinction conceptual. Significance concerns evidence against a model-based null claim. Prediction concerns error on cases not used to build the model. Sample size can make a weak association statistically detectable without making it useful for prediction. Source: Lo, Chernoff, Zheng, and Lo, ‘Why significant variables aren’t automatically good predictors,’ PNAS (2015).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method at a high level. The I-score measures how strongly outcome means differ across partitions of the cases. Partition retention repeatedly removes variables that do not help the score, which can reveal jointly informative variables. Source: Chernoff, Lo, and Zheng, ‘Discovering Influential Variables: A Method of Partitions,’ Annals of Applied Statistics (2009).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Climate data are distributed across many portals, formats, and agencies. The research problem includes finding and integrating data, not only fitting a model. Source cited on slide: Kempler et al. (2012).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Walk from the orchestrator to the four specialized agents: verification, data discovery, data acquisition, and modeling and analytics. Source: Jaber et al., AutoClimDS, IEEE CAI (2026), arXiv:2509.21553.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proof of concept asks AutoClimDS to reproduce a published New York Harbor sea-level decomposition using natural-language requests. Compare the replicated figure with the original and discuss what must be checked beyond visual similarity. Sources: Jaber et al., AutoClimDS; NPCC4 technical report, DOI 10.1111/nyas.15116.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the architecture to the course language of data provenance, variables, measurement, and claims. Source: Jaber et al., ‘AutoClimDS: Climate Data Science Agentic AI — A Knowledge Graph Is All You Need,’ IEEE CAI (2026), arXiv:2509.21553.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rich agent output can contain the correct answer plus code, logs, and many other numbers. Exact string matching can create false negatives, such as treating 0.2 and 0.20 as different. Benchmark: 153 numerical QRData tasks from DSGym.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evaluation pipeline extracts an answer, applies a strict grader, uses a lenient grader when needed, and calibrates outcomes against human inspection. The nudge requests a single numerical answer when the system cannot confidently identify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recall as the share of human-identified correct answers that the grader recognizes as correct. These results show that evaluation design can change the apparent performance of the same agent. Source: Grade the Grader project materials in the supplied deck and https://github.com/TZstats-Columbia/STAI-X-Grade-The-Grader.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connecting current research to introductory statistical reasoning. Each project requires defining the cases and variables, understanding the data-generating process, deciding what to summarize, and checking how far a conclusion can travel.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91b5cc6ce24dcc" /><Relationship Type="http://schemas.openxmlformats.org/officeDocument/2006/relationships/image" Target="/ppt/media/image.jpeg" Id="Rd47d00bd41e9462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933ee9fa1a4460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c001e43d384411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4f5cfe36277497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b9d537fa6c14a4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4c028f5569f48f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b058f5b9e1c46c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230bbaa8de947c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272dbd2970a4f5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dcaccdd4a064c7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08c49a2295d4a18"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237a2742659d4151"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4746fcb4e10c46f7"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2943936608424de8"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bb720d49b1944d9b"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aa5b5c00e8434cec"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0c03e36294924501"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9434a84cd5944c32"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66a1dcd65a4142f0"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be189c55609d4325" /><Relationship Type="http://schemas.openxmlformats.org/officeDocument/2006/relationships/image" Target="/ppt/media/image.jpeg" Id="R5c987600043d4519"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2.xml" Id="R31b5557d2bc046e0"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2.xml" Id="R337074be298a4b8a"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2.xml" Id="R8e8422c2bafb4a35"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2.xml" Id="Rfbcafaf241e44427"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2.xml" Id="Raf6679ee65464ca5"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2.xml" Id="Re931045a27c74859"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2.xml" Id="Ra4df7f021e6049c1"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2.xml" Id="R811f9c9d725d44a0"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2.xml" Id="R0afb7fd5802549e5"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2.xml" Id="Rad92e890ab3a490b"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3.xml" Id="R01145031285046f9" /><Relationship Type="http://schemas.openxmlformats.org/officeDocument/2006/relationships/image" Target="/ppt/media/image.jpeg" Id="R64ed8bd5a2f24bdc"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3.xml" Id="Rac6b9b7ead8c406f"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3.xml" Id="R2eba569e3b9f4974"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3.xml" Id="R1a666e9ef77042dc"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3.xml" Id="R5355eb1b123e4d22"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3.xml" Id="Rea95ee613c944413" /></Relationships>
</file>

<file path=ppt/slideLayouts/_rels/slideLayout37.xml.rels>&#65279;<?xml version="1.0" encoding="utf-8"?><Relationships xmlns="http://schemas.openxmlformats.org/package/2006/relationships"><Relationship Type="http://schemas.openxmlformats.org/officeDocument/2006/relationships/slideMaster" Target="/ppt/slideMasters/slideMaster3.xml" Id="R37072e03f7c648e9" /></Relationships>
</file>

<file path=ppt/slideLayouts/_rels/slideLayout38.xml.rels>&#65279;<?xml version="1.0" encoding="utf-8"?><Relationships xmlns="http://schemas.openxmlformats.org/package/2006/relationships"><Relationship Type="http://schemas.openxmlformats.org/officeDocument/2006/relationships/slideMaster" Target="/ppt/slideMasters/slideMaster3.xml" Id="Rb8c18d2ed9934ded" /></Relationships>
</file>

<file path=ppt/slideLayouts/_rels/slideLayout39.xml.rels>&#65279;<?xml version="1.0" encoding="utf-8"?><Relationships xmlns="http://schemas.openxmlformats.org/package/2006/relationships"><Relationship Type="http://schemas.openxmlformats.org/officeDocument/2006/relationships/slideMaster" Target="/ppt/slideMasters/slideMaster3.xml" Id="R87b815cb8b4049e5" /></Relationships>
</file>

<file path=ppt/slideLayouts/_rels/slideLayout40.xml.rels>&#65279;<?xml version="1.0" encoding="utf-8"?><Relationships xmlns="http://schemas.openxmlformats.org/package/2006/relationships"><Relationship Type="http://schemas.openxmlformats.org/officeDocument/2006/relationships/slideMaster" Target="/ppt/slideMasters/slideMaster3.xml" Id="R196203bff12046c1" /></Relationships>
</file>

<file path=ppt/slideLayouts/_rels/slideLayout41.xml.rels>&#65279;<?xml version="1.0" encoding="utf-8"?><Relationships xmlns="http://schemas.openxmlformats.org/package/2006/relationships"><Relationship Type="http://schemas.openxmlformats.org/officeDocument/2006/relationships/slideMaster" Target="/ppt/slideMasters/slideMaster3.xml" Id="Rc809d79d3083463f" /></Relationships>
</file>

<file path=ppt/slideLayouts/_rels/slideLayout42.xml.rels>&#65279;<?xml version="1.0" encoding="utf-8"?><Relationships xmlns="http://schemas.openxmlformats.org/package/2006/relationships"><Relationship Type="http://schemas.openxmlformats.org/officeDocument/2006/relationships/slideMaster" Target="/ppt/slideMasters/slideMaster4.xml" Id="R87d6412eece340f7" /></Relationships>
</file>

<file path=ppt/slideLayouts/_rels/slideLayout43.xml.rels>&#65279;<?xml version="1.0" encoding="utf-8"?><Relationships xmlns="http://schemas.openxmlformats.org/package/2006/relationships"><Relationship Type="http://schemas.openxmlformats.org/officeDocument/2006/relationships/slideMaster" Target="/ppt/slideMasters/slideMaster4.xml" Id="R444b857d613c40f8" /></Relationships>
</file>

<file path=ppt/slideLayouts/_rels/slideLayout44.xml.rels>&#65279;<?xml version="1.0" encoding="utf-8"?><Relationships xmlns="http://schemas.openxmlformats.org/package/2006/relationships"><Relationship Type="http://schemas.openxmlformats.org/officeDocument/2006/relationships/slideMaster" Target="/ppt/slideMasters/slideMaster4.xml" Id="R48aa4cd9911c49ef" /></Relationships>
</file>

<file path=ppt/slideLayouts/_rels/slideLayout45.xml.rels>&#65279;<?xml version="1.0" encoding="utf-8"?><Relationships xmlns="http://schemas.openxmlformats.org/package/2006/relationships"><Relationship Type="http://schemas.openxmlformats.org/officeDocument/2006/relationships/slideMaster" Target="/ppt/slideMasters/slideMaster4.xml" Id="R58711401ba764d9b" /></Relationships>
</file>

<file path=ppt/slideLayouts/_rels/slideLayout46.xml.rels>&#65279;<?xml version="1.0" encoding="utf-8"?><Relationships xmlns="http://schemas.openxmlformats.org/package/2006/relationships"><Relationship Type="http://schemas.openxmlformats.org/officeDocument/2006/relationships/slideMaster" Target="/ppt/slideMasters/slideMaster4.xml" Id="Rd90a15a0657e44bd" /></Relationships>
</file>

<file path=ppt/slideLayouts/_rels/slideLayout47.xml.rels>&#65279;<?xml version="1.0" encoding="utf-8"?><Relationships xmlns="http://schemas.openxmlformats.org/package/2006/relationships"><Relationship Type="http://schemas.openxmlformats.org/officeDocument/2006/relationships/slideMaster" Target="/ppt/slideMasters/slideMaster4.xml" Id="R4f5c8efd3be942ee" /></Relationships>
</file>

<file path=ppt/slideLayouts/_rels/slideLayout48.xml.rels>&#65279;<?xml version="1.0" encoding="utf-8"?><Relationships xmlns="http://schemas.openxmlformats.org/package/2006/relationships"><Relationship Type="http://schemas.openxmlformats.org/officeDocument/2006/relationships/slideMaster" Target="/ppt/slideMasters/slideMaster4.xml" Id="R9d1a51a031d7456c" /></Relationships>
</file>

<file path=ppt/slideLayouts/_rels/slideLayout49.xml.rels>&#65279;<?xml version="1.0" encoding="utf-8"?><Relationships xmlns="http://schemas.openxmlformats.org/package/2006/relationships"><Relationship Type="http://schemas.openxmlformats.org/officeDocument/2006/relationships/slideMaster" Target="/ppt/slideMasters/slideMaster4.xml" Id="Rcd45f512ea484d9e" /></Relationships>
</file>

<file path=ppt/slideLayouts/_rels/slideLayout50.xml.rels>&#65279;<?xml version="1.0" encoding="utf-8"?><Relationships xmlns="http://schemas.openxmlformats.org/package/2006/relationships"><Relationship Type="http://schemas.openxmlformats.org/officeDocument/2006/relationships/slideMaster" Target="/ppt/slideMasters/slideMaster4.xml" Id="R8f9f757ae16f415d" /></Relationships>
</file>

<file path=ppt/slideLayouts/_rels/slideLayout51.xml.rels>&#65279;<?xml version="1.0" encoding="utf-8"?><Relationships xmlns="http://schemas.openxmlformats.org/package/2006/relationships"><Relationship Type="http://schemas.openxmlformats.org/officeDocument/2006/relationships/slideMaster" Target="/ppt/slideMasters/slideMaster4.xml" Id="R56ae446fb352419c" /></Relationships>
</file>

<file path=ppt/slideLayouts/_rels/slideLayout52.xml.rels>&#65279;<?xml version="1.0" encoding="utf-8"?><Relationships xmlns="http://schemas.openxmlformats.org/package/2006/relationships"><Relationship Type="http://schemas.openxmlformats.org/officeDocument/2006/relationships/slideMaster" Target="/ppt/slideMasters/slideMaster4.xml" Id="Rc37a0bdd889b4f6b" /></Relationships>
</file>

<file path=ppt/slideLayouts/_rels/slideLayout53.xml.rels>&#65279;<?xml version="1.0" encoding="utf-8"?><Relationships xmlns="http://schemas.openxmlformats.org/package/2006/relationships"><Relationship Type="http://schemas.openxmlformats.org/officeDocument/2006/relationships/slideMaster" Target="/ppt/slideMasters/slideMaster4.xml" Id="R9a2de85dd0f243b4" /></Relationships>
</file>

<file path=ppt/slideLayouts/_rels/slideLayout54.xml.rels>&#65279;<?xml version="1.0" encoding="utf-8"?><Relationships xmlns="http://schemas.openxmlformats.org/package/2006/relationships"><Relationship Type="http://schemas.openxmlformats.org/officeDocument/2006/relationships/slideMaster" Target="/ppt/slideMasters/slideMaster4.xml" Id="Rf79d1ec715a4487e" /></Relationships>
</file>

<file path=ppt/slideLayouts/_rels/slideLayout55.xml.rels>&#65279;<?xml version="1.0" encoding="utf-8"?><Relationships xmlns="http://schemas.openxmlformats.org/package/2006/relationships"><Relationship Type="http://schemas.openxmlformats.org/officeDocument/2006/relationships/slideMaster" Target="/ppt/slideMasters/slideMaster4.xml" Id="R23e295aaf65b4704" /></Relationships>
</file>

<file path=ppt/slideLayouts/_rels/slideLayout56.xml.rels>&#65279;<?xml version="1.0" encoding="utf-8"?><Relationships xmlns="http://schemas.openxmlformats.org/package/2006/relationships"><Relationship Type="http://schemas.openxmlformats.org/officeDocument/2006/relationships/slideMaster" Target="/ppt/slideMasters/slideMaster4.xml" Id="R043a550f1cfc455a" /></Relationships>
</file>

<file path=ppt/slideLayouts/_rels/slideLayout57.xml.rels>&#65279;<?xml version="1.0" encoding="utf-8"?><Relationships xmlns="http://schemas.openxmlformats.org/package/2006/relationships"><Relationship Type="http://schemas.openxmlformats.org/officeDocument/2006/relationships/slideMaster" Target="/ppt/slideMasters/slideMaster4.xml" Id="Rbbda4e3e85d04325" /></Relationships>
</file>

<file path=ppt/slideLayouts/_rels/slideLayout58.xml.rels>&#65279;<?xml version="1.0" encoding="utf-8"?><Relationships xmlns="http://schemas.openxmlformats.org/package/2006/relationships"><Relationship Type="http://schemas.openxmlformats.org/officeDocument/2006/relationships/slideMaster" Target="/ppt/slideMasters/slideMaster4.xml" Id="Rdce72fa154db4ca3" /></Relationships>
</file>

<file path=ppt/slideLayouts/_rels/slideLayout59.xml.rels>&#65279;<?xml version="1.0" encoding="utf-8"?><Relationships xmlns="http://schemas.openxmlformats.org/package/2006/relationships"><Relationship Type="http://schemas.openxmlformats.org/officeDocument/2006/relationships/slideMaster" Target="/ppt/slideMasters/slideMaster4.xml" Id="R7a0c35c3c0db4e73" /></Relationships>
</file>

<file path=ppt/slideLayouts/_rels/slideLayout60.xml.rels>&#65279;<?xml version="1.0" encoding="utf-8"?><Relationships xmlns="http://schemas.openxmlformats.org/package/2006/relationships"><Relationship Type="http://schemas.openxmlformats.org/officeDocument/2006/relationships/slideMaster" Target="/ppt/slideMasters/slideMaster4.xml" Id="R4e8255c539e1432c" /></Relationships>
</file>

<file path=ppt/slideLayouts/_rels/slideLayout61.xml.rels>&#65279;<?xml version="1.0" encoding="utf-8"?><Relationships xmlns="http://schemas.openxmlformats.org/package/2006/relationships"><Relationship Type="http://schemas.openxmlformats.org/officeDocument/2006/relationships/slideMaster" Target="/ppt/slideMasters/slideMaster4.xml" Id="R73970a4ae77e48a9" /></Relationships>
</file>

<file path=ppt/slideLayouts/_rels/slideLayout62.xml.rels>&#65279;<?xml version="1.0" encoding="utf-8"?><Relationships xmlns="http://schemas.openxmlformats.org/package/2006/relationships"><Relationship Type="http://schemas.openxmlformats.org/officeDocument/2006/relationships/slideMaster" Target="/ppt/slideMasters/slideMaster4.xml" Id="R8429448ffdb847e4" /></Relationships>
</file>

<file path=ppt/slideLayouts/_rels/slideLayout63.xml.rels>&#65279;<?xml version="1.0" encoding="utf-8"?><Relationships xmlns="http://schemas.openxmlformats.org/package/2006/relationships"><Relationship Type="http://schemas.openxmlformats.org/officeDocument/2006/relationships/slideMaster" Target="/ppt/slideMasters/slideMaster4.xml" Id="R0677a47fd7db4651" /></Relationships>
</file>

<file path=ppt/slideLayouts/_rels/slideLayout64.xml.rels>&#65279;<?xml version="1.0" encoding="utf-8"?><Relationships xmlns="http://schemas.openxmlformats.org/package/2006/relationships"><Relationship Type="http://schemas.openxmlformats.org/officeDocument/2006/relationships/slideMaster" Target="/ppt/slideMasters/slideMaster4.xml" Id="Rf7c5bac5133a4c24" /></Relationships>
</file>

<file path=ppt/slideLayouts/_rels/slideLayout65.xml.rels>&#65279;<?xml version="1.0" encoding="utf-8"?><Relationships xmlns="http://schemas.openxmlformats.org/package/2006/relationships"><Relationship Type="http://schemas.openxmlformats.org/officeDocument/2006/relationships/slideMaster" Target="/ppt/slideMasters/slideMaster4.xml" Id="R1f8113d8883b4969" /></Relationships>
</file>

<file path=ppt/slideLayouts/_rels/slideLayout66.xml.rels>&#65279;<?xml version="1.0" encoding="utf-8"?><Relationships xmlns="http://schemas.openxmlformats.org/package/2006/relationships"><Relationship Type="http://schemas.openxmlformats.org/officeDocument/2006/relationships/slideMaster" Target="/ppt/slideMasters/slideMaster4.xml" Id="R0ed9b09172bf48dc" /></Relationships>
</file>

<file path=ppt/slideLayouts/_rels/slideLayout67.xml.rels>&#65279;<?xml version="1.0" encoding="utf-8"?><Relationships xmlns="http://schemas.openxmlformats.org/package/2006/relationships"><Relationship Type="http://schemas.openxmlformats.org/officeDocument/2006/relationships/slideMaster" Target="/ppt/slideMasters/slideMaster4.xml" Id="R2211ea6e64b1447a" /></Relationships>
</file>

<file path=ppt/slideLayouts/_rels/slideLayout68.xml.rels>&#65279;<?xml version="1.0" encoding="utf-8"?><Relationships xmlns="http://schemas.openxmlformats.org/package/2006/relationships"><Relationship Type="http://schemas.openxmlformats.org/officeDocument/2006/relationships/slideMaster" Target="/ppt/slideMasters/slideMaster4.xml" Id="Rd2e4469270654f24" /></Relationships>
</file>

<file path=ppt/slideLayouts/_rels/slideLayout69.xml.rels>&#65279;<?xml version="1.0" encoding="utf-8"?><Relationships xmlns="http://schemas.openxmlformats.org/package/2006/relationships"><Relationship Type="http://schemas.openxmlformats.org/officeDocument/2006/relationships/slideMaster" Target="/ppt/slideMasters/slideMaster4.xml" Id="Rb022bbcbe16e4aa0" /></Relationships>
</file>

<file path=ppt/slideLayouts/_rels/slideLayout70.xml.rels>&#65279;<?xml version="1.0" encoding="utf-8"?><Relationships xmlns="http://schemas.openxmlformats.org/package/2006/relationships"><Relationship Type="http://schemas.openxmlformats.org/officeDocument/2006/relationships/slideMaster" Target="/ppt/slideMasters/slideMaster4.xml" Id="Rafe8523885bc4aab" /></Relationships>
</file>

<file path=ppt/slideLayouts/_rels/slideLayout71.xml.rels>&#65279;<?xml version="1.0" encoding="utf-8"?><Relationships xmlns="http://schemas.openxmlformats.org/package/2006/relationships"><Relationship Type="http://schemas.openxmlformats.org/officeDocument/2006/relationships/slideMaster" Target="/ppt/slideMasters/slideMaster4.xml" Id="R940659c25de8461d" /></Relationships>
</file>

<file path=ppt/slideLayouts/_rels/slideLayout72.xml.rels>&#65279;<?xml version="1.0" encoding="utf-8"?><Relationships xmlns="http://schemas.openxmlformats.org/package/2006/relationships"><Relationship Type="http://schemas.openxmlformats.org/officeDocument/2006/relationships/slideMaster" Target="/ppt/slideMasters/slideMaster4.xml" Id="R485ceeaea9ea4142" /></Relationships>
</file>

<file path=ppt/slideLayouts/_rels/slideLayout73.xml.rels>&#65279;<?xml version="1.0" encoding="utf-8"?><Relationships xmlns="http://schemas.openxmlformats.org/package/2006/relationships"><Relationship Type="http://schemas.openxmlformats.org/officeDocument/2006/relationships/slideMaster" Target="/ppt/slideMasters/slideMaster4.xml" Id="R7ec5f4c9c9934608" /></Relationships>
</file>

<file path=ppt/slideLayouts/_rels/slideLayout74.xml.rels>&#65279;<?xml version="1.0" encoding="utf-8"?><Relationships xmlns="http://schemas.openxmlformats.org/package/2006/relationships"><Relationship Type="http://schemas.openxmlformats.org/officeDocument/2006/relationships/slideMaster" Target="/ppt/slideMasters/slideMaster4.xml" Id="R43eaea4ce7754da9" /></Relationships>
</file>

<file path=ppt/slideLayouts/_rels/slideLayout75.xml.rels>&#65279;<?xml version="1.0" encoding="utf-8"?><Relationships xmlns="http://schemas.openxmlformats.org/package/2006/relationships"><Relationship Type="http://schemas.openxmlformats.org/officeDocument/2006/relationships/slideMaster" Target="/ppt/slideMasters/slideMaster4.xml" Id="R32822d4bd49b453f" /></Relationships>
</file>

<file path=ppt/slideLayouts/_rels/slideLayout76.xml.rels>&#65279;<?xml version="1.0" encoding="utf-8"?><Relationships xmlns="http://schemas.openxmlformats.org/package/2006/relationships"><Relationship Type="http://schemas.openxmlformats.org/officeDocument/2006/relationships/slideMaster" Target="/ppt/slideMasters/slideMaster5.xml" Id="Rf7e208e08dca4402" /></Relationships>
</file>

<file path=ppt/slideLayouts/slideLayout1.xml><?xml version="1.0" encoding="utf-8"?>
<p:sldLayout xmlns:p="http://schemas.openxmlformats.org/presentationml/2006/main" showMasterSp="0" type="title" preserve="1">
  <p:cSld name="Title Slide">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BE284AFC-8E87-4B0E-BE39-13D7D7004D4C}"/>
              </a:ext>
            </a:extLst>
          </p:cNvPr>
          <p:cNvSpPr>
            <a:spLocks xmlns:a="http://schemas.openxmlformats.org/drawingml/2006/main" noGrp="1"/>
          </p:cNvSpPr>
          <p:nvPr/>
        </p:nvSpPr>
        <p:spPr>
          <a:xfrm xmlns:a="http://schemas.openxmlformats.org/drawingml/2006/main">
            <a:off x="1" y="4750738"/>
            <a:ext cx="9144000" cy="49863"/>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4D8BB117-1CF2-48CB-B3CB-01F0BB7C8AE4}"/>
              </a:ext>
            </a:extLst>
          </p:cNvPr>
          <p:cNvSpPr>
            <a:spLocks xmlns:a="http://schemas.openxmlformats.org/drawingml/2006/main" noGrp="1"/>
          </p:cNvSpPr>
          <p:nvPr>
            <p:ph type="ctrTitle" idx="0"/>
          </p:nvPr>
        </p:nvSpPr>
        <p:spPr>
          <a:xfrm xmlns:a="http://schemas.openxmlformats.org/drawingml/2006/main">
            <a:off x="822960" y="569214"/>
            <a:ext cx="7543800" cy="2674620"/>
          </a:xfrm>
        </p:spPr>
        <p:txBody>
          <a:bodyPr xmlns:a="http://schemas.openxmlformats.org/drawingml/2006/main" anchor="b">
            <a:normAutofit/>
          </a:bodyPr>
          <a:lstStyle xmlns:a="http://schemas.openxmlformats.org/drawingml/2006/main">
            <a:lvl1pPr algn="l">
              <a:lnSpc>
                <a:spcPct val="85000"/>
              </a:lnSpc>
              <a:buNone/>
              <a:defRPr sz="5400" spc="-34" baseline="0">
                <a:solidFill>
                  <a:schemeClr val="tx1">
                    <a:lumMod val="85000"/>
                    <a:lumOff val="15000"/>
                  </a:schemeClr>
                </a:solidFill>
              </a:defRPr>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D1F20E0A-CBBD-4238-8F8D-E5DB83C23641}"/>
              </a:ext>
            </a:extLst>
          </p:cNvPr>
          <p:cNvSpPr>
            <a:spLocks xmlns:a="http://schemas.openxmlformats.org/drawingml/2006/main" noGrp="1"/>
          </p:cNvSpPr>
          <p:nvPr>
            <p:ph type="subTitle" idx="1"/>
          </p:nvPr>
        </p:nvSpPr>
        <p:spPr>
          <a:xfrm xmlns:a="http://schemas.openxmlformats.org/drawingml/2006/main">
            <a:off x="825038" y="3341716"/>
            <a:ext cx="7543800" cy="857250"/>
          </a:xfrm>
        </p:spPr>
        <p:txBody>
          <a:bodyPr xmlns:a="http://schemas.openxmlformats.org/drawingml/2006/main" lIns="91440" rIns="91440">
            <a:normAutofit/>
          </a:bodyPr>
          <a:lstStyle xmlns:a="http://schemas.openxmlformats.org/drawingml/2006/main">
            <a:lvl1pPr marL="0" indent="0" algn="l">
              <a:buNone/>
              <a:defRPr sz="1620" cap="all" spc="135" baseline="0">
                <a:solidFill>
                  <a:schemeClr val="tx2"/>
                </a:solidFill>
                <a:latin typeface="+mj-lt"/>
                <a:ea typeface="+mj-lt"/>
                <a:cs typeface="+mj-lt"/>
              </a:defRPr>
            </a:lvl1pPr>
            <a:lvl2pPr marL="308610" indent="0" algn="ctr">
              <a:buNone/>
              <a:defRPr sz="1620"/>
            </a:lvl2pPr>
            <a:lvl3pPr marL="617220" indent="0" algn="ctr">
              <a:buNone/>
              <a:defRPr sz="1620"/>
            </a:lvl3pPr>
            <a:lvl4pPr marL="925830" indent="0" algn="ctr">
              <a:buNone/>
              <a:defRPr sz="1350"/>
            </a:lvl4pPr>
            <a:lvl5pPr marL="1234440" indent="0" algn="ctr">
              <a:buNone/>
              <a:defRPr sz="1350"/>
            </a:lvl5pPr>
            <a:lvl6pPr marL="1543050" indent="0" algn="ctr">
              <a:buNone/>
              <a:defRPr sz="1350"/>
            </a:lvl6pPr>
            <a:lvl7pPr marL="1851660" indent="0" algn="ctr">
              <a:buNone/>
              <a:defRPr sz="1350"/>
            </a:lvl7pPr>
            <a:lvl8pPr marL="2160270" indent="0" algn="ctr">
              <a:buNone/>
              <a:defRPr sz="1350"/>
            </a:lvl8pPr>
            <a:lvl9pPr marL="2468880" indent="0" algn="ctr">
              <a:buNone/>
              <a:defRPr sz="1350"/>
            </a:lvl9pPr>
          </a:lstStyle>
          <a:p xmlns:a="http://schemas.openxmlformats.org/drawingml/2006/main">
            <a:r>
              <a:t>Click to edit Master subtitle style</a:t>
            </a:r>
            <a:endParaRPr/>
          </a:p>
        </p:txBody>
      </p:sp>
      <p:sp>
        <p:nvSpPr>
          <p:cNvPr id="9" name="Straight Connector 8">
            <a:extLst xmlns:a="http://schemas.openxmlformats.org/drawingml/2006/main">
              <a:ext uri="{FF2B5EF4-FFF2-40B4-BE49-F238E27FC236}">
                <a16:creationId xmlns:a16="http://schemas.microsoft.com/office/drawing/2014/main" id="{40BB1C1A-EF68-4561-8736-3081C217C916}"/>
              </a:ext>
            </a:extLst>
          </p:cNvPr>
          <p:cNvSpPr>
            <a:spLocks xmlns:a="http://schemas.openxmlformats.org/drawingml/2006/main" noGrp="1"/>
          </p:cNvSpPr>
          <p:nvPr/>
        </p:nvSpPr>
        <p:spPr>
          <a:xfrm xmlns:a="http://schemas.openxmlformats.org/drawingml/2006/main">
            <a:off x="905744" y="3257550"/>
            <a:ext cx="7406640" cy="0"/>
          </a:xfrm>
          <a:prstGeom xmlns:a="http://schemas.openxmlformats.org/drawingml/2006/main" prst="line">
            <a:avLst/>
          </a:prstGeom>
          <a:ln xmlns:a="http://schemas.openxmlformats.org/drawingml/2006/main" w="6350">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15" name="Picture 9"/>
          <p:cNvPicPr>
            <a:picLocks xmlns:a="http://schemas.openxmlformats.org/drawingml/2006/main" noChangeAspect="1"/>
          </p:cNvPicPr>
          <p:nvPr/>
        </p:nvPicPr>
        <p:blipFill>
          <a:blip xmlns:r="http://schemas.openxmlformats.org/officeDocument/2006/relationships" xmlns:a="http://schemas.openxmlformats.org/drawingml/2006/main" r:embed="Rd47d00bd41e94626"/>
          <a:stretch xmlns:a="http://schemas.openxmlformats.org/drawingml/2006/main">
            <a:fillRect l="0" t="0" r="0" b="0"/>
          </a:stretch>
        </p:blipFill>
        <p:spPr>
          <a:xfrm xmlns:a="http://schemas.openxmlformats.org/drawingml/2006/main">
            <a:off x="32374" y="4868549"/>
            <a:ext cx="1725549" cy="231683"/>
          </a:xfrm>
          <a:prstGeom xmlns:a="http://schemas.openxmlformats.org/drawingml/2006/main" prst="rect">
            <a:avLst/>
          </a:prstGeom>
        </p:spPr>
      </p:pic>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5327EC0-7888-4F79-B783-AE2428F2BC6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6A93E751-77B0-4F13-B5FF-1F88F1EE1B9A}"/>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22C94EE-EA18-4705-BF34-74EAFB95DD8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B3A1323-8D79-1946-B0D7-40001CF92E9D}" type="datetimeFigureOut">
              <a:t>9/1/26</a:t>
            </a:fld>
            <a:endParaRPr/>
          </a:p>
        </p:txBody>
      </p:sp>
      <p:sp>
        <p:nvSpPr>
          <p:cNvPr id="5" name="Footer Placeholder 4">
            <a:extLst xmlns:a="http://schemas.openxmlformats.org/drawingml/2006/main">
              <a:ext uri="{FF2B5EF4-FFF2-40B4-BE49-F238E27FC236}">
                <a16:creationId xmlns:a16="http://schemas.microsoft.com/office/drawing/2014/main" id="{063BF6DA-1BEE-4E99-A6D1-1992C8C5E44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96932D3-1CDF-475C-A7BE-B30DBBBCD73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sldLayout>
</file>

<file path=ppt/slideLayouts/slideLayout3.xml><?xml version="1.0" encoding="utf-8"?>
<p:sldLayout xmlns:p="http://schemas.openxmlformats.org/presentationml/2006/main" showMasterSp="0" type="secHead" preserve="1">
  <p:cSld name="Section Header">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2BB03172-C8C6-46AC-A7B7-B3D74A98CA80}"/>
              </a:ext>
            </a:extLst>
          </p:cNvPr>
          <p:cNvSpPr>
            <a:spLocks xmlns:a="http://schemas.openxmlformats.org/drawingml/2006/main" noGrp="1"/>
          </p:cNvSpPr>
          <p:nvPr/>
        </p:nvSpPr>
        <p:spPr>
          <a:xfrm xmlns:a="http://schemas.openxmlformats.org/drawingml/2006/main">
            <a:off x="2383" y="4800600"/>
            <a:ext cx="9141619" cy="34290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8" name="Rectangle 7">
            <a:extLst xmlns:a="http://schemas.openxmlformats.org/drawingml/2006/main">
              <a:ext uri="{FF2B5EF4-FFF2-40B4-BE49-F238E27FC236}">
                <a16:creationId xmlns:a16="http://schemas.microsoft.com/office/drawing/2014/main" id="{BD5622D9-8DB9-46AE-A9C6-9734DE7F45DE}"/>
              </a:ext>
            </a:extLst>
          </p:cNvPr>
          <p:cNvSpPr>
            <a:spLocks xmlns:a="http://schemas.openxmlformats.org/drawingml/2006/main" noGrp="1"/>
          </p:cNvSpPr>
          <p:nvPr/>
        </p:nvSpPr>
        <p:spPr>
          <a:xfrm xmlns:a="http://schemas.openxmlformats.org/drawingml/2006/main">
            <a:off x="13" y="4750737"/>
            <a:ext cx="9141619" cy="48006"/>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E12FBB2A-32DC-42B3-8511-61D72DB09EC9}"/>
              </a:ext>
            </a:extLst>
          </p:cNvPr>
          <p:cNvSpPr>
            <a:spLocks xmlns:a="http://schemas.openxmlformats.org/drawingml/2006/main" noGrp="1"/>
          </p:cNvSpPr>
          <p:nvPr>
            <p:ph type="title" idx="0"/>
          </p:nvPr>
        </p:nvSpPr>
        <p:spPr>
          <a:xfrm xmlns:a="http://schemas.openxmlformats.org/drawingml/2006/main">
            <a:off x="822960" y="569214"/>
            <a:ext cx="7543800" cy="2674620"/>
          </a:xfrm>
        </p:spPr>
        <p:txBody>
          <a:bodyPr xmlns:a="http://schemas.openxmlformats.org/drawingml/2006/main" anchor="b">
            <a:normAutofit/>
          </a:bodyPr>
          <a:lstStyle xmlns:a="http://schemas.openxmlformats.org/drawingml/2006/main">
            <a:lvl1pPr>
              <a:lnSpc>
                <a:spcPct val="85000"/>
              </a:lnSpc>
              <a:buNone/>
              <a:defRPr sz="5400" b="0">
                <a:solidFill>
                  <a:schemeClr val="tx1">
                    <a:lumMod val="85000"/>
                    <a:lumOff val="15000"/>
                  </a:schemeClr>
                </a:solidFill>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B01D0C5-3408-40AF-9F12-D8B0B1F4259E}"/>
              </a:ext>
            </a:extLst>
          </p:cNvPr>
          <p:cNvSpPr>
            <a:spLocks xmlns:a="http://schemas.openxmlformats.org/drawingml/2006/main" noGrp="1"/>
          </p:cNvSpPr>
          <p:nvPr>
            <p:ph type="body" idx="1"/>
          </p:nvPr>
        </p:nvSpPr>
        <p:spPr>
          <a:xfrm xmlns:a="http://schemas.openxmlformats.org/drawingml/2006/main">
            <a:off x="822960" y="3339846"/>
            <a:ext cx="7543800" cy="857250"/>
          </a:xfrm>
        </p:spPr>
        <p:txBody>
          <a:bodyPr xmlns:a="http://schemas.openxmlformats.org/drawingml/2006/main" lIns="91440" rIns="91440" anchor="t">
            <a:normAutofit/>
          </a:bodyPr>
          <a:lstStyle xmlns:a="http://schemas.openxmlformats.org/drawingml/2006/main">
            <a:lvl1pPr marL="0" indent="0">
              <a:buNone/>
              <a:defRPr sz="1620" cap="all" spc="135" baseline="0">
                <a:solidFill>
                  <a:schemeClr val="tx2"/>
                </a:solidFill>
                <a:latin typeface="+mj-lt"/>
                <a:ea typeface="+mj-lt"/>
                <a:cs typeface="+mj-lt"/>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xmlns:a="http://schemas.openxmlformats.org/drawingml/2006/main">
            <a:pPr lvl="0">
              <a:buNone/>
            </a:pPr>
            <a:r>
              <a:t>Edit Master text styles</a:t>
            </a:r>
          </a:p>
        </p:txBody>
      </p:sp>
      <p:sp>
        <p:nvSpPr>
          <p:cNvPr id="4" name="Date Placeholder 3">
            <a:extLst xmlns:a="http://schemas.openxmlformats.org/drawingml/2006/main">
              <a:ext uri="{FF2B5EF4-FFF2-40B4-BE49-F238E27FC236}">
                <a16:creationId xmlns:a16="http://schemas.microsoft.com/office/drawing/2014/main" id="{157A2AD8-F7F4-475A-8B91-BF22B31CD8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DFA1846-DA80-1C48-A609-854EA85C59AD}" type="datetimeFigureOut">
              <a:t>9/1/26</a:t>
            </a:fld>
            <a:endParaRPr/>
          </a:p>
        </p:txBody>
      </p:sp>
      <p:sp>
        <p:nvSpPr>
          <p:cNvPr id="5" name="Footer Placeholder 4">
            <a:extLst xmlns:a="http://schemas.openxmlformats.org/drawingml/2006/main">
              <a:ext uri="{FF2B5EF4-FFF2-40B4-BE49-F238E27FC236}">
                <a16:creationId xmlns:a16="http://schemas.microsoft.com/office/drawing/2014/main" id="{7B357B30-9DD6-46CF-8B3B-5BDF5D45FD4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FE3438A-1C29-44B2-9E55-4B54C77E27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
        <p:nvSpPr>
          <p:cNvPr id="9" name="Straight Connector 8">
            <a:extLst xmlns:a="http://schemas.openxmlformats.org/drawingml/2006/main">
              <a:ext uri="{FF2B5EF4-FFF2-40B4-BE49-F238E27FC236}">
                <a16:creationId xmlns:a16="http://schemas.microsoft.com/office/drawing/2014/main" id="{5DD025DF-55E6-47BB-BA54-D9BDBB245862}"/>
              </a:ext>
            </a:extLst>
          </p:cNvPr>
          <p:cNvSpPr>
            <a:spLocks xmlns:a="http://schemas.openxmlformats.org/drawingml/2006/main" noGrp="1"/>
          </p:cNvSpPr>
          <p:nvPr/>
        </p:nvSpPr>
        <p:spPr>
          <a:xfrm xmlns:a="http://schemas.openxmlformats.org/drawingml/2006/main">
            <a:off x="905744" y="3257550"/>
            <a:ext cx="7406640" cy="0"/>
          </a:xfrm>
          <a:prstGeom xmlns:a="http://schemas.openxmlformats.org/drawingml/2006/main" prst="line">
            <a:avLst/>
          </a:prstGeom>
          <a:ln xmlns:a="http://schemas.openxmlformats.org/drawingml/2006/main" w="6350">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8" name="Title 7">
            <a:extLst xmlns:a="http://schemas.openxmlformats.org/drawingml/2006/main">
              <a:ext uri="{FF2B5EF4-FFF2-40B4-BE49-F238E27FC236}">
                <a16:creationId xmlns:a16="http://schemas.microsoft.com/office/drawing/2014/main" id="{D323C587-AFEF-4A1B-A582-18D625D47ED8}"/>
              </a:ext>
            </a:extLst>
          </p:cNvPr>
          <p:cNvSpPr>
            <a:spLocks xmlns:a="http://schemas.openxmlformats.org/drawingml/2006/main" noGrp="1"/>
          </p:cNvSpPr>
          <p:nvPr>
            <p:ph type="title" idx="0"/>
          </p:nvPr>
        </p:nvSpPr>
        <p:spPr>
          <a:xfrm xmlns:a="http://schemas.openxmlformats.org/drawingml/2006/main">
            <a:off x="822960" y="214952"/>
            <a:ext cx="7543800" cy="1088068"/>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1EF4743D-9CF4-4538-BAE8-FBE205FD1FF0}"/>
              </a:ext>
            </a:extLst>
          </p:cNvPr>
          <p:cNvSpPr>
            <a:spLocks xmlns:a="http://schemas.openxmlformats.org/drawingml/2006/main" noGrp="1"/>
          </p:cNvSpPr>
          <p:nvPr>
            <p:ph idx="1"/>
          </p:nvPr>
        </p:nvSpPr>
        <p:spPr>
          <a:xfrm xmlns:a="http://schemas.openxmlformats.org/drawingml/2006/main">
            <a:off x="822960" y="1384301"/>
            <a:ext cx="3703320" cy="3017519"/>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361DADF-2F8B-47EB-902B-361ABDF242C5}"/>
              </a:ext>
            </a:extLst>
          </p:cNvPr>
          <p:cNvSpPr>
            <a:spLocks xmlns:a="http://schemas.openxmlformats.org/drawingml/2006/main" noGrp="1"/>
          </p:cNvSpPr>
          <p:nvPr>
            <p:ph idx="2"/>
          </p:nvPr>
        </p:nvSpPr>
        <p:spPr>
          <a:xfrm xmlns:a="http://schemas.openxmlformats.org/drawingml/2006/main">
            <a:off x="4663440" y="1384302"/>
            <a:ext cx="3703320" cy="301752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91B300EA-8C58-4C3C-AF76-9BF967BAF48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7302355-E14B-8545-A8F8-0FE83CC9D524}" type="datetimeFigureOut">
              <a:t>9/1/26</a:t>
            </a:fld>
            <a:endParaRPr/>
          </a:p>
        </p:txBody>
      </p:sp>
      <p:sp>
        <p:nvSpPr>
          <p:cNvPr id="6" name="Footer Placeholder 5">
            <a:extLst xmlns:a="http://schemas.openxmlformats.org/drawingml/2006/main">
              <a:ext uri="{FF2B5EF4-FFF2-40B4-BE49-F238E27FC236}">
                <a16:creationId xmlns:a16="http://schemas.microsoft.com/office/drawing/2014/main" id="{D7DCC448-6979-4108-AFC8-422247A6435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FB96C2D-70BC-440F-92C5-2388F321CF8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10" name="Title 9">
            <a:extLst xmlns:a="http://schemas.openxmlformats.org/drawingml/2006/main">
              <a:ext uri="{FF2B5EF4-FFF2-40B4-BE49-F238E27FC236}">
                <a16:creationId xmlns:a16="http://schemas.microsoft.com/office/drawing/2014/main" id="{AE0044F8-3FBF-4990-820F-5E2D72EB4166}"/>
              </a:ext>
            </a:extLst>
          </p:cNvPr>
          <p:cNvSpPr>
            <a:spLocks xmlns:a="http://schemas.openxmlformats.org/drawingml/2006/main" noGrp="1"/>
          </p:cNvSpPr>
          <p:nvPr>
            <p:ph type="title" idx="0"/>
          </p:nvPr>
        </p:nvSpPr>
        <p:spPr>
          <a:xfrm xmlns:a="http://schemas.openxmlformats.org/drawingml/2006/main">
            <a:off x="822960" y="214952"/>
            <a:ext cx="7543800" cy="1088068"/>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877F71A5-7DF6-45FD-ACFD-6E8831BFE36C}"/>
              </a:ext>
            </a:extLst>
          </p:cNvPr>
          <p:cNvSpPr>
            <a:spLocks xmlns:a="http://schemas.openxmlformats.org/drawingml/2006/main" noGrp="1"/>
          </p:cNvSpPr>
          <p:nvPr>
            <p:ph type="body" idx="1"/>
          </p:nvPr>
        </p:nvSpPr>
        <p:spPr>
          <a:xfrm xmlns:a="http://schemas.openxmlformats.org/drawingml/2006/main">
            <a:off x="822960" y="1384539"/>
            <a:ext cx="3703320" cy="552211"/>
          </a:xfrm>
        </p:spPr>
        <p:txBody>
          <a:bodyPr xmlns:a="http://schemas.openxmlformats.org/drawingml/2006/main" lIns="91440" rIns="91440" anchor="ctr">
            <a:normAutofit/>
          </a:bodyPr>
          <a:lstStyle xmlns:a="http://schemas.openxmlformats.org/drawingml/2006/main">
            <a:lvl1pPr marL="0" indent="0">
              <a:buNone/>
              <a:defRPr sz="1350" b="0" cap="all" baseline="0">
                <a:solidFill>
                  <a:schemeClr val="tx2"/>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xmlns:a="http://schemas.openxmlformats.org/drawingml/2006/main">
            <a:pPr lvl="0">
              <a:buNone/>
            </a:pPr>
            <a:r>
              <a:t>Edit Master text styles</a:t>
            </a:r>
          </a:p>
        </p:txBody>
      </p:sp>
      <p:sp>
        <p:nvSpPr>
          <p:cNvPr id="4" name="Content Placeholder 3">
            <a:extLst xmlns:a="http://schemas.openxmlformats.org/drawingml/2006/main">
              <a:ext uri="{FF2B5EF4-FFF2-40B4-BE49-F238E27FC236}">
                <a16:creationId xmlns:a16="http://schemas.microsoft.com/office/drawing/2014/main" id="{6987D9A8-6FF0-4C58-B3D9-AEA8F2394142}"/>
              </a:ext>
            </a:extLst>
          </p:cNvPr>
          <p:cNvSpPr>
            <a:spLocks xmlns:a="http://schemas.openxmlformats.org/drawingml/2006/main" noGrp="1"/>
          </p:cNvSpPr>
          <p:nvPr>
            <p:ph idx="2"/>
          </p:nvPr>
        </p:nvSpPr>
        <p:spPr>
          <a:xfrm xmlns:a="http://schemas.openxmlformats.org/drawingml/2006/main">
            <a:off x="822960" y="1936752"/>
            <a:ext cx="3703320" cy="246507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9CE566CA-3474-4274-A0BB-33971925C67D}"/>
              </a:ext>
            </a:extLst>
          </p:cNvPr>
          <p:cNvSpPr>
            <a:spLocks xmlns:a="http://schemas.openxmlformats.org/drawingml/2006/main" noGrp="1"/>
          </p:cNvSpPr>
          <p:nvPr>
            <p:ph type="body" idx="3"/>
          </p:nvPr>
        </p:nvSpPr>
        <p:spPr>
          <a:xfrm xmlns:a="http://schemas.openxmlformats.org/drawingml/2006/main">
            <a:off x="4663440" y="1384539"/>
            <a:ext cx="3703320" cy="552211"/>
          </a:xfrm>
        </p:spPr>
        <p:txBody>
          <a:bodyPr xmlns:a="http://schemas.openxmlformats.org/drawingml/2006/main" lIns="91440" rIns="91440" anchor="ctr">
            <a:normAutofit/>
          </a:bodyPr>
          <a:lstStyle xmlns:a="http://schemas.openxmlformats.org/drawingml/2006/main">
            <a:lvl1pPr marL="0" indent="0">
              <a:buNone/>
              <a:defRPr sz="1350" b="0" cap="all" baseline="0">
                <a:solidFill>
                  <a:schemeClr val="tx2"/>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xmlns:a="http://schemas.openxmlformats.org/drawingml/2006/main">
            <a:pPr lvl="0">
              <a:buNone/>
            </a:pPr>
            <a:r>
              <a:t>Edit Master text styles</a:t>
            </a:r>
          </a:p>
        </p:txBody>
      </p:sp>
      <p:sp>
        <p:nvSpPr>
          <p:cNvPr id="6" name="Content Placeholder 5">
            <a:extLst xmlns:a="http://schemas.openxmlformats.org/drawingml/2006/main">
              <a:ext uri="{FF2B5EF4-FFF2-40B4-BE49-F238E27FC236}">
                <a16:creationId xmlns:a16="http://schemas.microsoft.com/office/drawing/2014/main" id="{58FD09DC-3B9F-4699-99AA-5D98726AD9EA}"/>
              </a:ext>
            </a:extLst>
          </p:cNvPr>
          <p:cNvSpPr>
            <a:spLocks xmlns:a="http://schemas.openxmlformats.org/drawingml/2006/main" noGrp="1"/>
          </p:cNvSpPr>
          <p:nvPr>
            <p:ph idx="4"/>
          </p:nvPr>
        </p:nvSpPr>
        <p:spPr>
          <a:xfrm xmlns:a="http://schemas.openxmlformats.org/drawingml/2006/main">
            <a:off x="4663440" y="1936751"/>
            <a:ext cx="3703320" cy="246507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BD944942-8A07-465E-ADBB-47DD7F8B7DE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2640F58-564D-2B4F-AE67-E407BA4FCF45}" type="datetimeFigureOut">
              <a:t>9/1/26</a:t>
            </a:fld>
            <a:endParaRPr/>
          </a:p>
        </p:txBody>
      </p:sp>
      <p:sp>
        <p:nvSpPr>
          <p:cNvPr id="8" name="Footer Placeholder 7">
            <a:extLst xmlns:a="http://schemas.openxmlformats.org/drawingml/2006/main">
              <a:ext uri="{FF2B5EF4-FFF2-40B4-BE49-F238E27FC236}">
                <a16:creationId xmlns:a16="http://schemas.microsoft.com/office/drawing/2014/main" id="{94EA360A-BF90-4154-A632-2DBA4C10A5F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4D8BF464-3292-4A15-8662-D4B9F724ED0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8747848-90DC-4E82-8793-D9AFE2DA73A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B8371DB2-0E4F-4EDE-A6EB-616898AAD96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13A34C8-038E-2045-AF43-DF7DBB8E0E9E}" type="datetimeFigureOut">
              <a:t>9/1/26</a:t>
            </a:fld>
            <a:endParaRPr/>
          </a:p>
        </p:txBody>
      </p:sp>
      <p:sp>
        <p:nvSpPr>
          <p:cNvPr id="4" name="Footer Placeholder 3">
            <a:extLst xmlns:a="http://schemas.openxmlformats.org/drawingml/2006/main">
              <a:ext uri="{FF2B5EF4-FFF2-40B4-BE49-F238E27FC236}">
                <a16:creationId xmlns:a16="http://schemas.microsoft.com/office/drawing/2014/main" id="{A08F177A-C152-44AF-94D4-B5867649B85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344609AB-61F4-4E61-9E57-4223E65F44B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2D8A8411-E9F4-4135-BC64-C1666317C091}"/>
              </a:ext>
            </a:extLst>
          </p:cNvPr>
          <p:cNvSpPr>
            <a:spLocks xmlns:a="http://schemas.openxmlformats.org/drawingml/2006/main" noGrp="1"/>
          </p:cNvSpPr>
          <p:nvPr/>
        </p:nvSpPr>
        <p:spPr>
          <a:xfrm xmlns:a="http://schemas.openxmlformats.org/drawingml/2006/main">
            <a:off x="2383" y="4800600"/>
            <a:ext cx="9141619" cy="34290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6" name="Rectangle 5">
            <a:extLst xmlns:a="http://schemas.openxmlformats.org/drawingml/2006/main">
              <a:ext uri="{FF2B5EF4-FFF2-40B4-BE49-F238E27FC236}">
                <a16:creationId xmlns:a16="http://schemas.microsoft.com/office/drawing/2014/main" id="{5F6F7C43-735E-4E07-9556-D2F469FF7861}"/>
              </a:ext>
            </a:extLst>
          </p:cNvPr>
          <p:cNvSpPr>
            <a:spLocks xmlns:a="http://schemas.openxmlformats.org/drawingml/2006/main" noGrp="1"/>
          </p:cNvSpPr>
          <p:nvPr/>
        </p:nvSpPr>
        <p:spPr>
          <a:xfrm xmlns:a="http://schemas.openxmlformats.org/drawingml/2006/main">
            <a:off x="13" y="4750737"/>
            <a:ext cx="9141619" cy="48006"/>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7" name="Date Placeholder 6">
            <a:extLst xmlns:a="http://schemas.openxmlformats.org/drawingml/2006/main">
              <a:ext uri="{FF2B5EF4-FFF2-40B4-BE49-F238E27FC236}">
                <a16:creationId xmlns:a16="http://schemas.microsoft.com/office/drawing/2014/main" id="{F944895B-E13D-4ABB-A07E-44AB56E47F8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818C68F-D26B-8F47-958C-23B49CF8A634}" type="datetimeFigureOut">
              <a:t>9/1/26</a:t>
            </a:fld>
            <a:endParaRPr/>
          </a:p>
        </p:txBody>
      </p:sp>
      <p:sp>
        <p:nvSpPr>
          <p:cNvPr id="8" name="Footer Placeholder 7">
            <a:extLst xmlns:a="http://schemas.openxmlformats.org/drawingml/2006/main">
              <a:ext uri="{FF2B5EF4-FFF2-40B4-BE49-F238E27FC236}">
                <a16:creationId xmlns:a16="http://schemas.microsoft.com/office/drawing/2014/main" id="{43ED10AD-943E-493B-B1FF-43A9B46F047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FFFFFF"/>
                </a:solidFill>
              </a:defRPr>
            </a:lvl1pPr>
          </a:lstStyle>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F2EF2D1-BEEF-42AD-832B-3FAD5BDD24F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sldLayout>
</file>

<file path=ppt/slideLayouts/slideLayout8.xml><?xml version="1.0" encoding="utf-8"?>
<p:sldLayout xmlns:p="http://schemas.openxmlformats.org/presentationml/2006/main" showMasterSp="0" type="objTx" preserve="1">
  <p:cSld name="Content with Caption">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7943E99E-AA37-40FD-9BA2-34341CAE072A}"/>
              </a:ext>
            </a:extLst>
          </p:cNvPr>
          <p:cNvSpPr>
            <a:spLocks xmlns:a="http://schemas.openxmlformats.org/drawingml/2006/main" noGrp="1"/>
          </p:cNvSpPr>
          <p:nvPr/>
        </p:nvSpPr>
        <p:spPr>
          <a:xfrm xmlns:a="http://schemas.openxmlformats.org/drawingml/2006/main">
            <a:off x="14" y="0"/>
            <a:ext cx="3038093" cy="514350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9" name="Rectangle 8">
            <a:extLst xmlns:a="http://schemas.openxmlformats.org/drawingml/2006/main">
              <a:ext uri="{FF2B5EF4-FFF2-40B4-BE49-F238E27FC236}">
                <a16:creationId xmlns:a16="http://schemas.microsoft.com/office/drawing/2014/main" id="{B50E7AF5-17B9-4DD8-B837-56C2B26F4276}"/>
              </a:ext>
            </a:extLst>
          </p:cNvPr>
          <p:cNvSpPr>
            <a:spLocks xmlns:a="http://schemas.openxmlformats.org/drawingml/2006/main" noGrp="1"/>
          </p:cNvSpPr>
          <p:nvPr/>
        </p:nvSpPr>
        <p:spPr>
          <a:xfrm xmlns:a="http://schemas.openxmlformats.org/drawingml/2006/main">
            <a:off x="3030053" y="0"/>
            <a:ext cx="48006" cy="514350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7ADB3D10-3642-4614-9D8E-BF0E3FE0E5D9}"/>
              </a:ext>
            </a:extLst>
          </p:cNvPr>
          <p:cNvSpPr>
            <a:spLocks xmlns:a="http://schemas.openxmlformats.org/drawingml/2006/main" noGrp="1"/>
          </p:cNvSpPr>
          <p:nvPr>
            <p:ph type="title" idx="0"/>
          </p:nvPr>
        </p:nvSpPr>
        <p:spPr>
          <a:xfrm xmlns:a="http://schemas.openxmlformats.org/drawingml/2006/main">
            <a:off x="342900" y="445769"/>
            <a:ext cx="2400300" cy="1714500"/>
          </a:xfrm>
        </p:spPr>
        <p:txBody>
          <a:bodyPr xmlns:a="http://schemas.openxmlformats.org/drawingml/2006/main" anchor="b">
            <a:normAutofit/>
          </a:bodyPr>
          <a:lstStyle xmlns:a="http://schemas.openxmlformats.org/drawingml/2006/main">
            <a:lvl1pPr>
              <a:buNone/>
              <a:defRPr sz="2430" b="0">
                <a:solidFill>
                  <a:srgbClr val="FFFFFF"/>
                </a:solidFill>
              </a:defRPr>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A117534-67B1-4353-A41D-D2620A1DC607}"/>
              </a:ext>
            </a:extLst>
          </p:cNvPr>
          <p:cNvSpPr>
            <a:spLocks xmlns:a="http://schemas.openxmlformats.org/drawingml/2006/main" noGrp="1"/>
          </p:cNvSpPr>
          <p:nvPr>
            <p:ph idx="1"/>
          </p:nvPr>
        </p:nvSpPr>
        <p:spPr>
          <a:xfrm xmlns:a="http://schemas.openxmlformats.org/drawingml/2006/main">
            <a:off x="3600450" y="548640"/>
            <a:ext cx="4869180" cy="394335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008FD932-7029-4DD7-9FD4-CFA596894CF3}"/>
              </a:ext>
            </a:extLst>
          </p:cNvPr>
          <p:cNvSpPr>
            <a:spLocks xmlns:a="http://schemas.openxmlformats.org/drawingml/2006/main" noGrp="1"/>
          </p:cNvSpPr>
          <p:nvPr>
            <p:ph type="body" idx="2"/>
          </p:nvPr>
        </p:nvSpPr>
        <p:spPr>
          <a:xfrm xmlns:a="http://schemas.openxmlformats.org/drawingml/2006/main">
            <a:off x="342900" y="2194561"/>
            <a:ext cx="2400300" cy="2534343"/>
          </a:xfrm>
        </p:spPr>
        <p:txBody>
          <a:bodyPr xmlns:a="http://schemas.openxmlformats.org/drawingml/2006/main" lIns="91440" rIns="91440">
            <a:normAutofit/>
          </a:bodyPr>
          <a:lstStyle xmlns:a="http://schemas.openxmlformats.org/drawingml/2006/main">
            <a:lvl1pPr marL="0" indent="0">
              <a:buNone/>
              <a:defRPr sz="1013">
                <a:solidFill>
                  <a:srgbClr val="FFFFFF"/>
                </a:solidFill>
              </a:defRPr>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94D419AD-9E32-4352-8690-52950115DE1F}"/>
              </a:ext>
            </a:extLst>
          </p:cNvPr>
          <p:cNvSpPr>
            <a:spLocks xmlns:a="http://schemas.openxmlformats.org/drawingml/2006/main" noGrp="1"/>
          </p:cNvSpPr>
          <p:nvPr>
            <p:ph type="dt" idx="10"/>
          </p:nvPr>
        </p:nvSpPr>
        <p:spPr>
          <a:xfrm xmlns:a="http://schemas.openxmlformats.org/drawingml/2006/main">
            <a:off x="349135" y="4844840"/>
            <a:ext cx="1963883" cy="273844"/>
          </a:xfrm>
        </p:spPr>
        <p:txBody>
          <a:bodyPr xmlns:a="http://schemas.openxmlformats.org/drawingml/2006/main"/>
          <a:lstStyle xmlns:a="http://schemas.openxmlformats.org/drawingml/2006/main">
            <a:lvl1pPr algn="l">
              <a:buNone/>
              <a:defRPr/>
            </a:lvl1pPr>
          </a:lstStyle>
          <a:p xmlns:a="http://schemas.openxmlformats.org/drawingml/2006/main">
            <a:fld id="{D0DF5E60-9974-AC48-9591-99C2BB44B7CF}" type="datetimeFigureOut">
              <a:t>9/1/26</a:t>
            </a:fld>
            <a:endParaRPr/>
          </a:p>
        </p:txBody>
      </p:sp>
      <p:sp>
        <p:nvSpPr>
          <p:cNvPr id="6" name="Footer Placeholder 5">
            <a:extLst xmlns:a="http://schemas.openxmlformats.org/drawingml/2006/main">
              <a:ext uri="{FF2B5EF4-FFF2-40B4-BE49-F238E27FC236}">
                <a16:creationId xmlns:a16="http://schemas.microsoft.com/office/drawing/2014/main" id="{7D7AD821-94A4-4DBD-ABDB-BBFE5469159A}"/>
              </a:ext>
            </a:extLst>
          </p:cNvPr>
          <p:cNvSpPr>
            <a:spLocks xmlns:a="http://schemas.openxmlformats.org/drawingml/2006/main" noGrp="1"/>
          </p:cNvSpPr>
          <p:nvPr>
            <p:ph type="ftr" idx="11"/>
          </p:nvPr>
        </p:nvSpPr>
        <p:spPr>
          <a:xfrm xmlns:a="http://schemas.openxmlformats.org/drawingml/2006/main">
            <a:off x="3600450" y="4844840"/>
            <a:ext cx="3486150" cy="273844"/>
          </a:xfrm>
        </p:spPr>
        <p:txBody>
          <a:bodyPr xmlns:a="http://schemas.openxmlformats.org/drawingml/2006/main"/>
          <a:lstStyle xmlns:a="http://schemas.openxmlformats.org/drawingml/2006/main">
            <a:lvl1pPr algn="l">
              <a:buNone/>
              <a:defRPr>
                <a:solidFill>
                  <a:schemeClr val="tx2"/>
                </a:solidFill>
              </a:defRPr>
            </a:lvl1pPr>
          </a:lstStyle>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FD12AAA-CC67-4B37-8C07-1B33CF0C20A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fld id="{D57F1E4F-1CFF-5643-939E-217C01CDF565}" type="slidenum">
              <a:t>‹#›</a:t>
            </a:fld>
            <a:endParaRPr/>
          </a:p>
        </p:txBody>
      </p:sp>
    </p:spTree>
  </p:cSld>
</p:sldLayout>
</file>

<file path=ppt/slideLayouts/slideLayout9.xml><?xml version="1.0" encoding="utf-8"?>
<p:sldLayout xmlns:p="http://schemas.openxmlformats.org/presentationml/2006/main" showMasterSp="0" type="picTx" preserve="1">
  <p:cSld name="Picture with Caption">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2CDD3D1A-97C3-4DDF-AEE1-38608AA41B7D}"/>
              </a:ext>
            </a:extLst>
          </p:cNvPr>
          <p:cNvSpPr>
            <a:spLocks xmlns:a="http://schemas.openxmlformats.org/drawingml/2006/main" noGrp="1"/>
          </p:cNvSpPr>
          <p:nvPr/>
        </p:nvSpPr>
        <p:spPr>
          <a:xfrm xmlns:a="http://schemas.openxmlformats.org/drawingml/2006/main">
            <a:off x="1" y="3714750"/>
            <a:ext cx="9141619" cy="142875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9" name="Rectangle 8">
            <a:extLst xmlns:a="http://schemas.openxmlformats.org/drawingml/2006/main">
              <a:ext uri="{FF2B5EF4-FFF2-40B4-BE49-F238E27FC236}">
                <a16:creationId xmlns:a16="http://schemas.microsoft.com/office/drawing/2014/main" id="{E33C07DE-40CF-4A37-BE4A-2C0F23E5577E}"/>
              </a:ext>
            </a:extLst>
          </p:cNvPr>
          <p:cNvSpPr>
            <a:spLocks xmlns:a="http://schemas.openxmlformats.org/drawingml/2006/main" noGrp="1"/>
          </p:cNvSpPr>
          <p:nvPr/>
        </p:nvSpPr>
        <p:spPr>
          <a:xfrm xmlns:a="http://schemas.openxmlformats.org/drawingml/2006/main">
            <a:off x="13" y="3686307"/>
            <a:ext cx="9141619" cy="48006"/>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F98D13FA-DF73-4605-B8A3-37C43E9BEF45}"/>
              </a:ext>
            </a:extLst>
          </p:cNvPr>
          <p:cNvSpPr>
            <a:spLocks xmlns:a="http://schemas.openxmlformats.org/drawingml/2006/main" noGrp="1"/>
          </p:cNvSpPr>
          <p:nvPr>
            <p:ph type="title" idx="0"/>
          </p:nvPr>
        </p:nvSpPr>
        <p:spPr>
          <a:xfrm xmlns:a="http://schemas.openxmlformats.org/drawingml/2006/main">
            <a:off x="822960" y="3806190"/>
            <a:ext cx="7585234" cy="617220"/>
          </a:xfrm>
        </p:spPr>
        <p:txBody>
          <a:bodyPr xmlns:a="http://schemas.openxmlformats.org/drawingml/2006/main" tIns="0" bIns="0" anchor="b">
            <a:noAutofit/>
          </a:bodyPr>
          <a:lstStyle xmlns:a="http://schemas.openxmlformats.org/drawingml/2006/main">
            <a:lvl1pPr>
              <a:buNone/>
              <a:defRPr sz="2430" b="0">
                <a:solidFill>
                  <a:srgbClr val="FFFFFF"/>
                </a:solidFill>
              </a:defRPr>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51103723-1D11-4717-804A-CDB4E41A61E7}"/>
              </a:ext>
            </a:extLst>
          </p:cNvPr>
          <p:cNvSpPr>
            <a:spLocks xmlns:a="http://schemas.openxmlformats.org/drawingml/2006/main" noGrp="1"/>
          </p:cNvSpPr>
          <p:nvPr>
            <p:ph type="pic" idx="1"/>
          </p:nvPr>
        </p:nvSpPr>
        <p:spPr>
          <a:xfrm xmlns:a="http://schemas.openxmlformats.org/drawingml/2006/main">
            <a:off x="13" y="1"/>
            <a:ext cx="9143989" cy="3686307"/>
          </a:xfrm>
          <a:prstGeom xmlns:a="http://schemas.openxmlformats.org/drawingml/2006/main" prst="rect">
            <a:avLst/>
          </a:prstGeom>
          <a:solidFill xmlns:a="http://schemas.openxmlformats.org/drawingml/2006/main">
            <a:schemeClr val="bg2">
              <a:lumMod val="90000"/>
            </a:schemeClr>
          </a:solidFill>
        </p:spPr>
        <p:txBody>
          <a:bodyPr xmlns:a="http://schemas.openxmlformats.org/drawingml/2006/main" lIns="457200" tIns="457200" anchor="t"/>
          <a:lstStyle xmlns:a="http://schemas.openxmlformats.org/drawingml/2006/main">
            <a:lvl1pPr marL="0" indent="0">
              <a:buNone/>
              <a:defRPr sz="2160"/>
            </a:lvl1pPr>
            <a:lvl2pPr marL="308610" indent="0">
              <a:buNone/>
              <a:defRPr sz="1890"/>
            </a:lvl2pPr>
            <a:lvl3pPr marL="617220" indent="0">
              <a:buNone/>
              <a:defRPr sz="1620"/>
            </a:lvl3pPr>
            <a:lvl4pPr marL="925830" indent="0">
              <a:buNone/>
              <a:defRPr sz="1350"/>
            </a:lvl4pPr>
            <a:lvl5pPr marL="1234440" indent="0">
              <a:buNone/>
              <a:defRPr sz="1350"/>
            </a:lvl5pPr>
            <a:lvl6pPr marL="1543050" indent="0">
              <a:buNone/>
              <a:defRPr sz="1350"/>
            </a:lvl6pPr>
            <a:lvl7pPr marL="1851660" indent="0">
              <a:buNone/>
              <a:defRPr sz="1350"/>
            </a:lvl7pPr>
            <a:lvl8pPr marL="2160270" indent="0">
              <a:buNone/>
              <a:defRPr sz="1350"/>
            </a:lvl8pPr>
            <a:lvl9pPr marL="2468880" indent="0">
              <a:buNone/>
              <a:defRPr sz="135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9B8830FC-D60E-4350-A436-B8C3303ED971}"/>
              </a:ext>
            </a:extLst>
          </p:cNvPr>
          <p:cNvSpPr>
            <a:spLocks xmlns:a="http://schemas.openxmlformats.org/drawingml/2006/main" noGrp="1"/>
          </p:cNvSpPr>
          <p:nvPr>
            <p:ph type="body" idx="2"/>
          </p:nvPr>
        </p:nvSpPr>
        <p:spPr>
          <a:xfrm xmlns:a="http://schemas.openxmlformats.org/drawingml/2006/main">
            <a:off x="822960" y="4430268"/>
            <a:ext cx="7584948" cy="445770"/>
          </a:xfrm>
        </p:spPr>
        <p:txBody>
          <a:bodyPr xmlns:a="http://schemas.openxmlformats.org/drawingml/2006/main" lIns="91440" tIns="0" rIns="91440" bIns="0">
            <a:normAutofit/>
          </a:bodyPr>
          <a:lstStyle xmlns:a="http://schemas.openxmlformats.org/drawingml/2006/main">
            <a:lvl1pPr marL="0" indent="0">
              <a:spcBef>
                <a:spcPts val="0"/>
              </a:spcBef>
              <a:spcAft>
                <a:spcPts val="405"/>
              </a:spcAft>
              <a:buNone/>
              <a:defRPr sz="1013">
                <a:solidFill>
                  <a:srgbClr val="FFFFFF"/>
                </a:solidFill>
              </a:defRPr>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FC180D51-C6A6-49A9-93D3-561FE176A0C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8C79C5D-2A6F-F04D-97DA-BEF2467B64E4}" type="datetimeFigureOut">
              <a:t>9/1/26</a:t>
            </a:fld>
            <a:endParaRPr/>
          </a:p>
        </p:txBody>
      </p:sp>
      <p:sp>
        <p:nvSpPr>
          <p:cNvPr id="6" name="Footer Placeholder 5">
            <a:extLst xmlns:a="http://schemas.openxmlformats.org/drawingml/2006/main">
              <a:ext uri="{FF2B5EF4-FFF2-40B4-BE49-F238E27FC236}">
                <a16:creationId xmlns:a16="http://schemas.microsoft.com/office/drawing/2014/main" id="{7761D9A7-20F8-47DE-B900-6FF4B19ACB6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CF07E0F-DB8B-444B-A137-37E4EEE4EEE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BF0B0D8-D909-4AC6-B639-1EF76A0CB19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62CBC7E6-27DE-4B26-90EF-C6B83AD76541}"/>
              </a:ext>
            </a:extLst>
          </p:cNvPr>
          <p:cNvSpPr>
            <a:spLocks xmlns:a="http://schemas.openxmlformats.org/drawingml/2006/main" noGrp="1"/>
          </p:cNvSpPr>
          <p:nvPr>
            <p:ph type="body" idx="1"/>
          </p:nvPr>
        </p:nvSpPr>
        <p:spPr/>
        <p:txBody>
          <a:bodyPr xmlns:a="http://schemas.openxmlformats.org/drawingml/2006/main" vert="eaVert" lIns="45720" tIns="0" rIns="45720" bIns="0"/>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16B615F-F2C7-4A5E-ACF3-22C08BA486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6C52C72-DE31-F449-A4ED-4C594FD91407}" type="datetimeFigureOut">
              <a:t>9/1/26</a:t>
            </a:fld>
            <a:endParaRPr/>
          </a:p>
        </p:txBody>
      </p:sp>
      <p:sp>
        <p:nvSpPr>
          <p:cNvPr id="5" name="Footer Placeholder 4">
            <a:extLst xmlns:a="http://schemas.openxmlformats.org/drawingml/2006/main">
              <a:ext uri="{FF2B5EF4-FFF2-40B4-BE49-F238E27FC236}">
                <a16:creationId xmlns:a16="http://schemas.microsoft.com/office/drawing/2014/main" id="{45F2F8F9-3C66-4858-B506-A44419D4AF2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B03F605-D5CA-4254-98CE-A5A1372273D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sldLayout>
</file>

<file path=ppt/slideLayouts/slideLayout11.xml><?xml version="1.0" encoding="utf-8"?>
<p:sldLayout xmlns:p="http://schemas.openxmlformats.org/presentationml/2006/main" showMasterSp="0" type="vertTitleAndTx" preserve="1">
  <p:cSld name="Vertical Title and Text">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9B26BF8C-9001-431F-87B7-AA9270114B9E}"/>
              </a:ext>
            </a:extLst>
          </p:cNvPr>
          <p:cNvSpPr>
            <a:spLocks xmlns:a="http://schemas.openxmlformats.org/drawingml/2006/main" noGrp="1"/>
          </p:cNvSpPr>
          <p:nvPr/>
        </p:nvSpPr>
        <p:spPr>
          <a:xfrm xmlns:a="http://schemas.openxmlformats.org/drawingml/2006/main">
            <a:off x="2383" y="4800600"/>
            <a:ext cx="9141619" cy="34290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8" name="Rectangle 7">
            <a:extLst xmlns:a="http://schemas.openxmlformats.org/drawingml/2006/main">
              <a:ext uri="{FF2B5EF4-FFF2-40B4-BE49-F238E27FC236}">
                <a16:creationId xmlns:a16="http://schemas.microsoft.com/office/drawing/2014/main" id="{A5A48BE6-29B4-4E05-9C35-C7590EDCBE55}"/>
              </a:ext>
            </a:extLst>
          </p:cNvPr>
          <p:cNvSpPr>
            <a:spLocks xmlns:a="http://schemas.openxmlformats.org/drawingml/2006/main" noGrp="1"/>
          </p:cNvSpPr>
          <p:nvPr/>
        </p:nvSpPr>
        <p:spPr>
          <a:xfrm xmlns:a="http://schemas.openxmlformats.org/drawingml/2006/main">
            <a:off x="13" y="4750737"/>
            <a:ext cx="9141619" cy="48006"/>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Vertical Title 1">
            <a:extLst xmlns:a="http://schemas.openxmlformats.org/drawingml/2006/main">
              <a:ext uri="{FF2B5EF4-FFF2-40B4-BE49-F238E27FC236}">
                <a16:creationId xmlns:a16="http://schemas.microsoft.com/office/drawing/2014/main" id="{2CBA2F16-DE0F-40D6-B7EE-B8782D113894}"/>
              </a:ext>
            </a:extLst>
          </p:cNvPr>
          <p:cNvSpPr>
            <a:spLocks xmlns:a="http://schemas.openxmlformats.org/drawingml/2006/main" noGrp="1"/>
          </p:cNvSpPr>
          <p:nvPr>
            <p:ph type="title" idx="0"/>
          </p:nvPr>
        </p:nvSpPr>
        <p:spPr>
          <a:xfrm xmlns:a="http://schemas.openxmlformats.org/drawingml/2006/main">
            <a:off x="6543676" y="309227"/>
            <a:ext cx="1971675" cy="4319924"/>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844CF17-46B9-41E8-B2BD-9D72DE0215FF}"/>
              </a:ext>
            </a:extLst>
          </p:cNvPr>
          <p:cNvSpPr>
            <a:spLocks xmlns:a="http://schemas.openxmlformats.org/drawingml/2006/main" noGrp="1"/>
          </p:cNvSpPr>
          <p:nvPr>
            <p:ph type="body" idx="1"/>
          </p:nvPr>
        </p:nvSpPr>
        <p:spPr>
          <a:xfrm xmlns:a="http://schemas.openxmlformats.org/drawingml/2006/main">
            <a:off x="628651" y="309227"/>
            <a:ext cx="5800725" cy="4319924"/>
          </a:xfrm>
        </p:spPr>
        <p:txBody>
          <a:bodyPr xmlns:a="http://schemas.openxmlformats.org/drawingml/2006/main" vert="eaVert" lIns="45720" tIns="0" rIns="45720" bIns="0"/>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C279BA9-00BA-4F1F-9603-9E8DA097F07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D62726E-379B-B349-9EED-81ED093FA806}" type="datetimeFigureOut">
              <a:t>9/1/26</a:t>
            </a:fld>
            <a:endParaRPr/>
          </a:p>
        </p:txBody>
      </p:sp>
      <p:sp>
        <p:nvSpPr>
          <p:cNvPr id="5" name="Footer Placeholder 4">
            <a:extLst xmlns:a="http://schemas.openxmlformats.org/drawingml/2006/main">
              <a:ext uri="{FF2B5EF4-FFF2-40B4-BE49-F238E27FC236}">
                <a16:creationId xmlns:a16="http://schemas.microsoft.com/office/drawing/2014/main" id="{06F34A36-C24C-42AC-B972-177365B4AE0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7F87EA8-5812-494B-BBBC-24147687D78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sldLayout>
</file>

<file path=ppt/slideLayouts/slideLayout12.xml><?xml version="1.0" encoding="utf-8"?>
<p:sldLayout xmlns:p="http://schemas.openxmlformats.org/presentationml/2006/main">
  <p:cSld name="Title &amp; Bullets">
    <p:spTree>
      <p:nvGrpSpPr>
        <p:cNvPr id="1" name=""/>
        <p:cNvGrpSpPr/>
        <p:nvPr/>
      </p:nvGrpSpPr>
      <p:grpSpPr>
        <a:xfrm xmlns:a="http://schemas.openxmlformats.org/drawingml/2006/main"/>
      </p:grpSpPr>
      <p:sp>
        <p:nvSpPr>
          <p:cNvPr id="56" name="Shape 56">
            <a:extLst xmlns:a="http://schemas.openxmlformats.org/drawingml/2006/main">
              <a:ext uri="{FF2B5EF4-FFF2-40B4-BE49-F238E27FC236}">
                <a16:creationId xmlns:a16="http://schemas.microsoft.com/office/drawing/2014/main" id="{B8823A30-7E4F-4183-84A4-94A504755341}"/>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Title Text</a:t>
            </a:r>
          </a:p>
        </p:txBody>
      </p:sp>
      <p:sp>
        <p:nvSpPr>
          <p:cNvPr id="57" name="Shape 57">
            <a:extLst xmlns:a="http://schemas.openxmlformats.org/drawingml/2006/main">
              <a:ext uri="{FF2B5EF4-FFF2-40B4-BE49-F238E27FC236}">
                <a16:creationId xmlns:a16="http://schemas.microsoft.com/office/drawing/2014/main" id="{20D2E930-75EA-4DCF-8912-7C9D29FFD259}"/>
              </a:ext>
            </a:extLst>
          </p:cNvPr>
          <p:cNvSpPr>
            <a:spLocks xmlns:a="http://schemas.openxmlformats.org/drawingml/2006/main" noGrp="1"/>
          </p:cNvSpPr>
          <p:nvPr>
            <p:ph type="body" idx="1"/>
          </p:nvPr>
        </p:nvSpPr>
        <p:spPr>
          <a:xfrm xmlns:a="http://schemas.openxmlformats.org/drawingml/2006/main">
            <a:off x="892974" y="1460007"/>
            <a:ext cx="7358063" cy="3013769"/>
          </a:xfrm>
          <a:prstGeom xmlns:a="http://schemas.openxmlformats.org/drawingml/2006/main" prst="rect">
            <a:avLst/>
          </a:prstGeom>
        </p:spPr>
        <p:txBody>
          <a:bodyPr xmlns:a="http://schemas.openxmlformats.org/drawingml/2006/main"/>
          <a:lstStyle xmlns:a="http://schemas.openxmlformats.org/drawingml/2006/main">
            <a:lvl1pPr>
              <a:buNone/>
              <a:defRPr/>
            </a:lvl1pPr>
            <a:lvl2pPr>
              <a:buNone/>
              <a:defRPr/>
            </a:lvl2pPr>
            <a:lvl3pPr>
              <a:buNone/>
              <a:defRPr/>
            </a:lvl3pPr>
            <a:lvl4pPr>
              <a:buNone/>
              <a:defRPr/>
            </a:lvl4pPr>
            <a:lvl5pPr>
              <a:buNone/>
              <a:defRPr/>
            </a:lvl5pPr>
          </a:lstStyle>
          <a:p xmlns:a="http://schemas.openxmlformats.org/drawingml/2006/main">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58" name="Shape 58">
            <a:extLst xmlns:a="http://schemas.openxmlformats.org/drawingml/2006/main">
              <a:ext uri="{FF2B5EF4-FFF2-40B4-BE49-F238E27FC236}">
                <a16:creationId xmlns:a16="http://schemas.microsoft.com/office/drawing/2014/main" id="{F5811E88-1C15-4663-814A-DD7E609BACCF}"/>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a:t>
            </a:fld>
            <a:endParaRPr/>
          </a:p>
        </p:txBody>
      </p:sp>
    </p:spTree>
  </p:cSld>
</p:sldLayout>
</file>

<file path=ppt/slideLayouts/slideLayout13.xml><?xml version="1.0" encoding="utf-8"?>
<p:sldLayout xmlns:p="http://schemas.openxmlformats.org/presentationml/2006/main" userDrawn="1">
  <p:cSld name="Title - Top">
    <p:spTree>
      <p:nvGrpSpPr>
        <p:cNvPr id="1" name=""/>
        <p:cNvGrpSpPr/>
        <p:nvPr/>
      </p:nvGrpSpPr>
      <p:grpSpPr>
        <a:xfrm xmlns:a="http://schemas.openxmlformats.org/drawingml/2006/main"/>
      </p:grpSpPr>
      <p:sp>
        <p:nvSpPr>
          <p:cNvPr id="49" name="Shape 49">
            <a:extLst xmlns:a="http://schemas.openxmlformats.org/drawingml/2006/main">
              <a:ext uri="{FF2B5EF4-FFF2-40B4-BE49-F238E27FC236}">
                <a16:creationId xmlns:a16="http://schemas.microsoft.com/office/drawing/2014/main" id="{7EBBCDC5-B471-491C-A771-559398380697}"/>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a:t>
            </a:fld>
            <a:endParaRPr/>
          </a:p>
        </p:txBody>
      </p:sp>
    </p:spTree>
  </p:cSld>
</p:sldLayout>
</file>

<file path=ppt/slideLayouts/slideLayout14.xml><?xml version="1.0" encoding="utf-8"?>
<p:sldLayout xmlns:p="http://schemas.openxmlformats.org/presentationml/2006/main" matchingName="Section header" type="secHead">
  <p:cSld name="1_Section header">
    <p:spTree>
      <p:nvGrpSpPr>
        <p:cNvPr id="1" name=""/>
        <p:cNvGrpSpPr/>
        <p:nvPr/>
      </p:nvGrpSpPr>
      <p:grpSpPr>
        <a:xfrm xmlns:a="http://schemas.openxmlformats.org/drawingml/2006/main"/>
      </p:grpSpPr>
      <p:sp>
        <p:nvSpPr>
          <p:cNvPr id="19" name="Google Shape;19;p3">
            <a:extLst xmlns:a="http://schemas.openxmlformats.org/drawingml/2006/main">
              <a:ext uri="{FF2B5EF4-FFF2-40B4-BE49-F238E27FC236}">
                <a16:creationId xmlns:a16="http://schemas.microsoft.com/office/drawing/2014/main" id="{BA63125A-5E90-45E7-A2C8-085C72DDDA04}"/>
              </a:ext>
            </a:extLst>
          </p:cNvPr>
          <p:cNvSpPr>
            <a:spLocks xmlns:a="http://schemas.openxmlformats.org/drawingml/2006/main" noGrp="1"/>
          </p:cNvSpPr>
          <p:nvPr/>
        </p:nvSpPr>
        <p:spPr>
          <a:xfrm xmlns:a="http://schemas.openxmlformats.org/drawingml/2006/main" rot="-5400000" flipH="0" flipV="0">
            <a:off x="1380898" y="730268"/>
            <a:ext cx="17655" cy="967801"/>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0" name="Google Shape;20;p3">
            <a:extLst xmlns:a="http://schemas.openxmlformats.org/drawingml/2006/main">
              <a:ext uri="{FF2B5EF4-FFF2-40B4-BE49-F238E27FC236}">
                <a16:creationId xmlns:a16="http://schemas.microsoft.com/office/drawing/2014/main" id="{BCB8B5F3-B1FA-47F4-A773-438D39EDB579}"/>
              </a:ext>
            </a:extLst>
          </p:cNvPr>
          <p:cNvSpPr>
            <a:spLocks xmlns:a="http://schemas.openxmlformats.org/drawingml/2006/main" noGrp="1"/>
          </p:cNvSpPr>
          <p:nvPr/>
        </p:nvSpPr>
        <p:spPr>
          <a:xfrm xmlns:a="http://schemas.openxmlformats.org/drawingml/2006/main" rot="-5400000" flipH="0" flipV="0">
            <a:off x="1009571" y="726176"/>
            <a:ext cx="17655" cy="975984"/>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1" name="Google Shape;21;p3">
            <a:extLst xmlns:a="http://schemas.openxmlformats.org/drawingml/2006/main">
              <a:ext uri="{FF2B5EF4-FFF2-40B4-BE49-F238E27FC236}">
                <a16:creationId xmlns:a16="http://schemas.microsoft.com/office/drawing/2014/main" id="{811897B5-EF5E-4CC3-953A-DAE67979B951}"/>
              </a:ext>
            </a:extLst>
          </p:cNvPr>
          <p:cNvSpPr>
            <a:spLocks xmlns:a="http://schemas.openxmlformats.org/drawingml/2006/main" noGrp="1"/>
          </p:cNvSpPr>
          <p:nvPr>
            <p:ph type="title" idx="0"/>
          </p:nvPr>
        </p:nvSpPr>
        <p:spPr>
          <a:xfrm xmlns:a="http://schemas.openxmlformats.org/drawingml/2006/main">
            <a:off x="729450" y="1322450"/>
            <a:ext cx="7688400" cy="1518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lt1"/>
              </a:buClr>
              <a:buSzPts val="3600"/>
              <a:buNone/>
              <a:defRPr sz="3600">
                <a:solidFill>
                  <a:schemeClr val="lt1"/>
                </a:solidFill>
              </a:defRPr>
            </a:lvl1pPr>
            <a:lvl2pPr>
              <a:spcBef>
                <a:spcPts val="0"/>
              </a:spcBef>
              <a:spcAft>
                <a:spcPts val="0"/>
              </a:spcAft>
              <a:buClr>
                <a:schemeClr val="lt1"/>
              </a:buClr>
              <a:buSzPts val="3600"/>
              <a:buNone/>
              <a:defRPr sz="3600">
                <a:solidFill>
                  <a:schemeClr val="lt1"/>
                </a:solidFill>
              </a:defRPr>
            </a:lvl2pPr>
            <a:lvl3pPr>
              <a:spcBef>
                <a:spcPts val="0"/>
              </a:spcBef>
              <a:spcAft>
                <a:spcPts val="0"/>
              </a:spcAft>
              <a:buClr>
                <a:schemeClr val="lt1"/>
              </a:buClr>
              <a:buSzPts val="3600"/>
              <a:buNone/>
              <a:defRPr sz="3600">
                <a:solidFill>
                  <a:schemeClr val="lt1"/>
                </a:solidFill>
              </a:defRPr>
            </a:lvl3pPr>
            <a:lvl4pPr>
              <a:spcBef>
                <a:spcPts val="0"/>
              </a:spcBef>
              <a:spcAft>
                <a:spcPts val="0"/>
              </a:spcAft>
              <a:buClr>
                <a:schemeClr val="lt1"/>
              </a:buClr>
              <a:buSzPts val="3600"/>
              <a:buNone/>
              <a:defRPr sz="3600">
                <a:solidFill>
                  <a:schemeClr val="lt1"/>
                </a:solidFill>
              </a:defRPr>
            </a:lvl4pPr>
            <a:lvl5pPr>
              <a:spcBef>
                <a:spcPts val="0"/>
              </a:spcBef>
              <a:spcAft>
                <a:spcPts val="0"/>
              </a:spcAft>
              <a:buClr>
                <a:schemeClr val="lt1"/>
              </a:buClr>
              <a:buSzPts val="3600"/>
              <a:buNone/>
              <a:defRPr sz="3600">
                <a:solidFill>
                  <a:schemeClr val="lt1"/>
                </a:solidFill>
              </a:defRPr>
            </a:lvl5pPr>
            <a:lvl6pPr>
              <a:spcBef>
                <a:spcPts val="0"/>
              </a:spcBef>
              <a:spcAft>
                <a:spcPts val="0"/>
              </a:spcAft>
              <a:buClr>
                <a:schemeClr val="lt1"/>
              </a:buClr>
              <a:buSzPts val="3600"/>
              <a:buNone/>
              <a:defRPr sz="3600">
                <a:solidFill>
                  <a:schemeClr val="lt1"/>
                </a:solidFill>
              </a:defRPr>
            </a:lvl6pPr>
            <a:lvl7pPr>
              <a:spcBef>
                <a:spcPts val="0"/>
              </a:spcBef>
              <a:spcAft>
                <a:spcPts val="0"/>
              </a:spcAft>
              <a:buClr>
                <a:schemeClr val="lt1"/>
              </a:buClr>
              <a:buSzPts val="3600"/>
              <a:buNone/>
              <a:defRPr sz="3600">
                <a:solidFill>
                  <a:schemeClr val="lt1"/>
                </a:solidFill>
              </a:defRPr>
            </a:lvl7pPr>
            <a:lvl8pPr>
              <a:spcBef>
                <a:spcPts val="0"/>
              </a:spcBef>
              <a:spcAft>
                <a:spcPts val="0"/>
              </a:spcAft>
              <a:buClr>
                <a:schemeClr val="lt1"/>
              </a:buClr>
              <a:buSzPts val="3600"/>
              <a:buNone/>
              <a:defRPr sz="3600">
                <a:solidFill>
                  <a:schemeClr val="lt1"/>
                </a:solidFill>
              </a:defRPr>
            </a:lvl8pPr>
            <a:lvl9pPr>
              <a:spcBef>
                <a:spcPts val="0"/>
              </a:spcBef>
              <a:spcAft>
                <a:spcPts val="0"/>
              </a:spcAft>
              <a:buClr>
                <a:schemeClr val="lt1"/>
              </a:buClr>
              <a:buSzPts val="3600"/>
              <a:buNone/>
              <a:defRPr sz="3600">
                <a:solidFill>
                  <a:schemeClr val="lt1"/>
                </a:solidFill>
              </a:defRPr>
            </a:lvl9pPr>
          </a:lstStyle>
          <a:p xmlns:a="http://schemas.openxmlformats.org/drawingml/2006/main">
            <a:endParaRPr/>
          </a:p>
        </p:txBody>
      </p:sp>
      <p:sp>
        <p:nvSpPr>
          <p:cNvPr id="22" name="Google Shape;22;p3">
            <a:extLst xmlns:a="http://schemas.openxmlformats.org/drawingml/2006/main">
              <a:ext uri="{FF2B5EF4-FFF2-40B4-BE49-F238E27FC236}">
                <a16:creationId xmlns:a16="http://schemas.microsoft.com/office/drawing/2014/main" id="{17BE8160-3D90-435B-95D1-194657F8439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solidFill>
                  <a:schemeClr val="lt1"/>
                </a:solidFill>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5.xml><?xml version="1.0" encoding="utf-8"?>
<p:sldLayout xmlns:p="http://schemas.openxmlformats.org/presentationml/2006/main" showMasterSp="0">
  <p:cSld name="Title Slide - Dark Teal">
    <p:spTree>
      <p:nvGrpSpPr>
        <p:cNvPr id="1" name=""/>
        <p:cNvGrpSpPr/>
        <p:nvPr/>
      </p:nvGrpSpPr>
      <p:grpSpPr>
        <a:xfrm xmlns:a="http://schemas.openxmlformats.org/drawingml/2006/main"/>
      </p:grpSpPr>
      <p:sp>
        <p:nvSpPr>
          <p:cNvPr id="15" name="Picture Placeholder 14">
            <a:extLst xmlns:a="http://schemas.openxmlformats.org/drawingml/2006/main">
              <a:ext uri="{FF2B5EF4-FFF2-40B4-BE49-F238E27FC236}">
                <a16:creationId xmlns:a16="http://schemas.microsoft.com/office/drawing/2014/main" id="{42927F7C-53AC-400F-8DAD-235A2AF61FB8}"/>
              </a:ext>
            </a:extLst>
          </p:cNvPr>
          <p:cNvSpPr>
            <a:spLocks xmlns:a="http://schemas.openxmlformats.org/drawingml/2006/main" noGrp="1"/>
          </p:cNvSpPr>
          <p:nvPr>
            <p:ph type="pic" idx="11"/>
          </p:nvPr>
        </p:nvSpPr>
        <p:spPr>
          <a:xfrm xmlns:a="http://schemas.openxmlformats.org/drawingml/2006/main">
            <a:off x="0" y="1"/>
            <a:ext cx="9144000" cy="4710113"/>
          </a:xfrm>
          <a:prstGeom xmlns:a="http://schemas.openxmlformats.org/drawingml/2006/main" prst="rect">
            <a:avLst/>
          </a:prstGeom>
          <a:solidFill xmlns:a="http://schemas.openxmlformats.org/drawingml/2006/main">
            <a:schemeClr val="bg2">
              <a:lumMod val="90000"/>
            </a:schemeClr>
          </a:solidFill>
        </p:spPr>
        <p:txBody>
          <a:bodyPr xmlns:a="http://schemas.openxmlformats.org/drawingml/2006/main"/>
          <a:lstStyle xmlns:a="http://schemas.openxmlformats.org/drawingml/2006/main"/>
          <a:p xmlns:a="http://schemas.openxmlformats.org/drawingml/2006/main">
            <a:r>
              <a:t>Click icon to add picture</a:t>
            </a:r>
          </a:p>
        </p:txBody>
      </p:sp>
      <p:sp>
        <p:nvSpPr>
          <p:cNvPr id="13" name="Text Placeholder 12">
            <a:extLst xmlns:a="http://schemas.openxmlformats.org/drawingml/2006/main">
              <a:ext uri="{FF2B5EF4-FFF2-40B4-BE49-F238E27FC236}">
                <a16:creationId xmlns:a16="http://schemas.microsoft.com/office/drawing/2014/main" id="{D2D74F39-96DB-4808-8693-9F55A9D7DB98}"/>
              </a:ext>
            </a:extLst>
          </p:cNvPr>
          <p:cNvSpPr>
            <a:spLocks xmlns:a="http://schemas.openxmlformats.org/drawingml/2006/main" noGrp="1"/>
          </p:cNvSpPr>
          <p:nvPr>
            <p:ph type="body" idx="10"/>
          </p:nvPr>
        </p:nvSpPr>
        <p:spPr>
          <a:xfrm xmlns:a="http://schemas.openxmlformats.org/drawingml/2006/main">
            <a:off x="2" y="1172309"/>
            <a:ext cx="5802922" cy="3971191"/>
          </a:xfrm>
          <a:prstGeom xmlns:a="http://schemas.openxmlformats.org/drawingml/2006/main" prst="rect">
            <a:avLst/>
          </a:prstGeom>
          <a:solidFill xmlns:a="http://schemas.openxmlformats.org/drawingml/2006/main">
            <a:srgbClr val="315470"/>
          </a:solidFill>
        </p:spPr>
        <p:txBody>
          <a:bodyPr xmlns:a="http://schemas.openxmlformats.org/drawingml/2006/main" lIns="502920" tIns="274320" rIns="457200" bIns="457200"/>
          <a:lstStyle xmlns:a="http://schemas.openxmlformats.org/drawingml/2006/main">
            <a:lvl1pPr marL="0" indent="0">
              <a:lnSpc>
                <a:spcPct val="100000"/>
              </a:lnSpc>
              <a:buNone/>
              <a:defRPr sz="3000">
                <a:solidFill>
                  <a:schemeClr val="bg1"/>
                </a:solidFill>
                <a:latin typeface="+mj-lt"/>
                <a:ea typeface="+mj-lt"/>
                <a:cs typeface="+mj-lt"/>
              </a:defRPr>
            </a:lvl1pPr>
            <a:lvl2pPr marL="0" indent="0">
              <a:spcBef>
                <a:spcPts val="900"/>
              </a:spcBef>
              <a:buNone/>
              <a:defRPr sz="1500">
                <a:solidFill>
                  <a:schemeClr val="bg1"/>
                </a:solidFill>
                <a:latin typeface="+mj-lt"/>
                <a:ea typeface="+mj-lt"/>
                <a:cs typeface="+mj-lt"/>
              </a:defRPr>
            </a:lvl2pPr>
            <a:lvl3pPr marL="457189" indent="0">
              <a:buNone/>
              <a:defRPr>
                <a:solidFill>
                  <a:schemeClr val="bg1"/>
                </a:solidFill>
                <a:latin typeface="+mj-lt"/>
                <a:ea typeface="+mj-lt"/>
                <a:cs typeface="+mj-lt"/>
              </a:defRPr>
            </a:lvl3pPr>
            <a:lvl4pPr marL="692133" indent="0">
              <a:buNone/>
              <a:defRPr>
                <a:solidFill>
                  <a:schemeClr val="bg1"/>
                </a:solidFill>
                <a:latin typeface="+mj-lt"/>
                <a:ea typeface="+mj-lt"/>
                <a:cs typeface="+mj-lt"/>
              </a:defRPr>
            </a:lvl4pPr>
            <a:lvl5pPr marL="914378" indent="0">
              <a:buNone/>
              <a:defRPr>
                <a:solidFill>
                  <a:schemeClr val="bg1"/>
                </a:solidFill>
                <a:latin typeface="+mj-lt"/>
                <a:ea typeface="+mj-lt"/>
                <a:cs typeface="+mj-lt"/>
              </a:defRPr>
            </a:lvl5pPr>
          </a:lstStyle>
          <a:p xmlns:a="http://schemas.openxmlformats.org/drawingml/2006/main">
            <a:pPr lvl="0">
              <a:buNone/>
            </a:pPr>
            <a:r>
              <a:t>Click to edit Master text styles</a:t>
            </a:r>
          </a:p>
          <a:p xmlns:a="http://schemas.openxmlformats.org/drawingml/2006/main">
            <a:pPr lvl="1">
              <a:buNone/>
            </a:pPr>
            <a:r>
              <a:t>Second level</a:t>
            </a:r>
          </a:p>
        </p:txBody>
      </p:sp>
      <p:sp>
        <p:nvSpPr>
          <p:cNvPr id="3" name="Subtitle 2">
            <a:extLst xmlns:a="http://schemas.openxmlformats.org/drawingml/2006/main">
              <a:ext uri="{FF2B5EF4-FFF2-40B4-BE49-F238E27FC236}">
                <a16:creationId xmlns:a16="http://schemas.microsoft.com/office/drawing/2014/main" id="{ADBC5C80-00BA-482B-969E-D60960C76282}"/>
              </a:ext>
            </a:extLst>
          </p:cNvPr>
          <p:cNvSpPr>
            <a:spLocks xmlns:a="http://schemas.openxmlformats.org/drawingml/2006/main" noGrp="1"/>
          </p:cNvSpPr>
          <p:nvPr>
            <p:ph type="subTitle" idx="1"/>
          </p:nvPr>
        </p:nvSpPr>
        <p:spPr>
          <a:xfrm xmlns:a="http://schemas.openxmlformats.org/drawingml/2006/main">
            <a:off x="525780" y="3491974"/>
            <a:ext cx="4846320" cy="230832"/>
          </a:xfrm>
        </p:spPr>
        <p:txBody>
          <a:bodyPr xmlns:a="http://schemas.openxmlformats.org/drawingml/2006/main" anchor="b">
            <a:spAutoFit/>
          </a:bodyPr>
          <a:lstStyle xmlns:a="http://schemas.openxmlformats.org/drawingml/2006/main">
            <a:lvl1pPr marL="0" indent="0" algn="l">
              <a:buNone/>
              <a:defRPr sz="1000" i="1">
                <a:solidFill>
                  <a:schemeClr val="bg1"/>
                </a:solidFill>
                <a:latin typeface="+mj-lt"/>
                <a:ea typeface="+mj-lt"/>
                <a:cs typeface="+mj-lt"/>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xmlns:a="http://schemas.openxmlformats.org/drawingml/2006/main">
            <a:r>
              <a:t>Click to edit Master subtitle style</a:t>
            </a:r>
          </a:p>
        </p:txBody>
      </p:sp>
      <p:sp>
        <p:nvSpPr>
          <p:cNvPr id="9" name="Freeform 5">
            <a:extLst xmlns:a="http://schemas.openxmlformats.org/drawingml/2006/main">
              <a:ext uri="{FF2B5EF4-FFF2-40B4-BE49-F238E27FC236}">
                <a16:creationId xmlns:a16="http://schemas.microsoft.com/office/drawing/2014/main" id="{6EF64205-A64B-4137-BA41-5E5CFE0F359E}"/>
              </a:ext>
            </a:extLst>
          </p:cNvPr>
          <p:cNvSpPr>
            <a:spLocks xmlns:a="http://schemas.openxmlformats.org/drawingml/2006/main" noGrp="1"/>
          </p:cNvSpPr>
          <p:nvPr/>
        </p:nvSpPr>
        <p:spPr>
          <a:xfrm xmlns:a="http://schemas.openxmlformats.org/drawingml/2006/main">
            <a:off x="482707" y="433839"/>
            <a:ext cx="2192207" cy="410518"/>
          </a:xfrm>
          <a:custGeom xmlns:a="http://schemas.openxmlformats.org/drawingml/2006/main">
            <a:gdLst>
              <a:gd name="T0" fmla="*/ 225 w 1440"/>
              <a:gd name="T1" fmla="*/ 110 h 267"/>
              <a:gd name="T2" fmla="*/ 317 w 1440"/>
              <a:gd name="T3" fmla="*/ 7 h 267"/>
              <a:gd name="T4" fmla="*/ 475 w 1440"/>
              <a:gd name="T5" fmla="*/ 19 h 267"/>
              <a:gd name="T6" fmla="*/ 830 w 1440"/>
              <a:gd name="T7" fmla="*/ 7 h 267"/>
              <a:gd name="T8" fmla="*/ 130 w 1440"/>
              <a:gd name="T9" fmla="*/ 210 h 267"/>
              <a:gd name="T10" fmla="*/ 437 w 1440"/>
              <a:gd name="T11" fmla="*/ 209 h 267"/>
              <a:gd name="T12" fmla="*/ 493 w 1440"/>
              <a:gd name="T13" fmla="*/ 198 h 267"/>
              <a:gd name="T14" fmla="*/ 866 w 1440"/>
              <a:gd name="T15" fmla="*/ 171 h 267"/>
              <a:gd name="T16" fmla="*/ 737 w 1440"/>
              <a:gd name="T17" fmla="*/ 261 h 267"/>
              <a:gd name="T18" fmla="*/ 958 w 1440"/>
              <a:gd name="T19" fmla="*/ 172 h 267"/>
              <a:gd name="T20" fmla="*/ 906 w 1440"/>
              <a:gd name="T21" fmla="*/ 254 h 267"/>
              <a:gd name="T22" fmla="*/ 309 w 1440"/>
              <a:gd name="T23" fmla="*/ 260 h 267"/>
              <a:gd name="T24" fmla="*/ 1053 w 1440"/>
              <a:gd name="T25" fmla="*/ 31 h 267"/>
              <a:gd name="T26" fmla="*/ 1075 w 1440"/>
              <a:gd name="T27" fmla="*/ 44 h 267"/>
              <a:gd name="T28" fmla="*/ 1091 w 1440"/>
              <a:gd name="T29" fmla="*/ 22 h 267"/>
              <a:gd name="T30" fmla="*/ 1107 w 1440"/>
              <a:gd name="T31" fmla="*/ 27 h 267"/>
              <a:gd name="T32" fmla="*/ 1125 w 1440"/>
              <a:gd name="T33" fmla="*/ 55 h 267"/>
              <a:gd name="T34" fmla="*/ 1159 w 1440"/>
              <a:gd name="T35" fmla="*/ 53 h 267"/>
              <a:gd name="T36" fmla="*/ 1160 w 1440"/>
              <a:gd name="T37" fmla="*/ 57 h 267"/>
              <a:gd name="T38" fmla="*/ 1177 w 1440"/>
              <a:gd name="T39" fmla="*/ 23 h 267"/>
              <a:gd name="T40" fmla="*/ 1207 w 1440"/>
              <a:gd name="T41" fmla="*/ 58 h 267"/>
              <a:gd name="T42" fmla="*/ 1245 w 1440"/>
              <a:gd name="T43" fmla="*/ 27 h 267"/>
              <a:gd name="T44" fmla="*/ 1225 w 1440"/>
              <a:gd name="T45" fmla="*/ 43 h 267"/>
              <a:gd name="T46" fmla="*/ 1271 w 1440"/>
              <a:gd name="T47" fmla="*/ 19 h 267"/>
              <a:gd name="T48" fmla="*/ 1259 w 1440"/>
              <a:gd name="T49" fmla="*/ 32 h 267"/>
              <a:gd name="T50" fmla="*/ 1290 w 1440"/>
              <a:gd name="T51" fmla="*/ 54 h 267"/>
              <a:gd name="T52" fmla="*/ 1310 w 1440"/>
              <a:gd name="T53" fmla="*/ 25 h 267"/>
              <a:gd name="T54" fmla="*/ 1059 w 1440"/>
              <a:gd name="T55" fmla="*/ 110 h 267"/>
              <a:gd name="T56" fmla="*/ 1099 w 1440"/>
              <a:gd name="T57" fmla="*/ 134 h 267"/>
              <a:gd name="T58" fmla="*/ 1120 w 1440"/>
              <a:gd name="T59" fmla="*/ 156 h 267"/>
              <a:gd name="T60" fmla="*/ 1141 w 1440"/>
              <a:gd name="T61" fmla="*/ 123 h 267"/>
              <a:gd name="T62" fmla="*/ 1148 w 1440"/>
              <a:gd name="T63" fmla="*/ 175 h 267"/>
              <a:gd name="T64" fmla="*/ 1184 w 1440"/>
              <a:gd name="T65" fmla="*/ 119 h 267"/>
              <a:gd name="T66" fmla="*/ 1181 w 1440"/>
              <a:gd name="T67" fmla="*/ 153 h 267"/>
              <a:gd name="T68" fmla="*/ 1201 w 1440"/>
              <a:gd name="T69" fmla="*/ 125 h 267"/>
              <a:gd name="T70" fmla="*/ 1230 w 1440"/>
              <a:gd name="T71" fmla="*/ 157 h 267"/>
              <a:gd name="T72" fmla="*/ 1260 w 1440"/>
              <a:gd name="T73" fmla="*/ 154 h 267"/>
              <a:gd name="T74" fmla="*/ 1261 w 1440"/>
              <a:gd name="T75" fmla="*/ 158 h 267"/>
              <a:gd name="T76" fmla="*/ 1284 w 1440"/>
              <a:gd name="T77" fmla="*/ 152 h 267"/>
              <a:gd name="T78" fmla="*/ 1294 w 1440"/>
              <a:gd name="T79" fmla="*/ 123 h 267"/>
              <a:gd name="T80" fmla="*/ 1317 w 1440"/>
              <a:gd name="T81" fmla="*/ 125 h 267"/>
              <a:gd name="T82" fmla="*/ 1342 w 1440"/>
              <a:gd name="T83" fmla="*/ 121 h 267"/>
              <a:gd name="T84" fmla="*/ 1351 w 1440"/>
              <a:gd name="T85" fmla="*/ 112 h 267"/>
              <a:gd name="T86" fmla="*/ 1364 w 1440"/>
              <a:gd name="T87" fmla="*/ 159 h 267"/>
              <a:gd name="T88" fmla="*/ 1399 w 1440"/>
              <a:gd name="T89" fmla="*/ 156 h 267"/>
              <a:gd name="T90" fmla="*/ 1432 w 1440"/>
              <a:gd name="T91" fmla="*/ 120 h 267"/>
              <a:gd name="T92" fmla="*/ 1410 w 1440"/>
              <a:gd name="T93" fmla="*/ 176 h 267"/>
              <a:gd name="T94" fmla="*/ 1076 w 1440"/>
              <a:gd name="T95" fmla="*/ 242 h 267"/>
              <a:gd name="T96" fmla="*/ 1062 w 1440"/>
              <a:gd name="T97" fmla="*/ 225 h 267"/>
              <a:gd name="T98" fmla="*/ 1091 w 1440"/>
              <a:gd name="T99" fmla="*/ 208 h 267"/>
              <a:gd name="T100" fmla="*/ 1112 w 1440"/>
              <a:gd name="T101" fmla="*/ 233 h 267"/>
              <a:gd name="T102" fmla="*/ 1128 w 1440"/>
              <a:gd name="T103" fmla="*/ 224 h 267"/>
              <a:gd name="T104" fmla="*/ 1168 w 1440"/>
              <a:gd name="T105" fmla="*/ 255 h 267"/>
              <a:gd name="T106" fmla="*/ 1154 w 1440"/>
              <a:gd name="T107" fmla="*/ 236 h 267"/>
              <a:gd name="T108" fmla="*/ 1203 w 1440"/>
              <a:gd name="T109" fmla="*/ 256 h 267"/>
              <a:gd name="T110" fmla="*/ 1200 w 1440"/>
              <a:gd name="T111" fmla="*/ 213 h 267"/>
              <a:gd name="T112" fmla="*/ 1227 w 1440"/>
              <a:gd name="T113" fmla="*/ 256 h 267"/>
              <a:gd name="T114" fmla="*/ 1249 w 1440"/>
              <a:gd name="T115" fmla="*/ 260 h 267"/>
              <a:gd name="T116" fmla="*/ 1255 w 1440"/>
              <a:gd name="T117" fmla="*/ 205 h 267"/>
              <a:gd name="T118" fmla="*/ 1297 w 1440"/>
              <a:gd name="T119" fmla="*/ 226 h 267"/>
              <a:gd name="T120" fmla="*/ 1303 w 1440"/>
              <a:gd name="T121" fmla="*/ 243 h 267"/>
              <a:gd name="T122" fmla="*/ 1344 w 1440"/>
              <a:gd name="T123" fmla="*/ 229 h 267"/>
              <a:gd name="T124" fmla="*/ 1328 w 1440"/>
              <a:gd name="T125" fmla="*/ 239 h 267"/>
            </a:gdLst>
            <a:rect l="0" t="0" r="r" b="b"/>
            <a:pathLst>
              <a:path w="1440" h="267">
                <a:moveTo>
                  <a:pt x="17" y="110"/>
                </a:moveTo>
                <a:cubicBezTo>
                  <a:pt x="3" y="110"/>
                  <a:pt x="3" y="110"/>
                  <a:pt x="3" y="110"/>
                </a:cubicBezTo>
                <a:cubicBezTo>
                  <a:pt x="3" y="1"/>
                  <a:pt x="3" y="1"/>
                  <a:pt x="3" y="1"/>
                </a:cubicBezTo>
                <a:cubicBezTo>
                  <a:pt x="81" y="83"/>
                  <a:pt x="81" y="83"/>
                  <a:pt x="81" y="83"/>
                </a:cubicBezTo>
                <a:cubicBezTo>
                  <a:pt x="81" y="7"/>
                  <a:pt x="81" y="7"/>
                  <a:pt x="81" y="7"/>
                </a:cubicBezTo>
                <a:cubicBezTo>
                  <a:pt x="95" y="7"/>
                  <a:pt x="95" y="7"/>
                  <a:pt x="95" y="7"/>
                </a:cubicBezTo>
                <a:cubicBezTo>
                  <a:pt x="95" y="117"/>
                  <a:pt x="95" y="117"/>
                  <a:pt x="95" y="117"/>
                </a:cubicBezTo>
                <a:cubicBezTo>
                  <a:pt x="17" y="35"/>
                  <a:pt x="17" y="35"/>
                  <a:pt x="17" y="35"/>
                </a:cubicBezTo>
                <a:lnTo>
                  <a:pt x="17" y="110"/>
                </a:lnTo>
                <a:close/>
                <a:moveTo>
                  <a:pt x="130" y="110"/>
                </a:moveTo>
                <a:cubicBezTo>
                  <a:pt x="145" y="110"/>
                  <a:pt x="145" y="110"/>
                  <a:pt x="145" y="110"/>
                </a:cubicBezTo>
                <a:cubicBezTo>
                  <a:pt x="178" y="33"/>
                  <a:pt x="178" y="33"/>
                  <a:pt x="178" y="33"/>
                </a:cubicBezTo>
                <a:cubicBezTo>
                  <a:pt x="210" y="109"/>
                  <a:pt x="210" y="109"/>
                  <a:pt x="210" y="109"/>
                </a:cubicBezTo>
                <a:cubicBezTo>
                  <a:pt x="210" y="110"/>
                  <a:pt x="210" y="110"/>
                  <a:pt x="210" y="110"/>
                </a:cubicBezTo>
                <a:cubicBezTo>
                  <a:pt x="225" y="110"/>
                  <a:pt x="225" y="110"/>
                  <a:pt x="225" y="110"/>
                </a:cubicBezTo>
                <a:cubicBezTo>
                  <a:pt x="178" y="0"/>
                  <a:pt x="178" y="0"/>
                  <a:pt x="178" y="0"/>
                </a:cubicBezTo>
                <a:lnTo>
                  <a:pt x="130" y="110"/>
                </a:lnTo>
                <a:close/>
                <a:moveTo>
                  <a:pt x="700" y="110"/>
                </a:moveTo>
                <a:cubicBezTo>
                  <a:pt x="715" y="110"/>
                  <a:pt x="715" y="110"/>
                  <a:pt x="715" y="110"/>
                </a:cubicBezTo>
                <a:cubicBezTo>
                  <a:pt x="748" y="33"/>
                  <a:pt x="748" y="33"/>
                  <a:pt x="748" y="33"/>
                </a:cubicBezTo>
                <a:cubicBezTo>
                  <a:pt x="780" y="109"/>
                  <a:pt x="780" y="109"/>
                  <a:pt x="780" y="109"/>
                </a:cubicBezTo>
                <a:cubicBezTo>
                  <a:pt x="780" y="110"/>
                  <a:pt x="780" y="110"/>
                  <a:pt x="780" y="110"/>
                </a:cubicBezTo>
                <a:cubicBezTo>
                  <a:pt x="795" y="110"/>
                  <a:pt x="795" y="110"/>
                  <a:pt x="795" y="110"/>
                </a:cubicBezTo>
                <a:cubicBezTo>
                  <a:pt x="748" y="0"/>
                  <a:pt x="748" y="0"/>
                  <a:pt x="748" y="0"/>
                </a:cubicBezTo>
                <a:lnTo>
                  <a:pt x="700" y="110"/>
                </a:lnTo>
                <a:close/>
                <a:moveTo>
                  <a:pt x="273" y="110"/>
                </a:moveTo>
                <a:cubicBezTo>
                  <a:pt x="286" y="110"/>
                  <a:pt x="286" y="110"/>
                  <a:pt x="286" y="110"/>
                </a:cubicBezTo>
                <a:cubicBezTo>
                  <a:pt x="286" y="20"/>
                  <a:pt x="286" y="20"/>
                  <a:pt x="286" y="20"/>
                </a:cubicBezTo>
                <a:cubicBezTo>
                  <a:pt x="317" y="20"/>
                  <a:pt x="317" y="20"/>
                  <a:pt x="317" y="20"/>
                </a:cubicBezTo>
                <a:cubicBezTo>
                  <a:pt x="317" y="7"/>
                  <a:pt x="317" y="7"/>
                  <a:pt x="317" y="7"/>
                </a:cubicBezTo>
                <a:cubicBezTo>
                  <a:pt x="242" y="7"/>
                  <a:pt x="242" y="7"/>
                  <a:pt x="242" y="7"/>
                </a:cubicBezTo>
                <a:cubicBezTo>
                  <a:pt x="242" y="20"/>
                  <a:pt x="242" y="20"/>
                  <a:pt x="242" y="20"/>
                </a:cubicBezTo>
                <a:cubicBezTo>
                  <a:pt x="273" y="20"/>
                  <a:pt x="273" y="20"/>
                  <a:pt x="273" y="20"/>
                </a:cubicBezTo>
                <a:lnTo>
                  <a:pt x="273" y="110"/>
                </a:lnTo>
                <a:close/>
                <a:moveTo>
                  <a:pt x="374" y="7"/>
                </a:moveTo>
                <a:cubicBezTo>
                  <a:pt x="360" y="7"/>
                  <a:pt x="360" y="7"/>
                  <a:pt x="360" y="7"/>
                </a:cubicBezTo>
                <a:cubicBezTo>
                  <a:pt x="360" y="110"/>
                  <a:pt x="360" y="110"/>
                  <a:pt x="360" y="110"/>
                </a:cubicBezTo>
                <a:cubicBezTo>
                  <a:pt x="374" y="110"/>
                  <a:pt x="374" y="110"/>
                  <a:pt x="374" y="110"/>
                </a:cubicBezTo>
                <a:lnTo>
                  <a:pt x="374" y="7"/>
                </a:lnTo>
                <a:close/>
                <a:moveTo>
                  <a:pt x="475" y="112"/>
                </a:moveTo>
                <a:cubicBezTo>
                  <a:pt x="445" y="112"/>
                  <a:pt x="421" y="88"/>
                  <a:pt x="421" y="59"/>
                </a:cubicBezTo>
                <a:cubicBezTo>
                  <a:pt x="421" y="29"/>
                  <a:pt x="445" y="5"/>
                  <a:pt x="475" y="5"/>
                </a:cubicBezTo>
                <a:cubicBezTo>
                  <a:pt x="505" y="5"/>
                  <a:pt x="528" y="29"/>
                  <a:pt x="528" y="59"/>
                </a:cubicBezTo>
                <a:cubicBezTo>
                  <a:pt x="528" y="88"/>
                  <a:pt x="505" y="112"/>
                  <a:pt x="475" y="112"/>
                </a:cubicBezTo>
                <a:close/>
                <a:moveTo>
                  <a:pt x="475" y="19"/>
                </a:moveTo>
                <a:cubicBezTo>
                  <a:pt x="453" y="19"/>
                  <a:pt x="435" y="37"/>
                  <a:pt x="435" y="59"/>
                </a:cubicBezTo>
                <a:cubicBezTo>
                  <a:pt x="435" y="81"/>
                  <a:pt x="453" y="99"/>
                  <a:pt x="475" y="99"/>
                </a:cubicBezTo>
                <a:cubicBezTo>
                  <a:pt x="497" y="99"/>
                  <a:pt x="514" y="81"/>
                  <a:pt x="514" y="59"/>
                </a:cubicBezTo>
                <a:cubicBezTo>
                  <a:pt x="514" y="37"/>
                  <a:pt x="497" y="19"/>
                  <a:pt x="475" y="19"/>
                </a:cubicBezTo>
                <a:close/>
                <a:moveTo>
                  <a:pt x="586" y="35"/>
                </a:moveTo>
                <a:cubicBezTo>
                  <a:pt x="664" y="117"/>
                  <a:pt x="664" y="117"/>
                  <a:pt x="664" y="117"/>
                </a:cubicBezTo>
                <a:cubicBezTo>
                  <a:pt x="664" y="7"/>
                  <a:pt x="664" y="7"/>
                  <a:pt x="664" y="7"/>
                </a:cubicBezTo>
                <a:cubicBezTo>
                  <a:pt x="650" y="7"/>
                  <a:pt x="650" y="7"/>
                  <a:pt x="650" y="7"/>
                </a:cubicBezTo>
                <a:cubicBezTo>
                  <a:pt x="650" y="83"/>
                  <a:pt x="650" y="83"/>
                  <a:pt x="650" y="83"/>
                </a:cubicBezTo>
                <a:cubicBezTo>
                  <a:pt x="572" y="1"/>
                  <a:pt x="572" y="1"/>
                  <a:pt x="572" y="1"/>
                </a:cubicBezTo>
                <a:cubicBezTo>
                  <a:pt x="572" y="110"/>
                  <a:pt x="572" y="110"/>
                  <a:pt x="572" y="110"/>
                </a:cubicBezTo>
                <a:cubicBezTo>
                  <a:pt x="586" y="110"/>
                  <a:pt x="586" y="110"/>
                  <a:pt x="586" y="110"/>
                </a:cubicBezTo>
                <a:lnTo>
                  <a:pt x="586" y="35"/>
                </a:lnTo>
                <a:close/>
                <a:moveTo>
                  <a:pt x="843" y="7"/>
                </a:moveTo>
                <a:cubicBezTo>
                  <a:pt x="830" y="7"/>
                  <a:pt x="830" y="7"/>
                  <a:pt x="830" y="7"/>
                </a:cubicBezTo>
                <a:cubicBezTo>
                  <a:pt x="830" y="110"/>
                  <a:pt x="830" y="110"/>
                  <a:pt x="830" y="110"/>
                </a:cubicBezTo>
                <a:cubicBezTo>
                  <a:pt x="885" y="110"/>
                  <a:pt x="885" y="110"/>
                  <a:pt x="885" y="110"/>
                </a:cubicBezTo>
                <a:cubicBezTo>
                  <a:pt x="885" y="97"/>
                  <a:pt x="885" y="97"/>
                  <a:pt x="885" y="97"/>
                </a:cubicBezTo>
                <a:cubicBezTo>
                  <a:pt x="843" y="97"/>
                  <a:pt x="843" y="97"/>
                  <a:pt x="843" y="97"/>
                </a:cubicBezTo>
                <a:lnTo>
                  <a:pt x="843" y="7"/>
                </a:lnTo>
                <a:close/>
                <a:moveTo>
                  <a:pt x="169" y="156"/>
                </a:moveTo>
                <a:cubicBezTo>
                  <a:pt x="139" y="156"/>
                  <a:pt x="116" y="179"/>
                  <a:pt x="116" y="209"/>
                </a:cubicBezTo>
                <a:cubicBezTo>
                  <a:pt x="116" y="240"/>
                  <a:pt x="139" y="262"/>
                  <a:pt x="169" y="262"/>
                </a:cubicBezTo>
                <a:cubicBezTo>
                  <a:pt x="175" y="262"/>
                  <a:pt x="188" y="261"/>
                  <a:pt x="200" y="252"/>
                </a:cubicBezTo>
                <a:cubicBezTo>
                  <a:pt x="200" y="252"/>
                  <a:pt x="200" y="252"/>
                  <a:pt x="200" y="252"/>
                </a:cubicBezTo>
                <a:cubicBezTo>
                  <a:pt x="200" y="234"/>
                  <a:pt x="200" y="234"/>
                  <a:pt x="200" y="234"/>
                </a:cubicBezTo>
                <a:cubicBezTo>
                  <a:pt x="198" y="236"/>
                  <a:pt x="198" y="236"/>
                  <a:pt x="198" y="236"/>
                </a:cubicBezTo>
                <a:cubicBezTo>
                  <a:pt x="196" y="239"/>
                  <a:pt x="192" y="242"/>
                  <a:pt x="187" y="245"/>
                </a:cubicBezTo>
                <a:cubicBezTo>
                  <a:pt x="181" y="247"/>
                  <a:pt x="175" y="249"/>
                  <a:pt x="169" y="249"/>
                </a:cubicBezTo>
                <a:cubicBezTo>
                  <a:pt x="142" y="249"/>
                  <a:pt x="130" y="226"/>
                  <a:pt x="130" y="210"/>
                </a:cubicBezTo>
                <a:cubicBezTo>
                  <a:pt x="130" y="187"/>
                  <a:pt x="147" y="169"/>
                  <a:pt x="169" y="169"/>
                </a:cubicBezTo>
                <a:cubicBezTo>
                  <a:pt x="174" y="169"/>
                  <a:pt x="180" y="170"/>
                  <a:pt x="185" y="173"/>
                </a:cubicBezTo>
                <a:cubicBezTo>
                  <a:pt x="190" y="175"/>
                  <a:pt x="194" y="178"/>
                  <a:pt x="198" y="182"/>
                </a:cubicBezTo>
                <a:cubicBezTo>
                  <a:pt x="200" y="184"/>
                  <a:pt x="200" y="184"/>
                  <a:pt x="200" y="184"/>
                </a:cubicBezTo>
                <a:cubicBezTo>
                  <a:pt x="200" y="166"/>
                  <a:pt x="200" y="166"/>
                  <a:pt x="200" y="166"/>
                </a:cubicBezTo>
                <a:cubicBezTo>
                  <a:pt x="200" y="166"/>
                  <a:pt x="200" y="166"/>
                  <a:pt x="200" y="166"/>
                </a:cubicBezTo>
                <a:cubicBezTo>
                  <a:pt x="191" y="159"/>
                  <a:pt x="181" y="156"/>
                  <a:pt x="169" y="156"/>
                </a:cubicBezTo>
                <a:close/>
                <a:moveTo>
                  <a:pt x="437" y="209"/>
                </a:moveTo>
                <a:cubicBezTo>
                  <a:pt x="437" y="225"/>
                  <a:pt x="431" y="238"/>
                  <a:pt x="419" y="249"/>
                </a:cubicBezTo>
                <a:cubicBezTo>
                  <a:pt x="409" y="257"/>
                  <a:pt x="399" y="261"/>
                  <a:pt x="382" y="261"/>
                </a:cubicBezTo>
                <a:cubicBezTo>
                  <a:pt x="360" y="261"/>
                  <a:pt x="360" y="261"/>
                  <a:pt x="360" y="261"/>
                </a:cubicBezTo>
                <a:cubicBezTo>
                  <a:pt x="360" y="157"/>
                  <a:pt x="360" y="157"/>
                  <a:pt x="360" y="157"/>
                </a:cubicBezTo>
                <a:cubicBezTo>
                  <a:pt x="382" y="157"/>
                  <a:pt x="382" y="157"/>
                  <a:pt x="382" y="157"/>
                </a:cubicBezTo>
                <a:cubicBezTo>
                  <a:pt x="393" y="157"/>
                  <a:pt x="407" y="159"/>
                  <a:pt x="420" y="170"/>
                </a:cubicBezTo>
                <a:cubicBezTo>
                  <a:pt x="426" y="175"/>
                  <a:pt x="437" y="187"/>
                  <a:pt x="437" y="209"/>
                </a:cubicBezTo>
                <a:close/>
                <a:moveTo>
                  <a:pt x="423" y="209"/>
                </a:moveTo>
                <a:cubicBezTo>
                  <a:pt x="423" y="186"/>
                  <a:pt x="407" y="171"/>
                  <a:pt x="382" y="171"/>
                </a:cubicBezTo>
                <a:cubicBezTo>
                  <a:pt x="374" y="171"/>
                  <a:pt x="374" y="171"/>
                  <a:pt x="374" y="171"/>
                </a:cubicBezTo>
                <a:cubicBezTo>
                  <a:pt x="374" y="247"/>
                  <a:pt x="374" y="247"/>
                  <a:pt x="374" y="247"/>
                </a:cubicBezTo>
                <a:cubicBezTo>
                  <a:pt x="382" y="247"/>
                  <a:pt x="382" y="247"/>
                  <a:pt x="382" y="247"/>
                </a:cubicBezTo>
                <a:cubicBezTo>
                  <a:pt x="390" y="247"/>
                  <a:pt x="401" y="246"/>
                  <a:pt x="410" y="239"/>
                </a:cubicBezTo>
                <a:cubicBezTo>
                  <a:pt x="416" y="234"/>
                  <a:pt x="423" y="224"/>
                  <a:pt x="423" y="209"/>
                </a:cubicBezTo>
                <a:close/>
                <a:moveTo>
                  <a:pt x="479" y="261"/>
                </a:moveTo>
                <a:cubicBezTo>
                  <a:pt x="541" y="261"/>
                  <a:pt x="541" y="261"/>
                  <a:pt x="541" y="261"/>
                </a:cubicBezTo>
                <a:cubicBezTo>
                  <a:pt x="541" y="247"/>
                  <a:pt x="541" y="247"/>
                  <a:pt x="541" y="247"/>
                </a:cubicBezTo>
                <a:cubicBezTo>
                  <a:pt x="493" y="247"/>
                  <a:pt x="493" y="247"/>
                  <a:pt x="493" y="247"/>
                </a:cubicBezTo>
                <a:cubicBezTo>
                  <a:pt x="493" y="211"/>
                  <a:pt x="493" y="211"/>
                  <a:pt x="493" y="211"/>
                </a:cubicBezTo>
                <a:cubicBezTo>
                  <a:pt x="535" y="211"/>
                  <a:pt x="535" y="211"/>
                  <a:pt x="535" y="211"/>
                </a:cubicBezTo>
                <a:cubicBezTo>
                  <a:pt x="535" y="198"/>
                  <a:pt x="535" y="198"/>
                  <a:pt x="535" y="198"/>
                </a:cubicBezTo>
                <a:cubicBezTo>
                  <a:pt x="493" y="198"/>
                  <a:pt x="493" y="198"/>
                  <a:pt x="493" y="198"/>
                </a:cubicBezTo>
                <a:cubicBezTo>
                  <a:pt x="493" y="171"/>
                  <a:pt x="493" y="171"/>
                  <a:pt x="493" y="171"/>
                </a:cubicBezTo>
                <a:cubicBezTo>
                  <a:pt x="541" y="171"/>
                  <a:pt x="541" y="171"/>
                  <a:pt x="541" y="171"/>
                </a:cubicBezTo>
                <a:cubicBezTo>
                  <a:pt x="541" y="157"/>
                  <a:pt x="541" y="157"/>
                  <a:pt x="541" y="157"/>
                </a:cubicBezTo>
                <a:cubicBezTo>
                  <a:pt x="479" y="157"/>
                  <a:pt x="479" y="157"/>
                  <a:pt x="479" y="157"/>
                </a:cubicBezTo>
                <a:lnTo>
                  <a:pt x="479" y="261"/>
                </a:lnTo>
                <a:close/>
                <a:moveTo>
                  <a:pt x="805" y="261"/>
                </a:moveTo>
                <a:cubicBezTo>
                  <a:pt x="866" y="261"/>
                  <a:pt x="866" y="261"/>
                  <a:pt x="866" y="261"/>
                </a:cubicBezTo>
                <a:cubicBezTo>
                  <a:pt x="866" y="247"/>
                  <a:pt x="866" y="247"/>
                  <a:pt x="866" y="247"/>
                </a:cubicBezTo>
                <a:cubicBezTo>
                  <a:pt x="819" y="247"/>
                  <a:pt x="819" y="247"/>
                  <a:pt x="819" y="247"/>
                </a:cubicBezTo>
                <a:cubicBezTo>
                  <a:pt x="819" y="211"/>
                  <a:pt x="819" y="211"/>
                  <a:pt x="819" y="211"/>
                </a:cubicBezTo>
                <a:cubicBezTo>
                  <a:pt x="860" y="211"/>
                  <a:pt x="860" y="211"/>
                  <a:pt x="860" y="211"/>
                </a:cubicBezTo>
                <a:cubicBezTo>
                  <a:pt x="860" y="198"/>
                  <a:pt x="860" y="198"/>
                  <a:pt x="860" y="198"/>
                </a:cubicBezTo>
                <a:cubicBezTo>
                  <a:pt x="819" y="198"/>
                  <a:pt x="819" y="198"/>
                  <a:pt x="819" y="198"/>
                </a:cubicBezTo>
                <a:cubicBezTo>
                  <a:pt x="819" y="171"/>
                  <a:pt x="819" y="171"/>
                  <a:pt x="819" y="171"/>
                </a:cubicBezTo>
                <a:cubicBezTo>
                  <a:pt x="866" y="171"/>
                  <a:pt x="866" y="171"/>
                  <a:pt x="866" y="171"/>
                </a:cubicBezTo>
                <a:cubicBezTo>
                  <a:pt x="866" y="157"/>
                  <a:pt x="866" y="157"/>
                  <a:pt x="866" y="157"/>
                </a:cubicBezTo>
                <a:cubicBezTo>
                  <a:pt x="805" y="157"/>
                  <a:pt x="805" y="157"/>
                  <a:pt x="805" y="157"/>
                </a:cubicBezTo>
                <a:lnTo>
                  <a:pt x="805" y="261"/>
                </a:lnTo>
                <a:close/>
                <a:moveTo>
                  <a:pt x="634" y="235"/>
                </a:moveTo>
                <a:cubicBezTo>
                  <a:pt x="595" y="149"/>
                  <a:pt x="595" y="149"/>
                  <a:pt x="595" y="149"/>
                </a:cubicBezTo>
                <a:cubicBezTo>
                  <a:pt x="578" y="261"/>
                  <a:pt x="578" y="261"/>
                  <a:pt x="578" y="261"/>
                </a:cubicBezTo>
                <a:cubicBezTo>
                  <a:pt x="592" y="261"/>
                  <a:pt x="592" y="261"/>
                  <a:pt x="592" y="261"/>
                </a:cubicBezTo>
                <a:cubicBezTo>
                  <a:pt x="601" y="194"/>
                  <a:pt x="601" y="194"/>
                  <a:pt x="601" y="194"/>
                </a:cubicBezTo>
                <a:cubicBezTo>
                  <a:pt x="634" y="267"/>
                  <a:pt x="634" y="267"/>
                  <a:pt x="634" y="267"/>
                </a:cubicBezTo>
                <a:cubicBezTo>
                  <a:pt x="668" y="194"/>
                  <a:pt x="668" y="194"/>
                  <a:pt x="668" y="194"/>
                </a:cubicBezTo>
                <a:cubicBezTo>
                  <a:pt x="677" y="261"/>
                  <a:pt x="677" y="261"/>
                  <a:pt x="677" y="261"/>
                </a:cubicBezTo>
                <a:cubicBezTo>
                  <a:pt x="691" y="261"/>
                  <a:pt x="691" y="261"/>
                  <a:pt x="691" y="261"/>
                </a:cubicBezTo>
                <a:cubicBezTo>
                  <a:pt x="674" y="148"/>
                  <a:pt x="674" y="148"/>
                  <a:pt x="674" y="148"/>
                </a:cubicBezTo>
                <a:lnTo>
                  <a:pt x="634" y="235"/>
                </a:lnTo>
                <a:close/>
                <a:moveTo>
                  <a:pt x="737" y="261"/>
                </a:moveTo>
                <a:cubicBezTo>
                  <a:pt x="751" y="261"/>
                  <a:pt x="751" y="261"/>
                  <a:pt x="751" y="261"/>
                </a:cubicBezTo>
                <a:cubicBezTo>
                  <a:pt x="751" y="157"/>
                  <a:pt x="751" y="157"/>
                  <a:pt x="751" y="157"/>
                </a:cubicBezTo>
                <a:cubicBezTo>
                  <a:pt x="737" y="157"/>
                  <a:pt x="737" y="157"/>
                  <a:pt x="737" y="157"/>
                </a:cubicBezTo>
                <a:lnTo>
                  <a:pt x="737" y="261"/>
                </a:lnTo>
                <a:close/>
                <a:moveTo>
                  <a:pt x="955" y="211"/>
                </a:moveTo>
                <a:cubicBezTo>
                  <a:pt x="950" y="207"/>
                  <a:pt x="945" y="204"/>
                  <a:pt x="939" y="201"/>
                </a:cubicBezTo>
                <a:cubicBezTo>
                  <a:pt x="929" y="197"/>
                  <a:pt x="929" y="197"/>
                  <a:pt x="929" y="197"/>
                </a:cubicBezTo>
                <a:cubicBezTo>
                  <a:pt x="925" y="195"/>
                  <a:pt x="922" y="194"/>
                  <a:pt x="919" y="191"/>
                </a:cubicBezTo>
                <a:cubicBezTo>
                  <a:pt x="916" y="189"/>
                  <a:pt x="916" y="187"/>
                  <a:pt x="916" y="183"/>
                </a:cubicBezTo>
                <a:cubicBezTo>
                  <a:pt x="916" y="175"/>
                  <a:pt x="922" y="169"/>
                  <a:pt x="931" y="169"/>
                </a:cubicBezTo>
                <a:cubicBezTo>
                  <a:pt x="936" y="169"/>
                  <a:pt x="940" y="171"/>
                  <a:pt x="942" y="172"/>
                </a:cubicBezTo>
                <a:cubicBezTo>
                  <a:pt x="944" y="174"/>
                  <a:pt x="946" y="177"/>
                  <a:pt x="947" y="179"/>
                </a:cubicBezTo>
                <a:cubicBezTo>
                  <a:pt x="948" y="181"/>
                  <a:pt x="948" y="181"/>
                  <a:pt x="948" y="181"/>
                </a:cubicBezTo>
                <a:cubicBezTo>
                  <a:pt x="959" y="173"/>
                  <a:pt x="959" y="173"/>
                  <a:pt x="959" y="173"/>
                </a:cubicBezTo>
                <a:cubicBezTo>
                  <a:pt x="958" y="172"/>
                  <a:pt x="958" y="172"/>
                  <a:pt x="958" y="172"/>
                </a:cubicBezTo>
                <a:cubicBezTo>
                  <a:pt x="956" y="167"/>
                  <a:pt x="952" y="163"/>
                  <a:pt x="948" y="161"/>
                </a:cubicBezTo>
                <a:cubicBezTo>
                  <a:pt x="943" y="157"/>
                  <a:pt x="938" y="156"/>
                  <a:pt x="931" y="156"/>
                </a:cubicBezTo>
                <a:cubicBezTo>
                  <a:pt x="914" y="156"/>
                  <a:pt x="902" y="167"/>
                  <a:pt x="902" y="183"/>
                </a:cubicBezTo>
                <a:cubicBezTo>
                  <a:pt x="902" y="190"/>
                  <a:pt x="904" y="195"/>
                  <a:pt x="909" y="200"/>
                </a:cubicBezTo>
                <a:cubicBezTo>
                  <a:pt x="913" y="205"/>
                  <a:pt x="918" y="207"/>
                  <a:pt x="922" y="209"/>
                </a:cubicBezTo>
                <a:cubicBezTo>
                  <a:pt x="932" y="213"/>
                  <a:pt x="932" y="213"/>
                  <a:pt x="932" y="213"/>
                </a:cubicBezTo>
                <a:cubicBezTo>
                  <a:pt x="937" y="215"/>
                  <a:pt x="941" y="217"/>
                  <a:pt x="944" y="220"/>
                </a:cubicBezTo>
                <a:cubicBezTo>
                  <a:pt x="947" y="223"/>
                  <a:pt x="948" y="226"/>
                  <a:pt x="948" y="231"/>
                </a:cubicBezTo>
                <a:cubicBezTo>
                  <a:pt x="948" y="240"/>
                  <a:pt x="942" y="249"/>
                  <a:pt x="929" y="249"/>
                </a:cubicBezTo>
                <a:cubicBezTo>
                  <a:pt x="924" y="249"/>
                  <a:pt x="919" y="247"/>
                  <a:pt x="916" y="244"/>
                </a:cubicBezTo>
                <a:cubicBezTo>
                  <a:pt x="913" y="241"/>
                  <a:pt x="911" y="236"/>
                  <a:pt x="910" y="232"/>
                </a:cubicBezTo>
                <a:cubicBezTo>
                  <a:pt x="910" y="230"/>
                  <a:pt x="910" y="230"/>
                  <a:pt x="910" y="230"/>
                </a:cubicBezTo>
                <a:cubicBezTo>
                  <a:pt x="896" y="234"/>
                  <a:pt x="896" y="234"/>
                  <a:pt x="896" y="234"/>
                </a:cubicBezTo>
                <a:cubicBezTo>
                  <a:pt x="897" y="235"/>
                  <a:pt x="897" y="235"/>
                  <a:pt x="897" y="235"/>
                </a:cubicBezTo>
                <a:cubicBezTo>
                  <a:pt x="898" y="243"/>
                  <a:pt x="902" y="249"/>
                  <a:pt x="906" y="254"/>
                </a:cubicBezTo>
                <a:cubicBezTo>
                  <a:pt x="912" y="260"/>
                  <a:pt x="920" y="262"/>
                  <a:pt x="929" y="262"/>
                </a:cubicBezTo>
                <a:cubicBezTo>
                  <a:pt x="948" y="262"/>
                  <a:pt x="962" y="249"/>
                  <a:pt x="962" y="230"/>
                </a:cubicBezTo>
                <a:cubicBezTo>
                  <a:pt x="962" y="222"/>
                  <a:pt x="960" y="216"/>
                  <a:pt x="955" y="211"/>
                </a:cubicBezTo>
                <a:close/>
                <a:moveTo>
                  <a:pt x="0" y="261"/>
                </a:moveTo>
                <a:cubicBezTo>
                  <a:pt x="15" y="261"/>
                  <a:pt x="15" y="261"/>
                  <a:pt x="15" y="261"/>
                </a:cubicBezTo>
                <a:cubicBezTo>
                  <a:pt x="48" y="184"/>
                  <a:pt x="48" y="184"/>
                  <a:pt x="48" y="184"/>
                </a:cubicBezTo>
                <a:cubicBezTo>
                  <a:pt x="79" y="260"/>
                  <a:pt x="79" y="260"/>
                  <a:pt x="79" y="260"/>
                </a:cubicBezTo>
                <a:cubicBezTo>
                  <a:pt x="80" y="261"/>
                  <a:pt x="80" y="261"/>
                  <a:pt x="80" y="261"/>
                </a:cubicBezTo>
                <a:cubicBezTo>
                  <a:pt x="95" y="261"/>
                  <a:pt x="95" y="261"/>
                  <a:pt x="95" y="261"/>
                </a:cubicBezTo>
                <a:cubicBezTo>
                  <a:pt x="48" y="151"/>
                  <a:pt x="48" y="151"/>
                  <a:pt x="48" y="151"/>
                </a:cubicBezTo>
                <a:lnTo>
                  <a:pt x="0" y="261"/>
                </a:lnTo>
                <a:close/>
                <a:moveTo>
                  <a:pt x="229" y="261"/>
                </a:moveTo>
                <a:cubicBezTo>
                  <a:pt x="244" y="261"/>
                  <a:pt x="244" y="261"/>
                  <a:pt x="244" y="261"/>
                </a:cubicBezTo>
                <a:cubicBezTo>
                  <a:pt x="277" y="184"/>
                  <a:pt x="277" y="184"/>
                  <a:pt x="277" y="184"/>
                </a:cubicBezTo>
                <a:cubicBezTo>
                  <a:pt x="309" y="260"/>
                  <a:pt x="309" y="260"/>
                  <a:pt x="309" y="260"/>
                </a:cubicBezTo>
                <a:cubicBezTo>
                  <a:pt x="309" y="261"/>
                  <a:pt x="309" y="261"/>
                  <a:pt x="309" y="261"/>
                </a:cubicBezTo>
                <a:cubicBezTo>
                  <a:pt x="324" y="261"/>
                  <a:pt x="324" y="261"/>
                  <a:pt x="324" y="261"/>
                </a:cubicBezTo>
                <a:cubicBezTo>
                  <a:pt x="277" y="151"/>
                  <a:pt x="277" y="151"/>
                  <a:pt x="277" y="151"/>
                </a:cubicBezTo>
                <a:lnTo>
                  <a:pt x="229" y="261"/>
                </a:lnTo>
                <a:close/>
                <a:moveTo>
                  <a:pt x="1071" y="11"/>
                </a:moveTo>
                <a:cubicBezTo>
                  <a:pt x="1071" y="18"/>
                  <a:pt x="1071" y="18"/>
                  <a:pt x="1071" y="18"/>
                </a:cubicBezTo>
                <a:cubicBezTo>
                  <a:pt x="1075" y="18"/>
                  <a:pt x="1075" y="18"/>
                  <a:pt x="1075" y="18"/>
                </a:cubicBezTo>
                <a:cubicBezTo>
                  <a:pt x="1077" y="9"/>
                  <a:pt x="1077" y="9"/>
                  <a:pt x="1077" y="9"/>
                </a:cubicBezTo>
                <a:cubicBezTo>
                  <a:pt x="1076" y="8"/>
                  <a:pt x="1074" y="7"/>
                  <a:pt x="1072" y="6"/>
                </a:cubicBezTo>
                <a:cubicBezTo>
                  <a:pt x="1070" y="6"/>
                  <a:pt x="1067" y="6"/>
                  <a:pt x="1064" y="6"/>
                </a:cubicBezTo>
                <a:cubicBezTo>
                  <a:pt x="1061" y="6"/>
                  <a:pt x="1058" y="6"/>
                  <a:pt x="1056" y="7"/>
                </a:cubicBezTo>
                <a:cubicBezTo>
                  <a:pt x="1053" y="9"/>
                  <a:pt x="1051" y="10"/>
                  <a:pt x="1049" y="12"/>
                </a:cubicBezTo>
                <a:cubicBezTo>
                  <a:pt x="1048" y="14"/>
                  <a:pt x="1047" y="17"/>
                  <a:pt x="1047" y="20"/>
                </a:cubicBezTo>
                <a:cubicBezTo>
                  <a:pt x="1047" y="22"/>
                  <a:pt x="1048" y="24"/>
                  <a:pt x="1049" y="26"/>
                </a:cubicBezTo>
                <a:cubicBezTo>
                  <a:pt x="1050" y="28"/>
                  <a:pt x="1051" y="30"/>
                  <a:pt x="1053" y="31"/>
                </a:cubicBezTo>
                <a:cubicBezTo>
                  <a:pt x="1055" y="32"/>
                  <a:pt x="1057" y="34"/>
                  <a:pt x="1059" y="35"/>
                </a:cubicBezTo>
                <a:cubicBezTo>
                  <a:pt x="1062" y="37"/>
                  <a:pt x="1064" y="39"/>
                  <a:pt x="1066" y="40"/>
                </a:cubicBezTo>
                <a:cubicBezTo>
                  <a:pt x="1067" y="42"/>
                  <a:pt x="1068" y="44"/>
                  <a:pt x="1068" y="47"/>
                </a:cubicBezTo>
                <a:cubicBezTo>
                  <a:pt x="1068" y="49"/>
                  <a:pt x="1067" y="52"/>
                  <a:pt x="1065" y="53"/>
                </a:cubicBezTo>
                <a:cubicBezTo>
                  <a:pt x="1062" y="55"/>
                  <a:pt x="1060" y="56"/>
                  <a:pt x="1057" y="56"/>
                </a:cubicBezTo>
                <a:cubicBezTo>
                  <a:pt x="1055" y="56"/>
                  <a:pt x="1053" y="56"/>
                  <a:pt x="1052" y="55"/>
                </a:cubicBezTo>
                <a:cubicBezTo>
                  <a:pt x="1050" y="55"/>
                  <a:pt x="1049" y="54"/>
                  <a:pt x="1048" y="54"/>
                </a:cubicBezTo>
                <a:cubicBezTo>
                  <a:pt x="1048" y="46"/>
                  <a:pt x="1048" y="46"/>
                  <a:pt x="1048" y="46"/>
                </a:cubicBezTo>
                <a:cubicBezTo>
                  <a:pt x="1044" y="46"/>
                  <a:pt x="1044" y="46"/>
                  <a:pt x="1044" y="46"/>
                </a:cubicBezTo>
                <a:cubicBezTo>
                  <a:pt x="1042" y="56"/>
                  <a:pt x="1042" y="56"/>
                  <a:pt x="1042" y="56"/>
                </a:cubicBezTo>
                <a:cubicBezTo>
                  <a:pt x="1043" y="57"/>
                  <a:pt x="1045" y="58"/>
                  <a:pt x="1048" y="58"/>
                </a:cubicBezTo>
                <a:cubicBezTo>
                  <a:pt x="1051" y="59"/>
                  <a:pt x="1054" y="59"/>
                  <a:pt x="1057" y="59"/>
                </a:cubicBezTo>
                <a:cubicBezTo>
                  <a:pt x="1060" y="59"/>
                  <a:pt x="1063" y="59"/>
                  <a:pt x="1066" y="57"/>
                </a:cubicBezTo>
                <a:cubicBezTo>
                  <a:pt x="1069" y="56"/>
                  <a:pt x="1071" y="54"/>
                  <a:pt x="1073" y="52"/>
                </a:cubicBezTo>
                <a:cubicBezTo>
                  <a:pt x="1074" y="50"/>
                  <a:pt x="1075" y="47"/>
                  <a:pt x="1075" y="44"/>
                </a:cubicBezTo>
                <a:cubicBezTo>
                  <a:pt x="1075" y="42"/>
                  <a:pt x="1074" y="40"/>
                  <a:pt x="1073" y="38"/>
                </a:cubicBezTo>
                <a:cubicBezTo>
                  <a:pt x="1072" y="36"/>
                  <a:pt x="1071" y="35"/>
                  <a:pt x="1069" y="34"/>
                </a:cubicBezTo>
                <a:cubicBezTo>
                  <a:pt x="1068" y="32"/>
                  <a:pt x="1066" y="31"/>
                  <a:pt x="1064" y="29"/>
                </a:cubicBezTo>
                <a:cubicBezTo>
                  <a:pt x="1060" y="27"/>
                  <a:pt x="1058" y="25"/>
                  <a:pt x="1056" y="24"/>
                </a:cubicBezTo>
                <a:cubicBezTo>
                  <a:pt x="1055" y="22"/>
                  <a:pt x="1054" y="20"/>
                  <a:pt x="1054" y="17"/>
                </a:cubicBezTo>
                <a:cubicBezTo>
                  <a:pt x="1054" y="15"/>
                  <a:pt x="1055" y="13"/>
                  <a:pt x="1057" y="11"/>
                </a:cubicBezTo>
                <a:cubicBezTo>
                  <a:pt x="1059" y="10"/>
                  <a:pt x="1061" y="9"/>
                  <a:pt x="1064" y="9"/>
                </a:cubicBezTo>
                <a:cubicBezTo>
                  <a:pt x="1065" y="9"/>
                  <a:pt x="1067" y="9"/>
                  <a:pt x="1068" y="10"/>
                </a:cubicBezTo>
                <a:cubicBezTo>
                  <a:pt x="1069" y="10"/>
                  <a:pt x="1070" y="10"/>
                  <a:pt x="1071" y="11"/>
                </a:cubicBezTo>
                <a:close/>
                <a:moveTo>
                  <a:pt x="1107" y="27"/>
                </a:moveTo>
                <a:cubicBezTo>
                  <a:pt x="1108" y="27"/>
                  <a:pt x="1108" y="27"/>
                  <a:pt x="1108" y="27"/>
                </a:cubicBezTo>
                <a:cubicBezTo>
                  <a:pt x="1110" y="20"/>
                  <a:pt x="1110" y="20"/>
                  <a:pt x="1110" y="20"/>
                </a:cubicBezTo>
                <a:cubicBezTo>
                  <a:pt x="1109" y="20"/>
                  <a:pt x="1108" y="19"/>
                  <a:pt x="1107" y="19"/>
                </a:cubicBezTo>
                <a:cubicBezTo>
                  <a:pt x="1105" y="19"/>
                  <a:pt x="1104" y="19"/>
                  <a:pt x="1102" y="19"/>
                </a:cubicBezTo>
                <a:cubicBezTo>
                  <a:pt x="1098" y="19"/>
                  <a:pt x="1094" y="20"/>
                  <a:pt x="1091" y="22"/>
                </a:cubicBezTo>
                <a:cubicBezTo>
                  <a:pt x="1088" y="25"/>
                  <a:pt x="1086" y="28"/>
                  <a:pt x="1084" y="32"/>
                </a:cubicBezTo>
                <a:cubicBezTo>
                  <a:pt x="1083" y="36"/>
                  <a:pt x="1082" y="40"/>
                  <a:pt x="1082" y="43"/>
                </a:cubicBezTo>
                <a:cubicBezTo>
                  <a:pt x="1082" y="48"/>
                  <a:pt x="1083" y="52"/>
                  <a:pt x="1085" y="55"/>
                </a:cubicBezTo>
                <a:cubicBezTo>
                  <a:pt x="1087" y="58"/>
                  <a:pt x="1091" y="59"/>
                  <a:pt x="1094" y="59"/>
                </a:cubicBezTo>
                <a:cubicBezTo>
                  <a:pt x="1098" y="59"/>
                  <a:pt x="1100" y="59"/>
                  <a:pt x="1102" y="57"/>
                </a:cubicBezTo>
                <a:cubicBezTo>
                  <a:pt x="1105" y="56"/>
                  <a:pt x="1106" y="54"/>
                  <a:pt x="1108" y="53"/>
                </a:cubicBezTo>
                <a:cubicBezTo>
                  <a:pt x="1106" y="50"/>
                  <a:pt x="1106" y="50"/>
                  <a:pt x="1106" y="50"/>
                </a:cubicBezTo>
                <a:cubicBezTo>
                  <a:pt x="1105" y="52"/>
                  <a:pt x="1103" y="53"/>
                  <a:pt x="1102" y="54"/>
                </a:cubicBezTo>
                <a:cubicBezTo>
                  <a:pt x="1100" y="54"/>
                  <a:pt x="1099" y="55"/>
                  <a:pt x="1097" y="55"/>
                </a:cubicBezTo>
                <a:cubicBezTo>
                  <a:pt x="1094" y="55"/>
                  <a:pt x="1092" y="54"/>
                  <a:pt x="1091" y="52"/>
                </a:cubicBezTo>
                <a:cubicBezTo>
                  <a:pt x="1090" y="50"/>
                  <a:pt x="1089" y="47"/>
                  <a:pt x="1089" y="43"/>
                </a:cubicBezTo>
                <a:cubicBezTo>
                  <a:pt x="1089" y="39"/>
                  <a:pt x="1090" y="35"/>
                  <a:pt x="1091" y="32"/>
                </a:cubicBezTo>
                <a:cubicBezTo>
                  <a:pt x="1092" y="30"/>
                  <a:pt x="1093" y="27"/>
                  <a:pt x="1095" y="26"/>
                </a:cubicBezTo>
                <a:cubicBezTo>
                  <a:pt x="1097" y="24"/>
                  <a:pt x="1099" y="23"/>
                  <a:pt x="1101" y="23"/>
                </a:cubicBezTo>
                <a:cubicBezTo>
                  <a:pt x="1102" y="23"/>
                  <a:pt x="1105" y="24"/>
                  <a:pt x="1107" y="27"/>
                </a:cubicBezTo>
                <a:close/>
                <a:moveTo>
                  <a:pt x="1124" y="52"/>
                </a:moveTo>
                <a:cubicBezTo>
                  <a:pt x="1129" y="19"/>
                  <a:pt x="1129" y="19"/>
                  <a:pt x="1129" y="19"/>
                </a:cubicBezTo>
                <a:cubicBezTo>
                  <a:pt x="1128" y="19"/>
                  <a:pt x="1128" y="19"/>
                  <a:pt x="1128" y="19"/>
                </a:cubicBezTo>
                <a:cubicBezTo>
                  <a:pt x="1118" y="20"/>
                  <a:pt x="1118" y="20"/>
                  <a:pt x="1118" y="20"/>
                </a:cubicBezTo>
                <a:cubicBezTo>
                  <a:pt x="1117" y="23"/>
                  <a:pt x="1117" y="23"/>
                  <a:pt x="1117" y="23"/>
                </a:cubicBezTo>
                <a:cubicBezTo>
                  <a:pt x="1122" y="24"/>
                  <a:pt x="1122" y="24"/>
                  <a:pt x="1122" y="24"/>
                </a:cubicBezTo>
                <a:cubicBezTo>
                  <a:pt x="1121" y="31"/>
                  <a:pt x="1120" y="37"/>
                  <a:pt x="1119" y="41"/>
                </a:cubicBezTo>
                <a:cubicBezTo>
                  <a:pt x="1118" y="49"/>
                  <a:pt x="1117" y="54"/>
                  <a:pt x="1117" y="55"/>
                </a:cubicBezTo>
                <a:cubicBezTo>
                  <a:pt x="1117" y="56"/>
                  <a:pt x="1118" y="57"/>
                  <a:pt x="1118" y="58"/>
                </a:cubicBezTo>
                <a:cubicBezTo>
                  <a:pt x="1119" y="59"/>
                  <a:pt x="1120" y="59"/>
                  <a:pt x="1122" y="59"/>
                </a:cubicBezTo>
                <a:cubicBezTo>
                  <a:pt x="1124" y="59"/>
                  <a:pt x="1125" y="59"/>
                  <a:pt x="1127" y="58"/>
                </a:cubicBezTo>
                <a:cubicBezTo>
                  <a:pt x="1128" y="57"/>
                  <a:pt x="1129" y="55"/>
                  <a:pt x="1130" y="54"/>
                </a:cubicBezTo>
                <a:cubicBezTo>
                  <a:pt x="1129" y="53"/>
                  <a:pt x="1129" y="53"/>
                  <a:pt x="1129" y="53"/>
                </a:cubicBezTo>
                <a:cubicBezTo>
                  <a:pt x="1128" y="54"/>
                  <a:pt x="1128" y="54"/>
                  <a:pt x="1127" y="54"/>
                </a:cubicBezTo>
                <a:cubicBezTo>
                  <a:pt x="1126" y="55"/>
                  <a:pt x="1126" y="55"/>
                  <a:pt x="1125" y="55"/>
                </a:cubicBezTo>
                <a:cubicBezTo>
                  <a:pt x="1125" y="55"/>
                  <a:pt x="1125" y="55"/>
                  <a:pt x="1125" y="54"/>
                </a:cubicBezTo>
                <a:cubicBezTo>
                  <a:pt x="1124" y="54"/>
                  <a:pt x="1124" y="54"/>
                  <a:pt x="1124" y="53"/>
                </a:cubicBezTo>
                <a:lnTo>
                  <a:pt x="1124" y="52"/>
                </a:lnTo>
                <a:close/>
                <a:moveTo>
                  <a:pt x="1127" y="11"/>
                </a:moveTo>
                <a:cubicBezTo>
                  <a:pt x="1128" y="11"/>
                  <a:pt x="1129" y="11"/>
                  <a:pt x="1130" y="10"/>
                </a:cubicBezTo>
                <a:cubicBezTo>
                  <a:pt x="1131" y="9"/>
                  <a:pt x="1131" y="7"/>
                  <a:pt x="1131" y="6"/>
                </a:cubicBezTo>
                <a:cubicBezTo>
                  <a:pt x="1131" y="5"/>
                  <a:pt x="1131" y="4"/>
                  <a:pt x="1130" y="3"/>
                </a:cubicBezTo>
                <a:cubicBezTo>
                  <a:pt x="1130" y="3"/>
                  <a:pt x="1129" y="2"/>
                  <a:pt x="1128" y="2"/>
                </a:cubicBezTo>
                <a:cubicBezTo>
                  <a:pt x="1126" y="2"/>
                  <a:pt x="1125" y="3"/>
                  <a:pt x="1124" y="4"/>
                </a:cubicBezTo>
                <a:cubicBezTo>
                  <a:pt x="1123" y="5"/>
                  <a:pt x="1123" y="6"/>
                  <a:pt x="1123" y="7"/>
                </a:cubicBezTo>
                <a:cubicBezTo>
                  <a:pt x="1123" y="8"/>
                  <a:pt x="1123" y="9"/>
                  <a:pt x="1124" y="10"/>
                </a:cubicBezTo>
                <a:cubicBezTo>
                  <a:pt x="1125" y="11"/>
                  <a:pt x="1126" y="11"/>
                  <a:pt x="1127" y="11"/>
                </a:cubicBezTo>
                <a:close/>
                <a:moveTo>
                  <a:pt x="1166" y="52"/>
                </a:moveTo>
                <a:cubicBezTo>
                  <a:pt x="1165" y="49"/>
                  <a:pt x="1165" y="49"/>
                  <a:pt x="1165" y="49"/>
                </a:cubicBezTo>
                <a:cubicBezTo>
                  <a:pt x="1163" y="51"/>
                  <a:pt x="1161" y="52"/>
                  <a:pt x="1159" y="53"/>
                </a:cubicBezTo>
                <a:cubicBezTo>
                  <a:pt x="1157" y="54"/>
                  <a:pt x="1155" y="55"/>
                  <a:pt x="1153" y="55"/>
                </a:cubicBezTo>
                <a:cubicBezTo>
                  <a:pt x="1150" y="55"/>
                  <a:pt x="1148" y="54"/>
                  <a:pt x="1147" y="51"/>
                </a:cubicBezTo>
                <a:cubicBezTo>
                  <a:pt x="1145" y="49"/>
                  <a:pt x="1145" y="46"/>
                  <a:pt x="1145" y="43"/>
                </a:cubicBezTo>
                <a:cubicBezTo>
                  <a:pt x="1148" y="43"/>
                  <a:pt x="1151" y="42"/>
                  <a:pt x="1155" y="41"/>
                </a:cubicBezTo>
                <a:cubicBezTo>
                  <a:pt x="1158" y="40"/>
                  <a:pt x="1162" y="38"/>
                  <a:pt x="1164" y="36"/>
                </a:cubicBezTo>
                <a:cubicBezTo>
                  <a:pt x="1167" y="33"/>
                  <a:pt x="1168" y="31"/>
                  <a:pt x="1168" y="27"/>
                </a:cubicBezTo>
                <a:cubicBezTo>
                  <a:pt x="1168" y="25"/>
                  <a:pt x="1167" y="23"/>
                  <a:pt x="1166" y="21"/>
                </a:cubicBezTo>
                <a:cubicBezTo>
                  <a:pt x="1164" y="19"/>
                  <a:pt x="1162" y="19"/>
                  <a:pt x="1158" y="19"/>
                </a:cubicBezTo>
                <a:cubicBezTo>
                  <a:pt x="1154" y="19"/>
                  <a:pt x="1151" y="20"/>
                  <a:pt x="1148" y="22"/>
                </a:cubicBezTo>
                <a:cubicBezTo>
                  <a:pt x="1145" y="24"/>
                  <a:pt x="1142" y="28"/>
                  <a:pt x="1140" y="31"/>
                </a:cubicBezTo>
                <a:cubicBezTo>
                  <a:pt x="1138" y="35"/>
                  <a:pt x="1138" y="40"/>
                  <a:pt x="1138" y="44"/>
                </a:cubicBezTo>
                <a:cubicBezTo>
                  <a:pt x="1138" y="47"/>
                  <a:pt x="1138" y="49"/>
                  <a:pt x="1139" y="52"/>
                </a:cubicBezTo>
                <a:cubicBezTo>
                  <a:pt x="1140" y="54"/>
                  <a:pt x="1142" y="56"/>
                  <a:pt x="1144" y="57"/>
                </a:cubicBezTo>
                <a:cubicBezTo>
                  <a:pt x="1146" y="59"/>
                  <a:pt x="1148" y="59"/>
                  <a:pt x="1151" y="59"/>
                </a:cubicBezTo>
                <a:cubicBezTo>
                  <a:pt x="1155" y="59"/>
                  <a:pt x="1158" y="58"/>
                  <a:pt x="1160" y="57"/>
                </a:cubicBezTo>
                <a:cubicBezTo>
                  <a:pt x="1163" y="55"/>
                  <a:pt x="1165" y="54"/>
                  <a:pt x="1166" y="52"/>
                </a:cubicBezTo>
                <a:close/>
                <a:moveTo>
                  <a:pt x="1157" y="22"/>
                </a:moveTo>
                <a:cubicBezTo>
                  <a:pt x="1158" y="22"/>
                  <a:pt x="1159" y="23"/>
                  <a:pt x="1160" y="24"/>
                </a:cubicBezTo>
                <a:cubicBezTo>
                  <a:pt x="1161" y="25"/>
                  <a:pt x="1161" y="26"/>
                  <a:pt x="1161" y="28"/>
                </a:cubicBezTo>
                <a:cubicBezTo>
                  <a:pt x="1161" y="30"/>
                  <a:pt x="1161" y="32"/>
                  <a:pt x="1159" y="34"/>
                </a:cubicBezTo>
                <a:cubicBezTo>
                  <a:pt x="1157" y="35"/>
                  <a:pt x="1155" y="37"/>
                  <a:pt x="1152" y="38"/>
                </a:cubicBezTo>
                <a:cubicBezTo>
                  <a:pt x="1150" y="39"/>
                  <a:pt x="1147" y="39"/>
                  <a:pt x="1145" y="39"/>
                </a:cubicBezTo>
                <a:cubicBezTo>
                  <a:pt x="1145" y="37"/>
                  <a:pt x="1146" y="34"/>
                  <a:pt x="1147" y="32"/>
                </a:cubicBezTo>
                <a:cubicBezTo>
                  <a:pt x="1148" y="29"/>
                  <a:pt x="1149" y="27"/>
                  <a:pt x="1151" y="25"/>
                </a:cubicBezTo>
                <a:cubicBezTo>
                  <a:pt x="1152" y="23"/>
                  <a:pt x="1154" y="22"/>
                  <a:pt x="1157" y="22"/>
                </a:cubicBezTo>
                <a:close/>
                <a:moveTo>
                  <a:pt x="1187" y="28"/>
                </a:moveTo>
                <a:cubicBezTo>
                  <a:pt x="1188" y="19"/>
                  <a:pt x="1188" y="19"/>
                  <a:pt x="1188" y="19"/>
                </a:cubicBezTo>
                <a:cubicBezTo>
                  <a:pt x="1186" y="19"/>
                  <a:pt x="1186" y="19"/>
                  <a:pt x="1186" y="19"/>
                </a:cubicBezTo>
                <a:cubicBezTo>
                  <a:pt x="1178" y="20"/>
                  <a:pt x="1178" y="20"/>
                  <a:pt x="1178" y="20"/>
                </a:cubicBezTo>
                <a:cubicBezTo>
                  <a:pt x="1177" y="23"/>
                  <a:pt x="1177" y="23"/>
                  <a:pt x="1177" y="23"/>
                </a:cubicBezTo>
                <a:cubicBezTo>
                  <a:pt x="1180" y="25"/>
                  <a:pt x="1180" y="25"/>
                  <a:pt x="1180" y="25"/>
                </a:cubicBezTo>
                <a:cubicBezTo>
                  <a:pt x="1176" y="58"/>
                  <a:pt x="1176" y="58"/>
                  <a:pt x="1176" y="58"/>
                </a:cubicBezTo>
                <a:cubicBezTo>
                  <a:pt x="1183" y="58"/>
                  <a:pt x="1183" y="58"/>
                  <a:pt x="1183" y="58"/>
                </a:cubicBezTo>
                <a:cubicBezTo>
                  <a:pt x="1186" y="33"/>
                  <a:pt x="1186" y="33"/>
                  <a:pt x="1186" y="33"/>
                </a:cubicBezTo>
                <a:cubicBezTo>
                  <a:pt x="1188" y="31"/>
                  <a:pt x="1190" y="28"/>
                  <a:pt x="1192" y="26"/>
                </a:cubicBezTo>
                <a:cubicBezTo>
                  <a:pt x="1194" y="25"/>
                  <a:pt x="1196" y="24"/>
                  <a:pt x="1198" y="24"/>
                </a:cubicBezTo>
                <a:cubicBezTo>
                  <a:pt x="1200" y="24"/>
                  <a:pt x="1201" y="24"/>
                  <a:pt x="1202" y="25"/>
                </a:cubicBezTo>
                <a:cubicBezTo>
                  <a:pt x="1202" y="26"/>
                  <a:pt x="1203" y="27"/>
                  <a:pt x="1203" y="29"/>
                </a:cubicBezTo>
                <a:cubicBezTo>
                  <a:pt x="1203" y="31"/>
                  <a:pt x="1202" y="33"/>
                  <a:pt x="1202" y="35"/>
                </a:cubicBezTo>
                <a:cubicBezTo>
                  <a:pt x="1202" y="37"/>
                  <a:pt x="1201" y="39"/>
                  <a:pt x="1201" y="41"/>
                </a:cubicBezTo>
                <a:cubicBezTo>
                  <a:pt x="1201" y="43"/>
                  <a:pt x="1201" y="43"/>
                  <a:pt x="1201" y="43"/>
                </a:cubicBezTo>
                <a:cubicBezTo>
                  <a:pt x="1200" y="46"/>
                  <a:pt x="1200" y="46"/>
                  <a:pt x="1200" y="46"/>
                </a:cubicBezTo>
                <a:cubicBezTo>
                  <a:pt x="1199" y="51"/>
                  <a:pt x="1199" y="54"/>
                  <a:pt x="1199" y="55"/>
                </a:cubicBezTo>
                <a:cubicBezTo>
                  <a:pt x="1199" y="58"/>
                  <a:pt x="1200" y="59"/>
                  <a:pt x="1203" y="59"/>
                </a:cubicBezTo>
                <a:cubicBezTo>
                  <a:pt x="1205" y="59"/>
                  <a:pt x="1206" y="59"/>
                  <a:pt x="1207" y="58"/>
                </a:cubicBezTo>
                <a:cubicBezTo>
                  <a:pt x="1208" y="58"/>
                  <a:pt x="1209" y="57"/>
                  <a:pt x="1210" y="57"/>
                </a:cubicBezTo>
                <a:cubicBezTo>
                  <a:pt x="1210" y="56"/>
                  <a:pt x="1211" y="55"/>
                  <a:pt x="1211" y="55"/>
                </a:cubicBezTo>
                <a:cubicBezTo>
                  <a:pt x="1210" y="53"/>
                  <a:pt x="1210" y="53"/>
                  <a:pt x="1210" y="53"/>
                </a:cubicBezTo>
                <a:cubicBezTo>
                  <a:pt x="1209" y="54"/>
                  <a:pt x="1208" y="55"/>
                  <a:pt x="1207" y="55"/>
                </a:cubicBezTo>
                <a:cubicBezTo>
                  <a:pt x="1206" y="55"/>
                  <a:pt x="1206" y="54"/>
                  <a:pt x="1206" y="53"/>
                </a:cubicBezTo>
                <a:cubicBezTo>
                  <a:pt x="1206" y="51"/>
                  <a:pt x="1206" y="48"/>
                  <a:pt x="1207" y="45"/>
                </a:cubicBezTo>
                <a:cubicBezTo>
                  <a:pt x="1208" y="41"/>
                  <a:pt x="1208" y="41"/>
                  <a:pt x="1208" y="41"/>
                </a:cubicBezTo>
                <a:cubicBezTo>
                  <a:pt x="1208" y="40"/>
                  <a:pt x="1208" y="40"/>
                  <a:pt x="1208" y="40"/>
                </a:cubicBezTo>
                <a:cubicBezTo>
                  <a:pt x="1209" y="34"/>
                  <a:pt x="1210" y="31"/>
                  <a:pt x="1210" y="29"/>
                </a:cubicBezTo>
                <a:cubicBezTo>
                  <a:pt x="1210" y="25"/>
                  <a:pt x="1209" y="23"/>
                  <a:pt x="1207" y="21"/>
                </a:cubicBezTo>
                <a:cubicBezTo>
                  <a:pt x="1206" y="19"/>
                  <a:pt x="1204" y="19"/>
                  <a:pt x="1201" y="19"/>
                </a:cubicBezTo>
                <a:cubicBezTo>
                  <a:pt x="1199" y="19"/>
                  <a:pt x="1196" y="19"/>
                  <a:pt x="1193" y="21"/>
                </a:cubicBezTo>
                <a:cubicBezTo>
                  <a:pt x="1191" y="23"/>
                  <a:pt x="1189" y="25"/>
                  <a:pt x="1187" y="28"/>
                </a:cubicBezTo>
                <a:close/>
                <a:moveTo>
                  <a:pt x="1243" y="27"/>
                </a:moveTo>
                <a:cubicBezTo>
                  <a:pt x="1245" y="27"/>
                  <a:pt x="1245" y="27"/>
                  <a:pt x="1245" y="27"/>
                </a:cubicBezTo>
                <a:cubicBezTo>
                  <a:pt x="1247" y="20"/>
                  <a:pt x="1247" y="20"/>
                  <a:pt x="1247" y="20"/>
                </a:cubicBezTo>
                <a:cubicBezTo>
                  <a:pt x="1246" y="20"/>
                  <a:pt x="1244" y="19"/>
                  <a:pt x="1243" y="19"/>
                </a:cubicBezTo>
                <a:cubicBezTo>
                  <a:pt x="1241" y="19"/>
                  <a:pt x="1240" y="19"/>
                  <a:pt x="1239" y="19"/>
                </a:cubicBezTo>
                <a:cubicBezTo>
                  <a:pt x="1234" y="19"/>
                  <a:pt x="1231" y="20"/>
                  <a:pt x="1228" y="22"/>
                </a:cubicBezTo>
                <a:cubicBezTo>
                  <a:pt x="1224" y="25"/>
                  <a:pt x="1222" y="28"/>
                  <a:pt x="1220" y="32"/>
                </a:cubicBezTo>
                <a:cubicBezTo>
                  <a:pt x="1219" y="36"/>
                  <a:pt x="1218" y="40"/>
                  <a:pt x="1218" y="43"/>
                </a:cubicBezTo>
                <a:cubicBezTo>
                  <a:pt x="1218" y="48"/>
                  <a:pt x="1219" y="52"/>
                  <a:pt x="1221" y="55"/>
                </a:cubicBezTo>
                <a:cubicBezTo>
                  <a:pt x="1224" y="58"/>
                  <a:pt x="1227" y="59"/>
                  <a:pt x="1231" y="59"/>
                </a:cubicBezTo>
                <a:cubicBezTo>
                  <a:pt x="1234" y="59"/>
                  <a:pt x="1236" y="59"/>
                  <a:pt x="1239" y="57"/>
                </a:cubicBezTo>
                <a:cubicBezTo>
                  <a:pt x="1241" y="56"/>
                  <a:pt x="1243" y="54"/>
                  <a:pt x="1244" y="53"/>
                </a:cubicBezTo>
                <a:cubicBezTo>
                  <a:pt x="1242" y="50"/>
                  <a:pt x="1242" y="50"/>
                  <a:pt x="1242" y="50"/>
                </a:cubicBezTo>
                <a:cubicBezTo>
                  <a:pt x="1241" y="52"/>
                  <a:pt x="1239" y="53"/>
                  <a:pt x="1238" y="54"/>
                </a:cubicBezTo>
                <a:cubicBezTo>
                  <a:pt x="1236" y="54"/>
                  <a:pt x="1235" y="55"/>
                  <a:pt x="1233" y="55"/>
                </a:cubicBezTo>
                <a:cubicBezTo>
                  <a:pt x="1230" y="55"/>
                  <a:pt x="1228" y="54"/>
                  <a:pt x="1227" y="52"/>
                </a:cubicBezTo>
                <a:cubicBezTo>
                  <a:pt x="1226" y="50"/>
                  <a:pt x="1225" y="47"/>
                  <a:pt x="1225" y="43"/>
                </a:cubicBezTo>
                <a:cubicBezTo>
                  <a:pt x="1225" y="39"/>
                  <a:pt x="1226" y="35"/>
                  <a:pt x="1227" y="32"/>
                </a:cubicBezTo>
                <a:cubicBezTo>
                  <a:pt x="1228" y="30"/>
                  <a:pt x="1229" y="27"/>
                  <a:pt x="1231" y="26"/>
                </a:cubicBezTo>
                <a:cubicBezTo>
                  <a:pt x="1233" y="24"/>
                  <a:pt x="1235" y="23"/>
                  <a:pt x="1237" y="23"/>
                </a:cubicBezTo>
                <a:cubicBezTo>
                  <a:pt x="1239" y="23"/>
                  <a:pt x="1241" y="24"/>
                  <a:pt x="1243" y="27"/>
                </a:cubicBezTo>
                <a:close/>
                <a:moveTo>
                  <a:pt x="1279" y="52"/>
                </a:moveTo>
                <a:cubicBezTo>
                  <a:pt x="1277" y="49"/>
                  <a:pt x="1277" y="49"/>
                  <a:pt x="1277" y="49"/>
                </a:cubicBezTo>
                <a:cubicBezTo>
                  <a:pt x="1276" y="51"/>
                  <a:pt x="1274" y="52"/>
                  <a:pt x="1272" y="53"/>
                </a:cubicBezTo>
                <a:cubicBezTo>
                  <a:pt x="1270" y="54"/>
                  <a:pt x="1268" y="55"/>
                  <a:pt x="1266" y="55"/>
                </a:cubicBezTo>
                <a:cubicBezTo>
                  <a:pt x="1263" y="55"/>
                  <a:pt x="1261" y="54"/>
                  <a:pt x="1259" y="51"/>
                </a:cubicBezTo>
                <a:cubicBezTo>
                  <a:pt x="1258" y="49"/>
                  <a:pt x="1257" y="46"/>
                  <a:pt x="1258" y="43"/>
                </a:cubicBezTo>
                <a:cubicBezTo>
                  <a:pt x="1260" y="43"/>
                  <a:pt x="1264" y="42"/>
                  <a:pt x="1267" y="41"/>
                </a:cubicBezTo>
                <a:cubicBezTo>
                  <a:pt x="1271" y="40"/>
                  <a:pt x="1274" y="38"/>
                  <a:pt x="1277" y="36"/>
                </a:cubicBezTo>
                <a:cubicBezTo>
                  <a:pt x="1280" y="33"/>
                  <a:pt x="1281" y="31"/>
                  <a:pt x="1281" y="27"/>
                </a:cubicBezTo>
                <a:cubicBezTo>
                  <a:pt x="1281" y="25"/>
                  <a:pt x="1280" y="23"/>
                  <a:pt x="1278" y="21"/>
                </a:cubicBezTo>
                <a:cubicBezTo>
                  <a:pt x="1277" y="19"/>
                  <a:pt x="1274" y="19"/>
                  <a:pt x="1271" y="19"/>
                </a:cubicBezTo>
                <a:cubicBezTo>
                  <a:pt x="1267" y="19"/>
                  <a:pt x="1264" y="20"/>
                  <a:pt x="1260" y="22"/>
                </a:cubicBezTo>
                <a:cubicBezTo>
                  <a:pt x="1257" y="24"/>
                  <a:pt x="1255" y="28"/>
                  <a:pt x="1253" y="31"/>
                </a:cubicBezTo>
                <a:cubicBezTo>
                  <a:pt x="1251" y="35"/>
                  <a:pt x="1250" y="40"/>
                  <a:pt x="1250" y="44"/>
                </a:cubicBezTo>
                <a:cubicBezTo>
                  <a:pt x="1250" y="47"/>
                  <a:pt x="1251" y="49"/>
                  <a:pt x="1252" y="52"/>
                </a:cubicBezTo>
                <a:cubicBezTo>
                  <a:pt x="1253" y="54"/>
                  <a:pt x="1254" y="56"/>
                  <a:pt x="1256" y="57"/>
                </a:cubicBezTo>
                <a:cubicBezTo>
                  <a:pt x="1258" y="59"/>
                  <a:pt x="1261" y="59"/>
                  <a:pt x="1264" y="59"/>
                </a:cubicBezTo>
                <a:cubicBezTo>
                  <a:pt x="1267" y="59"/>
                  <a:pt x="1270" y="58"/>
                  <a:pt x="1273" y="57"/>
                </a:cubicBezTo>
                <a:cubicBezTo>
                  <a:pt x="1276" y="55"/>
                  <a:pt x="1278" y="54"/>
                  <a:pt x="1279" y="52"/>
                </a:cubicBezTo>
                <a:close/>
                <a:moveTo>
                  <a:pt x="1269" y="22"/>
                </a:moveTo>
                <a:cubicBezTo>
                  <a:pt x="1271" y="22"/>
                  <a:pt x="1272" y="23"/>
                  <a:pt x="1273" y="24"/>
                </a:cubicBezTo>
                <a:cubicBezTo>
                  <a:pt x="1274" y="25"/>
                  <a:pt x="1274" y="26"/>
                  <a:pt x="1274" y="28"/>
                </a:cubicBezTo>
                <a:cubicBezTo>
                  <a:pt x="1274" y="30"/>
                  <a:pt x="1273" y="32"/>
                  <a:pt x="1272" y="34"/>
                </a:cubicBezTo>
                <a:cubicBezTo>
                  <a:pt x="1270" y="35"/>
                  <a:pt x="1268" y="37"/>
                  <a:pt x="1265" y="38"/>
                </a:cubicBezTo>
                <a:cubicBezTo>
                  <a:pt x="1263" y="39"/>
                  <a:pt x="1260" y="39"/>
                  <a:pt x="1258" y="39"/>
                </a:cubicBezTo>
                <a:cubicBezTo>
                  <a:pt x="1258" y="37"/>
                  <a:pt x="1259" y="34"/>
                  <a:pt x="1259" y="32"/>
                </a:cubicBezTo>
                <a:cubicBezTo>
                  <a:pt x="1260" y="29"/>
                  <a:pt x="1262" y="27"/>
                  <a:pt x="1263" y="25"/>
                </a:cubicBezTo>
                <a:cubicBezTo>
                  <a:pt x="1265" y="23"/>
                  <a:pt x="1267" y="22"/>
                  <a:pt x="1269" y="22"/>
                </a:cubicBezTo>
                <a:close/>
                <a:moveTo>
                  <a:pt x="1310" y="25"/>
                </a:moveTo>
                <a:cubicBezTo>
                  <a:pt x="1311" y="20"/>
                  <a:pt x="1311" y="20"/>
                  <a:pt x="1311" y="20"/>
                </a:cubicBezTo>
                <a:cubicBezTo>
                  <a:pt x="1311" y="20"/>
                  <a:pt x="1309" y="19"/>
                  <a:pt x="1308" y="19"/>
                </a:cubicBezTo>
                <a:cubicBezTo>
                  <a:pt x="1306" y="19"/>
                  <a:pt x="1304" y="19"/>
                  <a:pt x="1303" y="19"/>
                </a:cubicBezTo>
                <a:cubicBezTo>
                  <a:pt x="1300" y="19"/>
                  <a:pt x="1298" y="19"/>
                  <a:pt x="1296" y="20"/>
                </a:cubicBezTo>
                <a:cubicBezTo>
                  <a:pt x="1293" y="21"/>
                  <a:pt x="1292" y="22"/>
                  <a:pt x="1291" y="24"/>
                </a:cubicBezTo>
                <a:cubicBezTo>
                  <a:pt x="1289" y="26"/>
                  <a:pt x="1289" y="27"/>
                  <a:pt x="1289" y="30"/>
                </a:cubicBezTo>
                <a:cubicBezTo>
                  <a:pt x="1289" y="34"/>
                  <a:pt x="1291" y="38"/>
                  <a:pt x="1296" y="41"/>
                </a:cubicBezTo>
                <a:cubicBezTo>
                  <a:pt x="1298" y="43"/>
                  <a:pt x="1300" y="44"/>
                  <a:pt x="1301" y="45"/>
                </a:cubicBezTo>
                <a:cubicBezTo>
                  <a:pt x="1302" y="46"/>
                  <a:pt x="1303" y="48"/>
                  <a:pt x="1303" y="50"/>
                </a:cubicBezTo>
                <a:cubicBezTo>
                  <a:pt x="1303" y="51"/>
                  <a:pt x="1302" y="53"/>
                  <a:pt x="1301" y="54"/>
                </a:cubicBezTo>
                <a:cubicBezTo>
                  <a:pt x="1299" y="55"/>
                  <a:pt x="1297" y="55"/>
                  <a:pt x="1295" y="55"/>
                </a:cubicBezTo>
                <a:cubicBezTo>
                  <a:pt x="1293" y="55"/>
                  <a:pt x="1292" y="55"/>
                  <a:pt x="1290" y="54"/>
                </a:cubicBezTo>
                <a:cubicBezTo>
                  <a:pt x="1288" y="53"/>
                  <a:pt x="1287" y="53"/>
                  <a:pt x="1286" y="52"/>
                </a:cubicBezTo>
                <a:cubicBezTo>
                  <a:pt x="1285" y="57"/>
                  <a:pt x="1285" y="57"/>
                  <a:pt x="1285" y="57"/>
                </a:cubicBezTo>
                <a:cubicBezTo>
                  <a:pt x="1285" y="58"/>
                  <a:pt x="1287" y="58"/>
                  <a:pt x="1289" y="58"/>
                </a:cubicBezTo>
                <a:cubicBezTo>
                  <a:pt x="1291" y="59"/>
                  <a:pt x="1293" y="59"/>
                  <a:pt x="1295" y="59"/>
                </a:cubicBezTo>
                <a:cubicBezTo>
                  <a:pt x="1299" y="59"/>
                  <a:pt x="1303" y="58"/>
                  <a:pt x="1305" y="56"/>
                </a:cubicBezTo>
                <a:cubicBezTo>
                  <a:pt x="1308" y="54"/>
                  <a:pt x="1309" y="52"/>
                  <a:pt x="1309" y="48"/>
                </a:cubicBezTo>
                <a:cubicBezTo>
                  <a:pt x="1309" y="46"/>
                  <a:pt x="1309" y="45"/>
                  <a:pt x="1308" y="43"/>
                </a:cubicBezTo>
                <a:cubicBezTo>
                  <a:pt x="1307" y="42"/>
                  <a:pt x="1306" y="41"/>
                  <a:pt x="1305" y="40"/>
                </a:cubicBezTo>
                <a:cubicBezTo>
                  <a:pt x="1304" y="39"/>
                  <a:pt x="1303" y="38"/>
                  <a:pt x="1301" y="36"/>
                </a:cubicBezTo>
                <a:cubicBezTo>
                  <a:pt x="1299" y="35"/>
                  <a:pt x="1298" y="34"/>
                  <a:pt x="1297" y="32"/>
                </a:cubicBezTo>
                <a:cubicBezTo>
                  <a:pt x="1296" y="31"/>
                  <a:pt x="1295" y="30"/>
                  <a:pt x="1295" y="28"/>
                </a:cubicBezTo>
                <a:cubicBezTo>
                  <a:pt x="1295" y="26"/>
                  <a:pt x="1296" y="25"/>
                  <a:pt x="1297" y="24"/>
                </a:cubicBezTo>
                <a:cubicBezTo>
                  <a:pt x="1299" y="23"/>
                  <a:pt x="1300" y="23"/>
                  <a:pt x="1303" y="23"/>
                </a:cubicBezTo>
                <a:cubicBezTo>
                  <a:pt x="1304" y="23"/>
                  <a:pt x="1306" y="23"/>
                  <a:pt x="1307" y="24"/>
                </a:cubicBezTo>
                <a:cubicBezTo>
                  <a:pt x="1309" y="24"/>
                  <a:pt x="1310" y="25"/>
                  <a:pt x="1310" y="25"/>
                </a:cubicBezTo>
                <a:close/>
                <a:moveTo>
                  <a:pt x="1047" y="110"/>
                </a:moveTo>
                <a:cubicBezTo>
                  <a:pt x="1052" y="111"/>
                  <a:pt x="1052" y="111"/>
                  <a:pt x="1052" y="111"/>
                </a:cubicBezTo>
                <a:cubicBezTo>
                  <a:pt x="1046" y="156"/>
                  <a:pt x="1046" y="156"/>
                  <a:pt x="1046" y="156"/>
                </a:cubicBezTo>
                <a:cubicBezTo>
                  <a:pt x="1041" y="157"/>
                  <a:pt x="1041" y="157"/>
                  <a:pt x="1041" y="157"/>
                </a:cubicBezTo>
                <a:cubicBezTo>
                  <a:pt x="1041" y="159"/>
                  <a:pt x="1041" y="159"/>
                  <a:pt x="1041" y="159"/>
                </a:cubicBezTo>
                <a:cubicBezTo>
                  <a:pt x="1078" y="159"/>
                  <a:pt x="1078" y="159"/>
                  <a:pt x="1078" y="159"/>
                </a:cubicBezTo>
                <a:cubicBezTo>
                  <a:pt x="1081" y="147"/>
                  <a:pt x="1081" y="147"/>
                  <a:pt x="1081" y="147"/>
                </a:cubicBezTo>
                <a:cubicBezTo>
                  <a:pt x="1077" y="146"/>
                  <a:pt x="1077" y="146"/>
                  <a:pt x="1077" y="146"/>
                </a:cubicBezTo>
                <a:cubicBezTo>
                  <a:pt x="1073" y="155"/>
                  <a:pt x="1073" y="155"/>
                  <a:pt x="1073" y="155"/>
                </a:cubicBezTo>
                <a:cubicBezTo>
                  <a:pt x="1053" y="156"/>
                  <a:pt x="1053" y="156"/>
                  <a:pt x="1053" y="156"/>
                </a:cubicBezTo>
                <a:cubicBezTo>
                  <a:pt x="1056" y="134"/>
                  <a:pt x="1056" y="134"/>
                  <a:pt x="1056" y="134"/>
                </a:cubicBezTo>
                <a:cubicBezTo>
                  <a:pt x="1072" y="135"/>
                  <a:pt x="1072" y="135"/>
                  <a:pt x="1072" y="135"/>
                </a:cubicBezTo>
                <a:cubicBezTo>
                  <a:pt x="1073" y="130"/>
                  <a:pt x="1073" y="130"/>
                  <a:pt x="1073" y="130"/>
                </a:cubicBezTo>
                <a:cubicBezTo>
                  <a:pt x="1057" y="130"/>
                  <a:pt x="1057" y="130"/>
                  <a:pt x="1057" y="130"/>
                </a:cubicBezTo>
                <a:cubicBezTo>
                  <a:pt x="1059" y="110"/>
                  <a:pt x="1059" y="110"/>
                  <a:pt x="1059" y="110"/>
                </a:cubicBezTo>
                <a:cubicBezTo>
                  <a:pt x="1075" y="111"/>
                  <a:pt x="1075" y="111"/>
                  <a:pt x="1075" y="111"/>
                </a:cubicBezTo>
                <a:cubicBezTo>
                  <a:pt x="1076" y="118"/>
                  <a:pt x="1076" y="118"/>
                  <a:pt x="1076" y="118"/>
                </a:cubicBezTo>
                <a:cubicBezTo>
                  <a:pt x="1080" y="118"/>
                  <a:pt x="1080" y="118"/>
                  <a:pt x="1080" y="118"/>
                </a:cubicBezTo>
                <a:cubicBezTo>
                  <a:pt x="1081" y="107"/>
                  <a:pt x="1081" y="107"/>
                  <a:pt x="1081" y="107"/>
                </a:cubicBezTo>
                <a:cubicBezTo>
                  <a:pt x="1048" y="107"/>
                  <a:pt x="1048" y="107"/>
                  <a:pt x="1048" y="107"/>
                </a:cubicBezTo>
                <a:lnTo>
                  <a:pt x="1047" y="110"/>
                </a:lnTo>
                <a:close/>
                <a:moveTo>
                  <a:pt x="1100" y="129"/>
                </a:moveTo>
                <a:cubicBezTo>
                  <a:pt x="1100" y="120"/>
                  <a:pt x="1100" y="120"/>
                  <a:pt x="1100" y="120"/>
                </a:cubicBezTo>
                <a:cubicBezTo>
                  <a:pt x="1099" y="119"/>
                  <a:pt x="1099" y="119"/>
                  <a:pt x="1099" y="119"/>
                </a:cubicBezTo>
                <a:cubicBezTo>
                  <a:pt x="1090" y="121"/>
                  <a:pt x="1090" y="121"/>
                  <a:pt x="1090" y="121"/>
                </a:cubicBezTo>
                <a:cubicBezTo>
                  <a:pt x="1090" y="124"/>
                  <a:pt x="1090" y="124"/>
                  <a:pt x="1090" y="124"/>
                </a:cubicBezTo>
                <a:cubicBezTo>
                  <a:pt x="1093" y="125"/>
                  <a:pt x="1093" y="125"/>
                  <a:pt x="1093" y="125"/>
                </a:cubicBezTo>
                <a:cubicBezTo>
                  <a:pt x="1089" y="159"/>
                  <a:pt x="1089" y="159"/>
                  <a:pt x="1089" y="159"/>
                </a:cubicBezTo>
                <a:cubicBezTo>
                  <a:pt x="1095" y="159"/>
                  <a:pt x="1095" y="159"/>
                  <a:pt x="1095" y="159"/>
                </a:cubicBezTo>
                <a:cubicBezTo>
                  <a:pt x="1099" y="134"/>
                  <a:pt x="1099" y="134"/>
                  <a:pt x="1099" y="134"/>
                </a:cubicBezTo>
                <a:cubicBezTo>
                  <a:pt x="1101" y="131"/>
                  <a:pt x="1103" y="129"/>
                  <a:pt x="1105" y="127"/>
                </a:cubicBezTo>
                <a:cubicBezTo>
                  <a:pt x="1107" y="125"/>
                  <a:pt x="1109" y="124"/>
                  <a:pt x="1111" y="124"/>
                </a:cubicBezTo>
                <a:cubicBezTo>
                  <a:pt x="1113" y="124"/>
                  <a:pt x="1114" y="125"/>
                  <a:pt x="1114" y="126"/>
                </a:cubicBezTo>
                <a:cubicBezTo>
                  <a:pt x="1115" y="127"/>
                  <a:pt x="1115" y="128"/>
                  <a:pt x="1115" y="130"/>
                </a:cubicBezTo>
                <a:cubicBezTo>
                  <a:pt x="1115" y="132"/>
                  <a:pt x="1115" y="134"/>
                  <a:pt x="1115" y="135"/>
                </a:cubicBezTo>
                <a:cubicBezTo>
                  <a:pt x="1115" y="137"/>
                  <a:pt x="1114" y="140"/>
                  <a:pt x="1114" y="142"/>
                </a:cubicBezTo>
                <a:cubicBezTo>
                  <a:pt x="1114" y="144"/>
                  <a:pt x="1114" y="144"/>
                  <a:pt x="1114" y="144"/>
                </a:cubicBezTo>
                <a:cubicBezTo>
                  <a:pt x="1113" y="147"/>
                  <a:pt x="1113" y="147"/>
                  <a:pt x="1113" y="147"/>
                </a:cubicBezTo>
                <a:cubicBezTo>
                  <a:pt x="1112" y="151"/>
                  <a:pt x="1112" y="154"/>
                  <a:pt x="1112" y="156"/>
                </a:cubicBezTo>
                <a:cubicBezTo>
                  <a:pt x="1112" y="159"/>
                  <a:pt x="1113" y="160"/>
                  <a:pt x="1116" y="160"/>
                </a:cubicBezTo>
                <a:cubicBezTo>
                  <a:pt x="1117" y="160"/>
                  <a:pt x="1119" y="160"/>
                  <a:pt x="1120" y="159"/>
                </a:cubicBezTo>
                <a:cubicBezTo>
                  <a:pt x="1121" y="159"/>
                  <a:pt x="1122" y="158"/>
                  <a:pt x="1123" y="157"/>
                </a:cubicBezTo>
                <a:cubicBezTo>
                  <a:pt x="1123" y="157"/>
                  <a:pt x="1124" y="156"/>
                  <a:pt x="1124" y="156"/>
                </a:cubicBezTo>
                <a:cubicBezTo>
                  <a:pt x="1123" y="154"/>
                  <a:pt x="1123" y="154"/>
                  <a:pt x="1123" y="154"/>
                </a:cubicBezTo>
                <a:cubicBezTo>
                  <a:pt x="1122" y="155"/>
                  <a:pt x="1121" y="156"/>
                  <a:pt x="1120" y="156"/>
                </a:cubicBezTo>
                <a:cubicBezTo>
                  <a:pt x="1119" y="156"/>
                  <a:pt x="1119" y="155"/>
                  <a:pt x="1119" y="154"/>
                </a:cubicBezTo>
                <a:cubicBezTo>
                  <a:pt x="1119" y="152"/>
                  <a:pt x="1119" y="149"/>
                  <a:pt x="1120" y="145"/>
                </a:cubicBezTo>
                <a:cubicBezTo>
                  <a:pt x="1121" y="142"/>
                  <a:pt x="1121" y="142"/>
                  <a:pt x="1121" y="142"/>
                </a:cubicBezTo>
                <a:cubicBezTo>
                  <a:pt x="1121" y="140"/>
                  <a:pt x="1121" y="140"/>
                  <a:pt x="1121" y="140"/>
                </a:cubicBezTo>
                <a:cubicBezTo>
                  <a:pt x="1122" y="135"/>
                  <a:pt x="1122" y="132"/>
                  <a:pt x="1122" y="130"/>
                </a:cubicBezTo>
                <a:cubicBezTo>
                  <a:pt x="1122" y="126"/>
                  <a:pt x="1122" y="123"/>
                  <a:pt x="1120" y="122"/>
                </a:cubicBezTo>
                <a:cubicBezTo>
                  <a:pt x="1119" y="120"/>
                  <a:pt x="1117" y="119"/>
                  <a:pt x="1114" y="119"/>
                </a:cubicBezTo>
                <a:cubicBezTo>
                  <a:pt x="1112" y="119"/>
                  <a:pt x="1109" y="120"/>
                  <a:pt x="1106" y="122"/>
                </a:cubicBezTo>
                <a:cubicBezTo>
                  <a:pt x="1104" y="124"/>
                  <a:pt x="1102" y="126"/>
                  <a:pt x="1100" y="129"/>
                </a:cubicBezTo>
                <a:close/>
                <a:moveTo>
                  <a:pt x="1159" y="162"/>
                </a:moveTo>
                <a:cubicBezTo>
                  <a:pt x="1165" y="119"/>
                  <a:pt x="1165" y="119"/>
                  <a:pt x="1165" y="119"/>
                </a:cubicBezTo>
                <a:cubicBezTo>
                  <a:pt x="1160" y="121"/>
                  <a:pt x="1160" y="121"/>
                  <a:pt x="1160" y="121"/>
                </a:cubicBezTo>
                <a:cubicBezTo>
                  <a:pt x="1159" y="121"/>
                  <a:pt x="1158" y="120"/>
                  <a:pt x="1157" y="120"/>
                </a:cubicBezTo>
                <a:cubicBezTo>
                  <a:pt x="1155" y="120"/>
                  <a:pt x="1154" y="119"/>
                  <a:pt x="1153" y="119"/>
                </a:cubicBezTo>
                <a:cubicBezTo>
                  <a:pt x="1148" y="119"/>
                  <a:pt x="1144" y="121"/>
                  <a:pt x="1141" y="123"/>
                </a:cubicBezTo>
                <a:cubicBezTo>
                  <a:pt x="1137" y="126"/>
                  <a:pt x="1135" y="129"/>
                  <a:pt x="1133" y="133"/>
                </a:cubicBezTo>
                <a:cubicBezTo>
                  <a:pt x="1131" y="137"/>
                  <a:pt x="1130" y="141"/>
                  <a:pt x="1130" y="145"/>
                </a:cubicBezTo>
                <a:cubicBezTo>
                  <a:pt x="1130" y="150"/>
                  <a:pt x="1131" y="153"/>
                  <a:pt x="1133" y="156"/>
                </a:cubicBezTo>
                <a:cubicBezTo>
                  <a:pt x="1135" y="159"/>
                  <a:pt x="1138" y="160"/>
                  <a:pt x="1142" y="160"/>
                </a:cubicBezTo>
                <a:cubicBezTo>
                  <a:pt x="1144" y="160"/>
                  <a:pt x="1146" y="159"/>
                  <a:pt x="1148" y="158"/>
                </a:cubicBezTo>
                <a:cubicBezTo>
                  <a:pt x="1150" y="157"/>
                  <a:pt x="1152" y="156"/>
                  <a:pt x="1153" y="155"/>
                </a:cubicBezTo>
                <a:cubicBezTo>
                  <a:pt x="1151" y="164"/>
                  <a:pt x="1151" y="164"/>
                  <a:pt x="1151" y="164"/>
                </a:cubicBezTo>
                <a:cubicBezTo>
                  <a:pt x="1151" y="167"/>
                  <a:pt x="1150" y="169"/>
                  <a:pt x="1149" y="170"/>
                </a:cubicBezTo>
                <a:cubicBezTo>
                  <a:pt x="1147" y="172"/>
                  <a:pt x="1145" y="172"/>
                  <a:pt x="1142" y="172"/>
                </a:cubicBezTo>
                <a:cubicBezTo>
                  <a:pt x="1140" y="172"/>
                  <a:pt x="1139" y="172"/>
                  <a:pt x="1137" y="171"/>
                </a:cubicBezTo>
                <a:cubicBezTo>
                  <a:pt x="1136" y="171"/>
                  <a:pt x="1134" y="170"/>
                  <a:pt x="1133" y="170"/>
                </a:cubicBezTo>
                <a:cubicBezTo>
                  <a:pt x="1132" y="175"/>
                  <a:pt x="1132" y="175"/>
                  <a:pt x="1132" y="175"/>
                </a:cubicBezTo>
                <a:cubicBezTo>
                  <a:pt x="1132" y="176"/>
                  <a:pt x="1134" y="176"/>
                  <a:pt x="1135" y="176"/>
                </a:cubicBezTo>
                <a:cubicBezTo>
                  <a:pt x="1137" y="177"/>
                  <a:pt x="1138" y="177"/>
                  <a:pt x="1140" y="177"/>
                </a:cubicBezTo>
                <a:cubicBezTo>
                  <a:pt x="1142" y="177"/>
                  <a:pt x="1145" y="176"/>
                  <a:pt x="1148" y="175"/>
                </a:cubicBezTo>
                <a:cubicBezTo>
                  <a:pt x="1150" y="174"/>
                  <a:pt x="1153" y="173"/>
                  <a:pt x="1155" y="170"/>
                </a:cubicBezTo>
                <a:cubicBezTo>
                  <a:pt x="1157" y="168"/>
                  <a:pt x="1158" y="165"/>
                  <a:pt x="1159" y="162"/>
                </a:cubicBezTo>
                <a:close/>
                <a:moveTo>
                  <a:pt x="1157" y="125"/>
                </a:moveTo>
                <a:cubicBezTo>
                  <a:pt x="1154" y="150"/>
                  <a:pt x="1154" y="150"/>
                  <a:pt x="1154" y="150"/>
                </a:cubicBezTo>
                <a:cubicBezTo>
                  <a:pt x="1152" y="151"/>
                  <a:pt x="1151" y="153"/>
                  <a:pt x="1149" y="154"/>
                </a:cubicBezTo>
                <a:cubicBezTo>
                  <a:pt x="1148" y="155"/>
                  <a:pt x="1146" y="155"/>
                  <a:pt x="1144" y="155"/>
                </a:cubicBezTo>
                <a:cubicBezTo>
                  <a:pt x="1142" y="155"/>
                  <a:pt x="1140" y="155"/>
                  <a:pt x="1139" y="153"/>
                </a:cubicBezTo>
                <a:cubicBezTo>
                  <a:pt x="1138" y="151"/>
                  <a:pt x="1138" y="148"/>
                  <a:pt x="1138" y="145"/>
                </a:cubicBezTo>
                <a:cubicBezTo>
                  <a:pt x="1138" y="142"/>
                  <a:pt x="1138" y="138"/>
                  <a:pt x="1139" y="135"/>
                </a:cubicBezTo>
                <a:cubicBezTo>
                  <a:pt x="1140" y="132"/>
                  <a:pt x="1142" y="129"/>
                  <a:pt x="1144" y="127"/>
                </a:cubicBezTo>
                <a:cubicBezTo>
                  <a:pt x="1146" y="124"/>
                  <a:pt x="1149" y="123"/>
                  <a:pt x="1152" y="123"/>
                </a:cubicBezTo>
                <a:cubicBezTo>
                  <a:pt x="1154" y="123"/>
                  <a:pt x="1156" y="124"/>
                  <a:pt x="1157" y="125"/>
                </a:cubicBezTo>
                <a:close/>
                <a:moveTo>
                  <a:pt x="1181" y="153"/>
                </a:moveTo>
                <a:cubicBezTo>
                  <a:pt x="1185" y="120"/>
                  <a:pt x="1185" y="120"/>
                  <a:pt x="1185" y="120"/>
                </a:cubicBezTo>
                <a:cubicBezTo>
                  <a:pt x="1184" y="119"/>
                  <a:pt x="1184" y="119"/>
                  <a:pt x="1184" y="119"/>
                </a:cubicBezTo>
                <a:cubicBezTo>
                  <a:pt x="1174" y="121"/>
                  <a:pt x="1174" y="121"/>
                  <a:pt x="1174" y="121"/>
                </a:cubicBezTo>
                <a:cubicBezTo>
                  <a:pt x="1173" y="123"/>
                  <a:pt x="1173" y="123"/>
                  <a:pt x="1173" y="123"/>
                </a:cubicBezTo>
                <a:cubicBezTo>
                  <a:pt x="1178" y="125"/>
                  <a:pt x="1178" y="125"/>
                  <a:pt x="1178" y="125"/>
                </a:cubicBezTo>
                <a:cubicBezTo>
                  <a:pt x="1177" y="132"/>
                  <a:pt x="1176" y="138"/>
                  <a:pt x="1175" y="142"/>
                </a:cubicBezTo>
                <a:cubicBezTo>
                  <a:pt x="1174" y="150"/>
                  <a:pt x="1174" y="154"/>
                  <a:pt x="1173" y="156"/>
                </a:cubicBezTo>
                <a:cubicBezTo>
                  <a:pt x="1173" y="157"/>
                  <a:pt x="1174" y="158"/>
                  <a:pt x="1174" y="159"/>
                </a:cubicBezTo>
                <a:cubicBezTo>
                  <a:pt x="1175" y="160"/>
                  <a:pt x="1176" y="160"/>
                  <a:pt x="1178" y="160"/>
                </a:cubicBezTo>
                <a:cubicBezTo>
                  <a:pt x="1180" y="160"/>
                  <a:pt x="1182" y="159"/>
                  <a:pt x="1183" y="158"/>
                </a:cubicBezTo>
                <a:cubicBezTo>
                  <a:pt x="1184" y="157"/>
                  <a:pt x="1185" y="156"/>
                  <a:pt x="1186" y="155"/>
                </a:cubicBezTo>
                <a:cubicBezTo>
                  <a:pt x="1185" y="154"/>
                  <a:pt x="1185" y="154"/>
                  <a:pt x="1185" y="154"/>
                </a:cubicBezTo>
                <a:cubicBezTo>
                  <a:pt x="1184" y="154"/>
                  <a:pt x="1184" y="155"/>
                  <a:pt x="1183" y="155"/>
                </a:cubicBezTo>
                <a:cubicBezTo>
                  <a:pt x="1183" y="156"/>
                  <a:pt x="1182" y="156"/>
                  <a:pt x="1182" y="156"/>
                </a:cubicBezTo>
                <a:cubicBezTo>
                  <a:pt x="1181" y="156"/>
                  <a:pt x="1181" y="156"/>
                  <a:pt x="1181" y="155"/>
                </a:cubicBezTo>
                <a:cubicBezTo>
                  <a:pt x="1181" y="155"/>
                  <a:pt x="1180" y="155"/>
                  <a:pt x="1180" y="154"/>
                </a:cubicBezTo>
                <a:lnTo>
                  <a:pt x="1181" y="153"/>
                </a:lnTo>
                <a:close/>
                <a:moveTo>
                  <a:pt x="1183" y="112"/>
                </a:moveTo>
                <a:cubicBezTo>
                  <a:pt x="1184" y="112"/>
                  <a:pt x="1185" y="111"/>
                  <a:pt x="1186" y="110"/>
                </a:cubicBezTo>
                <a:cubicBezTo>
                  <a:pt x="1187" y="109"/>
                  <a:pt x="1188" y="108"/>
                  <a:pt x="1188" y="107"/>
                </a:cubicBezTo>
                <a:cubicBezTo>
                  <a:pt x="1188" y="106"/>
                  <a:pt x="1187" y="105"/>
                  <a:pt x="1187" y="104"/>
                </a:cubicBezTo>
                <a:cubicBezTo>
                  <a:pt x="1186" y="103"/>
                  <a:pt x="1185" y="103"/>
                  <a:pt x="1184" y="103"/>
                </a:cubicBezTo>
                <a:cubicBezTo>
                  <a:pt x="1182" y="103"/>
                  <a:pt x="1181" y="103"/>
                  <a:pt x="1180" y="104"/>
                </a:cubicBezTo>
                <a:cubicBezTo>
                  <a:pt x="1180" y="105"/>
                  <a:pt x="1179" y="107"/>
                  <a:pt x="1179" y="108"/>
                </a:cubicBezTo>
                <a:cubicBezTo>
                  <a:pt x="1179" y="109"/>
                  <a:pt x="1179" y="110"/>
                  <a:pt x="1180" y="111"/>
                </a:cubicBezTo>
                <a:cubicBezTo>
                  <a:pt x="1181" y="111"/>
                  <a:pt x="1182" y="112"/>
                  <a:pt x="1183" y="112"/>
                </a:cubicBezTo>
                <a:close/>
                <a:moveTo>
                  <a:pt x="1207" y="129"/>
                </a:moveTo>
                <a:cubicBezTo>
                  <a:pt x="1208" y="120"/>
                  <a:pt x="1208" y="120"/>
                  <a:pt x="1208" y="120"/>
                </a:cubicBezTo>
                <a:cubicBezTo>
                  <a:pt x="1207" y="119"/>
                  <a:pt x="1207" y="119"/>
                  <a:pt x="1207" y="119"/>
                </a:cubicBezTo>
                <a:cubicBezTo>
                  <a:pt x="1198" y="121"/>
                  <a:pt x="1198" y="121"/>
                  <a:pt x="1198" y="121"/>
                </a:cubicBezTo>
                <a:cubicBezTo>
                  <a:pt x="1198" y="124"/>
                  <a:pt x="1198" y="124"/>
                  <a:pt x="1198" y="124"/>
                </a:cubicBezTo>
                <a:cubicBezTo>
                  <a:pt x="1201" y="125"/>
                  <a:pt x="1201" y="125"/>
                  <a:pt x="1201" y="125"/>
                </a:cubicBezTo>
                <a:cubicBezTo>
                  <a:pt x="1196" y="159"/>
                  <a:pt x="1196" y="159"/>
                  <a:pt x="1196" y="159"/>
                </a:cubicBezTo>
                <a:cubicBezTo>
                  <a:pt x="1203" y="159"/>
                  <a:pt x="1203" y="159"/>
                  <a:pt x="1203" y="159"/>
                </a:cubicBezTo>
                <a:cubicBezTo>
                  <a:pt x="1207" y="134"/>
                  <a:pt x="1207" y="134"/>
                  <a:pt x="1207" y="134"/>
                </a:cubicBezTo>
                <a:cubicBezTo>
                  <a:pt x="1208" y="131"/>
                  <a:pt x="1210" y="129"/>
                  <a:pt x="1213" y="127"/>
                </a:cubicBezTo>
                <a:cubicBezTo>
                  <a:pt x="1215" y="125"/>
                  <a:pt x="1217" y="124"/>
                  <a:pt x="1219" y="124"/>
                </a:cubicBezTo>
                <a:cubicBezTo>
                  <a:pt x="1220" y="124"/>
                  <a:pt x="1221" y="125"/>
                  <a:pt x="1222" y="126"/>
                </a:cubicBezTo>
                <a:cubicBezTo>
                  <a:pt x="1223" y="127"/>
                  <a:pt x="1223" y="128"/>
                  <a:pt x="1223" y="130"/>
                </a:cubicBezTo>
                <a:cubicBezTo>
                  <a:pt x="1223" y="132"/>
                  <a:pt x="1223" y="134"/>
                  <a:pt x="1223" y="135"/>
                </a:cubicBezTo>
                <a:cubicBezTo>
                  <a:pt x="1222" y="137"/>
                  <a:pt x="1222" y="140"/>
                  <a:pt x="1222" y="142"/>
                </a:cubicBezTo>
                <a:cubicBezTo>
                  <a:pt x="1221" y="144"/>
                  <a:pt x="1221" y="144"/>
                  <a:pt x="1221" y="144"/>
                </a:cubicBezTo>
                <a:cubicBezTo>
                  <a:pt x="1221" y="147"/>
                  <a:pt x="1221" y="147"/>
                  <a:pt x="1221" y="147"/>
                </a:cubicBezTo>
                <a:cubicBezTo>
                  <a:pt x="1220" y="151"/>
                  <a:pt x="1219" y="154"/>
                  <a:pt x="1219" y="156"/>
                </a:cubicBezTo>
                <a:cubicBezTo>
                  <a:pt x="1219" y="159"/>
                  <a:pt x="1221" y="160"/>
                  <a:pt x="1224" y="160"/>
                </a:cubicBezTo>
                <a:cubicBezTo>
                  <a:pt x="1225" y="160"/>
                  <a:pt x="1226" y="160"/>
                  <a:pt x="1227" y="159"/>
                </a:cubicBezTo>
                <a:cubicBezTo>
                  <a:pt x="1228" y="159"/>
                  <a:pt x="1229" y="158"/>
                  <a:pt x="1230" y="157"/>
                </a:cubicBezTo>
                <a:cubicBezTo>
                  <a:pt x="1231" y="157"/>
                  <a:pt x="1231" y="156"/>
                  <a:pt x="1232" y="156"/>
                </a:cubicBezTo>
                <a:cubicBezTo>
                  <a:pt x="1231" y="154"/>
                  <a:pt x="1231" y="154"/>
                  <a:pt x="1231" y="154"/>
                </a:cubicBezTo>
                <a:cubicBezTo>
                  <a:pt x="1229" y="155"/>
                  <a:pt x="1228" y="156"/>
                  <a:pt x="1227" y="156"/>
                </a:cubicBezTo>
                <a:cubicBezTo>
                  <a:pt x="1227" y="156"/>
                  <a:pt x="1227" y="155"/>
                  <a:pt x="1227" y="154"/>
                </a:cubicBezTo>
                <a:cubicBezTo>
                  <a:pt x="1227" y="152"/>
                  <a:pt x="1227" y="149"/>
                  <a:pt x="1228" y="145"/>
                </a:cubicBezTo>
                <a:cubicBezTo>
                  <a:pt x="1228" y="142"/>
                  <a:pt x="1228" y="142"/>
                  <a:pt x="1228" y="142"/>
                </a:cubicBezTo>
                <a:cubicBezTo>
                  <a:pt x="1229" y="140"/>
                  <a:pt x="1229" y="140"/>
                  <a:pt x="1229" y="140"/>
                </a:cubicBezTo>
                <a:cubicBezTo>
                  <a:pt x="1230" y="135"/>
                  <a:pt x="1230" y="132"/>
                  <a:pt x="1230" y="130"/>
                </a:cubicBezTo>
                <a:cubicBezTo>
                  <a:pt x="1230" y="126"/>
                  <a:pt x="1229" y="123"/>
                  <a:pt x="1228" y="122"/>
                </a:cubicBezTo>
                <a:cubicBezTo>
                  <a:pt x="1227" y="120"/>
                  <a:pt x="1225" y="119"/>
                  <a:pt x="1222" y="119"/>
                </a:cubicBezTo>
                <a:cubicBezTo>
                  <a:pt x="1219" y="119"/>
                  <a:pt x="1217" y="120"/>
                  <a:pt x="1214" y="122"/>
                </a:cubicBezTo>
                <a:cubicBezTo>
                  <a:pt x="1211" y="124"/>
                  <a:pt x="1209" y="126"/>
                  <a:pt x="1207" y="129"/>
                </a:cubicBezTo>
                <a:close/>
                <a:moveTo>
                  <a:pt x="1267" y="153"/>
                </a:moveTo>
                <a:cubicBezTo>
                  <a:pt x="1266" y="150"/>
                  <a:pt x="1266" y="150"/>
                  <a:pt x="1266" y="150"/>
                </a:cubicBezTo>
                <a:cubicBezTo>
                  <a:pt x="1264" y="152"/>
                  <a:pt x="1262" y="153"/>
                  <a:pt x="1260" y="154"/>
                </a:cubicBezTo>
                <a:cubicBezTo>
                  <a:pt x="1258" y="155"/>
                  <a:pt x="1256" y="156"/>
                  <a:pt x="1254" y="156"/>
                </a:cubicBezTo>
                <a:cubicBezTo>
                  <a:pt x="1251" y="156"/>
                  <a:pt x="1249" y="154"/>
                  <a:pt x="1248" y="152"/>
                </a:cubicBezTo>
                <a:cubicBezTo>
                  <a:pt x="1246" y="150"/>
                  <a:pt x="1246" y="147"/>
                  <a:pt x="1246" y="143"/>
                </a:cubicBezTo>
                <a:cubicBezTo>
                  <a:pt x="1249" y="143"/>
                  <a:pt x="1252" y="143"/>
                  <a:pt x="1256" y="142"/>
                </a:cubicBezTo>
                <a:cubicBezTo>
                  <a:pt x="1259" y="140"/>
                  <a:pt x="1263" y="139"/>
                  <a:pt x="1265" y="136"/>
                </a:cubicBezTo>
                <a:cubicBezTo>
                  <a:pt x="1268" y="134"/>
                  <a:pt x="1269" y="131"/>
                  <a:pt x="1269" y="128"/>
                </a:cubicBezTo>
                <a:cubicBezTo>
                  <a:pt x="1269" y="125"/>
                  <a:pt x="1268" y="123"/>
                  <a:pt x="1267" y="122"/>
                </a:cubicBezTo>
                <a:cubicBezTo>
                  <a:pt x="1265" y="120"/>
                  <a:pt x="1263" y="119"/>
                  <a:pt x="1259" y="119"/>
                </a:cubicBezTo>
                <a:cubicBezTo>
                  <a:pt x="1255" y="119"/>
                  <a:pt x="1252" y="121"/>
                  <a:pt x="1249" y="123"/>
                </a:cubicBezTo>
                <a:cubicBezTo>
                  <a:pt x="1246" y="125"/>
                  <a:pt x="1243" y="128"/>
                  <a:pt x="1241" y="132"/>
                </a:cubicBezTo>
                <a:cubicBezTo>
                  <a:pt x="1240" y="136"/>
                  <a:pt x="1239" y="140"/>
                  <a:pt x="1239" y="145"/>
                </a:cubicBezTo>
                <a:cubicBezTo>
                  <a:pt x="1239" y="147"/>
                  <a:pt x="1239" y="150"/>
                  <a:pt x="1240" y="152"/>
                </a:cubicBezTo>
                <a:cubicBezTo>
                  <a:pt x="1241" y="155"/>
                  <a:pt x="1243" y="156"/>
                  <a:pt x="1245" y="158"/>
                </a:cubicBezTo>
                <a:cubicBezTo>
                  <a:pt x="1247" y="159"/>
                  <a:pt x="1249" y="160"/>
                  <a:pt x="1253" y="160"/>
                </a:cubicBezTo>
                <a:cubicBezTo>
                  <a:pt x="1256" y="160"/>
                  <a:pt x="1259" y="159"/>
                  <a:pt x="1261" y="158"/>
                </a:cubicBezTo>
                <a:cubicBezTo>
                  <a:pt x="1264" y="156"/>
                  <a:pt x="1266" y="154"/>
                  <a:pt x="1267" y="153"/>
                </a:cubicBezTo>
                <a:close/>
                <a:moveTo>
                  <a:pt x="1258" y="123"/>
                </a:moveTo>
                <a:cubicBezTo>
                  <a:pt x="1259" y="123"/>
                  <a:pt x="1260" y="124"/>
                  <a:pt x="1261" y="125"/>
                </a:cubicBezTo>
                <a:cubicBezTo>
                  <a:pt x="1262" y="125"/>
                  <a:pt x="1263" y="127"/>
                  <a:pt x="1263" y="129"/>
                </a:cubicBezTo>
                <a:cubicBezTo>
                  <a:pt x="1263" y="131"/>
                  <a:pt x="1262" y="133"/>
                  <a:pt x="1260" y="135"/>
                </a:cubicBezTo>
                <a:cubicBezTo>
                  <a:pt x="1258" y="136"/>
                  <a:pt x="1256" y="138"/>
                  <a:pt x="1253" y="139"/>
                </a:cubicBezTo>
                <a:cubicBezTo>
                  <a:pt x="1251" y="139"/>
                  <a:pt x="1248" y="140"/>
                  <a:pt x="1246" y="140"/>
                </a:cubicBezTo>
                <a:cubicBezTo>
                  <a:pt x="1246" y="138"/>
                  <a:pt x="1247" y="135"/>
                  <a:pt x="1248" y="132"/>
                </a:cubicBezTo>
                <a:cubicBezTo>
                  <a:pt x="1249" y="130"/>
                  <a:pt x="1250" y="127"/>
                  <a:pt x="1252" y="126"/>
                </a:cubicBezTo>
                <a:cubicBezTo>
                  <a:pt x="1254" y="124"/>
                  <a:pt x="1255" y="123"/>
                  <a:pt x="1258" y="123"/>
                </a:cubicBezTo>
                <a:close/>
                <a:moveTo>
                  <a:pt x="1303" y="153"/>
                </a:moveTo>
                <a:cubicBezTo>
                  <a:pt x="1302" y="150"/>
                  <a:pt x="1302" y="150"/>
                  <a:pt x="1302" y="150"/>
                </a:cubicBezTo>
                <a:cubicBezTo>
                  <a:pt x="1300" y="152"/>
                  <a:pt x="1298" y="153"/>
                  <a:pt x="1296" y="154"/>
                </a:cubicBezTo>
                <a:cubicBezTo>
                  <a:pt x="1294" y="155"/>
                  <a:pt x="1292" y="156"/>
                  <a:pt x="1290" y="156"/>
                </a:cubicBezTo>
                <a:cubicBezTo>
                  <a:pt x="1287" y="156"/>
                  <a:pt x="1285" y="154"/>
                  <a:pt x="1284" y="152"/>
                </a:cubicBezTo>
                <a:cubicBezTo>
                  <a:pt x="1282" y="150"/>
                  <a:pt x="1282" y="147"/>
                  <a:pt x="1282" y="143"/>
                </a:cubicBezTo>
                <a:cubicBezTo>
                  <a:pt x="1285" y="143"/>
                  <a:pt x="1288" y="143"/>
                  <a:pt x="1292" y="142"/>
                </a:cubicBezTo>
                <a:cubicBezTo>
                  <a:pt x="1295" y="140"/>
                  <a:pt x="1299" y="139"/>
                  <a:pt x="1301" y="136"/>
                </a:cubicBezTo>
                <a:cubicBezTo>
                  <a:pt x="1304" y="134"/>
                  <a:pt x="1305" y="131"/>
                  <a:pt x="1305" y="128"/>
                </a:cubicBezTo>
                <a:cubicBezTo>
                  <a:pt x="1305" y="125"/>
                  <a:pt x="1304" y="123"/>
                  <a:pt x="1303" y="122"/>
                </a:cubicBezTo>
                <a:cubicBezTo>
                  <a:pt x="1301" y="120"/>
                  <a:pt x="1299" y="119"/>
                  <a:pt x="1295" y="119"/>
                </a:cubicBezTo>
                <a:cubicBezTo>
                  <a:pt x="1291" y="119"/>
                  <a:pt x="1288" y="121"/>
                  <a:pt x="1285" y="123"/>
                </a:cubicBezTo>
                <a:cubicBezTo>
                  <a:pt x="1282" y="125"/>
                  <a:pt x="1279" y="128"/>
                  <a:pt x="1277" y="132"/>
                </a:cubicBezTo>
                <a:cubicBezTo>
                  <a:pt x="1275" y="136"/>
                  <a:pt x="1275" y="140"/>
                  <a:pt x="1275" y="145"/>
                </a:cubicBezTo>
                <a:cubicBezTo>
                  <a:pt x="1275" y="147"/>
                  <a:pt x="1275" y="150"/>
                  <a:pt x="1276" y="152"/>
                </a:cubicBezTo>
                <a:cubicBezTo>
                  <a:pt x="1277" y="155"/>
                  <a:pt x="1279" y="156"/>
                  <a:pt x="1281" y="158"/>
                </a:cubicBezTo>
                <a:cubicBezTo>
                  <a:pt x="1283" y="159"/>
                  <a:pt x="1285" y="160"/>
                  <a:pt x="1288" y="160"/>
                </a:cubicBezTo>
                <a:cubicBezTo>
                  <a:pt x="1292" y="160"/>
                  <a:pt x="1295" y="159"/>
                  <a:pt x="1297" y="158"/>
                </a:cubicBezTo>
                <a:cubicBezTo>
                  <a:pt x="1300" y="156"/>
                  <a:pt x="1302" y="154"/>
                  <a:pt x="1303" y="153"/>
                </a:cubicBezTo>
                <a:close/>
                <a:moveTo>
                  <a:pt x="1294" y="123"/>
                </a:moveTo>
                <a:cubicBezTo>
                  <a:pt x="1295" y="123"/>
                  <a:pt x="1296" y="124"/>
                  <a:pt x="1297" y="125"/>
                </a:cubicBezTo>
                <a:cubicBezTo>
                  <a:pt x="1298" y="125"/>
                  <a:pt x="1298" y="127"/>
                  <a:pt x="1298" y="129"/>
                </a:cubicBezTo>
                <a:cubicBezTo>
                  <a:pt x="1298" y="131"/>
                  <a:pt x="1298" y="133"/>
                  <a:pt x="1296" y="135"/>
                </a:cubicBezTo>
                <a:cubicBezTo>
                  <a:pt x="1294" y="136"/>
                  <a:pt x="1292" y="138"/>
                  <a:pt x="1289" y="139"/>
                </a:cubicBezTo>
                <a:cubicBezTo>
                  <a:pt x="1287" y="139"/>
                  <a:pt x="1284" y="140"/>
                  <a:pt x="1282" y="140"/>
                </a:cubicBezTo>
                <a:cubicBezTo>
                  <a:pt x="1282" y="138"/>
                  <a:pt x="1283" y="135"/>
                  <a:pt x="1284" y="132"/>
                </a:cubicBezTo>
                <a:cubicBezTo>
                  <a:pt x="1285" y="130"/>
                  <a:pt x="1286" y="127"/>
                  <a:pt x="1288" y="126"/>
                </a:cubicBezTo>
                <a:cubicBezTo>
                  <a:pt x="1289" y="124"/>
                  <a:pt x="1291" y="123"/>
                  <a:pt x="1294" y="123"/>
                </a:cubicBezTo>
                <a:close/>
                <a:moveTo>
                  <a:pt x="1322" y="129"/>
                </a:moveTo>
                <a:cubicBezTo>
                  <a:pt x="1323" y="127"/>
                  <a:pt x="1323" y="127"/>
                  <a:pt x="1323" y="127"/>
                </a:cubicBezTo>
                <a:cubicBezTo>
                  <a:pt x="1323" y="120"/>
                  <a:pt x="1323" y="120"/>
                  <a:pt x="1323" y="120"/>
                </a:cubicBezTo>
                <a:cubicBezTo>
                  <a:pt x="1322" y="119"/>
                  <a:pt x="1322" y="119"/>
                  <a:pt x="1322" y="119"/>
                </a:cubicBezTo>
                <a:cubicBezTo>
                  <a:pt x="1314" y="121"/>
                  <a:pt x="1314" y="121"/>
                  <a:pt x="1314" y="121"/>
                </a:cubicBezTo>
                <a:cubicBezTo>
                  <a:pt x="1313" y="124"/>
                  <a:pt x="1313" y="124"/>
                  <a:pt x="1313" y="124"/>
                </a:cubicBezTo>
                <a:cubicBezTo>
                  <a:pt x="1317" y="125"/>
                  <a:pt x="1317" y="125"/>
                  <a:pt x="1317" y="125"/>
                </a:cubicBezTo>
                <a:cubicBezTo>
                  <a:pt x="1312" y="159"/>
                  <a:pt x="1312" y="159"/>
                  <a:pt x="1312" y="159"/>
                </a:cubicBezTo>
                <a:cubicBezTo>
                  <a:pt x="1319" y="159"/>
                  <a:pt x="1319" y="159"/>
                  <a:pt x="1319" y="159"/>
                </a:cubicBezTo>
                <a:cubicBezTo>
                  <a:pt x="1322" y="134"/>
                  <a:pt x="1322" y="134"/>
                  <a:pt x="1322" y="134"/>
                </a:cubicBezTo>
                <a:cubicBezTo>
                  <a:pt x="1323" y="132"/>
                  <a:pt x="1325" y="130"/>
                  <a:pt x="1327" y="129"/>
                </a:cubicBezTo>
                <a:cubicBezTo>
                  <a:pt x="1329" y="127"/>
                  <a:pt x="1331" y="127"/>
                  <a:pt x="1333" y="127"/>
                </a:cubicBezTo>
                <a:cubicBezTo>
                  <a:pt x="1334" y="127"/>
                  <a:pt x="1335" y="127"/>
                  <a:pt x="1336" y="127"/>
                </a:cubicBezTo>
                <a:cubicBezTo>
                  <a:pt x="1338" y="120"/>
                  <a:pt x="1338" y="120"/>
                  <a:pt x="1338" y="120"/>
                </a:cubicBezTo>
                <a:cubicBezTo>
                  <a:pt x="1337" y="120"/>
                  <a:pt x="1336" y="119"/>
                  <a:pt x="1335" y="119"/>
                </a:cubicBezTo>
                <a:cubicBezTo>
                  <a:pt x="1333" y="119"/>
                  <a:pt x="1331" y="120"/>
                  <a:pt x="1330" y="121"/>
                </a:cubicBezTo>
                <a:cubicBezTo>
                  <a:pt x="1328" y="122"/>
                  <a:pt x="1326" y="123"/>
                  <a:pt x="1325" y="125"/>
                </a:cubicBezTo>
                <a:cubicBezTo>
                  <a:pt x="1324" y="126"/>
                  <a:pt x="1323" y="128"/>
                  <a:pt x="1322" y="129"/>
                </a:cubicBezTo>
                <a:close/>
                <a:moveTo>
                  <a:pt x="1349" y="153"/>
                </a:moveTo>
                <a:cubicBezTo>
                  <a:pt x="1354" y="120"/>
                  <a:pt x="1354" y="120"/>
                  <a:pt x="1354" y="120"/>
                </a:cubicBezTo>
                <a:cubicBezTo>
                  <a:pt x="1352" y="119"/>
                  <a:pt x="1352" y="119"/>
                  <a:pt x="1352" y="119"/>
                </a:cubicBezTo>
                <a:cubicBezTo>
                  <a:pt x="1342" y="121"/>
                  <a:pt x="1342" y="121"/>
                  <a:pt x="1342" y="121"/>
                </a:cubicBezTo>
                <a:cubicBezTo>
                  <a:pt x="1342" y="123"/>
                  <a:pt x="1342" y="123"/>
                  <a:pt x="1342" y="123"/>
                </a:cubicBezTo>
                <a:cubicBezTo>
                  <a:pt x="1346" y="125"/>
                  <a:pt x="1346" y="125"/>
                  <a:pt x="1346" y="125"/>
                </a:cubicBezTo>
                <a:cubicBezTo>
                  <a:pt x="1345" y="132"/>
                  <a:pt x="1345" y="138"/>
                  <a:pt x="1344" y="142"/>
                </a:cubicBezTo>
                <a:cubicBezTo>
                  <a:pt x="1343" y="150"/>
                  <a:pt x="1342" y="154"/>
                  <a:pt x="1342" y="156"/>
                </a:cubicBezTo>
                <a:cubicBezTo>
                  <a:pt x="1342" y="157"/>
                  <a:pt x="1342" y="158"/>
                  <a:pt x="1343" y="159"/>
                </a:cubicBezTo>
                <a:cubicBezTo>
                  <a:pt x="1344" y="160"/>
                  <a:pt x="1345" y="160"/>
                  <a:pt x="1347" y="160"/>
                </a:cubicBezTo>
                <a:cubicBezTo>
                  <a:pt x="1349" y="160"/>
                  <a:pt x="1350" y="159"/>
                  <a:pt x="1352" y="158"/>
                </a:cubicBezTo>
                <a:cubicBezTo>
                  <a:pt x="1353" y="157"/>
                  <a:pt x="1354" y="156"/>
                  <a:pt x="1355" y="155"/>
                </a:cubicBezTo>
                <a:cubicBezTo>
                  <a:pt x="1354" y="154"/>
                  <a:pt x="1354" y="154"/>
                  <a:pt x="1354" y="154"/>
                </a:cubicBezTo>
                <a:cubicBezTo>
                  <a:pt x="1353" y="154"/>
                  <a:pt x="1352" y="155"/>
                  <a:pt x="1352" y="155"/>
                </a:cubicBezTo>
                <a:cubicBezTo>
                  <a:pt x="1351" y="156"/>
                  <a:pt x="1351" y="156"/>
                  <a:pt x="1350" y="156"/>
                </a:cubicBezTo>
                <a:cubicBezTo>
                  <a:pt x="1350" y="156"/>
                  <a:pt x="1350" y="156"/>
                  <a:pt x="1349" y="155"/>
                </a:cubicBezTo>
                <a:cubicBezTo>
                  <a:pt x="1349" y="155"/>
                  <a:pt x="1349" y="155"/>
                  <a:pt x="1349" y="154"/>
                </a:cubicBezTo>
                <a:lnTo>
                  <a:pt x="1349" y="153"/>
                </a:lnTo>
                <a:close/>
                <a:moveTo>
                  <a:pt x="1351" y="112"/>
                </a:moveTo>
                <a:cubicBezTo>
                  <a:pt x="1353" y="112"/>
                  <a:pt x="1354" y="111"/>
                  <a:pt x="1355" y="110"/>
                </a:cubicBezTo>
                <a:cubicBezTo>
                  <a:pt x="1356" y="109"/>
                  <a:pt x="1356" y="108"/>
                  <a:pt x="1356" y="107"/>
                </a:cubicBezTo>
                <a:cubicBezTo>
                  <a:pt x="1356" y="106"/>
                  <a:pt x="1356" y="105"/>
                  <a:pt x="1355" y="104"/>
                </a:cubicBezTo>
                <a:cubicBezTo>
                  <a:pt x="1354" y="103"/>
                  <a:pt x="1353" y="103"/>
                  <a:pt x="1352" y="103"/>
                </a:cubicBezTo>
                <a:cubicBezTo>
                  <a:pt x="1351" y="103"/>
                  <a:pt x="1350" y="103"/>
                  <a:pt x="1349" y="104"/>
                </a:cubicBezTo>
                <a:cubicBezTo>
                  <a:pt x="1348" y="105"/>
                  <a:pt x="1348" y="107"/>
                  <a:pt x="1348" y="108"/>
                </a:cubicBezTo>
                <a:cubicBezTo>
                  <a:pt x="1348" y="109"/>
                  <a:pt x="1348" y="110"/>
                  <a:pt x="1349" y="111"/>
                </a:cubicBezTo>
                <a:cubicBezTo>
                  <a:pt x="1350" y="111"/>
                  <a:pt x="1350" y="112"/>
                  <a:pt x="1351" y="112"/>
                </a:cubicBezTo>
                <a:close/>
                <a:moveTo>
                  <a:pt x="1374" y="129"/>
                </a:moveTo>
                <a:cubicBezTo>
                  <a:pt x="1375" y="120"/>
                  <a:pt x="1375" y="120"/>
                  <a:pt x="1375" y="120"/>
                </a:cubicBezTo>
                <a:cubicBezTo>
                  <a:pt x="1374" y="119"/>
                  <a:pt x="1374" y="119"/>
                  <a:pt x="1374" y="119"/>
                </a:cubicBezTo>
                <a:cubicBezTo>
                  <a:pt x="1365" y="121"/>
                  <a:pt x="1365" y="121"/>
                  <a:pt x="1365" y="121"/>
                </a:cubicBezTo>
                <a:cubicBezTo>
                  <a:pt x="1365" y="124"/>
                  <a:pt x="1365" y="124"/>
                  <a:pt x="1365" y="124"/>
                </a:cubicBezTo>
                <a:cubicBezTo>
                  <a:pt x="1368" y="125"/>
                  <a:pt x="1368" y="125"/>
                  <a:pt x="1368" y="125"/>
                </a:cubicBezTo>
                <a:cubicBezTo>
                  <a:pt x="1364" y="159"/>
                  <a:pt x="1364" y="159"/>
                  <a:pt x="1364" y="159"/>
                </a:cubicBezTo>
                <a:cubicBezTo>
                  <a:pt x="1370" y="159"/>
                  <a:pt x="1370" y="159"/>
                  <a:pt x="1370" y="159"/>
                </a:cubicBezTo>
                <a:cubicBezTo>
                  <a:pt x="1374" y="134"/>
                  <a:pt x="1374" y="134"/>
                  <a:pt x="1374" y="134"/>
                </a:cubicBezTo>
                <a:cubicBezTo>
                  <a:pt x="1375" y="131"/>
                  <a:pt x="1377" y="129"/>
                  <a:pt x="1380" y="127"/>
                </a:cubicBezTo>
                <a:cubicBezTo>
                  <a:pt x="1382" y="125"/>
                  <a:pt x="1384" y="124"/>
                  <a:pt x="1386" y="124"/>
                </a:cubicBezTo>
                <a:cubicBezTo>
                  <a:pt x="1388" y="124"/>
                  <a:pt x="1389" y="125"/>
                  <a:pt x="1389" y="126"/>
                </a:cubicBezTo>
                <a:cubicBezTo>
                  <a:pt x="1390" y="127"/>
                  <a:pt x="1390" y="128"/>
                  <a:pt x="1390" y="130"/>
                </a:cubicBezTo>
                <a:cubicBezTo>
                  <a:pt x="1390" y="132"/>
                  <a:pt x="1390" y="134"/>
                  <a:pt x="1390" y="135"/>
                </a:cubicBezTo>
                <a:cubicBezTo>
                  <a:pt x="1390" y="137"/>
                  <a:pt x="1389" y="140"/>
                  <a:pt x="1389" y="142"/>
                </a:cubicBezTo>
                <a:cubicBezTo>
                  <a:pt x="1388" y="144"/>
                  <a:pt x="1388" y="144"/>
                  <a:pt x="1388" y="144"/>
                </a:cubicBezTo>
                <a:cubicBezTo>
                  <a:pt x="1388" y="147"/>
                  <a:pt x="1388" y="147"/>
                  <a:pt x="1388" y="147"/>
                </a:cubicBezTo>
                <a:cubicBezTo>
                  <a:pt x="1387" y="151"/>
                  <a:pt x="1387" y="154"/>
                  <a:pt x="1387" y="156"/>
                </a:cubicBezTo>
                <a:cubicBezTo>
                  <a:pt x="1387" y="159"/>
                  <a:pt x="1388" y="160"/>
                  <a:pt x="1391" y="160"/>
                </a:cubicBezTo>
                <a:cubicBezTo>
                  <a:pt x="1392" y="160"/>
                  <a:pt x="1394" y="160"/>
                  <a:pt x="1395" y="159"/>
                </a:cubicBezTo>
                <a:cubicBezTo>
                  <a:pt x="1396" y="159"/>
                  <a:pt x="1397" y="158"/>
                  <a:pt x="1397" y="157"/>
                </a:cubicBezTo>
                <a:cubicBezTo>
                  <a:pt x="1398" y="157"/>
                  <a:pt x="1399" y="156"/>
                  <a:pt x="1399" y="156"/>
                </a:cubicBezTo>
                <a:cubicBezTo>
                  <a:pt x="1398" y="154"/>
                  <a:pt x="1398" y="154"/>
                  <a:pt x="1398" y="154"/>
                </a:cubicBezTo>
                <a:cubicBezTo>
                  <a:pt x="1397" y="155"/>
                  <a:pt x="1396" y="156"/>
                  <a:pt x="1395" y="156"/>
                </a:cubicBezTo>
                <a:cubicBezTo>
                  <a:pt x="1394" y="156"/>
                  <a:pt x="1394" y="155"/>
                  <a:pt x="1394" y="154"/>
                </a:cubicBezTo>
                <a:cubicBezTo>
                  <a:pt x="1394" y="152"/>
                  <a:pt x="1394" y="149"/>
                  <a:pt x="1395" y="145"/>
                </a:cubicBezTo>
                <a:cubicBezTo>
                  <a:pt x="1395" y="142"/>
                  <a:pt x="1395" y="142"/>
                  <a:pt x="1395" y="142"/>
                </a:cubicBezTo>
                <a:cubicBezTo>
                  <a:pt x="1396" y="140"/>
                  <a:pt x="1396" y="140"/>
                  <a:pt x="1396" y="140"/>
                </a:cubicBezTo>
                <a:cubicBezTo>
                  <a:pt x="1397" y="135"/>
                  <a:pt x="1397" y="132"/>
                  <a:pt x="1397" y="130"/>
                </a:cubicBezTo>
                <a:cubicBezTo>
                  <a:pt x="1397" y="126"/>
                  <a:pt x="1397" y="123"/>
                  <a:pt x="1395" y="122"/>
                </a:cubicBezTo>
                <a:cubicBezTo>
                  <a:pt x="1394" y="120"/>
                  <a:pt x="1392" y="119"/>
                  <a:pt x="1389" y="119"/>
                </a:cubicBezTo>
                <a:cubicBezTo>
                  <a:pt x="1386" y="119"/>
                  <a:pt x="1384" y="120"/>
                  <a:pt x="1381" y="122"/>
                </a:cubicBezTo>
                <a:cubicBezTo>
                  <a:pt x="1379" y="124"/>
                  <a:pt x="1376" y="126"/>
                  <a:pt x="1374" y="129"/>
                </a:cubicBezTo>
                <a:close/>
                <a:moveTo>
                  <a:pt x="1433" y="162"/>
                </a:moveTo>
                <a:cubicBezTo>
                  <a:pt x="1440" y="119"/>
                  <a:pt x="1440" y="119"/>
                  <a:pt x="1440" y="119"/>
                </a:cubicBezTo>
                <a:cubicBezTo>
                  <a:pt x="1435" y="121"/>
                  <a:pt x="1435" y="121"/>
                  <a:pt x="1435" y="121"/>
                </a:cubicBezTo>
                <a:cubicBezTo>
                  <a:pt x="1434" y="121"/>
                  <a:pt x="1433" y="120"/>
                  <a:pt x="1432" y="120"/>
                </a:cubicBezTo>
                <a:cubicBezTo>
                  <a:pt x="1430" y="120"/>
                  <a:pt x="1429" y="119"/>
                  <a:pt x="1428" y="119"/>
                </a:cubicBezTo>
                <a:cubicBezTo>
                  <a:pt x="1423" y="119"/>
                  <a:pt x="1419" y="121"/>
                  <a:pt x="1416" y="123"/>
                </a:cubicBezTo>
                <a:cubicBezTo>
                  <a:pt x="1412" y="126"/>
                  <a:pt x="1410" y="129"/>
                  <a:pt x="1408" y="133"/>
                </a:cubicBezTo>
                <a:cubicBezTo>
                  <a:pt x="1406" y="137"/>
                  <a:pt x="1405" y="141"/>
                  <a:pt x="1405" y="145"/>
                </a:cubicBezTo>
                <a:cubicBezTo>
                  <a:pt x="1405" y="150"/>
                  <a:pt x="1406" y="153"/>
                  <a:pt x="1408" y="156"/>
                </a:cubicBezTo>
                <a:cubicBezTo>
                  <a:pt x="1410" y="159"/>
                  <a:pt x="1413" y="160"/>
                  <a:pt x="1417" y="160"/>
                </a:cubicBezTo>
                <a:cubicBezTo>
                  <a:pt x="1419" y="160"/>
                  <a:pt x="1421" y="159"/>
                  <a:pt x="1423" y="158"/>
                </a:cubicBezTo>
                <a:cubicBezTo>
                  <a:pt x="1425" y="157"/>
                  <a:pt x="1426" y="156"/>
                  <a:pt x="1428" y="155"/>
                </a:cubicBezTo>
                <a:cubicBezTo>
                  <a:pt x="1426" y="164"/>
                  <a:pt x="1426" y="164"/>
                  <a:pt x="1426" y="164"/>
                </a:cubicBezTo>
                <a:cubicBezTo>
                  <a:pt x="1426" y="167"/>
                  <a:pt x="1425" y="169"/>
                  <a:pt x="1424" y="170"/>
                </a:cubicBezTo>
                <a:cubicBezTo>
                  <a:pt x="1422" y="172"/>
                  <a:pt x="1420" y="172"/>
                  <a:pt x="1417" y="172"/>
                </a:cubicBezTo>
                <a:cubicBezTo>
                  <a:pt x="1415" y="172"/>
                  <a:pt x="1414" y="172"/>
                  <a:pt x="1412" y="171"/>
                </a:cubicBezTo>
                <a:cubicBezTo>
                  <a:pt x="1410" y="171"/>
                  <a:pt x="1409" y="170"/>
                  <a:pt x="1408" y="170"/>
                </a:cubicBezTo>
                <a:cubicBezTo>
                  <a:pt x="1406" y="175"/>
                  <a:pt x="1406" y="175"/>
                  <a:pt x="1406" y="175"/>
                </a:cubicBezTo>
                <a:cubicBezTo>
                  <a:pt x="1407" y="176"/>
                  <a:pt x="1408" y="176"/>
                  <a:pt x="1410" y="176"/>
                </a:cubicBezTo>
                <a:cubicBezTo>
                  <a:pt x="1411" y="177"/>
                  <a:pt x="1413" y="177"/>
                  <a:pt x="1414" y="177"/>
                </a:cubicBezTo>
                <a:cubicBezTo>
                  <a:pt x="1417" y="177"/>
                  <a:pt x="1420" y="176"/>
                  <a:pt x="1423" y="175"/>
                </a:cubicBezTo>
                <a:cubicBezTo>
                  <a:pt x="1425" y="174"/>
                  <a:pt x="1428" y="173"/>
                  <a:pt x="1430" y="170"/>
                </a:cubicBezTo>
                <a:cubicBezTo>
                  <a:pt x="1432" y="168"/>
                  <a:pt x="1433" y="165"/>
                  <a:pt x="1433" y="162"/>
                </a:cubicBezTo>
                <a:close/>
                <a:moveTo>
                  <a:pt x="1432" y="125"/>
                </a:moveTo>
                <a:cubicBezTo>
                  <a:pt x="1428" y="150"/>
                  <a:pt x="1428" y="150"/>
                  <a:pt x="1428" y="150"/>
                </a:cubicBezTo>
                <a:cubicBezTo>
                  <a:pt x="1427" y="151"/>
                  <a:pt x="1426" y="153"/>
                  <a:pt x="1424" y="154"/>
                </a:cubicBezTo>
                <a:cubicBezTo>
                  <a:pt x="1423" y="155"/>
                  <a:pt x="1421" y="155"/>
                  <a:pt x="1419" y="155"/>
                </a:cubicBezTo>
                <a:cubicBezTo>
                  <a:pt x="1417" y="155"/>
                  <a:pt x="1415" y="155"/>
                  <a:pt x="1414" y="153"/>
                </a:cubicBezTo>
                <a:cubicBezTo>
                  <a:pt x="1413" y="151"/>
                  <a:pt x="1412" y="148"/>
                  <a:pt x="1412" y="145"/>
                </a:cubicBezTo>
                <a:cubicBezTo>
                  <a:pt x="1412" y="142"/>
                  <a:pt x="1413" y="138"/>
                  <a:pt x="1414" y="135"/>
                </a:cubicBezTo>
                <a:cubicBezTo>
                  <a:pt x="1415" y="132"/>
                  <a:pt x="1417" y="129"/>
                  <a:pt x="1419" y="127"/>
                </a:cubicBezTo>
                <a:cubicBezTo>
                  <a:pt x="1421" y="124"/>
                  <a:pt x="1424" y="123"/>
                  <a:pt x="1427" y="123"/>
                </a:cubicBezTo>
                <a:cubicBezTo>
                  <a:pt x="1429" y="123"/>
                  <a:pt x="1431" y="124"/>
                  <a:pt x="1432" y="125"/>
                </a:cubicBezTo>
                <a:close/>
                <a:moveTo>
                  <a:pt x="1076" y="242"/>
                </a:moveTo>
                <a:cubicBezTo>
                  <a:pt x="1072" y="249"/>
                  <a:pt x="1072" y="249"/>
                  <a:pt x="1072" y="249"/>
                </a:cubicBezTo>
                <a:cubicBezTo>
                  <a:pt x="1072" y="242"/>
                  <a:pt x="1072" y="242"/>
                  <a:pt x="1072" y="242"/>
                </a:cubicBezTo>
                <a:cubicBezTo>
                  <a:pt x="1066" y="208"/>
                  <a:pt x="1066" y="208"/>
                  <a:pt x="1066" y="208"/>
                </a:cubicBezTo>
                <a:cubicBezTo>
                  <a:pt x="1050" y="208"/>
                  <a:pt x="1050" y="208"/>
                  <a:pt x="1050" y="208"/>
                </a:cubicBezTo>
                <a:cubicBezTo>
                  <a:pt x="1049" y="211"/>
                  <a:pt x="1049" y="211"/>
                  <a:pt x="1049" y="211"/>
                </a:cubicBezTo>
                <a:cubicBezTo>
                  <a:pt x="1056" y="212"/>
                  <a:pt x="1056" y="212"/>
                  <a:pt x="1056" y="212"/>
                </a:cubicBezTo>
                <a:cubicBezTo>
                  <a:pt x="1045" y="256"/>
                  <a:pt x="1045" y="256"/>
                  <a:pt x="1045" y="256"/>
                </a:cubicBezTo>
                <a:cubicBezTo>
                  <a:pt x="1039" y="257"/>
                  <a:pt x="1039" y="257"/>
                  <a:pt x="1039" y="257"/>
                </a:cubicBezTo>
                <a:cubicBezTo>
                  <a:pt x="1039" y="260"/>
                  <a:pt x="1039" y="260"/>
                  <a:pt x="1039" y="260"/>
                </a:cubicBezTo>
                <a:cubicBezTo>
                  <a:pt x="1057" y="260"/>
                  <a:pt x="1057" y="260"/>
                  <a:pt x="1057" y="260"/>
                </a:cubicBezTo>
                <a:cubicBezTo>
                  <a:pt x="1057" y="257"/>
                  <a:pt x="1057" y="257"/>
                  <a:pt x="1057" y="257"/>
                </a:cubicBezTo>
                <a:cubicBezTo>
                  <a:pt x="1050" y="256"/>
                  <a:pt x="1050" y="256"/>
                  <a:pt x="1050" y="256"/>
                </a:cubicBezTo>
                <a:cubicBezTo>
                  <a:pt x="1057" y="225"/>
                  <a:pt x="1057" y="225"/>
                  <a:pt x="1057" y="225"/>
                </a:cubicBezTo>
                <a:cubicBezTo>
                  <a:pt x="1060" y="211"/>
                  <a:pt x="1060" y="211"/>
                  <a:pt x="1060" y="211"/>
                </a:cubicBezTo>
                <a:cubicBezTo>
                  <a:pt x="1062" y="225"/>
                  <a:pt x="1062" y="225"/>
                  <a:pt x="1062" y="225"/>
                </a:cubicBezTo>
                <a:cubicBezTo>
                  <a:pt x="1068" y="261"/>
                  <a:pt x="1068" y="261"/>
                  <a:pt x="1068" y="261"/>
                </a:cubicBezTo>
                <a:cubicBezTo>
                  <a:pt x="1072" y="260"/>
                  <a:pt x="1072" y="260"/>
                  <a:pt x="1072" y="260"/>
                </a:cubicBezTo>
                <a:cubicBezTo>
                  <a:pt x="1088" y="224"/>
                  <a:pt x="1088" y="224"/>
                  <a:pt x="1088" y="224"/>
                </a:cubicBezTo>
                <a:cubicBezTo>
                  <a:pt x="1094" y="211"/>
                  <a:pt x="1094" y="211"/>
                  <a:pt x="1094" y="211"/>
                </a:cubicBezTo>
                <a:cubicBezTo>
                  <a:pt x="1093" y="225"/>
                  <a:pt x="1093" y="225"/>
                  <a:pt x="1093" y="225"/>
                </a:cubicBezTo>
                <a:cubicBezTo>
                  <a:pt x="1091" y="256"/>
                  <a:pt x="1091" y="256"/>
                  <a:pt x="1091" y="256"/>
                </a:cubicBezTo>
                <a:cubicBezTo>
                  <a:pt x="1085" y="257"/>
                  <a:pt x="1085" y="257"/>
                  <a:pt x="1085" y="257"/>
                </a:cubicBezTo>
                <a:cubicBezTo>
                  <a:pt x="1084" y="260"/>
                  <a:pt x="1084" y="260"/>
                  <a:pt x="1084" y="260"/>
                </a:cubicBezTo>
                <a:cubicBezTo>
                  <a:pt x="1104" y="260"/>
                  <a:pt x="1104" y="260"/>
                  <a:pt x="1104" y="260"/>
                </a:cubicBezTo>
                <a:cubicBezTo>
                  <a:pt x="1104" y="257"/>
                  <a:pt x="1104" y="257"/>
                  <a:pt x="1104" y="257"/>
                </a:cubicBezTo>
                <a:cubicBezTo>
                  <a:pt x="1098" y="256"/>
                  <a:pt x="1098" y="256"/>
                  <a:pt x="1098" y="256"/>
                </a:cubicBezTo>
                <a:cubicBezTo>
                  <a:pt x="1099" y="212"/>
                  <a:pt x="1099" y="212"/>
                  <a:pt x="1099" y="212"/>
                </a:cubicBezTo>
                <a:cubicBezTo>
                  <a:pt x="1106" y="211"/>
                  <a:pt x="1106" y="211"/>
                  <a:pt x="1106" y="211"/>
                </a:cubicBezTo>
                <a:cubicBezTo>
                  <a:pt x="1106" y="208"/>
                  <a:pt x="1106" y="208"/>
                  <a:pt x="1106" y="208"/>
                </a:cubicBezTo>
                <a:cubicBezTo>
                  <a:pt x="1091" y="208"/>
                  <a:pt x="1091" y="208"/>
                  <a:pt x="1091" y="208"/>
                </a:cubicBezTo>
                <a:cubicBezTo>
                  <a:pt x="1090" y="211"/>
                  <a:pt x="1087" y="217"/>
                  <a:pt x="1083" y="225"/>
                </a:cubicBezTo>
                <a:cubicBezTo>
                  <a:pt x="1079" y="233"/>
                  <a:pt x="1077" y="239"/>
                  <a:pt x="1076" y="242"/>
                </a:cubicBezTo>
                <a:close/>
                <a:moveTo>
                  <a:pt x="1138" y="253"/>
                </a:moveTo>
                <a:cubicBezTo>
                  <a:pt x="1136" y="251"/>
                  <a:pt x="1136" y="251"/>
                  <a:pt x="1136" y="251"/>
                </a:cubicBezTo>
                <a:cubicBezTo>
                  <a:pt x="1134" y="253"/>
                  <a:pt x="1133" y="254"/>
                  <a:pt x="1131" y="255"/>
                </a:cubicBezTo>
                <a:cubicBezTo>
                  <a:pt x="1129" y="256"/>
                  <a:pt x="1126" y="256"/>
                  <a:pt x="1124" y="256"/>
                </a:cubicBezTo>
                <a:cubicBezTo>
                  <a:pt x="1121" y="256"/>
                  <a:pt x="1119" y="255"/>
                  <a:pt x="1118" y="253"/>
                </a:cubicBezTo>
                <a:cubicBezTo>
                  <a:pt x="1117" y="250"/>
                  <a:pt x="1116" y="247"/>
                  <a:pt x="1116" y="244"/>
                </a:cubicBezTo>
                <a:cubicBezTo>
                  <a:pt x="1119" y="244"/>
                  <a:pt x="1123" y="244"/>
                  <a:pt x="1126" y="242"/>
                </a:cubicBezTo>
                <a:cubicBezTo>
                  <a:pt x="1130" y="241"/>
                  <a:pt x="1133" y="240"/>
                  <a:pt x="1136" y="237"/>
                </a:cubicBezTo>
                <a:cubicBezTo>
                  <a:pt x="1138" y="235"/>
                  <a:pt x="1140" y="232"/>
                  <a:pt x="1140" y="229"/>
                </a:cubicBezTo>
                <a:cubicBezTo>
                  <a:pt x="1140" y="226"/>
                  <a:pt x="1139" y="224"/>
                  <a:pt x="1137" y="223"/>
                </a:cubicBezTo>
                <a:cubicBezTo>
                  <a:pt x="1135" y="221"/>
                  <a:pt x="1133" y="220"/>
                  <a:pt x="1130" y="220"/>
                </a:cubicBezTo>
                <a:cubicBezTo>
                  <a:pt x="1126" y="220"/>
                  <a:pt x="1122" y="221"/>
                  <a:pt x="1119" y="224"/>
                </a:cubicBezTo>
                <a:cubicBezTo>
                  <a:pt x="1116" y="226"/>
                  <a:pt x="1114" y="229"/>
                  <a:pt x="1112" y="233"/>
                </a:cubicBezTo>
                <a:cubicBezTo>
                  <a:pt x="1110" y="237"/>
                  <a:pt x="1109" y="241"/>
                  <a:pt x="1109" y="246"/>
                </a:cubicBezTo>
                <a:cubicBezTo>
                  <a:pt x="1109" y="248"/>
                  <a:pt x="1110" y="251"/>
                  <a:pt x="1111" y="253"/>
                </a:cubicBezTo>
                <a:cubicBezTo>
                  <a:pt x="1111" y="255"/>
                  <a:pt x="1113" y="257"/>
                  <a:pt x="1115" y="259"/>
                </a:cubicBezTo>
                <a:cubicBezTo>
                  <a:pt x="1117" y="260"/>
                  <a:pt x="1120" y="261"/>
                  <a:pt x="1123" y="261"/>
                </a:cubicBezTo>
                <a:cubicBezTo>
                  <a:pt x="1126" y="261"/>
                  <a:pt x="1129" y="260"/>
                  <a:pt x="1132" y="258"/>
                </a:cubicBezTo>
                <a:cubicBezTo>
                  <a:pt x="1135" y="257"/>
                  <a:pt x="1136" y="255"/>
                  <a:pt x="1138" y="253"/>
                </a:cubicBezTo>
                <a:close/>
                <a:moveTo>
                  <a:pt x="1128" y="224"/>
                </a:moveTo>
                <a:cubicBezTo>
                  <a:pt x="1130" y="224"/>
                  <a:pt x="1131" y="224"/>
                  <a:pt x="1132" y="225"/>
                </a:cubicBezTo>
                <a:cubicBezTo>
                  <a:pt x="1132" y="226"/>
                  <a:pt x="1133" y="228"/>
                  <a:pt x="1133" y="229"/>
                </a:cubicBezTo>
                <a:cubicBezTo>
                  <a:pt x="1133" y="232"/>
                  <a:pt x="1132" y="234"/>
                  <a:pt x="1130" y="235"/>
                </a:cubicBezTo>
                <a:cubicBezTo>
                  <a:pt x="1129" y="237"/>
                  <a:pt x="1126" y="238"/>
                  <a:pt x="1124" y="239"/>
                </a:cubicBezTo>
                <a:cubicBezTo>
                  <a:pt x="1121" y="240"/>
                  <a:pt x="1119" y="241"/>
                  <a:pt x="1116" y="241"/>
                </a:cubicBezTo>
                <a:cubicBezTo>
                  <a:pt x="1117" y="238"/>
                  <a:pt x="1117" y="236"/>
                  <a:pt x="1118" y="233"/>
                </a:cubicBezTo>
                <a:cubicBezTo>
                  <a:pt x="1119" y="230"/>
                  <a:pt x="1121" y="228"/>
                  <a:pt x="1122" y="226"/>
                </a:cubicBezTo>
                <a:cubicBezTo>
                  <a:pt x="1124" y="225"/>
                  <a:pt x="1126" y="224"/>
                  <a:pt x="1128" y="224"/>
                </a:cubicBezTo>
                <a:close/>
                <a:moveTo>
                  <a:pt x="1175" y="254"/>
                </a:moveTo>
                <a:cubicBezTo>
                  <a:pt x="1182" y="204"/>
                  <a:pt x="1182" y="204"/>
                  <a:pt x="1182" y="204"/>
                </a:cubicBezTo>
                <a:cubicBezTo>
                  <a:pt x="1181" y="204"/>
                  <a:pt x="1181" y="204"/>
                  <a:pt x="1181" y="204"/>
                </a:cubicBezTo>
                <a:cubicBezTo>
                  <a:pt x="1171" y="205"/>
                  <a:pt x="1171" y="205"/>
                  <a:pt x="1171" y="205"/>
                </a:cubicBezTo>
                <a:cubicBezTo>
                  <a:pt x="1170" y="207"/>
                  <a:pt x="1170" y="207"/>
                  <a:pt x="1170" y="207"/>
                </a:cubicBezTo>
                <a:cubicBezTo>
                  <a:pt x="1175" y="208"/>
                  <a:pt x="1175" y="208"/>
                  <a:pt x="1175" y="208"/>
                </a:cubicBezTo>
                <a:cubicBezTo>
                  <a:pt x="1173" y="221"/>
                  <a:pt x="1173" y="221"/>
                  <a:pt x="1173" y="221"/>
                </a:cubicBezTo>
                <a:cubicBezTo>
                  <a:pt x="1171" y="220"/>
                  <a:pt x="1169" y="220"/>
                  <a:pt x="1168" y="220"/>
                </a:cubicBezTo>
                <a:cubicBezTo>
                  <a:pt x="1163" y="220"/>
                  <a:pt x="1159" y="222"/>
                  <a:pt x="1156" y="224"/>
                </a:cubicBezTo>
                <a:cubicBezTo>
                  <a:pt x="1152" y="227"/>
                  <a:pt x="1150" y="230"/>
                  <a:pt x="1148" y="234"/>
                </a:cubicBezTo>
                <a:cubicBezTo>
                  <a:pt x="1146" y="238"/>
                  <a:pt x="1145" y="242"/>
                  <a:pt x="1145" y="246"/>
                </a:cubicBezTo>
                <a:cubicBezTo>
                  <a:pt x="1145" y="250"/>
                  <a:pt x="1146" y="254"/>
                  <a:pt x="1148" y="257"/>
                </a:cubicBezTo>
                <a:cubicBezTo>
                  <a:pt x="1150" y="259"/>
                  <a:pt x="1153" y="261"/>
                  <a:pt x="1157" y="261"/>
                </a:cubicBezTo>
                <a:cubicBezTo>
                  <a:pt x="1159" y="261"/>
                  <a:pt x="1162" y="260"/>
                  <a:pt x="1163" y="259"/>
                </a:cubicBezTo>
                <a:cubicBezTo>
                  <a:pt x="1165" y="258"/>
                  <a:pt x="1167" y="256"/>
                  <a:pt x="1168" y="255"/>
                </a:cubicBezTo>
                <a:cubicBezTo>
                  <a:pt x="1168" y="256"/>
                  <a:pt x="1168" y="256"/>
                  <a:pt x="1168" y="256"/>
                </a:cubicBezTo>
                <a:cubicBezTo>
                  <a:pt x="1168" y="259"/>
                  <a:pt x="1170" y="261"/>
                  <a:pt x="1173" y="261"/>
                </a:cubicBezTo>
                <a:cubicBezTo>
                  <a:pt x="1174" y="261"/>
                  <a:pt x="1176" y="260"/>
                  <a:pt x="1177" y="259"/>
                </a:cubicBezTo>
                <a:cubicBezTo>
                  <a:pt x="1178" y="258"/>
                  <a:pt x="1179" y="257"/>
                  <a:pt x="1180" y="256"/>
                </a:cubicBezTo>
                <a:cubicBezTo>
                  <a:pt x="1179" y="255"/>
                  <a:pt x="1179" y="255"/>
                  <a:pt x="1179" y="255"/>
                </a:cubicBezTo>
                <a:cubicBezTo>
                  <a:pt x="1178" y="256"/>
                  <a:pt x="1177" y="256"/>
                  <a:pt x="1176" y="256"/>
                </a:cubicBezTo>
                <a:cubicBezTo>
                  <a:pt x="1175" y="256"/>
                  <a:pt x="1175" y="256"/>
                  <a:pt x="1175" y="255"/>
                </a:cubicBezTo>
                <a:cubicBezTo>
                  <a:pt x="1175" y="254"/>
                  <a:pt x="1175" y="254"/>
                  <a:pt x="1175" y="254"/>
                </a:cubicBezTo>
                <a:close/>
                <a:moveTo>
                  <a:pt x="1172" y="225"/>
                </a:moveTo>
                <a:cubicBezTo>
                  <a:pt x="1169" y="250"/>
                  <a:pt x="1169" y="250"/>
                  <a:pt x="1169" y="250"/>
                </a:cubicBezTo>
                <a:cubicBezTo>
                  <a:pt x="1168" y="252"/>
                  <a:pt x="1166" y="253"/>
                  <a:pt x="1164" y="254"/>
                </a:cubicBezTo>
                <a:cubicBezTo>
                  <a:pt x="1163" y="256"/>
                  <a:pt x="1161" y="256"/>
                  <a:pt x="1159" y="256"/>
                </a:cubicBezTo>
                <a:cubicBezTo>
                  <a:pt x="1157" y="256"/>
                  <a:pt x="1155" y="255"/>
                  <a:pt x="1154" y="253"/>
                </a:cubicBezTo>
                <a:cubicBezTo>
                  <a:pt x="1153" y="252"/>
                  <a:pt x="1153" y="249"/>
                  <a:pt x="1153" y="246"/>
                </a:cubicBezTo>
                <a:cubicBezTo>
                  <a:pt x="1153" y="242"/>
                  <a:pt x="1153" y="239"/>
                  <a:pt x="1154" y="236"/>
                </a:cubicBezTo>
                <a:cubicBezTo>
                  <a:pt x="1155" y="232"/>
                  <a:pt x="1157" y="230"/>
                  <a:pt x="1159" y="227"/>
                </a:cubicBezTo>
                <a:cubicBezTo>
                  <a:pt x="1161" y="225"/>
                  <a:pt x="1164" y="224"/>
                  <a:pt x="1167" y="224"/>
                </a:cubicBezTo>
                <a:cubicBezTo>
                  <a:pt x="1169" y="224"/>
                  <a:pt x="1171" y="224"/>
                  <a:pt x="1172" y="225"/>
                </a:cubicBezTo>
                <a:close/>
                <a:moveTo>
                  <a:pt x="1198" y="254"/>
                </a:moveTo>
                <a:cubicBezTo>
                  <a:pt x="1202" y="221"/>
                  <a:pt x="1202" y="221"/>
                  <a:pt x="1202" y="221"/>
                </a:cubicBezTo>
                <a:cubicBezTo>
                  <a:pt x="1201" y="220"/>
                  <a:pt x="1201" y="220"/>
                  <a:pt x="1201" y="220"/>
                </a:cubicBezTo>
                <a:cubicBezTo>
                  <a:pt x="1191" y="222"/>
                  <a:pt x="1191" y="222"/>
                  <a:pt x="1191" y="222"/>
                </a:cubicBezTo>
                <a:cubicBezTo>
                  <a:pt x="1190" y="224"/>
                  <a:pt x="1190" y="224"/>
                  <a:pt x="1190" y="224"/>
                </a:cubicBezTo>
                <a:cubicBezTo>
                  <a:pt x="1195" y="226"/>
                  <a:pt x="1195" y="226"/>
                  <a:pt x="1195" y="226"/>
                </a:cubicBezTo>
                <a:cubicBezTo>
                  <a:pt x="1194" y="233"/>
                  <a:pt x="1193" y="239"/>
                  <a:pt x="1192" y="243"/>
                </a:cubicBezTo>
                <a:cubicBezTo>
                  <a:pt x="1191" y="251"/>
                  <a:pt x="1191" y="255"/>
                  <a:pt x="1191" y="256"/>
                </a:cubicBezTo>
                <a:cubicBezTo>
                  <a:pt x="1190" y="258"/>
                  <a:pt x="1191" y="259"/>
                  <a:pt x="1192" y="260"/>
                </a:cubicBezTo>
                <a:cubicBezTo>
                  <a:pt x="1192" y="260"/>
                  <a:pt x="1194" y="261"/>
                  <a:pt x="1195" y="261"/>
                </a:cubicBezTo>
                <a:cubicBezTo>
                  <a:pt x="1197" y="261"/>
                  <a:pt x="1199" y="260"/>
                  <a:pt x="1200" y="259"/>
                </a:cubicBezTo>
                <a:cubicBezTo>
                  <a:pt x="1202" y="258"/>
                  <a:pt x="1203" y="257"/>
                  <a:pt x="1203" y="256"/>
                </a:cubicBezTo>
                <a:cubicBezTo>
                  <a:pt x="1202" y="254"/>
                  <a:pt x="1202" y="254"/>
                  <a:pt x="1202" y="254"/>
                </a:cubicBezTo>
                <a:cubicBezTo>
                  <a:pt x="1202" y="255"/>
                  <a:pt x="1201" y="256"/>
                  <a:pt x="1200" y="256"/>
                </a:cubicBezTo>
                <a:cubicBezTo>
                  <a:pt x="1200" y="256"/>
                  <a:pt x="1199" y="256"/>
                  <a:pt x="1199" y="256"/>
                </a:cubicBezTo>
                <a:cubicBezTo>
                  <a:pt x="1198" y="256"/>
                  <a:pt x="1198" y="256"/>
                  <a:pt x="1198" y="256"/>
                </a:cubicBezTo>
                <a:cubicBezTo>
                  <a:pt x="1198" y="256"/>
                  <a:pt x="1198" y="255"/>
                  <a:pt x="1198" y="255"/>
                </a:cubicBezTo>
                <a:lnTo>
                  <a:pt x="1198" y="254"/>
                </a:lnTo>
                <a:close/>
                <a:moveTo>
                  <a:pt x="1200" y="213"/>
                </a:moveTo>
                <a:cubicBezTo>
                  <a:pt x="1201" y="213"/>
                  <a:pt x="1202" y="212"/>
                  <a:pt x="1203" y="211"/>
                </a:cubicBezTo>
                <a:cubicBezTo>
                  <a:pt x="1204" y="210"/>
                  <a:pt x="1205" y="209"/>
                  <a:pt x="1205" y="207"/>
                </a:cubicBezTo>
                <a:cubicBezTo>
                  <a:pt x="1205" y="206"/>
                  <a:pt x="1204" y="206"/>
                  <a:pt x="1204" y="205"/>
                </a:cubicBezTo>
                <a:cubicBezTo>
                  <a:pt x="1203" y="204"/>
                  <a:pt x="1202" y="204"/>
                  <a:pt x="1201" y="204"/>
                </a:cubicBezTo>
                <a:cubicBezTo>
                  <a:pt x="1200" y="204"/>
                  <a:pt x="1198" y="204"/>
                  <a:pt x="1198" y="205"/>
                </a:cubicBezTo>
                <a:cubicBezTo>
                  <a:pt x="1197" y="206"/>
                  <a:pt x="1196" y="207"/>
                  <a:pt x="1196" y="209"/>
                </a:cubicBezTo>
                <a:cubicBezTo>
                  <a:pt x="1196" y="210"/>
                  <a:pt x="1197" y="211"/>
                  <a:pt x="1197" y="212"/>
                </a:cubicBezTo>
                <a:cubicBezTo>
                  <a:pt x="1198" y="212"/>
                  <a:pt x="1199" y="213"/>
                  <a:pt x="1200" y="213"/>
                </a:cubicBezTo>
                <a:close/>
                <a:moveTo>
                  <a:pt x="1237" y="228"/>
                </a:moveTo>
                <a:cubicBezTo>
                  <a:pt x="1238" y="229"/>
                  <a:pt x="1238" y="229"/>
                  <a:pt x="1238" y="229"/>
                </a:cubicBezTo>
                <a:cubicBezTo>
                  <a:pt x="1240" y="222"/>
                  <a:pt x="1240" y="222"/>
                  <a:pt x="1240" y="222"/>
                </a:cubicBezTo>
                <a:cubicBezTo>
                  <a:pt x="1239" y="221"/>
                  <a:pt x="1238" y="221"/>
                  <a:pt x="1237" y="221"/>
                </a:cubicBezTo>
                <a:cubicBezTo>
                  <a:pt x="1235" y="220"/>
                  <a:pt x="1234" y="220"/>
                  <a:pt x="1232" y="220"/>
                </a:cubicBezTo>
                <a:cubicBezTo>
                  <a:pt x="1228" y="220"/>
                  <a:pt x="1224" y="221"/>
                  <a:pt x="1221" y="224"/>
                </a:cubicBezTo>
                <a:cubicBezTo>
                  <a:pt x="1218" y="227"/>
                  <a:pt x="1216" y="230"/>
                  <a:pt x="1214" y="234"/>
                </a:cubicBezTo>
                <a:cubicBezTo>
                  <a:pt x="1213" y="237"/>
                  <a:pt x="1212" y="241"/>
                  <a:pt x="1212" y="245"/>
                </a:cubicBezTo>
                <a:cubicBezTo>
                  <a:pt x="1212" y="250"/>
                  <a:pt x="1213" y="254"/>
                  <a:pt x="1215" y="257"/>
                </a:cubicBezTo>
                <a:cubicBezTo>
                  <a:pt x="1217" y="259"/>
                  <a:pt x="1220" y="261"/>
                  <a:pt x="1224" y="261"/>
                </a:cubicBezTo>
                <a:cubicBezTo>
                  <a:pt x="1227" y="261"/>
                  <a:pt x="1230" y="260"/>
                  <a:pt x="1232" y="259"/>
                </a:cubicBezTo>
                <a:cubicBezTo>
                  <a:pt x="1235" y="257"/>
                  <a:pt x="1236" y="256"/>
                  <a:pt x="1238" y="254"/>
                </a:cubicBezTo>
                <a:cubicBezTo>
                  <a:pt x="1236" y="252"/>
                  <a:pt x="1236" y="252"/>
                  <a:pt x="1236" y="252"/>
                </a:cubicBezTo>
                <a:cubicBezTo>
                  <a:pt x="1235" y="253"/>
                  <a:pt x="1233" y="254"/>
                  <a:pt x="1232" y="255"/>
                </a:cubicBezTo>
                <a:cubicBezTo>
                  <a:pt x="1230" y="256"/>
                  <a:pt x="1229" y="256"/>
                  <a:pt x="1227" y="256"/>
                </a:cubicBezTo>
                <a:cubicBezTo>
                  <a:pt x="1224" y="256"/>
                  <a:pt x="1222" y="255"/>
                  <a:pt x="1221" y="253"/>
                </a:cubicBezTo>
                <a:cubicBezTo>
                  <a:pt x="1220" y="251"/>
                  <a:pt x="1219" y="248"/>
                  <a:pt x="1219" y="244"/>
                </a:cubicBezTo>
                <a:cubicBezTo>
                  <a:pt x="1219" y="240"/>
                  <a:pt x="1219" y="237"/>
                  <a:pt x="1221" y="234"/>
                </a:cubicBezTo>
                <a:cubicBezTo>
                  <a:pt x="1222" y="231"/>
                  <a:pt x="1223" y="229"/>
                  <a:pt x="1225" y="227"/>
                </a:cubicBezTo>
                <a:cubicBezTo>
                  <a:pt x="1227" y="225"/>
                  <a:pt x="1229" y="225"/>
                  <a:pt x="1231" y="225"/>
                </a:cubicBezTo>
                <a:cubicBezTo>
                  <a:pt x="1232" y="225"/>
                  <a:pt x="1235" y="226"/>
                  <a:pt x="1237" y="228"/>
                </a:cubicBezTo>
                <a:close/>
                <a:moveTo>
                  <a:pt x="1255" y="254"/>
                </a:moveTo>
                <a:cubicBezTo>
                  <a:pt x="1260" y="221"/>
                  <a:pt x="1260" y="221"/>
                  <a:pt x="1260" y="221"/>
                </a:cubicBezTo>
                <a:cubicBezTo>
                  <a:pt x="1259" y="220"/>
                  <a:pt x="1259" y="220"/>
                  <a:pt x="1259" y="220"/>
                </a:cubicBezTo>
                <a:cubicBezTo>
                  <a:pt x="1249" y="222"/>
                  <a:pt x="1249" y="222"/>
                  <a:pt x="1249" y="222"/>
                </a:cubicBezTo>
                <a:cubicBezTo>
                  <a:pt x="1248" y="224"/>
                  <a:pt x="1248" y="224"/>
                  <a:pt x="1248" y="224"/>
                </a:cubicBezTo>
                <a:cubicBezTo>
                  <a:pt x="1253" y="226"/>
                  <a:pt x="1253" y="226"/>
                  <a:pt x="1253" y="226"/>
                </a:cubicBezTo>
                <a:cubicBezTo>
                  <a:pt x="1252" y="233"/>
                  <a:pt x="1251" y="239"/>
                  <a:pt x="1250" y="243"/>
                </a:cubicBezTo>
                <a:cubicBezTo>
                  <a:pt x="1249" y="251"/>
                  <a:pt x="1248" y="255"/>
                  <a:pt x="1248" y="256"/>
                </a:cubicBezTo>
                <a:cubicBezTo>
                  <a:pt x="1248" y="258"/>
                  <a:pt x="1249" y="259"/>
                  <a:pt x="1249" y="260"/>
                </a:cubicBezTo>
                <a:cubicBezTo>
                  <a:pt x="1250" y="260"/>
                  <a:pt x="1251" y="261"/>
                  <a:pt x="1253" y="261"/>
                </a:cubicBezTo>
                <a:cubicBezTo>
                  <a:pt x="1255" y="261"/>
                  <a:pt x="1256" y="260"/>
                  <a:pt x="1258" y="259"/>
                </a:cubicBezTo>
                <a:cubicBezTo>
                  <a:pt x="1259" y="258"/>
                  <a:pt x="1260" y="257"/>
                  <a:pt x="1261" y="256"/>
                </a:cubicBezTo>
                <a:cubicBezTo>
                  <a:pt x="1260" y="254"/>
                  <a:pt x="1260" y="254"/>
                  <a:pt x="1260" y="254"/>
                </a:cubicBezTo>
                <a:cubicBezTo>
                  <a:pt x="1259" y="255"/>
                  <a:pt x="1259" y="256"/>
                  <a:pt x="1258" y="256"/>
                </a:cubicBezTo>
                <a:cubicBezTo>
                  <a:pt x="1258" y="256"/>
                  <a:pt x="1257" y="256"/>
                  <a:pt x="1256" y="256"/>
                </a:cubicBezTo>
                <a:cubicBezTo>
                  <a:pt x="1256" y="256"/>
                  <a:pt x="1256" y="256"/>
                  <a:pt x="1256" y="256"/>
                </a:cubicBezTo>
                <a:cubicBezTo>
                  <a:pt x="1255" y="256"/>
                  <a:pt x="1255" y="255"/>
                  <a:pt x="1255" y="255"/>
                </a:cubicBezTo>
                <a:lnTo>
                  <a:pt x="1255" y="254"/>
                </a:lnTo>
                <a:close/>
                <a:moveTo>
                  <a:pt x="1258" y="213"/>
                </a:moveTo>
                <a:cubicBezTo>
                  <a:pt x="1259" y="213"/>
                  <a:pt x="1260" y="212"/>
                  <a:pt x="1261" y="211"/>
                </a:cubicBezTo>
                <a:cubicBezTo>
                  <a:pt x="1262" y="210"/>
                  <a:pt x="1262" y="209"/>
                  <a:pt x="1262" y="207"/>
                </a:cubicBezTo>
                <a:cubicBezTo>
                  <a:pt x="1262" y="206"/>
                  <a:pt x="1262" y="206"/>
                  <a:pt x="1261" y="205"/>
                </a:cubicBezTo>
                <a:cubicBezTo>
                  <a:pt x="1261" y="204"/>
                  <a:pt x="1260" y="204"/>
                  <a:pt x="1259" y="204"/>
                </a:cubicBezTo>
                <a:cubicBezTo>
                  <a:pt x="1257" y="204"/>
                  <a:pt x="1256" y="204"/>
                  <a:pt x="1255" y="205"/>
                </a:cubicBezTo>
                <a:cubicBezTo>
                  <a:pt x="1254" y="206"/>
                  <a:pt x="1254" y="207"/>
                  <a:pt x="1254" y="209"/>
                </a:cubicBezTo>
                <a:cubicBezTo>
                  <a:pt x="1254" y="210"/>
                  <a:pt x="1254" y="211"/>
                  <a:pt x="1255" y="212"/>
                </a:cubicBezTo>
                <a:cubicBezTo>
                  <a:pt x="1256" y="212"/>
                  <a:pt x="1257" y="213"/>
                  <a:pt x="1258" y="213"/>
                </a:cubicBezTo>
                <a:close/>
                <a:moveTo>
                  <a:pt x="1282" y="229"/>
                </a:moveTo>
                <a:cubicBezTo>
                  <a:pt x="1283" y="221"/>
                  <a:pt x="1283" y="221"/>
                  <a:pt x="1283" y="221"/>
                </a:cubicBezTo>
                <a:cubicBezTo>
                  <a:pt x="1281" y="220"/>
                  <a:pt x="1281" y="220"/>
                  <a:pt x="1281" y="220"/>
                </a:cubicBezTo>
                <a:cubicBezTo>
                  <a:pt x="1273" y="222"/>
                  <a:pt x="1273" y="222"/>
                  <a:pt x="1273" y="222"/>
                </a:cubicBezTo>
                <a:cubicBezTo>
                  <a:pt x="1272" y="224"/>
                  <a:pt x="1272" y="224"/>
                  <a:pt x="1272" y="224"/>
                </a:cubicBezTo>
                <a:cubicBezTo>
                  <a:pt x="1275" y="226"/>
                  <a:pt x="1275" y="226"/>
                  <a:pt x="1275" y="226"/>
                </a:cubicBezTo>
                <a:cubicBezTo>
                  <a:pt x="1271" y="260"/>
                  <a:pt x="1271" y="260"/>
                  <a:pt x="1271" y="260"/>
                </a:cubicBezTo>
                <a:cubicBezTo>
                  <a:pt x="1278" y="260"/>
                  <a:pt x="1278" y="260"/>
                  <a:pt x="1278" y="260"/>
                </a:cubicBezTo>
                <a:cubicBezTo>
                  <a:pt x="1281" y="235"/>
                  <a:pt x="1281" y="235"/>
                  <a:pt x="1281" y="235"/>
                </a:cubicBezTo>
                <a:cubicBezTo>
                  <a:pt x="1283" y="232"/>
                  <a:pt x="1285" y="230"/>
                  <a:pt x="1287" y="228"/>
                </a:cubicBezTo>
                <a:cubicBezTo>
                  <a:pt x="1289" y="226"/>
                  <a:pt x="1291" y="225"/>
                  <a:pt x="1293" y="225"/>
                </a:cubicBezTo>
                <a:cubicBezTo>
                  <a:pt x="1295" y="225"/>
                  <a:pt x="1296" y="226"/>
                  <a:pt x="1297" y="226"/>
                </a:cubicBezTo>
                <a:cubicBezTo>
                  <a:pt x="1297" y="227"/>
                  <a:pt x="1298" y="229"/>
                  <a:pt x="1298" y="231"/>
                </a:cubicBezTo>
                <a:cubicBezTo>
                  <a:pt x="1298" y="233"/>
                  <a:pt x="1297" y="234"/>
                  <a:pt x="1297" y="236"/>
                </a:cubicBezTo>
                <a:cubicBezTo>
                  <a:pt x="1297" y="238"/>
                  <a:pt x="1297" y="240"/>
                  <a:pt x="1296" y="243"/>
                </a:cubicBezTo>
                <a:cubicBezTo>
                  <a:pt x="1296" y="245"/>
                  <a:pt x="1296" y="245"/>
                  <a:pt x="1296" y="245"/>
                </a:cubicBezTo>
                <a:cubicBezTo>
                  <a:pt x="1295" y="248"/>
                  <a:pt x="1295" y="248"/>
                  <a:pt x="1295" y="248"/>
                </a:cubicBezTo>
                <a:cubicBezTo>
                  <a:pt x="1294" y="252"/>
                  <a:pt x="1294" y="255"/>
                  <a:pt x="1294" y="256"/>
                </a:cubicBezTo>
                <a:cubicBezTo>
                  <a:pt x="1294" y="259"/>
                  <a:pt x="1295" y="261"/>
                  <a:pt x="1298" y="261"/>
                </a:cubicBezTo>
                <a:cubicBezTo>
                  <a:pt x="1300" y="261"/>
                  <a:pt x="1301" y="260"/>
                  <a:pt x="1302" y="260"/>
                </a:cubicBezTo>
                <a:cubicBezTo>
                  <a:pt x="1303" y="259"/>
                  <a:pt x="1304" y="259"/>
                  <a:pt x="1305" y="258"/>
                </a:cubicBezTo>
                <a:cubicBezTo>
                  <a:pt x="1305" y="258"/>
                  <a:pt x="1306" y="257"/>
                  <a:pt x="1306" y="257"/>
                </a:cubicBezTo>
                <a:cubicBezTo>
                  <a:pt x="1305" y="255"/>
                  <a:pt x="1305" y="255"/>
                  <a:pt x="1305" y="255"/>
                </a:cubicBezTo>
                <a:cubicBezTo>
                  <a:pt x="1304" y="256"/>
                  <a:pt x="1303" y="256"/>
                  <a:pt x="1302" y="256"/>
                </a:cubicBezTo>
                <a:cubicBezTo>
                  <a:pt x="1301" y="256"/>
                  <a:pt x="1301" y="256"/>
                  <a:pt x="1301" y="255"/>
                </a:cubicBezTo>
                <a:cubicBezTo>
                  <a:pt x="1301" y="253"/>
                  <a:pt x="1301" y="250"/>
                  <a:pt x="1302" y="246"/>
                </a:cubicBezTo>
                <a:cubicBezTo>
                  <a:pt x="1303" y="243"/>
                  <a:pt x="1303" y="243"/>
                  <a:pt x="1303" y="243"/>
                </a:cubicBezTo>
                <a:cubicBezTo>
                  <a:pt x="1303" y="241"/>
                  <a:pt x="1303" y="241"/>
                  <a:pt x="1303" y="241"/>
                </a:cubicBezTo>
                <a:cubicBezTo>
                  <a:pt x="1304" y="236"/>
                  <a:pt x="1305" y="232"/>
                  <a:pt x="1305" y="230"/>
                </a:cubicBezTo>
                <a:cubicBezTo>
                  <a:pt x="1305" y="227"/>
                  <a:pt x="1304" y="224"/>
                  <a:pt x="1302" y="223"/>
                </a:cubicBezTo>
                <a:cubicBezTo>
                  <a:pt x="1301" y="221"/>
                  <a:pt x="1299" y="220"/>
                  <a:pt x="1296" y="220"/>
                </a:cubicBezTo>
                <a:cubicBezTo>
                  <a:pt x="1294" y="220"/>
                  <a:pt x="1291" y="221"/>
                  <a:pt x="1289" y="223"/>
                </a:cubicBezTo>
                <a:cubicBezTo>
                  <a:pt x="1286" y="224"/>
                  <a:pt x="1284" y="227"/>
                  <a:pt x="1282" y="229"/>
                </a:cubicBezTo>
                <a:close/>
                <a:moveTo>
                  <a:pt x="1342" y="253"/>
                </a:moveTo>
                <a:cubicBezTo>
                  <a:pt x="1340" y="251"/>
                  <a:pt x="1340" y="251"/>
                  <a:pt x="1340" y="251"/>
                </a:cubicBezTo>
                <a:cubicBezTo>
                  <a:pt x="1339" y="253"/>
                  <a:pt x="1337" y="254"/>
                  <a:pt x="1335" y="255"/>
                </a:cubicBezTo>
                <a:cubicBezTo>
                  <a:pt x="1333" y="256"/>
                  <a:pt x="1331" y="256"/>
                  <a:pt x="1329" y="256"/>
                </a:cubicBezTo>
                <a:cubicBezTo>
                  <a:pt x="1326" y="256"/>
                  <a:pt x="1323" y="255"/>
                  <a:pt x="1322" y="253"/>
                </a:cubicBezTo>
                <a:cubicBezTo>
                  <a:pt x="1321" y="250"/>
                  <a:pt x="1320" y="247"/>
                  <a:pt x="1320" y="244"/>
                </a:cubicBezTo>
                <a:cubicBezTo>
                  <a:pt x="1323" y="244"/>
                  <a:pt x="1327" y="244"/>
                  <a:pt x="1330" y="242"/>
                </a:cubicBezTo>
                <a:cubicBezTo>
                  <a:pt x="1334" y="241"/>
                  <a:pt x="1337" y="240"/>
                  <a:pt x="1340" y="237"/>
                </a:cubicBezTo>
                <a:cubicBezTo>
                  <a:pt x="1342" y="235"/>
                  <a:pt x="1344" y="232"/>
                  <a:pt x="1344" y="229"/>
                </a:cubicBezTo>
                <a:cubicBezTo>
                  <a:pt x="1344" y="226"/>
                  <a:pt x="1343" y="224"/>
                  <a:pt x="1341" y="223"/>
                </a:cubicBezTo>
                <a:cubicBezTo>
                  <a:pt x="1340" y="221"/>
                  <a:pt x="1337" y="220"/>
                  <a:pt x="1334" y="220"/>
                </a:cubicBezTo>
                <a:cubicBezTo>
                  <a:pt x="1330" y="220"/>
                  <a:pt x="1326" y="221"/>
                  <a:pt x="1323" y="224"/>
                </a:cubicBezTo>
                <a:cubicBezTo>
                  <a:pt x="1320" y="226"/>
                  <a:pt x="1318" y="229"/>
                  <a:pt x="1316" y="233"/>
                </a:cubicBezTo>
                <a:cubicBezTo>
                  <a:pt x="1314" y="237"/>
                  <a:pt x="1313" y="241"/>
                  <a:pt x="1313" y="246"/>
                </a:cubicBezTo>
                <a:cubicBezTo>
                  <a:pt x="1313" y="248"/>
                  <a:pt x="1314" y="251"/>
                  <a:pt x="1315" y="253"/>
                </a:cubicBezTo>
                <a:cubicBezTo>
                  <a:pt x="1316" y="255"/>
                  <a:pt x="1317" y="257"/>
                  <a:pt x="1319" y="259"/>
                </a:cubicBezTo>
                <a:cubicBezTo>
                  <a:pt x="1321" y="260"/>
                  <a:pt x="1324" y="261"/>
                  <a:pt x="1327" y="261"/>
                </a:cubicBezTo>
                <a:cubicBezTo>
                  <a:pt x="1330" y="261"/>
                  <a:pt x="1333" y="260"/>
                  <a:pt x="1336" y="258"/>
                </a:cubicBezTo>
                <a:cubicBezTo>
                  <a:pt x="1339" y="257"/>
                  <a:pt x="1341" y="255"/>
                  <a:pt x="1342" y="253"/>
                </a:cubicBezTo>
                <a:close/>
                <a:moveTo>
                  <a:pt x="1332" y="224"/>
                </a:moveTo>
                <a:cubicBezTo>
                  <a:pt x="1334" y="224"/>
                  <a:pt x="1335" y="224"/>
                  <a:pt x="1336" y="225"/>
                </a:cubicBezTo>
                <a:cubicBezTo>
                  <a:pt x="1337" y="226"/>
                  <a:pt x="1337" y="228"/>
                  <a:pt x="1337" y="229"/>
                </a:cubicBezTo>
                <a:cubicBezTo>
                  <a:pt x="1337" y="232"/>
                  <a:pt x="1336" y="234"/>
                  <a:pt x="1334" y="235"/>
                </a:cubicBezTo>
                <a:cubicBezTo>
                  <a:pt x="1333" y="237"/>
                  <a:pt x="1331" y="238"/>
                  <a:pt x="1328" y="239"/>
                </a:cubicBezTo>
                <a:cubicBezTo>
                  <a:pt x="1325" y="240"/>
                  <a:pt x="1323" y="241"/>
                  <a:pt x="1321" y="241"/>
                </a:cubicBezTo>
                <a:cubicBezTo>
                  <a:pt x="1321" y="238"/>
                  <a:pt x="1321" y="236"/>
                  <a:pt x="1322" y="233"/>
                </a:cubicBezTo>
                <a:cubicBezTo>
                  <a:pt x="1323" y="230"/>
                  <a:pt x="1325" y="228"/>
                  <a:pt x="1326" y="226"/>
                </a:cubicBezTo>
                <a:cubicBezTo>
                  <a:pt x="1328" y="225"/>
                  <a:pt x="1330" y="224"/>
                  <a:pt x="1332" y="224"/>
                </a:cubicBezTo>
                <a:close/>
              </a:path>
            </a:pathLst>
          </a:custGeom>
          <a:solidFill xmlns:a="http://schemas.openxmlformats.org/drawingml/2006/main">
            <a:schemeClr val="bg1"/>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sz="1800"/>
          </a:p>
        </p:txBody>
      </p:sp>
      <p:sp>
        <p:nvSpPr>
          <p:cNvPr id="17" name="Text Placeholder 16">
            <a:extLst xmlns:a="http://schemas.openxmlformats.org/drawingml/2006/main">
              <a:ext uri="{FF2B5EF4-FFF2-40B4-BE49-F238E27FC236}">
                <a16:creationId xmlns:a16="http://schemas.microsoft.com/office/drawing/2014/main" id="{FCA018DF-7EFB-4D08-89D5-E61FB47F425E}"/>
              </a:ext>
            </a:extLst>
          </p:cNvPr>
          <p:cNvSpPr>
            <a:spLocks xmlns:a="http://schemas.openxmlformats.org/drawingml/2006/main" noGrp="1"/>
          </p:cNvSpPr>
          <p:nvPr>
            <p:ph type="body" idx="12" hasCustomPrompt="1"/>
          </p:nvPr>
        </p:nvSpPr>
        <p:spPr>
          <a:xfrm xmlns:a="http://schemas.openxmlformats.org/drawingml/2006/main">
            <a:off x="5996940" y="4886690"/>
            <a:ext cx="2416810" cy="196208"/>
          </a:xfrm>
        </p:spPr>
        <p:txBody>
          <a:bodyPr xmlns:a="http://schemas.openxmlformats.org/drawingml/2006/main" wrap="square">
            <a:spAutoFit/>
          </a:bodyPr>
          <a:lstStyle xmlns:a="http://schemas.openxmlformats.org/drawingml/2006/main">
            <a:lvl1pPr marL="0" indent="0">
              <a:buNone/>
              <a:defRPr sz="750" cap="all" spc="110" baseline="0">
                <a:solidFill>
                  <a:schemeClr val="tx2"/>
                </a:solidFill>
              </a:defRPr>
            </a:lvl1pPr>
          </a:lstStyle>
          <a:p xmlns:a="http://schemas.openxmlformats.org/drawingml/2006/main">
            <a:pPr lvl="0">
              <a:buNone/>
            </a:pPr>
            <a:r>
              <a:t>CLICK TO EDIT MASTER TEXT</a:t>
            </a:r>
          </a:p>
        </p:txBody>
      </p:sp>
    </p:spTree>
  </p:cSld>
</p:sldLayout>
</file>

<file path=ppt/slideLayouts/slideLayout16.xml><?xml version="1.0" encoding="utf-8"?>
<p:sldLayout xmlns:p="http://schemas.openxmlformats.org/presentationml/2006/main">
  <p:cSld name="Name Car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88E0D0-6A2D-453D-AA2A-B46BF2A30D42}"/>
              </a:ext>
            </a:extLst>
          </p:cNvPr>
          <p:cNvSpPr>
            <a:spLocks xmlns:a="http://schemas.openxmlformats.org/drawingml/2006/main" noGrp="1"/>
          </p:cNvSpPr>
          <p:nvPr>
            <p:ph type="title" idx="0"/>
          </p:nvPr>
        </p:nvSpPr>
        <p:spPr>
          <a:xfrm xmlns:a="http://schemas.openxmlformats.org/drawingml/2006/main">
            <a:off x="856059" y="2481436"/>
            <a:ext cx="7429500" cy="1101600"/>
          </a:xfrm>
        </p:spPr>
        <p:txBody>
          <a:bodyPr xmlns:a="http://schemas.openxmlformats.org/drawingml/2006/main" anchor="b">
            <a:normAutofit/>
          </a:bodyPr>
          <a:lstStyle xmlns:a="http://schemas.openxmlformats.org/drawingml/2006/main">
            <a:lvl1pPr algn="l">
              <a:buNone/>
              <a:defRPr sz="2400" b="0"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2E80D42-516E-4F4F-87CB-8DB92036F796}"/>
              </a:ext>
            </a:extLst>
          </p:cNvPr>
          <p:cNvSpPr>
            <a:spLocks xmlns:a="http://schemas.openxmlformats.org/drawingml/2006/main" noGrp="1"/>
          </p:cNvSpPr>
          <p:nvPr>
            <p:ph type="body" idx="1"/>
          </p:nvPr>
        </p:nvSpPr>
        <p:spPr>
          <a:xfrm xmlns:a="http://schemas.openxmlformats.org/drawingml/2006/main">
            <a:off x="856058" y="3583036"/>
            <a:ext cx="7429501" cy="645300"/>
          </a:xfrm>
        </p:spPr>
        <p:txBody>
          <a:bodyPr xmlns:a="http://schemas.openxmlformats.org/drawingml/2006/main" anchor="t">
            <a:normAutofit/>
          </a:bodyPr>
          <a:lstStyle xmlns:a="http://schemas.openxmlformats.org/drawingml/2006/main">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1C113782-4931-4608-BDD2-6DB718410A7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D4CAFF1-8A2C-5847-86B0-C050E38CCD2D}" type="datetimeFigureOut">
              <a:t>9/1/26</a:t>
            </a:fld>
            <a:endParaRPr/>
          </a:p>
        </p:txBody>
      </p:sp>
      <p:sp>
        <p:nvSpPr>
          <p:cNvPr id="5" name="Footer Placeholder 4">
            <a:extLst xmlns:a="http://schemas.openxmlformats.org/drawingml/2006/main">
              <a:ext uri="{FF2B5EF4-FFF2-40B4-BE49-F238E27FC236}">
                <a16:creationId xmlns:a16="http://schemas.microsoft.com/office/drawing/2014/main" id="{793F1291-18CC-45A3-931C-B518CF2E48A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3280087-74BA-4228-8277-E86C41A4AF0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BE1A9-5521-9044-86FB-FEC7D708C123}" type="slidenum">
              <a:t>‹#›</a:t>
            </a:fld>
            <a:endParaRPr/>
          </a:p>
        </p:txBody>
      </p:sp>
    </p:spTree>
  </p:cSld>
</p:sldLayout>
</file>

<file path=ppt/slideLayouts/slideLayout17.xml><?xml version="1.0" encoding="utf-8"?>
<p:sldLayout xmlns:p="http://schemas.openxmlformats.org/presentationml/2006/main" matchingName="Header + any content">
  <p:cSld name="Header + any content">
    <p:spTree>
      <p:nvGrpSpPr>
        <p:cNvPr id="1" name=""/>
        <p:cNvGrpSpPr/>
        <p:nvPr/>
      </p:nvGrpSpPr>
      <p:grpSpPr>
        <a:xfrm xmlns:a="http://schemas.openxmlformats.org/drawingml/2006/main"/>
      </p:grpSpPr>
      <p:sp>
        <p:nvSpPr>
          <p:cNvPr id="25" name="Google Shape;25;p7">
            <a:extLst xmlns:a="http://schemas.openxmlformats.org/drawingml/2006/main">
              <a:ext uri="{FF2B5EF4-FFF2-40B4-BE49-F238E27FC236}">
                <a16:creationId xmlns:a16="http://schemas.microsoft.com/office/drawing/2014/main" id="{CA1FC097-72D3-441D-9515-94B18A64404C}"/>
              </a:ext>
            </a:extLst>
          </p:cNvPr>
          <p:cNvSpPr>
            <a:spLocks xmlns:a="http://schemas.openxmlformats.org/drawingml/2006/main" noGrp="1"/>
          </p:cNvSpPr>
          <p:nvPr>
            <p:ph type="title" idx="0"/>
          </p:nvPr>
        </p:nvSpPr>
        <p:spPr>
          <a:xfrm xmlns:a="http://schemas.openxmlformats.org/drawingml/2006/main">
            <a:off x="311700" y="173550"/>
            <a:ext cx="8520600" cy="493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R="0" algn="l">
              <a:lnSpc>
                <a:spcPct val="100000"/>
              </a:lnSpc>
              <a:spcBef>
                <a:spcPts val="0"/>
              </a:spcBef>
              <a:spcAft>
                <a:spcPts val="0"/>
              </a:spcAft>
              <a:buClr>
                <a:srgbClr val="012169"/>
              </a:buClr>
              <a:buSzPts val="2500"/>
              <a:buFont typeface="Montserrat"/>
              <a:buNone/>
              <a:defRPr sz="2500" b="1" i="1" u="none" cap="none">
                <a:solidFill>
                  <a:srgbClr val="012169"/>
                </a:solidFill>
                <a:latin typeface="Montserrat"/>
                <a:ea typeface="Montserrat"/>
                <a:cs typeface="Montserrat"/>
              </a:defRPr>
            </a:lvl1pPr>
            <a:lvl2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9pPr>
          </a:lstStyle>
          <a:p xmlns:a="http://schemas.openxmlformats.org/drawingml/2006/main">
            <a:endParaRPr/>
          </a:p>
        </p:txBody>
      </p:sp>
    </p:spTree>
  </p:cSld>
</p:sldLayout>
</file>

<file path=ppt/slideLayouts/slideLayout18.xml><?xml version="1.0" encoding="utf-8"?>
<p:sldLayout xmlns:p="http://schemas.openxmlformats.org/presentationml/2006/main" matchingName="Header + bullet points + image">
  <p:cSld name="Header + bullet points + image">
    <p:spTree>
      <p:nvGrpSpPr>
        <p:cNvPr id="1" name=""/>
        <p:cNvGrpSpPr/>
        <p:nvPr/>
      </p:nvGrpSpPr>
      <p:grpSpPr>
        <a:xfrm xmlns:a="http://schemas.openxmlformats.org/drawingml/2006/main"/>
      </p:grpSpPr>
      <p:cxnSp>
        <p:nvCxnSpPr>
          <p:cNvPr id="31" name="Google Shape;27;p8"/>
          <p:cNvCxnSpPr/>
          <p:nvPr/>
        </p:nvCxnSpPr>
        <p:spPr>
          <a:xfrm xmlns:a="http://schemas.openxmlformats.org/drawingml/2006/main">
            <a:off x="238050" y="666750"/>
            <a:ext cx="8667900" cy="9600"/>
          </a:xfrm>
          <a:prstGeom xmlns:a="http://schemas.openxmlformats.org/drawingml/2006/main" prst="straightConnector1">
            <a:avLst/>
          </a:prstGeom>
          <a:ln xmlns:a="http://schemas.openxmlformats.org/drawingml/2006/main" w="19050" cap="flat">
            <a:solidFill>
              <a:srgbClr val="00796B"/>
            </a:solidFill>
            <a:prstDash val="solid"/>
            <a:round/>
            <a:headEnd type="none" w="sm" len="sm"/>
            <a:tailEnd type="none" w="sm" len="sm"/>
          </a:ln>
        </p:spPr>
      </p:cxnSp>
      <p:sp>
        <p:nvSpPr>
          <p:cNvPr id="28" name="Google Shape;28;p8">
            <a:extLst xmlns:a="http://schemas.openxmlformats.org/drawingml/2006/main">
              <a:ext uri="{FF2B5EF4-FFF2-40B4-BE49-F238E27FC236}">
                <a16:creationId xmlns:a16="http://schemas.microsoft.com/office/drawing/2014/main" id="{76732542-2045-41A7-9E99-02B288C0455C}"/>
              </a:ext>
            </a:extLst>
          </p:cNvPr>
          <p:cNvSpPr>
            <a:spLocks xmlns:a="http://schemas.openxmlformats.org/drawingml/2006/main" noGrp="1"/>
          </p:cNvSpPr>
          <p:nvPr>
            <p:ph type="body" idx="1"/>
          </p:nvPr>
        </p:nvSpPr>
        <p:spPr>
          <a:xfrm xmlns:a="http://schemas.openxmlformats.org/drawingml/2006/main">
            <a:off x="311700" y="676350"/>
            <a:ext cx="42708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457189" marR="0" indent="-342892" algn="l">
              <a:lnSpc>
                <a:spcPct val="100000"/>
              </a:lnSpc>
              <a:spcBef>
                <a:spcPts val="0"/>
              </a:spcBef>
              <a:spcAft>
                <a:spcPts val="0"/>
              </a:spcAft>
              <a:buClr>
                <a:srgbClr val="000000"/>
              </a:buClr>
              <a:buSzPts val="1800"/>
              <a:buFont typeface="Verdana"/>
              <a:buChar char="●"/>
              <a:defRPr sz="1800" b="0" i="0" u="none" cap="none">
                <a:solidFill>
                  <a:srgbClr val="000000"/>
                </a:solidFill>
                <a:latin typeface="Verdana"/>
                <a:ea typeface="Verdana"/>
                <a:cs typeface="Verdana"/>
              </a:defRPr>
            </a:lvl1pPr>
            <a:lvl2pPr marL="914378" marR="0" indent="-317492" algn="l">
              <a:lnSpc>
                <a:spcPct val="100000"/>
              </a:lnSpc>
              <a:spcBef>
                <a:spcPts val="0"/>
              </a:spcBef>
              <a:spcAft>
                <a:spcPts val="0"/>
              </a:spcAft>
              <a:buClr>
                <a:srgbClr val="000000"/>
              </a:buClr>
              <a:buSzPts val="1400"/>
              <a:buFont typeface="Verdana"/>
              <a:buChar char="○"/>
              <a:defRPr sz="1400" b="0" i="0" u="none" cap="none">
                <a:solidFill>
                  <a:srgbClr val="000000"/>
                </a:solidFill>
                <a:latin typeface="Verdana"/>
                <a:ea typeface="Verdana"/>
                <a:cs typeface="Verdana"/>
              </a:defRPr>
            </a:lvl2pPr>
            <a:lvl3pPr marL="1371566" marR="0" indent="-317492" algn="l">
              <a:lnSpc>
                <a:spcPct val="100000"/>
              </a:lnSpc>
              <a:spcBef>
                <a:spcPts val="0"/>
              </a:spcBef>
              <a:spcAft>
                <a:spcPts val="0"/>
              </a:spcAft>
              <a:buClr>
                <a:srgbClr val="000000"/>
              </a:buClr>
              <a:buSzPts val="1400"/>
              <a:buFont typeface="Verdana"/>
              <a:buChar char="■"/>
              <a:defRPr sz="1400" b="0" i="0" u="none" cap="none">
                <a:solidFill>
                  <a:srgbClr val="000000"/>
                </a:solidFill>
                <a:latin typeface="Verdana"/>
                <a:ea typeface="Verdana"/>
                <a:cs typeface="Verdana"/>
              </a:defRPr>
            </a:lvl3pPr>
            <a:lvl4pPr marL="1828754" marR="0" indent="-317492" algn="l">
              <a:lnSpc>
                <a:spcPct val="100000"/>
              </a:lnSpc>
              <a:spcBef>
                <a:spcPts val="0"/>
              </a:spcBef>
              <a:spcAft>
                <a:spcPts val="0"/>
              </a:spcAft>
              <a:buClr>
                <a:srgbClr val="000000"/>
              </a:buClr>
              <a:buSzPts val="1400"/>
              <a:buFont typeface="Verdana"/>
              <a:buChar char="●"/>
              <a:defRPr sz="1400" b="0" i="0" u="none" cap="none">
                <a:solidFill>
                  <a:srgbClr val="000000"/>
                </a:solidFill>
                <a:latin typeface="Verdana"/>
                <a:ea typeface="Verdana"/>
                <a:cs typeface="Verdana"/>
              </a:defRPr>
            </a:lvl4pPr>
            <a:lvl5pPr marL="2285943" marR="0" indent="-317492" algn="l">
              <a:lnSpc>
                <a:spcPct val="100000"/>
              </a:lnSpc>
              <a:spcBef>
                <a:spcPts val="0"/>
              </a:spcBef>
              <a:spcAft>
                <a:spcPts val="0"/>
              </a:spcAft>
              <a:buClr>
                <a:srgbClr val="000000"/>
              </a:buClr>
              <a:buSzPts val="1400"/>
              <a:buFont typeface="Verdana"/>
              <a:buChar char="○"/>
              <a:defRPr sz="1400" b="0" i="0" u="none" cap="none">
                <a:solidFill>
                  <a:srgbClr val="000000"/>
                </a:solidFill>
                <a:latin typeface="Verdana"/>
                <a:ea typeface="Verdana"/>
                <a:cs typeface="Verdana"/>
              </a:defRPr>
            </a:lvl5pPr>
            <a:lvl6pPr marL="2743132" marR="0" indent="-317492" algn="l">
              <a:lnSpc>
                <a:spcPct val="100000"/>
              </a:lnSpc>
              <a:spcBef>
                <a:spcPts val="0"/>
              </a:spcBef>
              <a:spcAft>
                <a:spcPts val="0"/>
              </a:spcAft>
              <a:buClr>
                <a:srgbClr val="000000"/>
              </a:buClr>
              <a:buSzPts val="1400"/>
              <a:buFont typeface="Verdana"/>
              <a:buChar char="■"/>
              <a:defRPr sz="1400" b="0" i="0" u="none" cap="none">
                <a:solidFill>
                  <a:srgbClr val="000000"/>
                </a:solidFill>
                <a:latin typeface="Verdana"/>
                <a:ea typeface="Verdana"/>
                <a:cs typeface="Verdana"/>
              </a:defRPr>
            </a:lvl6pPr>
            <a:lvl7pPr marL="3200320" marR="0" indent="-317492" algn="l">
              <a:lnSpc>
                <a:spcPct val="100000"/>
              </a:lnSpc>
              <a:spcBef>
                <a:spcPts val="0"/>
              </a:spcBef>
              <a:spcAft>
                <a:spcPts val="0"/>
              </a:spcAft>
              <a:buClr>
                <a:srgbClr val="000000"/>
              </a:buClr>
              <a:buSzPts val="1400"/>
              <a:buFont typeface="Verdana"/>
              <a:buChar char="●"/>
              <a:defRPr sz="1400" b="0" i="0" u="none" cap="none">
                <a:solidFill>
                  <a:srgbClr val="000000"/>
                </a:solidFill>
                <a:latin typeface="Verdana"/>
                <a:ea typeface="Verdana"/>
                <a:cs typeface="Verdana"/>
              </a:defRPr>
            </a:lvl7pPr>
            <a:lvl8pPr marL="3657509" marR="0" indent="-317492" algn="l">
              <a:lnSpc>
                <a:spcPct val="100000"/>
              </a:lnSpc>
              <a:spcBef>
                <a:spcPts val="0"/>
              </a:spcBef>
              <a:spcAft>
                <a:spcPts val="0"/>
              </a:spcAft>
              <a:buClr>
                <a:srgbClr val="000000"/>
              </a:buClr>
              <a:buSzPts val="1400"/>
              <a:buFont typeface="Verdana"/>
              <a:buChar char="○"/>
              <a:defRPr sz="1400" b="0" i="0" u="none" cap="none">
                <a:solidFill>
                  <a:srgbClr val="000000"/>
                </a:solidFill>
                <a:latin typeface="Verdana"/>
                <a:ea typeface="Verdana"/>
                <a:cs typeface="Verdana"/>
              </a:defRPr>
            </a:lvl8pPr>
            <a:lvl9pPr marL="4114697" marR="0" indent="-317492" algn="l">
              <a:lnSpc>
                <a:spcPct val="100000"/>
              </a:lnSpc>
              <a:spcBef>
                <a:spcPts val="0"/>
              </a:spcBef>
              <a:spcAft>
                <a:spcPts val="0"/>
              </a:spcAft>
              <a:buClr>
                <a:srgbClr val="000000"/>
              </a:buClr>
              <a:buSzPts val="1400"/>
              <a:buFont typeface="Verdana"/>
              <a:buChar char="■"/>
              <a:defRPr sz="1400" b="0" i="0" u="none" cap="none">
                <a:solidFill>
                  <a:srgbClr val="000000"/>
                </a:solidFill>
                <a:latin typeface="Verdana"/>
                <a:ea typeface="Verdana"/>
                <a:cs typeface="Verdana"/>
              </a:defRPr>
            </a:lvl9pPr>
          </a:lstStyle>
          <a:p xmlns:a="http://schemas.openxmlformats.org/drawingml/2006/main">
            <a:endParaRPr/>
          </a:p>
        </p:txBody>
      </p:sp>
      <p:sp>
        <p:nvSpPr>
          <p:cNvPr id="29" name="Google Shape;29;p8">
            <a:extLst xmlns:a="http://schemas.openxmlformats.org/drawingml/2006/main">
              <a:ext uri="{FF2B5EF4-FFF2-40B4-BE49-F238E27FC236}">
                <a16:creationId xmlns:a16="http://schemas.microsoft.com/office/drawing/2014/main" id="{5E8771CB-A5E1-4D28-8481-A6A197700DAB}"/>
              </a:ext>
            </a:extLst>
          </p:cNvPr>
          <p:cNvSpPr>
            <a:spLocks xmlns:a="http://schemas.openxmlformats.org/drawingml/2006/main" noGrp="1"/>
          </p:cNvSpPr>
          <p:nvPr>
            <p:ph type="title" idx="0"/>
          </p:nvPr>
        </p:nvSpPr>
        <p:spPr>
          <a:xfrm xmlns:a="http://schemas.openxmlformats.org/drawingml/2006/main">
            <a:off x="181750" y="173550"/>
            <a:ext cx="8520600" cy="493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R="0" algn="l">
              <a:lnSpc>
                <a:spcPct val="100000"/>
              </a:lnSpc>
              <a:spcBef>
                <a:spcPts val="0"/>
              </a:spcBef>
              <a:spcAft>
                <a:spcPts val="0"/>
              </a:spcAft>
              <a:buClr>
                <a:srgbClr val="012169"/>
              </a:buClr>
              <a:buSzPts val="2500"/>
              <a:buFont typeface="Montserrat"/>
              <a:buNone/>
              <a:defRPr sz="2500" b="1" i="1" u="none" cap="none">
                <a:solidFill>
                  <a:srgbClr val="012169"/>
                </a:solidFill>
                <a:latin typeface="Montserrat"/>
                <a:ea typeface="Montserrat"/>
                <a:cs typeface="Montserrat"/>
              </a:defRPr>
            </a:lvl1pPr>
            <a:lvl2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9pPr>
          </a:lstStyle>
          <a:p xmlns:a="http://schemas.openxmlformats.org/drawingml/2006/main">
            <a:endParaRPr/>
          </a:p>
        </p:txBody>
      </p:sp>
      <p:sp>
        <p:nvSpPr>
          <p:cNvPr id="30" name="Google Shape;30;p8">
            <a:extLst xmlns:a="http://schemas.openxmlformats.org/drawingml/2006/main">
              <a:ext uri="{FF2B5EF4-FFF2-40B4-BE49-F238E27FC236}">
                <a16:creationId xmlns:a16="http://schemas.microsoft.com/office/drawing/2014/main" id="{0727507C-AC54-40F7-BE28-E541D7B6D096}"/>
              </a:ext>
            </a:extLst>
          </p:cNvPr>
          <p:cNvSpPr>
            <a:spLocks xmlns:a="http://schemas.openxmlformats.org/drawingml/2006/main" noGrp="1"/>
          </p:cNvSpPr>
          <p:nvPr>
            <p:ph type="pic" idx="2"/>
          </p:nvPr>
        </p:nvSpPr>
        <p:spPr>
          <a:xfrm xmlns:a="http://schemas.openxmlformats.org/drawingml/2006/main">
            <a:off x="4897050" y="756625"/>
            <a:ext cx="4008900" cy="3392100"/>
          </a:xfrm>
          <a:prstGeom xmlns:a="http://schemas.openxmlformats.org/drawingml/2006/main" prst="rect">
            <a:avLst/>
          </a:prstGeom>
          <a:noFill xmlns:a="http://schemas.openxmlformats.org/drawingml/2006/main"/>
          <a:ln xmlns:a="http://schemas.openxmlformats.org/drawingml/2006/main">
            <a:noFill/>
          </a:ln>
        </p:spPr>
      </p:sp>
    </p:spTree>
  </p:cSld>
</p:sldLayout>
</file>

<file path=ppt/slideLayouts/slideLayout19.xml><?xml version="1.0" encoding="utf-8"?>
<p:sldLayout xmlns:p="http://schemas.openxmlformats.org/presentationml/2006/main" matchingName="Title Slide">
  <p:cSld name="1_Title Slide">
    <p:spTree>
      <p:nvGrpSpPr>
        <p:cNvPr id="1" name=""/>
        <p:cNvGrpSpPr/>
        <p:nvPr/>
      </p:nvGrpSpPr>
      <p:grpSpPr>
        <a:xfrm xmlns:a="http://schemas.openxmlformats.org/drawingml/2006/main"/>
      </p:grpSpPr>
      <p:sp>
        <p:nvSpPr>
          <p:cNvPr id="56" name="Google Shape;56;p14">
            <a:extLst xmlns:a="http://schemas.openxmlformats.org/drawingml/2006/main">
              <a:ext uri="{FF2B5EF4-FFF2-40B4-BE49-F238E27FC236}">
                <a16:creationId xmlns:a16="http://schemas.microsoft.com/office/drawing/2014/main" id="{6E1607C0-CC4F-420D-8EA9-CFD65C712949}"/>
              </a:ext>
            </a:extLst>
          </p:cNvPr>
          <p:cNvSpPr>
            <a:spLocks xmlns:a="http://schemas.openxmlformats.org/drawingml/2006/main" noGrp="1"/>
          </p:cNvSpPr>
          <p:nvPr>
            <p:ph type="ctrTitle" idx="0"/>
          </p:nvPr>
        </p:nvSpPr>
        <p:spPr>
          <a:xfrm xmlns:a="http://schemas.openxmlformats.org/drawingml/2006/main">
            <a:off x="685800" y="1597819"/>
            <a:ext cx="7772400" cy="110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Char char="●"/>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57" name="Google Shape;57;p14">
            <a:extLst xmlns:a="http://schemas.openxmlformats.org/drawingml/2006/main">
              <a:ext uri="{FF2B5EF4-FFF2-40B4-BE49-F238E27FC236}">
                <a16:creationId xmlns:a16="http://schemas.microsoft.com/office/drawing/2014/main" id="{7D68CF08-97EC-499E-86DB-9E0809456C4B}"/>
              </a:ext>
            </a:extLst>
          </p:cNvPr>
          <p:cNvSpPr>
            <a:spLocks xmlns:a="http://schemas.openxmlformats.org/drawingml/2006/main" noGrp="1"/>
          </p:cNvSpPr>
          <p:nvPr>
            <p:ph type="subTitle" idx="1"/>
          </p:nvPr>
        </p:nvSpPr>
        <p:spPr>
          <a:xfrm xmlns:a="http://schemas.openxmlformats.org/drawingml/2006/main">
            <a:off x="1371600" y="2914650"/>
            <a:ext cx="6400800" cy="1314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spcBef>
                <a:spcPts val="640"/>
              </a:spcBef>
              <a:spcAft>
                <a:spcPts val="0"/>
              </a:spcAft>
              <a:buClr>
                <a:srgbClr val="888888"/>
              </a:buClr>
              <a:buSzPts val="3200"/>
              <a:buNone/>
              <a:defRPr>
                <a:solidFill>
                  <a:srgbClr val="888888"/>
                </a:solidFill>
              </a:defRPr>
            </a:lvl1pPr>
            <a:lvl2pPr algn="ctr">
              <a:spcBef>
                <a:spcPts val="560"/>
              </a:spcBef>
              <a:spcAft>
                <a:spcPts val="0"/>
              </a:spcAft>
              <a:buClr>
                <a:srgbClr val="888888"/>
              </a:buClr>
              <a:buSzPts val="2800"/>
              <a:buNone/>
              <a:defRPr>
                <a:solidFill>
                  <a:srgbClr val="888888"/>
                </a:solidFill>
              </a:defRPr>
            </a:lvl2pPr>
            <a:lvl3pPr algn="ctr">
              <a:spcBef>
                <a:spcPts val="480"/>
              </a:spcBef>
              <a:spcAft>
                <a:spcPts val="0"/>
              </a:spcAft>
              <a:buClr>
                <a:srgbClr val="888888"/>
              </a:buClr>
              <a:buSzPts val="2400"/>
              <a:buNone/>
              <a:defRPr>
                <a:solidFill>
                  <a:srgbClr val="888888"/>
                </a:solidFill>
              </a:defRPr>
            </a:lvl3pPr>
            <a:lvl4pPr algn="ctr">
              <a:spcBef>
                <a:spcPts val="400"/>
              </a:spcBef>
              <a:spcAft>
                <a:spcPts val="0"/>
              </a:spcAft>
              <a:buClr>
                <a:srgbClr val="888888"/>
              </a:buClr>
              <a:buSzPts val="2000"/>
              <a:buNone/>
              <a:defRPr>
                <a:solidFill>
                  <a:srgbClr val="888888"/>
                </a:solidFill>
              </a:defRPr>
            </a:lvl4pPr>
            <a:lvl5pPr algn="ctr">
              <a:spcBef>
                <a:spcPts val="400"/>
              </a:spcBef>
              <a:spcAft>
                <a:spcPts val="0"/>
              </a:spcAft>
              <a:buClr>
                <a:srgbClr val="888888"/>
              </a:buClr>
              <a:buSzPts val="2000"/>
              <a:buNone/>
              <a:defRPr>
                <a:solidFill>
                  <a:srgbClr val="888888"/>
                </a:solidFill>
              </a:defRPr>
            </a:lvl5pPr>
            <a:lvl6pPr algn="ctr">
              <a:spcBef>
                <a:spcPts val="400"/>
              </a:spcBef>
              <a:spcAft>
                <a:spcPts val="0"/>
              </a:spcAft>
              <a:buClr>
                <a:srgbClr val="888888"/>
              </a:buClr>
              <a:buSzPts val="2000"/>
              <a:buNone/>
              <a:defRPr>
                <a:solidFill>
                  <a:srgbClr val="888888"/>
                </a:solidFill>
              </a:defRPr>
            </a:lvl6pPr>
            <a:lvl7pPr algn="ctr">
              <a:spcBef>
                <a:spcPts val="400"/>
              </a:spcBef>
              <a:spcAft>
                <a:spcPts val="0"/>
              </a:spcAft>
              <a:buClr>
                <a:srgbClr val="888888"/>
              </a:buClr>
              <a:buSzPts val="2000"/>
              <a:buNone/>
              <a:defRPr>
                <a:solidFill>
                  <a:srgbClr val="888888"/>
                </a:solidFill>
              </a:defRPr>
            </a:lvl7pPr>
            <a:lvl8pPr algn="ctr">
              <a:spcBef>
                <a:spcPts val="400"/>
              </a:spcBef>
              <a:spcAft>
                <a:spcPts val="0"/>
              </a:spcAft>
              <a:buClr>
                <a:srgbClr val="888888"/>
              </a:buClr>
              <a:buSzPts val="2000"/>
              <a:buNone/>
              <a:defRPr>
                <a:solidFill>
                  <a:srgbClr val="888888"/>
                </a:solidFill>
              </a:defRPr>
            </a:lvl8pPr>
            <a:lvl9pPr algn="ctr">
              <a:spcBef>
                <a:spcPts val="400"/>
              </a:spcBef>
              <a:spcAft>
                <a:spcPts val="0"/>
              </a:spcAft>
              <a:buClr>
                <a:srgbClr val="888888"/>
              </a:buClr>
              <a:buSzPts val="2000"/>
              <a:buNone/>
              <a:defRPr>
                <a:solidFill>
                  <a:srgbClr val="888888"/>
                </a:solidFill>
              </a:defRPr>
            </a:lvl9pPr>
          </a:lstStyle>
          <a:p xmlns:a="http://schemas.openxmlformats.org/drawingml/2006/main">
            <a:endParaRPr/>
          </a:p>
        </p:txBody>
      </p:sp>
      <p:sp>
        <p:nvSpPr>
          <p:cNvPr id="58" name="Google Shape;58;p14">
            <a:extLst xmlns:a="http://schemas.openxmlformats.org/drawingml/2006/main">
              <a:ext uri="{FF2B5EF4-FFF2-40B4-BE49-F238E27FC236}">
                <a16:creationId xmlns:a16="http://schemas.microsoft.com/office/drawing/2014/main" id="{ED6496BC-616B-41AC-A4A2-F8255B1821A2}"/>
              </a:ext>
            </a:extLst>
          </p:cNvPr>
          <p:cNvSpPr>
            <a:spLocks xmlns:a="http://schemas.openxmlformats.org/drawingml/2006/main" noGrp="1"/>
          </p:cNvSpPr>
          <p:nvPr>
            <p:ph type="dt" idx="10"/>
          </p:nvPr>
        </p:nvSpPr>
        <p:spPr>
          <a:xfrm xmlns:a="http://schemas.openxmlformats.org/drawingml/2006/main">
            <a:off x="457200" y="4767263"/>
            <a:ext cx="21336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59" name="Google Shape;59;p14">
            <a:extLst xmlns:a="http://schemas.openxmlformats.org/drawingml/2006/main">
              <a:ext uri="{FF2B5EF4-FFF2-40B4-BE49-F238E27FC236}">
                <a16:creationId xmlns:a16="http://schemas.microsoft.com/office/drawing/2014/main" id="{F495C7C5-1B19-40BF-B4F3-A980BB412B7D}"/>
              </a:ext>
            </a:extLst>
          </p:cNvPr>
          <p:cNvSpPr>
            <a:spLocks xmlns:a="http://schemas.openxmlformats.org/drawingml/2006/main" noGrp="1"/>
          </p:cNvSpPr>
          <p:nvPr>
            <p:ph type="ftr" idx="11"/>
          </p:nvPr>
        </p:nvSpPr>
        <p:spPr>
          <a:xfrm xmlns:a="http://schemas.openxmlformats.org/drawingml/2006/main">
            <a:off x="3124200" y="4767263"/>
            <a:ext cx="28956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60" name="Google Shape;60;p14">
            <a:extLst xmlns:a="http://schemas.openxmlformats.org/drawingml/2006/main">
              <a:ext uri="{FF2B5EF4-FFF2-40B4-BE49-F238E27FC236}">
                <a16:creationId xmlns:a16="http://schemas.microsoft.com/office/drawing/2014/main" id="{A1B011CB-D3F4-4483-A847-770D295C07ED}"/>
              </a:ext>
            </a:extLst>
          </p:cNvPr>
          <p:cNvSpPr>
            <a:spLocks xmlns:a="http://schemas.openxmlformats.org/drawingml/2006/main" noGrp="1"/>
          </p:cNvSpPr>
          <p:nvPr>
            <p:ph type="sldNum" idx="12"/>
          </p:nvPr>
        </p:nvSpPr>
        <p:spPr>
          <a:xfrm xmlns:a="http://schemas.openxmlformats.org/drawingml/2006/main">
            <a:off x="6553200" y="4767263"/>
            <a:ext cx="21336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fld id="{00000000-1234-1234-1234-123412341234}" type="slidenum">
              <a:t>‹#›</a:t>
            </a:fld>
            <a:endParaRPr/>
          </a:p>
        </p:txBody>
      </p:sp>
    </p:spTree>
  </p:cSld>
</p:sldLayout>
</file>

<file path=ppt/slideLayouts/slideLayout20.xml><?xml version="1.0" encoding="utf-8"?>
<p:sldLayout xmlns:p="http://schemas.openxmlformats.org/presentationml/2006/main" showMasterSp="0" type="title" preserve="1">
  <p:cSld name="Title Slide">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DDEA2E3D-7C5B-49A4-9E1C-302E975A2C21}"/>
              </a:ext>
            </a:extLst>
          </p:cNvPr>
          <p:cNvSpPr>
            <a:spLocks xmlns:a="http://schemas.openxmlformats.org/drawingml/2006/main" noGrp="1"/>
          </p:cNvSpPr>
          <p:nvPr/>
        </p:nvSpPr>
        <p:spPr>
          <a:xfrm xmlns:a="http://schemas.openxmlformats.org/drawingml/2006/main">
            <a:off x="1" y="4750738"/>
            <a:ext cx="9144000" cy="49863"/>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AAE8DC5E-5F1A-4A89-8C9D-BCBA2555BC97}"/>
              </a:ext>
            </a:extLst>
          </p:cNvPr>
          <p:cNvSpPr>
            <a:spLocks xmlns:a="http://schemas.openxmlformats.org/drawingml/2006/main" noGrp="1"/>
          </p:cNvSpPr>
          <p:nvPr>
            <p:ph type="ctrTitle" idx="0"/>
          </p:nvPr>
        </p:nvSpPr>
        <p:spPr>
          <a:xfrm xmlns:a="http://schemas.openxmlformats.org/drawingml/2006/main">
            <a:off x="822960" y="569214"/>
            <a:ext cx="7543800" cy="2674620"/>
          </a:xfrm>
        </p:spPr>
        <p:txBody>
          <a:bodyPr xmlns:a="http://schemas.openxmlformats.org/drawingml/2006/main" anchor="b">
            <a:normAutofit/>
          </a:bodyPr>
          <a:lstStyle xmlns:a="http://schemas.openxmlformats.org/drawingml/2006/main">
            <a:lvl1pPr algn="l">
              <a:lnSpc>
                <a:spcPct val="85000"/>
              </a:lnSpc>
              <a:buNone/>
              <a:defRPr sz="5400" spc="-34" baseline="0">
                <a:solidFill>
                  <a:schemeClr val="tx1">
                    <a:lumMod val="85000"/>
                    <a:lumOff val="15000"/>
                  </a:schemeClr>
                </a:solidFill>
              </a:defRPr>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7A5A91AF-0DE2-456E-994E-6498A9A950A3}"/>
              </a:ext>
            </a:extLst>
          </p:cNvPr>
          <p:cNvSpPr>
            <a:spLocks xmlns:a="http://schemas.openxmlformats.org/drawingml/2006/main" noGrp="1"/>
          </p:cNvSpPr>
          <p:nvPr>
            <p:ph type="subTitle" idx="1"/>
          </p:nvPr>
        </p:nvSpPr>
        <p:spPr>
          <a:xfrm xmlns:a="http://schemas.openxmlformats.org/drawingml/2006/main">
            <a:off x="825038" y="3341716"/>
            <a:ext cx="7543800" cy="857250"/>
          </a:xfrm>
        </p:spPr>
        <p:txBody>
          <a:bodyPr xmlns:a="http://schemas.openxmlformats.org/drawingml/2006/main" lIns="91440" rIns="91440">
            <a:normAutofit/>
          </a:bodyPr>
          <a:lstStyle xmlns:a="http://schemas.openxmlformats.org/drawingml/2006/main">
            <a:lvl1pPr marL="0" indent="0" algn="l">
              <a:buNone/>
              <a:defRPr sz="1620" cap="all" spc="135" baseline="0">
                <a:solidFill>
                  <a:schemeClr val="tx2"/>
                </a:solidFill>
                <a:latin typeface="+mj-lt"/>
                <a:ea typeface="+mj-lt"/>
                <a:cs typeface="+mj-lt"/>
              </a:defRPr>
            </a:lvl1pPr>
            <a:lvl2pPr marL="308610" indent="0" algn="ctr">
              <a:buNone/>
              <a:defRPr sz="1620"/>
            </a:lvl2pPr>
            <a:lvl3pPr marL="617220" indent="0" algn="ctr">
              <a:buNone/>
              <a:defRPr sz="1620"/>
            </a:lvl3pPr>
            <a:lvl4pPr marL="925830" indent="0" algn="ctr">
              <a:buNone/>
              <a:defRPr sz="1350"/>
            </a:lvl4pPr>
            <a:lvl5pPr marL="1234440" indent="0" algn="ctr">
              <a:buNone/>
              <a:defRPr sz="1350"/>
            </a:lvl5pPr>
            <a:lvl6pPr marL="1543050" indent="0" algn="ctr">
              <a:buNone/>
              <a:defRPr sz="1350"/>
            </a:lvl6pPr>
            <a:lvl7pPr marL="1851660" indent="0" algn="ctr">
              <a:buNone/>
              <a:defRPr sz="1350"/>
            </a:lvl7pPr>
            <a:lvl8pPr marL="2160270" indent="0" algn="ctr">
              <a:buNone/>
              <a:defRPr sz="1350"/>
            </a:lvl8pPr>
            <a:lvl9pPr marL="2468880" indent="0" algn="ctr">
              <a:buNone/>
              <a:defRPr sz="1350"/>
            </a:lvl9pPr>
          </a:lstStyle>
          <a:p xmlns:a="http://schemas.openxmlformats.org/drawingml/2006/main">
            <a:r>
              <a:t>Click to edit Master subtitle style</a:t>
            </a:r>
            <a:endParaRPr/>
          </a:p>
        </p:txBody>
      </p:sp>
      <p:sp>
        <p:nvSpPr>
          <p:cNvPr id="9" name="Straight Connector 8">
            <a:extLst xmlns:a="http://schemas.openxmlformats.org/drawingml/2006/main">
              <a:ext uri="{FF2B5EF4-FFF2-40B4-BE49-F238E27FC236}">
                <a16:creationId xmlns:a16="http://schemas.microsoft.com/office/drawing/2014/main" id="{82B23845-6277-49DF-B97E-6E74C5A43897}"/>
              </a:ext>
            </a:extLst>
          </p:cNvPr>
          <p:cNvSpPr>
            <a:spLocks xmlns:a="http://schemas.openxmlformats.org/drawingml/2006/main" noGrp="1"/>
          </p:cNvSpPr>
          <p:nvPr/>
        </p:nvSpPr>
        <p:spPr>
          <a:xfrm xmlns:a="http://schemas.openxmlformats.org/drawingml/2006/main">
            <a:off x="905744" y="3257550"/>
            <a:ext cx="7406640" cy="0"/>
          </a:xfrm>
          <a:prstGeom xmlns:a="http://schemas.openxmlformats.org/drawingml/2006/main" prst="line">
            <a:avLst/>
          </a:prstGeom>
          <a:ln xmlns:a="http://schemas.openxmlformats.org/drawingml/2006/main" w="6350">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15" name="Picture 9"/>
          <p:cNvPicPr>
            <a:picLocks xmlns:a="http://schemas.openxmlformats.org/drawingml/2006/main" noChangeAspect="1"/>
          </p:cNvPicPr>
          <p:nvPr/>
        </p:nvPicPr>
        <p:blipFill>
          <a:blip xmlns:r="http://schemas.openxmlformats.org/officeDocument/2006/relationships" xmlns:a="http://schemas.openxmlformats.org/drawingml/2006/main" r:embed="R5c987600043d4519"/>
          <a:stretch xmlns:a="http://schemas.openxmlformats.org/drawingml/2006/main">
            <a:fillRect l="0" t="0" r="0" b="0"/>
          </a:stretch>
        </p:blipFill>
        <p:spPr>
          <a:xfrm xmlns:a="http://schemas.openxmlformats.org/drawingml/2006/main">
            <a:off x="32374" y="4868549"/>
            <a:ext cx="1725549" cy="231683"/>
          </a:xfrm>
          <a:prstGeom xmlns:a="http://schemas.openxmlformats.org/drawingml/2006/main" prst="rect">
            <a:avLst/>
          </a:prstGeom>
        </p:spPr>
      </p:pic>
    </p:spTree>
  </p:cSld>
</p:sldLayout>
</file>

<file path=ppt/slideLayouts/slideLayout21.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562854D-B413-4F74-B22C-FD1D82476CB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062C26EE-4527-4829-94E3-DC3B1A7C45F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7C5CBC55-FF6A-4E58-9F74-564072ACA9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Tian Zheng, 	July 13, 2017</a:t>
            </a:r>
          </a:p>
        </p:txBody>
      </p:sp>
      <p:sp>
        <p:nvSpPr>
          <p:cNvPr id="5" name="Footer Placeholder 4">
            <a:extLst xmlns:a="http://schemas.openxmlformats.org/drawingml/2006/main">
              <a:ext uri="{FF2B5EF4-FFF2-40B4-BE49-F238E27FC236}">
                <a16:creationId xmlns:a16="http://schemas.microsoft.com/office/drawing/2014/main" id="{B4CAFFEB-51FF-4787-9E5D-0DEB6D45F19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rPr cap="none">
                <a:latin typeface="Palatino"/>
                <a:ea typeface="Palatino"/>
                <a:cs typeface="Palatino"/>
              </a:rPr>
              <a:t>Workshop  on Perspectives &amp; Analysis Methods for Personalized Medicine</a:t>
            </a:r>
          </a:p>
          <a:p xmlns:a="http://schemas.openxmlformats.org/drawingml/2006/main">
            <a:r>
              <a:rPr cap="none">
                <a:latin typeface="Palatino"/>
                <a:ea typeface="Palatino"/>
                <a:cs typeface="Palatino"/>
              </a:rPr>
              <a:t>Institute for Mathematical Sciences, National University of Singapore</a:t>
            </a:r>
            <a:endParaRPr/>
          </a:p>
        </p:txBody>
      </p:sp>
      <p:sp>
        <p:nvSpPr>
          <p:cNvPr id="6" name="Slide Number Placeholder 5">
            <a:extLst xmlns:a="http://schemas.openxmlformats.org/drawingml/2006/main">
              <a:ext uri="{FF2B5EF4-FFF2-40B4-BE49-F238E27FC236}">
                <a16:creationId xmlns:a16="http://schemas.microsoft.com/office/drawing/2014/main" id="{96B573C2-326A-42FC-82B0-79B575C97C2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2D290E3F-05E6-BB47-BF17-0335D0460E34}" type="slidenum">
              <a:t>‹#›</a:t>
            </a:fld>
            <a:endParaRPr/>
          </a:p>
        </p:txBody>
      </p:sp>
    </p:spTree>
  </p:cSld>
</p:sldLayout>
</file>

<file path=ppt/slideLayouts/slideLayout22.xml><?xml version="1.0" encoding="utf-8"?>
<p:sldLayout xmlns:p="http://schemas.openxmlformats.org/presentationml/2006/main" showMasterSp="0" type="secHead" preserve="1">
  <p:cSld name="Section Header">
    <p:bg>
      <p:bgPr>
        <a:solidFill xmlns:a="http://schemas.openxmlformats.org/drawingml/2006/main">
          <a:schemeClr val="bg1"/>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247DAC0A-2B03-4367-BF13-638E0BFA372B}"/>
              </a:ext>
            </a:extLst>
          </p:cNvPr>
          <p:cNvSpPr>
            <a:spLocks xmlns:a="http://schemas.openxmlformats.org/drawingml/2006/main" noGrp="1"/>
          </p:cNvSpPr>
          <p:nvPr/>
        </p:nvSpPr>
        <p:spPr>
          <a:xfrm xmlns:a="http://schemas.openxmlformats.org/drawingml/2006/main">
            <a:off x="2383" y="4800600"/>
            <a:ext cx="9141619" cy="34290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8" name="Rectangle 7">
            <a:extLst xmlns:a="http://schemas.openxmlformats.org/drawingml/2006/main">
              <a:ext uri="{FF2B5EF4-FFF2-40B4-BE49-F238E27FC236}">
                <a16:creationId xmlns:a16="http://schemas.microsoft.com/office/drawing/2014/main" id="{EA8FB2E7-CEFF-4C0B-872C-677F9A4CA14F}"/>
              </a:ext>
            </a:extLst>
          </p:cNvPr>
          <p:cNvSpPr>
            <a:spLocks xmlns:a="http://schemas.openxmlformats.org/drawingml/2006/main" noGrp="1"/>
          </p:cNvSpPr>
          <p:nvPr/>
        </p:nvSpPr>
        <p:spPr>
          <a:xfrm xmlns:a="http://schemas.openxmlformats.org/drawingml/2006/main">
            <a:off x="13" y="4750737"/>
            <a:ext cx="9141619" cy="48006"/>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340E84AC-E5AE-4F5B-8A96-DDDBAEBF4C49}"/>
              </a:ext>
            </a:extLst>
          </p:cNvPr>
          <p:cNvSpPr>
            <a:spLocks xmlns:a="http://schemas.openxmlformats.org/drawingml/2006/main" noGrp="1"/>
          </p:cNvSpPr>
          <p:nvPr>
            <p:ph type="title" idx="0"/>
          </p:nvPr>
        </p:nvSpPr>
        <p:spPr>
          <a:xfrm xmlns:a="http://schemas.openxmlformats.org/drawingml/2006/main">
            <a:off x="822960" y="569214"/>
            <a:ext cx="7543800" cy="2674620"/>
          </a:xfrm>
        </p:spPr>
        <p:txBody>
          <a:bodyPr xmlns:a="http://schemas.openxmlformats.org/drawingml/2006/main" anchor="b">
            <a:normAutofit/>
          </a:bodyPr>
          <a:lstStyle xmlns:a="http://schemas.openxmlformats.org/drawingml/2006/main">
            <a:lvl1pPr>
              <a:lnSpc>
                <a:spcPct val="85000"/>
              </a:lnSpc>
              <a:buNone/>
              <a:defRPr sz="5400" b="0">
                <a:solidFill>
                  <a:schemeClr val="tx1">
                    <a:lumMod val="85000"/>
                    <a:lumOff val="15000"/>
                  </a:schemeClr>
                </a:solidFill>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DBCB052-47C5-452D-B6AD-4DFCAC898B4C}"/>
              </a:ext>
            </a:extLst>
          </p:cNvPr>
          <p:cNvSpPr>
            <a:spLocks xmlns:a="http://schemas.openxmlformats.org/drawingml/2006/main" noGrp="1"/>
          </p:cNvSpPr>
          <p:nvPr>
            <p:ph type="body" idx="1"/>
          </p:nvPr>
        </p:nvSpPr>
        <p:spPr>
          <a:xfrm xmlns:a="http://schemas.openxmlformats.org/drawingml/2006/main">
            <a:off x="822960" y="3339846"/>
            <a:ext cx="7543800" cy="857250"/>
          </a:xfrm>
        </p:spPr>
        <p:txBody>
          <a:bodyPr xmlns:a="http://schemas.openxmlformats.org/drawingml/2006/main" lIns="91440" rIns="91440" anchor="t">
            <a:normAutofit/>
          </a:bodyPr>
          <a:lstStyle xmlns:a="http://schemas.openxmlformats.org/drawingml/2006/main">
            <a:lvl1pPr marL="0" indent="0">
              <a:buNone/>
              <a:defRPr sz="1620" cap="all" spc="135" baseline="0">
                <a:solidFill>
                  <a:schemeClr val="tx2"/>
                </a:solidFill>
                <a:latin typeface="+mj-lt"/>
                <a:ea typeface="+mj-lt"/>
                <a:cs typeface="+mj-lt"/>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xmlns:a="http://schemas.openxmlformats.org/drawingml/2006/main">
            <a:pPr lvl="0">
              <a:buNone/>
            </a:pPr>
            <a:r>
              <a:t>Edit Master text styles</a:t>
            </a:r>
          </a:p>
        </p:txBody>
      </p:sp>
      <p:sp>
        <p:nvSpPr>
          <p:cNvPr id="4" name="Date Placeholder 3">
            <a:extLst xmlns:a="http://schemas.openxmlformats.org/drawingml/2006/main">
              <a:ext uri="{FF2B5EF4-FFF2-40B4-BE49-F238E27FC236}">
                <a16:creationId xmlns:a16="http://schemas.microsoft.com/office/drawing/2014/main" id="{E946AE1B-4BE5-4BBF-8F82-D1BC7722F46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June 30, 2016</a:t>
            </a:r>
          </a:p>
        </p:txBody>
      </p:sp>
      <p:sp>
        <p:nvSpPr>
          <p:cNvPr id="5" name="Footer Placeholder 4">
            <a:extLst xmlns:a="http://schemas.openxmlformats.org/drawingml/2006/main">
              <a:ext uri="{FF2B5EF4-FFF2-40B4-BE49-F238E27FC236}">
                <a16:creationId xmlns:a16="http://schemas.microsoft.com/office/drawing/2014/main" id="{88B62E94-39B8-4F9A-84AE-C6A07CF8EF3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Workshop on “Big Data Learning for Prediction” </a:t>
            </a:r>
          </a:p>
        </p:txBody>
      </p:sp>
      <p:sp>
        <p:nvSpPr>
          <p:cNvPr id="6" name="Slide Number Placeholder 5">
            <a:extLst xmlns:a="http://schemas.openxmlformats.org/drawingml/2006/main">
              <a:ext uri="{FF2B5EF4-FFF2-40B4-BE49-F238E27FC236}">
                <a16:creationId xmlns:a16="http://schemas.microsoft.com/office/drawing/2014/main" id="{2965F030-513D-44B3-80B2-DB3D8DD297F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2D290E3F-05E6-BB47-BF17-0335D0460E34}" type="slidenum">
              <a:t>‹#›</a:t>
            </a:fld>
            <a:endParaRPr/>
          </a:p>
        </p:txBody>
      </p:sp>
      <p:sp>
        <p:nvSpPr>
          <p:cNvPr id="9" name="Straight Connector 8">
            <a:extLst xmlns:a="http://schemas.openxmlformats.org/drawingml/2006/main">
              <a:ext uri="{FF2B5EF4-FFF2-40B4-BE49-F238E27FC236}">
                <a16:creationId xmlns:a16="http://schemas.microsoft.com/office/drawing/2014/main" id="{F39DA40C-0066-4FFF-81E4-BF079FD546A5}"/>
              </a:ext>
            </a:extLst>
          </p:cNvPr>
          <p:cNvSpPr>
            <a:spLocks xmlns:a="http://schemas.openxmlformats.org/drawingml/2006/main" noGrp="1"/>
          </p:cNvSpPr>
          <p:nvPr/>
        </p:nvSpPr>
        <p:spPr>
          <a:xfrm xmlns:a="http://schemas.openxmlformats.org/drawingml/2006/main">
            <a:off x="905744" y="3257550"/>
            <a:ext cx="7406640" cy="0"/>
          </a:xfrm>
          <a:prstGeom xmlns:a="http://schemas.openxmlformats.org/drawingml/2006/main" prst="line">
            <a:avLst/>
          </a:prstGeom>
          <a:ln xmlns:a="http://schemas.openxmlformats.org/drawingml/2006/main" w="6350">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23.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8" name="Title 7">
            <a:extLst xmlns:a="http://schemas.openxmlformats.org/drawingml/2006/main">
              <a:ext uri="{FF2B5EF4-FFF2-40B4-BE49-F238E27FC236}">
                <a16:creationId xmlns:a16="http://schemas.microsoft.com/office/drawing/2014/main" id="{D052C33B-E992-4A72-9157-0B5A0B386A01}"/>
              </a:ext>
            </a:extLst>
          </p:cNvPr>
          <p:cNvSpPr>
            <a:spLocks xmlns:a="http://schemas.openxmlformats.org/drawingml/2006/main" noGrp="1"/>
          </p:cNvSpPr>
          <p:nvPr>
            <p:ph type="title" idx="0"/>
          </p:nvPr>
        </p:nvSpPr>
        <p:spPr>
          <a:xfrm xmlns:a="http://schemas.openxmlformats.org/drawingml/2006/main">
            <a:off x="822960" y="214952"/>
            <a:ext cx="7543800" cy="1088068"/>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9ED36BD-C6A1-4C2C-8C2C-9ACB0C912D80}"/>
              </a:ext>
            </a:extLst>
          </p:cNvPr>
          <p:cNvSpPr>
            <a:spLocks xmlns:a="http://schemas.openxmlformats.org/drawingml/2006/main" noGrp="1"/>
          </p:cNvSpPr>
          <p:nvPr>
            <p:ph idx="1"/>
          </p:nvPr>
        </p:nvSpPr>
        <p:spPr>
          <a:xfrm xmlns:a="http://schemas.openxmlformats.org/drawingml/2006/main">
            <a:off x="822960" y="1384301"/>
            <a:ext cx="3703320" cy="3017519"/>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B364232-C408-4E27-B5DA-D4E53760D13E}"/>
              </a:ext>
            </a:extLst>
          </p:cNvPr>
          <p:cNvSpPr>
            <a:spLocks xmlns:a="http://schemas.openxmlformats.org/drawingml/2006/main" noGrp="1"/>
          </p:cNvSpPr>
          <p:nvPr>
            <p:ph idx="2"/>
          </p:nvPr>
        </p:nvSpPr>
        <p:spPr>
          <a:xfrm xmlns:a="http://schemas.openxmlformats.org/drawingml/2006/main">
            <a:off x="4663440" y="1384302"/>
            <a:ext cx="3703320" cy="301752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FDEC57BE-9C32-4148-8392-D89E5720C3B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June 30, 2016</a:t>
            </a:r>
          </a:p>
        </p:txBody>
      </p:sp>
      <p:sp>
        <p:nvSpPr>
          <p:cNvPr id="6" name="Footer Placeholder 5">
            <a:extLst xmlns:a="http://schemas.openxmlformats.org/drawingml/2006/main">
              <a:ext uri="{FF2B5EF4-FFF2-40B4-BE49-F238E27FC236}">
                <a16:creationId xmlns:a16="http://schemas.microsoft.com/office/drawing/2014/main" id="{4CD62552-2BA0-4372-83CA-144A041F7D4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Workshop on “Big Data Learning for Prediction” </a:t>
            </a:r>
          </a:p>
        </p:txBody>
      </p:sp>
      <p:sp>
        <p:nvSpPr>
          <p:cNvPr id="7" name="Slide Number Placeholder 6">
            <a:extLst xmlns:a="http://schemas.openxmlformats.org/drawingml/2006/main">
              <a:ext uri="{FF2B5EF4-FFF2-40B4-BE49-F238E27FC236}">
                <a16:creationId xmlns:a16="http://schemas.microsoft.com/office/drawing/2014/main" id="{4A226A50-FC9C-4A1A-B3C0-9EF0BAD252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2D290E3F-05E6-BB47-BF17-0335D0460E34}" type="slidenum">
              <a:t>‹#›</a:t>
            </a:fld>
            <a:endParaRPr/>
          </a:p>
        </p:txBody>
      </p:sp>
    </p:spTree>
  </p:cSld>
</p:sldLayout>
</file>

<file path=ppt/slideLayouts/slideLayout24.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10" name="Title 9">
            <a:extLst xmlns:a="http://schemas.openxmlformats.org/drawingml/2006/main">
              <a:ext uri="{FF2B5EF4-FFF2-40B4-BE49-F238E27FC236}">
                <a16:creationId xmlns:a16="http://schemas.microsoft.com/office/drawing/2014/main" id="{5B8CF712-7055-4306-8FD6-E93C392DF70F}"/>
              </a:ext>
            </a:extLst>
          </p:cNvPr>
          <p:cNvSpPr>
            <a:spLocks xmlns:a="http://schemas.openxmlformats.org/drawingml/2006/main" noGrp="1"/>
          </p:cNvSpPr>
          <p:nvPr>
            <p:ph type="title" idx="0"/>
          </p:nvPr>
        </p:nvSpPr>
        <p:spPr>
          <a:xfrm xmlns:a="http://schemas.openxmlformats.org/drawingml/2006/main">
            <a:off x="822960" y="214952"/>
            <a:ext cx="7543800" cy="1088068"/>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EA2E048-FD14-4AA4-9716-574FA622FC33}"/>
              </a:ext>
            </a:extLst>
          </p:cNvPr>
          <p:cNvSpPr>
            <a:spLocks xmlns:a="http://schemas.openxmlformats.org/drawingml/2006/main" noGrp="1"/>
          </p:cNvSpPr>
          <p:nvPr>
            <p:ph type="body" idx="1"/>
          </p:nvPr>
        </p:nvSpPr>
        <p:spPr>
          <a:xfrm xmlns:a="http://schemas.openxmlformats.org/drawingml/2006/main">
            <a:off x="822960" y="1384539"/>
            <a:ext cx="3703320" cy="552211"/>
          </a:xfrm>
        </p:spPr>
        <p:txBody>
          <a:bodyPr xmlns:a="http://schemas.openxmlformats.org/drawingml/2006/main" lIns="91440" rIns="91440" anchor="ctr">
            <a:normAutofit/>
          </a:bodyPr>
          <a:lstStyle xmlns:a="http://schemas.openxmlformats.org/drawingml/2006/main">
            <a:lvl1pPr marL="0" indent="0">
              <a:buNone/>
              <a:defRPr sz="1350" b="0" cap="all" baseline="0">
                <a:solidFill>
                  <a:schemeClr val="tx2"/>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xmlns:a="http://schemas.openxmlformats.org/drawingml/2006/main">
            <a:pPr lvl="0">
              <a:buNone/>
            </a:pPr>
            <a:r>
              <a:t>Edit Master text styles</a:t>
            </a:r>
          </a:p>
        </p:txBody>
      </p:sp>
      <p:sp>
        <p:nvSpPr>
          <p:cNvPr id="4" name="Content Placeholder 3">
            <a:extLst xmlns:a="http://schemas.openxmlformats.org/drawingml/2006/main">
              <a:ext uri="{FF2B5EF4-FFF2-40B4-BE49-F238E27FC236}">
                <a16:creationId xmlns:a16="http://schemas.microsoft.com/office/drawing/2014/main" id="{0B71249F-3EE3-41C1-8AD2-ACBC5A5D1536}"/>
              </a:ext>
            </a:extLst>
          </p:cNvPr>
          <p:cNvSpPr>
            <a:spLocks xmlns:a="http://schemas.openxmlformats.org/drawingml/2006/main" noGrp="1"/>
          </p:cNvSpPr>
          <p:nvPr>
            <p:ph idx="2"/>
          </p:nvPr>
        </p:nvSpPr>
        <p:spPr>
          <a:xfrm xmlns:a="http://schemas.openxmlformats.org/drawingml/2006/main">
            <a:off x="822960" y="1936752"/>
            <a:ext cx="3703320" cy="246507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12A9AB6F-424E-42A4-9A42-58C9C6068E4D}"/>
              </a:ext>
            </a:extLst>
          </p:cNvPr>
          <p:cNvSpPr>
            <a:spLocks xmlns:a="http://schemas.openxmlformats.org/drawingml/2006/main" noGrp="1"/>
          </p:cNvSpPr>
          <p:nvPr>
            <p:ph type="body" idx="3"/>
          </p:nvPr>
        </p:nvSpPr>
        <p:spPr>
          <a:xfrm xmlns:a="http://schemas.openxmlformats.org/drawingml/2006/main">
            <a:off x="4663440" y="1384539"/>
            <a:ext cx="3703320" cy="552211"/>
          </a:xfrm>
        </p:spPr>
        <p:txBody>
          <a:bodyPr xmlns:a="http://schemas.openxmlformats.org/drawingml/2006/main" lIns="91440" rIns="91440" anchor="ctr">
            <a:normAutofit/>
          </a:bodyPr>
          <a:lstStyle xmlns:a="http://schemas.openxmlformats.org/drawingml/2006/main">
            <a:lvl1pPr marL="0" indent="0">
              <a:buNone/>
              <a:defRPr sz="1350" b="0" cap="all" baseline="0">
                <a:solidFill>
                  <a:schemeClr val="tx2"/>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xmlns:a="http://schemas.openxmlformats.org/drawingml/2006/main">
            <a:pPr lvl="0">
              <a:buNone/>
            </a:pPr>
            <a:r>
              <a:t>Edit Master text styles</a:t>
            </a:r>
          </a:p>
        </p:txBody>
      </p:sp>
      <p:sp>
        <p:nvSpPr>
          <p:cNvPr id="6" name="Content Placeholder 5">
            <a:extLst xmlns:a="http://schemas.openxmlformats.org/drawingml/2006/main">
              <a:ext uri="{FF2B5EF4-FFF2-40B4-BE49-F238E27FC236}">
                <a16:creationId xmlns:a16="http://schemas.microsoft.com/office/drawing/2014/main" id="{A33032AB-790C-477B-A040-2677F53114E7}"/>
              </a:ext>
            </a:extLst>
          </p:cNvPr>
          <p:cNvSpPr>
            <a:spLocks xmlns:a="http://schemas.openxmlformats.org/drawingml/2006/main" noGrp="1"/>
          </p:cNvSpPr>
          <p:nvPr>
            <p:ph idx="4"/>
          </p:nvPr>
        </p:nvSpPr>
        <p:spPr>
          <a:xfrm xmlns:a="http://schemas.openxmlformats.org/drawingml/2006/main">
            <a:off x="4663440" y="1936751"/>
            <a:ext cx="3703320" cy="246507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46AD6C1C-90BC-4659-9113-8B7EC959F3C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June 30, 2016</a:t>
            </a:r>
          </a:p>
        </p:txBody>
      </p:sp>
      <p:sp>
        <p:nvSpPr>
          <p:cNvPr id="8" name="Footer Placeholder 7">
            <a:extLst xmlns:a="http://schemas.openxmlformats.org/drawingml/2006/main">
              <a:ext uri="{FF2B5EF4-FFF2-40B4-BE49-F238E27FC236}">
                <a16:creationId xmlns:a16="http://schemas.microsoft.com/office/drawing/2014/main" id="{B7B572C4-1833-40FB-9F31-52374233D2E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Workshop on “Big Data Learning for Prediction” </a:t>
            </a:r>
          </a:p>
        </p:txBody>
      </p:sp>
      <p:sp>
        <p:nvSpPr>
          <p:cNvPr id="9" name="Slide Number Placeholder 8">
            <a:extLst xmlns:a="http://schemas.openxmlformats.org/drawingml/2006/main">
              <a:ext uri="{FF2B5EF4-FFF2-40B4-BE49-F238E27FC236}">
                <a16:creationId xmlns:a16="http://schemas.microsoft.com/office/drawing/2014/main" id="{9A31B864-5C6B-4774-A50E-9F771C8E15C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2D290E3F-05E6-BB47-BF17-0335D0460E34}" type="slidenum">
              <a:t>‹#›</a:t>
            </a:fld>
            <a:endParaRPr/>
          </a:p>
        </p:txBody>
      </p:sp>
    </p:spTree>
  </p:cSld>
</p:sldLayout>
</file>

<file path=ppt/slideLayouts/slideLayout25.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1F91CA9-C643-46B8-B245-4AAE632F889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F98EF3F2-7D2F-4D3C-AA7A-27EF3EEFFD8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July 13, 2017</a:t>
            </a:r>
          </a:p>
        </p:txBody>
      </p:sp>
      <p:sp>
        <p:nvSpPr>
          <p:cNvPr id="4" name="Footer Placeholder 3">
            <a:extLst xmlns:a="http://schemas.openxmlformats.org/drawingml/2006/main">
              <a:ext uri="{FF2B5EF4-FFF2-40B4-BE49-F238E27FC236}">
                <a16:creationId xmlns:a16="http://schemas.microsoft.com/office/drawing/2014/main" id="{930EE379-A23E-422E-A7BB-F101ED764B0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rPr cap="none">
                <a:latin typeface="Palatino"/>
                <a:ea typeface="Palatino"/>
                <a:cs typeface="Palatino"/>
              </a:rPr>
              <a:t>Workshop  on Perspectives &amp; Analysis Methods for Personalized Medicine</a:t>
            </a:r>
          </a:p>
          <a:p xmlns:a="http://schemas.openxmlformats.org/drawingml/2006/main">
            <a:r>
              <a:rPr cap="none">
                <a:latin typeface="Palatino"/>
                <a:ea typeface="Palatino"/>
                <a:cs typeface="Palatino"/>
              </a:rPr>
              <a:t>Institute for Mathematical Sciences, National University of Singapore</a:t>
            </a:r>
            <a:endParaRPr/>
          </a:p>
        </p:txBody>
      </p:sp>
      <p:sp>
        <p:nvSpPr>
          <p:cNvPr id="5" name="Slide Number Placeholder 4">
            <a:extLst xmlns:a="http://schemas.openxmlformats.org/drawingml/2006/main">
              <a:ext uri="{FF2B5EF4-FFF2-40B4-BE49-F238E27FC236}">
                <a16:creationId xmlns:a16="http://schemas.microsoft.com/office/drawing/2014/main" id="{C12C92FF-A942-46EF-AC93-E3FC00BA370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2D290E3F-05E6-BB47-BF17-0335D0460E34}" type="slidenum">
              <a:t>‹#›</a:t>
            </a:fld>
            <a:endParaRPr/>
          </a:p>
        </p:txBody>
      </p:sp>
    </p:spTree>
  </p:cSld>
</p:sldLayout>
</file>

<file path=ppt/slideLayouts/slideLayout26.xml><?xml version="1.0" encoding="utf-8"?>
<p:sldLayout xmlns:p="http://schemas.openxmlformats.org/presentationml/2006/main" showMasterSp="0" type="blank" preserve="1">
  <p:cSld name="Blank">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8EB5F3FF-4611-4860-806D-441FD5B04A0E}"/>
              </a:ext>
            </a:extLst>
          </p:cNvPr>
          <p:cNvSpPr>
            <a:spLocks xmlns:a="http://schemas.openxmlformats.org/drawingml/2006/main" noGrp="1"/>
          </p:cNvSpPr>
          <p:nvPr/>
        </p:nvSpPr>
        <p:spPr>
          <a:xfrm xmlns:a="http://schemas.openxmlformats.org/drawingml/2006/main">
            <a:off x="2383" y="4800600"/>
            <a:ext cx="9141619" cy="34290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6" name="Rectangle 5">
            <a:extLst xmlns:a="http://schemas.openxmlformats.org/drawingml/2006/main">
              <a:ext uri="{FF2B5EF4-FFF2-40B4-BE49-F238E27FC236}">
                <a16:creationId xmlns:a16="http://schemas.microsoft.com/office/drawing/2014/main" id="{AAA7004F-5F4E-4311-830A-E3BE0FCD67D3}"/>
              </a:ext>
            </a:extLst>
          </p:cNvPr>
          <p:cNvSpPr>
            <a:spLocks xmlns:a="http://schemas.openxmlformats.org/drawingml/2006/main" noGrp="1"/>
          </p:cNvSpPr>
          <p:nvPr/>
        </p:nvSpPr>
        <p:spPr>
          <a:xfrm xmlns:a="http://schemas.openxmlformats.org/drawingml/2006/main">
            <a:off x="13" y="4750737"/>
            <a:ext cx="9141619" cy="48006"/>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7" name="Date Placeholder 6">
            <a:extLst xmlns:a="http://schemas.openxmlformats.org/drawingml/2006/main">
              <a:ext uri="{FF2B5EF4-FFF2-40B4-BE49-F238E27FC236}">
                <a16:creationId xmlns:a16="http://schemas.microsoft.com/office/drawing/2014/main" id="{1E6880DD-EECE-4EC6-9139-F10779729D5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June 30, 2016</a:t>
            </a:r>
          </a:p>
        </p:txBody>
      </p:sp>
      <p:sp>
        <p:nvSpPr>
          <p:cNvPr id="8" name="Footer Placeholder 7">
            <a:extLst xmlns:a="http://schemas.openxmlformats.org/drawingml/2006/main">
              <a:ext uri="{FF2B5EF4-FFF2-40B4-BE49-F238E27FC236}">
                <a16:creationId xmlns:a16="http://schemas.microsoft.com/office/drawing/2014/main" id="{C997DBE3-E47C-41BB-B659-BB5801DCE6E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FFFFFF"/>
                </a:solidFill>
              </a:defRPr>
            </a:lvl1pPr>
          </a:lstStyle>
          <a:p xmlns:a="http://schemas.openxmlformats.org/drawingml/2006/main">
            <a:r>
              <a:t>Workshop on “Big Data Learning for Prediction” </a:t>
            </a:r>
          </a:p>
        </p:txBody>
      </p:sp>
      <p:sp>
        <p:nvSpPr>
          <p:cNvPr id="9" name="Slide Number Placeholder 8">
            <a:extLst xmlns:a="http://schemas.openxmlformats.org/drawingml/2006/main">
              <a:ext uri="{FF2B5EF4-FFF2-40B4-BE49-F238E27FC236}">
                <a16:creationId xmlns:a16="http://schemas.microsoft.com/office/drawing/2014/main" id="{CCDEC6BE-097C-440F-83B2-5FF47831940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2D290E3F-05E6-BB47-BF17-0335D0460E34}" type="slidenum">
              <a:t>‹#›</a:t>
            </a:fld>
            <a:endParaRPr/>
          </a:p>
        </p:txBody>
      </p:sp>
    </p:spTree>
  </p:cSld>
</p:sldLayout>
</file>

<file path=ppt/slideLayouts/slideLayout27.xml><?xml version="1.0" encoding="utf-8"?>
<p:sldLayout xmlns:p="http://schemas.openxmlformats.org/presentationml/2006/main" showMasterSp="0" type="objTx" preserve="1">
  <p:cSld name="Content with Caption">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B25C2FC2-001F-499C-8D7D-C793226A29FA}"/>
              </a:ext>
            </a:extLst>
          </p:cNvPr>
          <p:cNvSpPr>
            <a:spLocks xmlns:a="http://schemas.openxmlformats.org/drawingml/2006/main" noGrp="1"/>
          </p:cNvSpPr>
          <p:nvPr/>
        </p:nvSpPr>
        <p:spPr>
          <a:xfrm xmlns:a="http://schemas.openxmlformats.org/drawingml/2006/main">
            <a:off x="14" y="0"/>
            <a:ext cx="3038093" cy="514350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9" name="Rectangle 8">
            <a:extLst xmlns:a="http://schemas.openxmlformats.org/drawingml/2006/main">
              <a:ext uri="{FF2B5EF4-FFF2-40B4-BE49-F238E27FC236}">
                <a16:creationId xmlns:a16="http://schemas.microsoft.com/office/drawing/2014/main" id="{C5DD4216-B9AD-45A1-B225-0A625C41A117}"/>
              </a:ext>
            </a:extLst>
          </p:cNvPr>
          <p:cNvSpPr>
            <a:spLocks xmlns:a="http://schemas.openxmlformats.org/drawingml/2006/main" noGrp="1"/>
          </p:cNvSpPr>
          <p:nvPr/>
        </p:nvSpPr>
        <p:spPr>
          <a:xfrm xmlns:a="http://schemas.openxmlformats.org/drawingml/2006/main">
            <a:off x="3030053" y="0"/>
            <a:ext cx="48006" cy="514350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1316F755-C2CB-46EE-BE07-E8C175B987C4}"/>
              </a:ext>
            </a:extLst>
          </p:cNvPr>
          <p:cNvSpPr>
            <a:spLocks xmlns:a="http://schemas.openxmlformats.org/drawingml/2006/main" noGrp="1"/>
          </p:cNvSpPr>
          <p:nvPr>
            <p:ph type="title" idx="0"/>
          </p:nvPr>
        </p:nvSpPr>
        <p:spPr>
          <a:xfrm xmlns:a="http://schemas.openxmlformats.org/drawingml/2006/main">
            <a:off x="342900" y="445769"/>
            <a:ext cx="2400300" cy="1714500"/>
          </a:xfrm>
        </p:spPr>
        <p:txBody>
          <a:bodyPr xmlns:a="http://schemas.openxmlformats.org/drawingml/2006/main" anchor="b">
            <a:normAutofit/>
          </a:bodyPr>
          <a:lstStyle xmlns:a="http://schemas.openxmlformats.org/drawingml/2006/main">
            <a:lvl1pPr>
              <a:buNone/>
              <a:defRPr sz="2430" b="0">
                <a:solidFill>
                  <a:srgbClr val="FFFFFF"/>
                </a:solidFill>
              </a:defRPr>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ACB7E24-7F8A-456B-A845-E5240A9A13B7}"/>
              </a:ext>
            </a:extLst>
          </p:cNvPr>
          <p:cNvSpPr>
            <a:spLocks xmlns:a="http://schemas.openxmlformats.org/drawingml/2006/main" noGrp="1"/>
          </p:cNvSpPr>
          <p:nvPr>
            <p:ph idx="1"/>
          </p:nvPr>
        </p:nvSpPr>
        <p:spPr>
          <a:xfrm xmlns:a="http://schemas.openxmlformats.org/drawingml/2006/main">
            <a:off x="3600450" y="548640"/>
            <a:ext cx="4869180" cy="394335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2DAC5F54-05A3-416F-9702-C0448A432D50}"/>
              </a:ext>
            </a:extLst>
          </p:cNvPr>
          <p:cNvSpPr>
            <a:spLocks xmlns:a="http://schemas.openxmlformats.org/drawingml/2006/main" noGrp="1"/>
          </p:cNvSpPr>
          <p:nvPr>
            <p:ph type="body" idx="2"/>
          </p:nvPr>
        </p:nvSpPr>
        <p:spPr>
          <a:xfrm xmlns:a="http://schemas.openxmlformats.org/drawingml/2006/main">
            <a:off x="342900" y="2194561"/>
            <a:ext cx="2400300" cy="2534343"/>
          </a:xfrm>
        </p:spPr>
        <p:txBody>
          <a:bodyPr xmlns:a="http://schemas.openxmlformats.org/drawingml/2006/main" lIns="91440" rIns="91440">
            <a:normAutofit/>
          </a:bodyPr>
          <a:lstStyle xmlns:a="http://schemas.openxmlformats.org/drawingml/2006/main">
            <a:lvl1pPr marL="0" indent="0">
              <a:buNone/>
              <a:defRPr sz="1013">
                <a:solidFill>
                  <a:srgbClr val="FFFFFF"/>
                </a:solidFill>
              </a:defRPr>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707CCE24-AEBA-42F8-A2CE-CE37A9DC7EFB}"/>
              </a:ext>
            </a:extLst>
          </p:cNvPr>
          <p:cNvSpPr>
            <a:spLocks xmlns:a="http://schemas.openxmlformats.org/drawingml/2006/main" noGrp="1"/>
          </p:cNvSpPr>
          <p:nvPr>
            <p:ph type="dt" idx="10"/>
          </p:nvPr>
        </p:nvSpPr>
        <p:spPr>
          <a:xfrm xmlns:a="http://schemas.openxmlformats.org/drawingml/2006/main">
            <a:off x="349135" y="4844840"/>
            <a:ext cx="1963883" cy="273844"/>
          </a:xfrm>
        </p:spPr>
        <p:txBody>
          <a:bodyPr xmlns:a="http://schemas.openxmlformats.org/drawingml/2006/main"/>
          <a:lstStyle xmlns:a="http://schemas.openxmlformats.org/drawingml/2006/main">
            <a:lvl1pPr algn="l">
              <a:buNone/>
              <a:defRPr/>
            </a:lvl1pPr>
          </a:lstStyle>
          <a:p xmlns:a="http://schemas.openxmlformats.org/drawingml/2006/main">
            <a:r>
              <a:t>June 30, 2016</a:t>
            </a:r>
          </a:p>
        </p:txBody>
      </p:sp>
      <p:sp>
        <p:nvSpPr>
          <p:cNvPr id="6" name="Footer Placeholder 5">
            <a:extLst xmlns:a="http://schemas.openxmlformats.org/drawingml/2006/main">
              <a:ext uri="{FF2B5EF4-FFF2-40B4-BE49-F238E27FC236}">
                <a16:creationId xmlns:a16="http://schemas.microsoft.com/office/drawing/2014/main" id="{8FE0B062-3DA1-48E1-8132-C228F7C5E1DC}"/>
              </a:ext>
            </a:extLst>
          </p:cNvPr>
          <p:cNvSpPr>
            <a:spLocks xmlns:a="http://schemas.openxmlformats.org/drawingml/2006/main" noGrp="1"/>
          </p:cNvSpPr>
          <p:nvPr>
            <p:ph type="ftr" idx="11"/>
          </p:nvPr>
        </p:nvSpPr>
        <p:spPr>
          <a:xfrm xmlns:a="http://schemas.openxmlformats.org/drawingml/2006/main">
            <a:off x="3600450" y="4844840"/>
            <a:ext cx="3486150" cy="273844"/>
          </a:xfrm>
        </p:spPr>
        <p:txBody>
          <a:bodyPr xmlns:a="http://schemas.openxmlformats.org/drawingml/2006/main"/>
          <a:lstStyle xmlns:a="http://schemas.openxmlformats.org/drawingml/2006/main">
            <a:lvl1pPr algn="l">
              <a:buNone/>
              <a:defRPr>
                <a:solidFill>
                  <a:schemeClr val="tx2"/>
                </a:solidFill>
              </a:defRPr>
            </a:lvl1pPr>
          </a:lstStyle>
          <a:p xmlns:a="http://schemas.openxmlformats.org/drawingml/2006/main">
            <a:r>
              <a:t>Workshop on “Big Data Learning for Prediction” </a:t>
            </a:r>
          </a:p>
        </p:txBody>
      </p:sp>
      <p:sp>
        <p:nvSpPr>
          <p:cNvPr id="7" name="Slide Number Placeholder 6">
            <a:extLst xmlns:a="http://schemas.openxmlformats.org/drawingml/2006/main">
              <a:ext uri="{FF2B5EF4-FFF2-40B4-BE49-F238E27FC236}">
                <a16:creationId xmlns:a16="http://schemas.microsoft.com/office/drawing/2014/main" id="{4DF0A2D4-8932-4C6F-B302-C6396CF9CEB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fld id="{2D290E3F-05E6-BB47-BF17-0335D0460E34}" type="slidenum">
              <a:t>‹#›</a:t>
            </a:fld>
            <a:endParaRPr/>
          </a:p>
        </p:txBody>
      </p:sp>
    </p:spTree>
  </p:cSld>
</p:sldLayout>
</file>

<file path=ppt/slideLayouts/slideLayout28.xml><?xml version="1.0" encoding="utf-8"?>
<p:sldLayout xmlns:p="http://schemas.openxmlformats.org/presentationml/2006/main" showMasterSp="0" type="picTx" preserve="1">
  <p:cSld name="Picture with Caption">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D5F2308D-D3EB-408C-AC57-B5B4B130FE04}"/>
              </a:ext>
            </a:extLst>
          </p:cNvPr>
          <p:cNvSpPr>
            <a:spLocks xmlns:a="http://schemas.openxmlformats.org/drawingml/2006/main" noGrp="1"/>
          </p:cNvSpPr>
          <p:nvPr/>
        </p:nvSpPr>
        <p:spPr>
          <a:xfrm xmlns:a="http://schemas.openxmlformats.org/drawingml/2006/main">
            <a:off x="1" y="3714750"/>
            <a:ext cx="9141619" cy="142875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9" name="Rectangle 8">
            <a:extLst xmlns:a="http://schemas.openxmlformats.org/drawingml/2006/main">
              <a:ext uri="{FF2B5EF4-FFF2-40B4-BE49-F238E27FC236}">
                <a16:creationId xmlns:a16="http://schemas.microsoft.com/office/drawing/2014/main" id="{915DCA8E-D98D-4AEE-9FE1-EB76D61BA2E4}"/>
              </a:ext>
            </a:extLst>
          </p:cNvPr>
          <p:cNvSpPr>
            <a:spLocks xmlns:a="http://schemas.openxmlformats.org/drawingml/2006/main" noGrp="1"/>
          </p:cNvSpPr>
          <p:nvPr/>
        </p:nvSpPr>
        <p:spPr>
          <a:xfrm xmlns:a="http://schemas.openxmlformats.org/drawingml/2006/main">
            <a:off x="13" y="3686307"/>
            <a:ext cx="9141619" cy="48006"/>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FD66E799-A6F3-4068-9B82-CFA929BD9B4B}"/>
              </a:ext>
            </a:extLst>
          </p:cNvPr>
          <p:cNvSpPr>
            <a:spLocks xmlns:a="http://schemas.openxmlformats.org/drawingml/2006/main" noGrp="1"/>
          </p:cNvSpPr>
          <p:nvPr>
            <p:ph type="title" idx="0"/>
          </p:nvPr>
        </p:nvSpPr>
        <p:spPr>
          <a:xfrm xmlns:a="http://schemas.openxmlformats.org/drawingml/2006/main">
            <a:off x="822960" y="3806190"/>
            <a:ext cx="7585234" cy="617220"/>
          </a:xfrm>
        </p:spPr>
        <p:txBody>
          <a:bodyPr xmlns:a="http://schemas.openxmlformats.org/drawingml/2006/main" tIns="0" bIns="0" anchor="b">
            <a:noAutofit/>
          </a:bodyPr>
          <a:lstStyle xmlns:a="http://schemas.openxmlformats.org/drawingml/2006/main">
            <a:lvl1pPr>
              <a:buNone/>
              <a:defRPr sz="2430" b="0">
                <a:solidFill>
                  <a:srgbClr val="FFFFFF"/>
                </a:solidFill>
              </a:defRPr>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D986E7DB-9C94-4B1F-A194-01225C3D95CE}"/>
              </a:ext>
            </a:extLst>
          </p:cNvPr>
          <p:cNvSpPr>
            <a:spLocks xmlns:a="http://schemas.openxmlformats.org/drawingml/2006/main" noGrp="1"/>
          </p:cNvSpPr>
          <p:nvPr>
            <p:ph type="pic" idx="1"/>
          </p:nvPr>
        </p:nvSpPr>
        <p:spPr>
          <a:xfrm xmlns:a="http://schemas.openxmlformats.org/drawingml/2006/main">
            <a:off x="13" y="1"/>
            <a:ext cx="9143989" cy="3686307"/>
          </a:xfrm>
          <a:prstGeom xmlns:a="http://schemas.openxmlformats.org/drawingml/2006/main" prst="rect">
            <a:avLst/>
          </a:prstGeom>
          <a:solidFill xmlns:a="http://schemas.openxmlformats.org/drawingml/2006/main">
            <a:schemeClr val="bg2">
              <a:lumMod val="90000"/>
            </a:schemeClr>
          </a:solidFill>
        </p:spPr>
        <p:txBody>
          <a:bodyPr xmlns:a="http://schemas.openxmlformats.org/drawingml/2006/main" lIns="457200" tIns="457200" anchor="t"/>
          <a:lstStyle xmlns:a="http://schemas.openxmlformats.org/drawingml/2006/main">
            <a:lvl1pPr marL="0" indent="0">
              <a:buNone/>
              <a:defRPr sz="2160"/>
            </a:lvl1pPr>
            <a:lvl2pPr marL="308610" indent="0">
              <a:buNone/>
              <a:defRPr sz="1890"/>
            </a:lvl2pPr>
            <a:lvl3pPr marL="617220" indent="0">
              <a:buNone/>
              <a:defRPr sz="1620"/>
            </a:lvl3pPr>
            <a:lvl4pPr marL="925830" indent="0">
              <a:buNone/>
              <a:defRPr sz="1350"/>
            </a:lvl4pPr>
            <a:lvl5pPr marL="1234440" indent="0">
              <a:buNone/>
              <a:defRPr sz="1350"/>
            </a:lvl5pPr>
            <a:lvl6pPr marL="1543050" indent="0">
              <a:buNone/>
              <a:defRPr sz="1350"/>
            </a:lvl6pPr>
            <a:lvl7pPr marL="1851660" indent="0">
              <a:buNone/>
              <a:defRPr sz="1350"/>
            </a:lvl7pPr>
            <a:lvl8pPr marL="2160270" indent="0">
              <a:buNone/>
              <a:defRPr sz="1350"/>
            </a:lvl8pPr>
            <a:lvl9pPr marL="2468880" indent="0">
              <a:buNone/>
              <a:defRPr sz="135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0F645378-1DE5-4655-90D5-CE483F0038D7}"/>
              </a:ext>
            </a:extLst>
          </p:cNvPr>
          <p:cNvSpPr>
            <a:spLocks xmlns:a="http://schemas.openxmlformats.org/drawingml/2006/main" noGrp="1"/>
          </p:cNvSpPr>
          <p:nvPr>
            <p:ph type="body" idx="2"/>
          </p:nvPr>
        </p:nvSpPr>
        <p:spPr>
          <a:xfrm xmlns:a="http://schemas.openxmlformats.org/drawingml/2006/main">
            <a:off x="822960" y="4430268"/>
            <a:ext cx="7584948" cy="445770"/>
          </a:xfrm>
        </p:spPr>
        <p:txBody>
          <a:bodyPr xmlns:a="http://schemas.openxmlformats.org/drawingml/2006/main" lIns="91440" tIns="0" rIns="91440" bIns="0">
            <a:normAutofit/>
          </a:bodyPr>
          <a:lstStyle xmlns:a="http://schemas.openxmlformats.org/drawingml/2006/main">
            <a:lvl1pPr marL="0" indent="0">
              <a:spcBef>
                <a:spcPts val="0"/>
              </a:spcBef>
              <a:spcAft>
                <a:spcPts val="405"/>
              </a:spcAft>
              <a:buNone/>
              <a:defRPr sz="1013">
                <a:solidFill>
                  <a:srgbClr val="FFFFFF"/>
                </a:solidFill>
              </a:defRPr>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2F5DB4C5-F52E-41AA-8699-314DE3FB0EE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June 30, 2016</a:t>
            </a:r>
          </a:p>
        </p:txBody>
      </p:sp>
      <p:sp>
        <p:nvSpPr>
          <p:cNvPr id="6" name="Footer Placeholder 5">
            <a:extLst xmlns:a="http://schemas.openxmlformats.org/drawingml/2006/main">
              <a:ext uri="{FF2B5EF4-FFF2-40B4-BE49-F238E27FC236}">
                <a16:creationId xmlns:a16="http://schemas.microsoft.com/office/drawing/2014/main" id="{F87E49B9-B73B-4712-8CF4-E04DED5AB73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Workshop on “Big Data Learning for Prediction” </a:t>
            </a:r>
            <a:endParaRPr/>
          </a:p>
        </p:txBody>
      </p:sp>
      <p:sp>
        <p:nvSpPr>
          <p:cNvPr id="7" name="Slide Number Placeholder 6">
            <a:extLst xmlns:a="http://schemas.openxmlformats.org/drawingml/2006/main">
              <a:ext uri="{FF2B5EF4-FFF2-40B4-BE49-F238E27FC236}">
                <a16:creationId xmlns:a16="http://schemas.microsoft.com/office/drawing/2014/main" id="{AB9D1B77-EB7E-42E4-8C63-74C3C1D515F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2D290E3F-05E6-BB47-BF17-0335D0460E34}" type="slidenum">
              <a:t>‹#›</a:t>
            </a:fld>
            <a:endParaRPr/>
          </a:p>
        </p:txBody>
      </p:sp>
    </p:spTree>
  </p:cSld>
</p:sldLayout>
</file>

<file path=ppt/slideLayouts/slideLayout29.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52C7330-BC95-4CE1-AF33-358CA12D426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5EDD914-ED0E-4B9E-87C0-5BE54456A75C}"/>
              </a:ext>
            </a:extLst>
          </p:cNvPr>
          <p:cNvSpPr>
            <a:spLocks xmlns:a="http://schemas.openxmlformats.org/drawingml/2006/main" noGrp="1"/>
          </p:cNvSpPr>
          <p:nvPr>
            <p:ph type="body" idx="1"/>
          </p:nvPr>
        </p:nvSpPr>
        <p:spPr/>
        <p:txBody>
          <a:bodyPr xmlns:a="http://schemas.openxmlformats.org/drawingml/2006/main" vert="eaVert" lIns="45720" tIns="0" rIns="45720" bIns="0"/>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1532A90-2D5B-416C-9CD9-FD019D2C24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June 30, 2016</a:t>
            </a:r>
          </a:p>
        </p:txBody>
      </p:sp>
      <p:sp>
        <p:nvSpPr>
          <p:cNvPr id="5" name="Footer Placeholder 4">
            <a:extLst xmlns:a="http://schemas.openxmlformats.org/drawingml/2006/main">
              <a:ext uri="{FF2B5EF4-FFF2-40B4-BE49-F238E27FC236}">
                <a16:creationId xmlns:a16="http://schemas.microsoft.com/office/drawing/2014/main" id="{F74057EF-2F39-4292-97B4-07C1BEEBB0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Workshop on “Big Data Learning for Prediction” </a:t>
            </a:r>
          </a:p>
        </p:txBody>
      </p:sp>
      <p:sp>
        <p:nvSpPr>
          <p:cNvPr id="6" name="Slide Number Placeholder 5">
            <a:extLst xmlns:a="http://schemas.openxmlformats.org/drawingml/2006/main">
              <a:ext uri="{FF2B5EF4-FFF2-40B4-BE49-F238E27FC236}">
                <a16:creationId xmlns:a16="http://schemas.microsoft.com/office/drawing/2014/main" id="{91FC40C2-721F-4EF0-9218-1C8F4B664A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2D290E3F-05E6-BB47-BF17-0335D0460E34}" type="slidenum">
              <a:t>‹#›</a:t>
            </a:fld>
            <a:endParaRPr/>
          </a:p>
        </p:txBody>
      </p:sp>
    </p:spTree>
  </p:cSld>
</p:sldLayout>
</file>

<file path=ppt/slideLayouts/slideLayout30.xml><?xml version="1.0" encoding="utf-8"?>
<p:sldLayout xmlns:p="http://schemas.openxmlformats.org/presentationml/2006/main" showMasterSp="0" type="vertTitleAndTx" preserve="1">
  <p:cSld name="Vertical Title and Text">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D36FE30B-7C70-4DF9-9522-91AE92FC6462}"/>
              </a:ext>
            </a:extLst>
          </p:cNvPr>
          <p:cNvSpPr>
            <a:spLocks xmlns:a="http://schemas.openxmlformats.org/drawingml/2006/main" noGrp="1"/>
          </p:cNvSpPr>
          <p:nvPr/>
        </p:nvSpPr>
        <p:spPr>
          <a:xfrm xmlns:a="http://schemas.openxmlformats.org/drawingml/2006/main">
            <a:off x="2383" y="4800600"/>
            <a:ext cx="9141619" cy="34290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8" name="Rectangle 7">
            <a:extLst xmlns:a="http://schemas.openxmlformats.org/drawingml/2006/main">
              <a:ext uri="{FF2B5EF4-FFF2-40B4-BE49-F238E27FC236}">
                <a16:creationId xmlns:a16="http://schemas.microsoft.com/office/drawing/2014/main" id="{13342529-5E37-4418-97CA-C21EED741C08}"/>
              </a:ext>
            </a:extLst>
          </p:cNvPr>
          <p:cNvSpPr>
            <a:spLocks xmlns:a="http://schemas.openxmlformats.org/drawingml/2006/main" noGrp="1"/>
          </p:cNvSpPr>
          <p:nvPr/>
        </p:nvSpPr>
        <p:spPr>
          <a:xfrm xmlns:a="http://schemas.openxmlformats.org/drawingml/2006/main">
            <a:off x="13" y="4750737"/>
            <a:ext cx="9141619" cy="48006"/>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Vertical Title 1">
            <a:extLst xmlns:a="http://schemas.openxmlformats.org/drawingml/2006/main">
              <a:ext uri="{FF2B5EF4-FFF2-40B4-BE49-F238E27FC236}">
                <a16:creationId xmlns:a16="http://schemas.microsoft.com/office/drawing/2014/main" id="{C965BC13-82B0-45DD-B4B7-461D5EE119D7}"/>
              </a:ext>
            </a:extLst>
          </p:cNvPr>
          <p:cNvSpPr>
            <a:spLocks xmlns:a="http://schemas.openxmlformats.org/drawingml/2006/main" noGrp="1"/>
          </p:cNvSpPr>
          <p:nvPr>
            <p:ph type="title" idx="0"/>
          </p:nvPr>
        </p:nvSpPr>
        <p:spPr>
          <a:xfrm xmlns:a="http://schemas.openxmlformats.org/drawingml/2006/main">
            <a:off x="6543676" y="309227"/>
            <a:ext cx="1971675" cy="4319924"/>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ED1760B1-AACC-4DBB-8A56-7B7EFD55E768}"/>
              </a:ext>
            </a:extLst>
          </p:cNvPr>
          <p:cNvSpPr>
            <a:spLocks xmlns:a="http://schemas.openxmlformats.org/drawingml/2006/main" noGrp="1"/>
          </p:cNvSpPr>
          <p:nvPr>
            <p:ph type="body" idx="1"/>
          </p:nvPr>
        </p:nvSpPr>
        <p:spPr>
          <a:xfrm xmlns:a="http://schemas.openxmlformats.org/drawingml/2006/main">
            <a:off x="628651" y="309227"/>
            <a:ext cx="5800725" cy="4319924"/>
          </a:xfrm>
        </p:spPr>
        <p:txBody>
          <a:bodyPr xmlns:a="http://schemas.openxmlformats.org/drawingml/2006/main" vert="eaVert" lIns="45720" tIns="0" rIns="45720" bIns="0"/>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71EFC72-4313-4A3D-BFBF-C3FF27B4809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June 30, 2016</a:t>
            </a:r>
          </a:p>
        </p:txBody>
      </p:sp>
      <p:sp>
        <p:nvSpPr>
          <p:cNvPr id="5" name="Footer Placeholder 4">
            <a:extLst xmlns:a="http://schemas.openxmlformats.org/drawingml/2006/main">
              <a:ext uri="{FF2B5EF4-FFF2-40B4-BE49-F238E27FC236}">
                <a16:creationId xmlns:a16="http://schemas.microsoft.com/office/drawing/2014/main" id="{4ABE3206-F818-4F64-9E73-EC72076E3D0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Workshop on “Big Data Learning for Prediction” </a:t>
            </a:r>
          </a:p>
        </p:txBody>
      </p:sp>
      <p:sp>
        <p:nvSpPr>
          <p:cNvPr id="6" name="Slide Number Placeholder 5">
            <a:extLst xmlns:a="http://schemas.openxmlformats.org/drawingml/2006/main">
              <a:ext uri="{FF2B5EF4-FFF2-40B4-BE49-F238E27FC236}">
                <a16:creationId xmlns:a16="http://schemas.microsoft.com/office/drawing/2014/main" id="{00756B3F-EFA5-4CB7-9E0D-0691DA51CD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2D290E3F-05E6-BB47-BF17-0335D0460E34}" type="slidenum">
              <a:t>‹#›</a:t>
            </a:fld>
            <a:endParaRPr/>
          </a:p>
        </p:txBody>
      </p:sp>
    </p:spTree>
  </p:cSld>
</p:sldLayout>
</file>

<file path=ppt/slideLayouts/slideLayout31.xml><?xml version="1.0" encoding="utf-8"?>
<p:sldLayout xmlns:p="http://schemas.openxmlformats.org/presentationml/2006/main" showMasterSp="0" type="title" preserve="1">
  <p:cSld name="Title Slide">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897865B6-6EE7-4E97-AE2C-3DA3A1D596C7}"/>
              </a:ext>
            </a:extLst>
          </p:cNvPr>
          <p:cNvSpPr>
            <a:spLocks xmlns:a="http://schemas.openxmlformats.org/drawingml/2006/main" noGrp="1"/>
          </p:cNvSpPr>
          <p:nvPr/>
        </p:nvSpPr>
        <p:spPr>
          <a:xfrm xmlns:a="http://schemas.openxmlformats.org/drawingml/2006/main">
            <a:off x="1" y="4750738"/>
            <a:ext cx="9144000" cy="49863"/>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E0813B15-E1C3-47AD-9CF5-4533B9FD8AF9}"/>
              </a:ext>
            </a:extLst>
          </p:cNvPr>
          <p:cNvSpPr>
            <a:spLocks xmlns:a="http://schemas.openxmlformats.org/drawingml/2006/main" noGrp="1"/>
          </p:cNvSpPr>
          <p:nvPr>
            <p:ph type="ctrTitle" idx="0"/>
          </p:nvPr>
        </p:nvSpPr>
        <p:spPr>
          <a:xfrm xmlns:a="http://schemas.openxmlformats.org/drawingml/2006/main">
            <a:off x="822960" y="569214"/>
            <a:ext cx="7543800" cy="2674620"/>
          </a:xfrm>
        </p:spPr>
        <p:txBody>
          <a:bodyPr xmlns:a="http://schemas.openxmlformats.org/drawingml/2006/main" anchor="b">
            <a:normAutofit/>
          </a:bodyPr>
          <a:lstStyle xmlns:a="http://schemas.openxmlformats.org/drawingml/2006/main">
            <a:lvl1pPr algn="l">
              <a:lnSpc>
                <a:spcPct val="85000"/>
              </a:lnSpc>
              <a:buNone/>
              <a:defRPr sz="5400" spc="-34" baseline="0">
                <a:solidFill>
                  <a:schemeClr val="tx1">
                    <a:lumMod val="85000"/>
                    <a:lumOff val="15000"/>
                  </a:schemeClr>
                </a:solidFill>
              </a:defRPr>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F778481F-48DC-4BFB-985B-71A88520A6E5}"/>
              </a:ext>
            </a:extLst>
          </p:cNvPr>
          <p:cNvSpPr>
            <a:spLocks xmlns:a="http://schemas.openxmlformats.org/drawingml/2006/main" noGrp="1"/>
          </p:cNvSpPr>
          <p:nvPr>
            <p:ph type="subTitle" idx="1"/>
          </p:nvPr>
        </p:nvSpPr>
        <p:spPr>
          <a:xfrm xmlns:a="http://schemas.openxmlformats.org/drawingml/2006/main">
            <a:off x="825038" y="3341716"/>
            <a:ext cx="7543800" cy="857250"/>
          </a:xfrm>
        </p:spPr>
        <p:txBody>
          <a:bodyPr xmlns:a="http://schemas.openxmlformats.org/drawingml/2006/main" lIns="91440" rIns="91440">
            <a:normAutofit/>
          </a:bodyPr>
          <a:lstStyle xmlns:a="http://schemas.openxmlformats.org/drawingml/2006/main">
            <a:lvl1pPr marL="0" indent="0" algn="l">
              <a:buNone/>
              <a:defRPr sz="1620" cap="all" spc="135" baseline="0">
                <a:solidFill>
                  <a:schemeClr val="tx2"/>
                </a:solidFill>
                <a:latin typeface="+mj-lt"/>
                <a:ea typeface="+mj-lt"/>
                <a:cs typeface="+mj-lt"/>
              </a:defRPr>
            </a:lvl1pPr>
            <a:lvl2pPr marL="308610" indent="0" algn="ctr">
              <a:buNone/>
              <a:defRPr sz="1620"/>
            </a:lvl2pPr>
            <a:lvl3pPr marL="617220" indent="0" algn="ctr">
              <a:buNone/>
              <a:defRPr sz="1620"/>
            </a:lvl3pPr>
            <a:lvl4pPr marL="925830" indent="0" algn="ctr">
              <a:buNone/>
              <a:defRPr sz="1350"/>
            </a:lvl4pPr>
            <a:lvl5pPr marL="1234440" indent="0" algn="ctr">
              <a:buNone/>
              <a:defRPr sz="1350"/>
            </a:lvl5pPr>
            <a:lvl6pPr marL="1543050" indent="0" algn="ctr">
              <a:buNone/>
              <a:defRPr sz="1350"/>
            </a:lvl6pPr>
            <a:lvl7pPr marL="1851660" indent="0" algn="ctr">
              <a:buNone/>
              <a:defRPr sz="1350"/>
            </a:lvl7pPr>
            <a:lvl8pPr marL="2160270" indent="0" algn="ctr">
              <a:buNone/>
              <a:defRPr sz="1350"/>
            </a:lvl8pPr>
            <a:lvl9pPr marL="2468880" indent="0" algn="ctr">
              <a:buNone/>
              <a:defRPr sz="1350"/>
            </a:lvl9pPr>
          </a:lstStyle>
          <a:p xmlns:a="http://schemas.openxmlformats.org/drawingml/2006/main">
            <a:r>
              <a:t>Click to edit Master subtitle style</a:t>
            </a:r>
            <a:endParaRPr/>
          </a:p>
        </p:txBody>
      </p:sp>
      <p:sp>
        <p:nvSpPr>
          <p:cNvPr id="9" name="Straight Connector 8">
            <a:extLst xmlns:a="http://schemas.openxmlformats.org/drawingml/2006/main">
              <a:ext uri="{FF2B5EF4-FFF2-40B4-BE49-F238E27FC236}">
                <a16:creationId xmlns:a16="http://schemas.microsoft.com/office/drawing/2014/main" id="{F7D6DBF1-4D68-49CA-BD16-C445F20C5EB9}"/>
              </a:ext>
            </a:extLst>
          </p:cNvPr>
          <p:cNvSpPr>
            <a:spLocks xmlns:a="http://schemas.openxmlformats.org/drawingml/2006/main" noGrp="1"/>
          </p:cNvSpPr>
          <p:nvPr/>
        </p:nvSpPr>
        <p:spPr>
          <a:xfrm xmlns:a="http://schemas.openxmlformats.org/drawingml/2006/main">
            <a:off x="905744" y="3257550"/>
            <a:ext cx="7406640" cy="0"/>
          </a:xfrm>
          <a:prstGeom xmlns:a="http://schemas.openxmlformats.org/drawingml/2006/main" prst="line">
            <a:avLst/>
          </a:prstGeom>
          <a:ln xmlns:a="http://schemas.openxmlformats.org/drawingml/2006/main" w="6350">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15" name="Picture 9"/>
          <p:cNvPicPr>
            <a:picLocks xmlns:a="http://schemas.openxmlformats.org/drawingml/2006/main" noChangeAspect="1"/>
          </p:cNvPicPr>
          <p:nvPr/>
        </p:nvPicPr>
        <p:blipFill>
          <a:blip xmlns:r="http://schemas.openxmlformats.org/officeDocument/2006/relationships" xmlns:a="http://schemas.openxmlformats.org/drawingml/2006/main" r:embed="R64ed8bd5a2f24bdc"/>
          <a:stretch xmlns:a="http://schemas.openxmlformats.org/drawingml/2006/main">
            <a:fillRect l="0" t="0" r="0" b="0"/>
          </a:stretch>
        </p:blipFill>
        <p:spPr>
          <a:xfrm xmlns:a="http://schemas.openxmlformats.org/drawingml/2006/main">
            <a:off x="32374" y="4868549"/>
            <a:ext cx="1725549" cy="231683"/>
          </a:xfrm>
          <a:prstGeom xmlns:a="http://schemas.openxmlformats.org/drawingml/2006/main" prst="rect">
            <a:avLst/>
          </a:prstGeom>
        </p:spPr>
      </p:pic>
    </p:spTree>
  </p:cSld>
</p:sldLayout>
</file>

<file path=ppt/slideLayouts/slideLayout3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DE0F8F2-00C6-446D-B022-B012063AD6C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DEDA6BE-6270-48C0-A093-72038DE7B53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Footer Placeholder 4">
            <a:extLst xmlns:a="http://schemas.openxmlformats.org/drawingml/2006/main">
              <a:ext uri="{FF2B5EF4-FFF2-40B4-BE49-F238E27FC236}">
                <a16:creationId xmlns:a16="http://schemas.microsoft.com/office/drawing/2014/main" id="{98640ECF-B61B-405A-BA7B-8FA14B8EAC7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rPr cap="none">
                <a:latin typeface="Palatino"/>
                <a:ea typeface="Palatino"/>
                <a:cs typeface="Palatino"/>
              </a:rPr>
              <a:t>Workshop  on Perspectives &amp; Analysis Methods for Personalized Medicine</a:t>
            </a:r>
          </a:p>
          <a:p xmlns:a="http://schemas.openxmlformats.org/drawingml/2006/main">
            <a:r>
              <a:rPr cap="none">
                <a:latin typeface="Palatino"/>
                <a:ea typeface="Palatino"/>
                <a:cs typeface="Palatino"/>
              </a:rPr>
              <a:t>Institute for Mathematical Sciences, National University of Singapore</a:t>
            </a:r>
            <a:endParaRPr/>
          </a:p>
        </p:txBody>
      </p:sp>
      <p:sp>
        <p:nvSpPr>
          <p:cNvPr id="6" name="Slide Number Placeholder 5">
            <a:extLst xmlns:a="http://schemas.openxmlformats.org/drawingml/2006/main">
              <a:ext uri="{FF2B5EF4-FFF2-40B4-BE49-F238E27FC236}">
                <a16:creationId xmlns:a16="http://schemas.microsoft.com/office/drawing/2014/main" id="{89086FD3-EC25-472A-B337-DFC057F1926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2D290E3F-05E6-BB47-BF17-0335D0460E34}" type="slidenum">
              <a:t>‹#›</a:t>
            </a:fld>
            <a:endParaRPr/>
          </a:p>
        </p:txBody>
      </p:sp>
      <p:sp>
        <p:nvSpPr>
          <p:cNvPr id="8" name="Date Placeholder 3">
            <a:extLst xmlns:a="http://schemas.openxmlformats.org/drawingml/2006/main">
              <a:ext uri="{FF2B5EF4-FFF2-40B4-BE49-F238E27FC236}">
                <a16:creationId xmlns:a16="http://schemas.microsoft.com/office/drawing/2014/main" id="{CB5F500F-F5BD-41A4-B100-3D58110657CA}"/>
              </a:ext>
            </a:extLst>
          </p:cNvPr>
          <p:cNvSpPr>
            <a:spLocks xmlns:a="http://schemas.openxmlformats.org/drawingml/2006/main" noGrp="1"/>
          </p:cNvSpPr>
          <p:nvPr/>
        </p:nvSpPr>
        <p:spPr>
          <a:xfrm xmlns:a="http://schemas.openxmlformats.org/drawingml/2006/main">
            <a:off x="2039644" y="4835061"/>
            <a:ext cx="2011797" cy="298661"/>
          </a:xfrm>
          <a:prstGeom xmlns:a="http://schemas.openxmlformats.org/drawingml/2006/main" prst="rect">
            <a:avLst/>
          </a:prstGeom>
        </p:spPr>
        <p:txBody>
          <a:bodyPr xmlns:a="http://schemas.openxmlformats.org/drawingml/2006/main" vert="horz" lIns="82296" tIns="41148" rIns="82296" bIns="41148" anchor="ctr"/>
          <a:lstStyle xmlns:a="http://schemas.openxmlformats.org/drawingml/2006/main">
            <a:lvl1pPr marL="0" algn="l" defTabSz="914400">
              <a:buNone/>
              <a:defRPr sz="1000" b="0" kern="1200">
                <a:solidFill>
                  <a:srgbClr val="0047B0"/>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r>
              <a:rPr sz="900"/>
              <a:t>Tian Zheng	 July 13</a:t>
            </a:r>
            <a:r>
              <a:rPr sz="900"/>
              <a:t>th</a:t>
            </a:r>
            <a:r>
              <a:rPr sz="900"/>
              <a:t>, 2017</a:t>
            </a:r>
            <a:endParaRPr sz="900"/>
          </a:p>
        </p:txBody>
      </p:sp>
    </p:spTree>
  </p:cSld>
</p:sldLayout>
</file>

<file path=ppt/slideLayouts/slideLayout33.xml><?xml version="1.0" encoding="utf-8"?>
<p:sldLayout xmlns:p="http://schemas.openxmlformats.org/presentationml/2006/main" showMasterSp="0" type="secHead" preserve="1">
  <p:cSld name="Section Header">
    <p:bg>
      <p:bgPr>
        <a:solidFill xmlns:a="http://schemas.openxmlformats.org/drawingml/2006/main">
          <a:schemeClr val="bg1"/>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E8FBF0E5-CF4A-4C6F-A57F-3D4937DD17D9}"/>
              </a:ext>
            </a:extLst>
          </p:cNvPr>
          <p:cNvSpPr>
            <a:spLocks xmlns:a="http://schemas.openxmlformats.org/drawingml/2006/main" noGrp="1"/>
          </p:cNvSpPr>
          <p:nvPr/>
        </p:nvSpPr>
        <p:spPr>
          <a:xfrm xmlns:a="http://schemas.openxmlformats.org/drawingml/2006/main">
            <a:off x="2383" y="4800600"/>
            <a:ext cx="9141619" cy="34290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8" name="Rectangle 7">
            <a:extLst xmlns:a="http://schemas.openxmlformats.org/drawingml/2006/main">
              <a:ext uri="{FF2B5EF4-FFF2-40B4-BE49-F238E27FC236}">
                <a16:creationId xmlns:a16="http://schemas.microsoft.com/office/drawing/2014/main" id="{7DA23E71-CBA8-4412-B6DD-0D66FD86FAE6}"/>
              </a:ext>
            </a:extLst>
          </p:cNvPr>
          <p:cNvSpPr>
            <a:spLocks xmlns:a="http://schemas.openxmlformats.org/drawingml/2006/main" noGrp="1"/>
          </p:cNvSpPr>
          <p:nvPr/>
        </p:nvSpPr>
        <p:spPr>
          <a:xfrm xmlns:a="http://schemas.openxmlformats.org/drawingml/2006/main">
            <a:off x="13" y="4750737"/>
            <a:ext cx="9141619" cy="48006"/>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2B80EAE7-090A-41C6-9466-0A559FEC0E18}"/>
              </a:ext>
            </a:extLst>
          </p:cNvPr>
          <p:cNvSpPr>
            <a:spLocks xmlns:a="http://schemas.openxmlformats.org/drawingml/2006/main" noGrp="1"/>
          </p:cNvSpPr>
          <p:nvPr>
            <p:ph type="title" idx="0"/>
          </p:nvPr>
        </p:nvSpPr>
        <p:spPr>
          <a:xfrm xmlns:a="http://schemas.openxmlformats.org/drawingml/2006/main">
            <a:off x="822960" y="569214"/>
            <a:ext cx="7543800" cy="2674620"/>
          </a:xfrm>
        </p:spPr>
        <p:txBody>
          <a:bodyPr xmlns:a="http://schemas.openxmlformats.org/drawingml/2006/main" anchor="b">
            <a:normAutofit/>
          </a:bodyPr>
          <a:lstStyle xmlns:a="http://schemas.openxmlformats.org/drawingml/2006/main">
            <a:lvl1pPr>
              <a:lnSpc>
                <a:spcPct val="85000"/>
              </a:lnSpc>
              <a:buNone/>
              <a:defRPr sz="5400" b="0">
                <a:solidFill>
                  <a:schemeClr val="tx1">
                    <a:lumMod val="85000"/>
                    <a:lumOff val="15000"/>
                  </a:schemeClr>
                </a:solidFill>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1BF59DE-638A-4739-9640-3AF7820FC4DC}"/>
              </a:ext>
            </a:extLst>
          </p:cNvPr>
          <p:cNvSpPr>
            <a:spLocks xmlns:a="http://schemas.openxmlformats.org/drawingml/2006/main" noGrp="1"/>
          </p:cNvSpPr>
          <p:nvPr>
            <p:ph type="body" idx="1"/>
          </p:nvPr>
        </p:nvSpPr>
        <p:spPr>
          <a:xfrm xmlns:a="http://schemas.openxmlformats.org/drawingml/2006/main">
            <a:off x="822960" y="3339846"/>
            <a:ext cx="7543800" cy="857250"/>
          </a:xfrm>
        </p:spPr>
        <p:txBody>
          <a:bodyPr xmlns:a="http://schemas.openxmlformats.org/drawingml/2006/main" lIns="91440" rIns="91440" anchor="t">
            <a:normAutofit/>
          </a:bodyPr>
          <a:lstStyle xmlns:a="http://schemas.openxmlformats.org/drawingml/2006/main">
            <a:lvl1pPr marL="0" indent="0">
              <a:buNone/>
              <a:defRPr sz="1620" cap="all" spc="135" baseline="0">
                <a:solidFill>
                  <a:schemeClr val="tx2"/>
                </a:solidFill>
                <a:latin typeface="+mj-lt"/>
                <a:ea typeface="+mj-lt"/>
                <a:cs typeface="+mj-lt"/>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xmlns:a="http://schemas.openxmlformats.org/drawingml/2006/main">
            <a:pPr lvl="0">
              <a:buNone/>
            </a:pPr>
            <a:r>
              <a:t>Edit Master text styles</a:t>
            </a:r>
          </a:p>
        </p:txBody>
      </p:sp>
      <p:sp>
        <p:nvSpPr>
          <p:cNvPr id="4" name="Date Placeholder 3">
            <a:extLst xmlns:a="http://schemas.openxmlformats.org/drawingml/2006/main">
              <a:ext uri="{FF2B5EF4-FFF2-40B4-BE49-F238E27FC236}">
                <a16:creationId xmlns:a16="http://schemas.microsoft.com/office/drawing/2014/main" id="{B51D4F84-BE37-4241-9D70-3F38D9EDD58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June 30, 2016</a:t>
            </a:r>
          </a:p>
        </p:txBody>
      </p:sp>
      <p:sp>
        <p:nvSpPr>
          <p:cNvPr id="5" name="Footer Placeholder 4">
            <a:extLst xmlns:a="http://schemas.openxmlformats.org/drawingml/2006/main">
              <a:ext uri="{FF2B5EF4-FFF2-40B4-BE49-F238E27FC236}">
                <a16:creationId xmlns:a16="http://schemas.microsoft.com/office/drawing/2014/main" id="{2BAE9901-BB29-4441-90D8-BE65FA9567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Workshop on “Big Data Learning for Prediction” </a:t>
            </a:r>
          </a:p>
        </p:txBody>
      </p:sp>
      <p:sp>
        <p:nvSpPr>
          <p:cNvPr id="6" name="Slide Number Placeholder 5">
            <a:extLst xmlns:a="http://schemas.openxmlformats.org/drawingml/2006/main">
              <a:ext uri="{FF2B5EF4-FFF2-40B4-BE49-F238E27FC236}">
                <a16:creationId xmlns:a16="http://schemas.microsoft.com/office/drawing/2014/main" id="{A9CE858A-B0AB-4158-8BA6-02BA2317112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2D290E3F-05E6-BB47-BF17-0335D0460E34}" type="slidenum">
              <a:t>‹#›</a:t>
            </a:fld>
            <a:endParaRPr/>
          </a:p>
        </p:txBody>
      </p:sp>
      <p:sp>
        <p:nvSpPr>
          <p:cNvPr id="9" name="Straight Connector 8">
            <a:extLst xmlns:a="http://schemas.openxmlformats.org/drawingml/2006/main">
              <a:ext uri="{FF2B5EF4-FFF2-40B4-BE49-F238E27FC236}">
                <a16:creationId xmlns:a16="http://schemas.microsoft.com/office/drawing/2014/main" id="{CD1EFFEA-F07B-4BD7-927E-6E3BD3666ECE}"/>
              </a:ext>
            </a:extLst>
          </p:cNvPr>
          <p:cNvSpPr>
            <a:spLocks xmlns:a="http://schemas.openxmlformats.org/drawingml/2006/main" noGrp="1"/>
          </p:cNvSpPr>
          <p:nvPr/>
        </p:nvSpPr>
        <p:spPr>
          <a:xfrm xmlns:a="http://schemas.openxmlformats.org/drawingml/2006/main">
            <a:off x="905744" y="3257550"/>
            <a:ext cx="7406640" cy="0"/>
          </a:xfrm>
          <a:prstGeom xmlns:a="http://schemas.openxmlformats.org/drawingml/2006/main" prst="line">
            <a:avLst/>
          </a:prstGeom>
          <a:ln xmlns:a="http://schemas.openxmlformats.org/drawingml/2006/main" w="6350">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3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8" name="Title 7">
            <a:extLst xmlns:a="http://schemas.openxmlformats.org/drawingml/2006/main">
              <a:ext uri="{FF2B5EF4-FFF2-40B4-BE49-F238E27FC236}">
                <a16:creationId xmlns:a16="http://schemas.microsoft.com/office/drawing/2014/main" id="{1E2BE45D-7A78-4952-A549-2D1CB09224EA}"/>
              </a:ext>
            </a:extLst>
          </p:cNvPr>
          <p:cNvSpPr>
            <a:spLocks xmlns:a="http://schemas.openxmlformats.org/drawingml/2006/main" noGrp="1"/>
          </p:cNvSpPr>
          <p:nvPr>
            <p:ph type="title" idx="0"/>
          </p:nvPr>
        </p:nvSpPr>
        <p:spPr>
          <a:xfrm xmlns:a="http://schemas.openxmlformats.org/drawingml/2006/main">
            <a:off x="822960" y="214952"/>
            <a:ext cx="7543800" cy="1088068"/>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F128567-B82E-4F93-9939-47988363AE48}"/>
              </a:ext>
            </a:extLst>
          </p:cNvPr>
          <p:cNvSpPr>
            <a:spLocks xmlns:a="http://schemas.openxmlformats.org/drawingml/2006/main" noGrp="1"/>
          </p:cNvSpPr>
          <p:nvPr>
            <p:ph idx="1"/>
          </p:nvPr>
        </p:nvSpPr>
        <p:spPr>
          <a:xfrm xmlns:a="http://schemas.openxmlformats.org/drawingml/2006/main">
            <a:off x="822960" y="1384301"/>
            <a:ext cx="3703320" cy="3017519"/>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91DF217E-B64C-4121-B689-111C793CD555}"/>
              </a:ext>
            </a:extLst>
          </p:cNvPr>
          <p:cNvSpPr>
            <a:spLocks xmlns:a="http://schemas.openxmlformats.org/drawingml/2006/main" noGrp="1"/>
          </p:cNvSpPr>
          <p:nvPr>
            <p:ph idx="2"/>
          </p:nvPr>
        </p:nvSpPr>
        <p:spPr>
          <a:xfrm xmlns:a="http://schemas.openxmlformats.org/drawingml/2006/main">
            <a:off x="4663440" y="1384302"/>
            <a:ext cx="3703320" cy="301752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6" name="Footer Placeholder 5">
            <a:extLst xmlns:a="http://schemas.openxmlformats.org/drawingml/2006/main">
              <a:ext uri="{FF2B5EF4-FFF2-40B4-BE49-F238E27FC236}">
                <a16:creationId xmlns:a16="http://schemas.microsoft.com/office/drawing/2014/main" id="{FF59A572-CDC9-41AA-A3C1-5CA5CE6AB13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Workshop on “Big Data Learning for Prediction” </a:t>
            </a:r>
          </a:p>
        </p:txBody>
      </p:sp>
      <p:sp>
        <p:nvSpPr>
          <p:cNvPr id="7" name="Slide Number Placeholder 6">
            <a:extLst xmlns:a="http://schemas.openxmlformats.org/drawingml/2006/main">
              <a:ext uri="{FF2B5EF4-FFF2-40B4-BE49-F238E27FC236}">
                <a16:creationId xmlns:a16="http://schemas.microsoft.com/office/drawing/2014/main" id="{1519A23A-D4D0-4A2B-A92E-0A878FEEEBB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2D290E3F-05E6-BB47-BF17-0335D0460E34}" type="slidenum">
              <a:t>‹#›</a:t>
            </a:fld>
            <a:endParaRPr/>
          </a:p>
        </p:txBody>
      </p:sp>
      <p:sp>
        <p:nvSpPr>
          <p:cNvPr id="9" name="Date Placeholder 3">
            <a:extLst xmlns:a="http://schemas.openxmlformats.org/drawingml/2006/main">
              <a:ext uri="{FF2B5EF4-FFF2-40B4-BE49-F238E27FC236}">
                <a16:creationId xmlns:a16="http://schemas.microsoft.com/office/drawing/2014/main" id="{7E01E914-80AC-451B-AB50-BD88BFA7D732}"/>
              </a:ext>
            </a:extLst>
          </p:cNvPr>
          <p:cNvSpPr>
            <a:spLocks xmlns:a="http://schemas.openxmlformats.org/drawingml/2006/main" noGrp="1"/>
          </p:cNvSpPr>
          <p:nvPr>
            <p:ph type="dt" idx="13"/>
          </p:nvPr>
        </p:nvSpPr>
        <p:spPr>
          <a:xfrm xmlns:a="http://schemas.openxmlformats.org/drawingml/2006/main">
            <a:off x="2039644" y="4835061"/>
            <a:ext cx="2011797" cy="298661"/>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900" b="0">
                <a:solidFill>
                  <a:srgbClr val="0047B0"/>
                </a:solidFill>
              </a:defRPr>
            </a:lvl1pPr>
          </a:lstStyle>
          <a:p xmlns:a="http://schemas.openxmlformats.org/drawingml/2006/main">
            <a:r>
              <a:t>Tian Zheng	 July 13</a:t>
            </a:r>
            <a:r>
              <a:t>th</a:t>
            </a:r>
            <a:r>
              <a:t>, 2017</a:t>
            </a:r>
            <a:endParaRPr/>
          </a:p>
        </p:txBody>
      </p:sp>
    </p:spTree>
  </p:cSld>
</p:sldLayout>
</file>

<file path=ppt/slideLayouts/slideLayout3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10" name="Title 9">
            <a:extLst xmlns:a="http://schemas.openxmlformats.org/drawingml/2006/main">
              <a:ext uri="{FF2B5EF4-FFF2-40B4-BE49-F238E27FC236}">
                <a16:creationId xmlns:a16="http://schemas.microsoft.com/office/drawing/2014/main" id="{3C7E3C9C-9A35-44D6-8BF8-512340409CD7}"/>
              </a:ext>
            </a:extLst>
          </p:cNvPr>
          <p:cNvSpPr>
            <a:spLocks xmlns:a="http://schemas.openxmlformats.org/drawingml/2006/main" noGrp="1"/>
          </p:cNvSpPr>
          <p:nvPr>
            <p:ph type="title" idx="0"/>
          </p:nvPr>
        </p:nvSpPr>
        <p:spPr>
          <a:xfrm xmlns:a="http://schemas.openxmlformats.org/drawingml/2006/main">
            <a:off x="822960" y="214952"/>
            <a:ext cx="7543800" cy="1088068"/>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71A66C2-B92D-4CBC-9F1D-774CEB27D59D}"/>
              </a:ext>
            </a:extLst>
          </p:cNvPr>
          <p:cNvSpPr>
            <a:spLocks xmlns:a="http://schemas.openxmlformats.org/drawingml/2006/main" noGrp="1"/>
          </p:cNvSpPr>
          <p:nvPr>
            <p:ph type="body" idx="1"/>
          </p:nvPr>
        </p:nvSpPr>
        <p:spPr>
          <a:xfrm xmlns:a="http://schemas.openxmlformats.org/drawingml/2006/main">
            <a:off x="822960" y="1384539"/>
            <a:ext cx="3703320" cy="552211"/>
          </a:xfrm>
        </p:spPr>
        <p:txBody>
          <a:bodyPr xmlns:a="http://schemas.openxmlformats.org/drawingml/2006/main" lIns="91440" rIns="91440" anchor="ctr">
            <a:normAutofit/>
          </a:bodyPr>
          <a:lstStyle xmlns:a="http://schemas.openxmlformats.org/drawingml/2006/main">
            <a:lvl1pPr marL="0" indent="0">
              <a:buNone/>
              <a:defRPr sz="1350" b="0" cap="all" baseline="0">
                <a:solidFill>
                  <a:schemeClr val="tx2"/>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xmlns:a="http://schemas.openxmlformats.org/drawingml/2006/main">
            <a:pPr lvl="0">
              <a:buNone/>
            </a:pPr>
            <a:r>
              <a:t>Edit Master text styles</a:t>
            </a:r>
          </a:p>
        </p:txBody>
      </p:sp>
      <p:sp>
        <p:nvSpPr>
          <p:cNvPr id="4" name="Content Placeholder 3">
            <a:extLst xmlns:a="http://schemas.openxmlformats.org/drawingml/2006/main">
              <a:ext uri="{FF2B5EF4-FFF2-40B4-BE49-F238E27FC236}">
                <a16:creationId xmlns:a16="http://schemas.microsoft.com/office/drawing/2014/main" id="{AD313A74-7EDD-4EFA-9F55-DE0D6C9FD03B}"/>
              </a:ext>
            </a:extLst>
          </p:cNvPr>
          <p:cNvSpPr>
            <a:spLocks xmlns:a="http://schemas.openxmlformats.org/drawingml/2006/main" noGrp="1"/>
          </p:cNvSpPr>
          <p:nvPr>
            <p:ph idx="2"/>
          </p:nvPr>
        </p:nvSpPr>
        <p:spPr>
          <a:xfrm xmlns:a="http://schemas.openxmlformats.org/drawingml/2006/main">
            <a:off x="822960" y="1936752"/>
            <a:ext cx="3703320" cy="246507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BFDE5856-9687-49A8-BBF3-9E03A6ED5CF7}"/>
              </a:ext>
            </a:extLst>
          </p:cNvPr>
          <p:cNvSpPr>
            <a:spLocks xmlns:a="http://schemas.openxmlformats.org/drawingml/2006/main" noGrp="1"/>
          </p:cNvSpPr>
          <p:nvPr>
            <p:ph type="body" idx="3"/>
          </p:nvPr>
        </p:nvSpPr>
        <p:spPr>
          <a:xfrm xmlns:a="http://schemas.openxmlformats.org/drawingml/2006/main">
            <a:off x="4663440" y="1384539"/>
            <a:ext cx="3703320" cy="552211"/>
          </a:xfrm>
        </p:spPr>
        <p:txBody>
          <a:bodyPr xmlns:a="http://schemas.openxmlformats.org/drawingml/2006/main" lIns="91440" rIns="91440" anchor="ctr">
            <a:normAutofit/>
          </a:bodyPr>
          <a:lstStyle xmlns:a="http://schemas.openxmlformats.org/drawingml/2006/main">
            <a:lvl1pPr marL="0" indent="0">
              <a:buNone/>
              <a:defRPr sz="1350" b="0" cap="all" baseline="0">
                <a:solidFill>
                  <a:schemeClr val="tx2"/>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xmlns:a="http://schemas.openxmlformats.org/drawingml/2006/main">
            <a:pPr lvl="0">
              <a:buNone/>
            </a:pPr>
            <a:r>
              <a:t>Edit Master text styles</a:t>
            </a:r>
          </a:p>
        </p:txBody>
      </p:sp>
      <p:sp>
        <p:nvSpPr>
          <p:cNvPr id="6" name="Content Placeholder 5">
            <a:extLst xmlns:a="http://schemas.openxmlformats.org/drawingml/2006/main">
              <a:ext uri="{FF2B5EF4-FFF2-40B4-BE49-F238E27FC236}">
                <a16:creationId xmlns:a16="http://schemas.microsoft.com/office/drawing/2014/main" id="{13102C5B-0C9B-460B-B558-004AE25D7BA0}"/>
              </a:ext>
            </a:extLst>
          </p:cNvPr>
          <p:cNvSpPr>
            <a:spLocks xmlns:a="http://schemas.openxmlformats.org/drawingml/2006/main" noGrp="1"/>
          </p:cNvSpPr>
          <p:nvPr>
            <p:ph idx="4"/>
          </p:nvPr>
        </p:nvSpPr>
        <p:spPr>
          <a:xfrm xmlns:a="http://schemas.openxmlformats.org/drawingml/2006/main">
            <a:off x="4663440" y="1936751"/>
            <a:ext cx="3703320" cy="246507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2A7BA81F-7304-4D9A-8DBA-1EBFDA72C94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June 30, 2016</a:t>
            </a:r>
          </a:p>
        </p:txBody>
      </p:sp>
      <p:sp>
        <p:nvSpPr>
          <p:cNvPr id="8" name="Footer Placeholder 7">
            <a:extLst xmlns:a="http://schemas.openxmlformats.org/drawingml/2006/main">
              <a:ext uri="{FF2B5EF4-FFF2-40B4-BE49-F238E27FC236}">
                <a16:creationId xmlns:a16="http://schemas.microsoft.com/office/drawing/2014/main" id="{F2BE12A3-1184-45BD-8D33-5D5B7E0D6FA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Workshop on “Big Data Learning for Prediction” </a:t>
            </a:r>
          </a:p>
        </p:txBody>
      </p:sp>
      <p:sp>
        <p:nvSpPr>
          <p:cNvPr id="9" name="Slide Number Placeholder 8">
            <a:extLst xmlns:a="http://schemas.openxmlformats.org/drawingml/2006/main">
              <a:ext uri="{FF2B5EF4-FFF2-40B4-BE49-F238E27FC236}">
                <a16:creationId xmlns:a16="http://schemas.microsoft.com/office/drawing/2014/main" id="{68C4E55F-08C3-48B3-9865-4546B945E35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2D290E3F-05E6-BB47-BF17-0335D0460E34}" type="slidenum">
              <a:t>‹#›</a:t>
            </a:fld>
            <a:endParaRPr/>
          </a:p>
        </p:txBody>
      </p:sp>
    </p:spTree>
  </p:cSld>
</p:sldLayout>
</file>

<file path=ppt/slideLayouts/slideLayout3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90C38C4-AACB-478E-A437-B47D2247A0C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4" name="Footer Placeholder 3">
            <a:extLst xmlns:a="http://schemas.openxmlformats.org/drawingml/2006/main">
              <a:ext uri="{FF2B5EF4-FFF2-40B4-BE49-F238E27FC236}">
                <a16:creationId xmlns:a16="http://schemas.microsoft.com/office/drawing/2014/main" id="{F7B4AFD6-DA9E-4674-A75C-4B9C2458DE4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rPr cap="none">
                <a:latin typeface="Palatino"/>
                <a:ea typeface="Palatino"/>
                <a:cs typeface="Palatino"/>
              </a:rPr>
              <a:t>Workshop  on Perspectives &amp; Analysis Methods for Personalized Medicine</a:t>
            </a:r>
          </a:p>
          <a:p xmlns:a="http://schemas.openxmlformats.org/drawingml/2006/main">
            <a:r>
              <a:rPr cap="none">
                <a:latin typeface="Palatino"/>
                <a:ea typeface="Palatino"/>
                <a:cs typeface="Palatino"/>
              </a:rPr>
              <a:t>Institute for Mathematical Sciences, National University of Singapore</a:t>
            </a:r>
            <a:endParaRPr/>
          </a:p>
        </p:txBody>
      </p:sp>
      <p:sp>
        <p:nvSpPr>
          <p:cNvPr id="5" name="Slide Number Placeholder 4">
            <a:extLst xmlns:a="http://schemas.openxmlformats.org/drawingml/2006/main">
              <a:ext uri="{FF2B5EF4-FFF2-40B4-BE49-F238E27FC236}">
                <a16:creationId xmlns:a16="http://schemas.microsoft.com/office/drawing/2014/main" id="{68E1BC57-22E1-4836-AF41-49E5A642681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2D290E3F-05E6-BB47-BF17-0335D0460E34}" type="slidenum">
              <a:t>‹#›</a:t>
            </a:fld>
            <a:endParaRPr/>
          </a:p>
        </p:txBody>
      </p:sp>
      <p:sp>
        <p:nvSpPr>
          <p:cNvPr id="6" name="Date Placeholder 3">
            <a:extLst xmlns:a="http://schemas.openxmlformats.org/drawingml/2006/main">
              <a:ext uri="{FF2B5EF4-FFF2-40B4-BE49-F238E27FC236}">
                <a16:creationId xmlns:a16="http://schemas.microsoft.com/office/drawing/2014/main" id="{2C19F932-6DB0-4208-8FCA-01C0B90DA398}"/>
              </a:ext>
            </a:extLst>
          </p:cNvPr>
          <p:cNvSpPr>
            <a:spLocks xmlns:a="http://schemas.openxmlformats.org/drawingml/2006/main" noGrp="1"/>
          </p:cNvSpPr>
          <p:nvPr>
            <p:ph type="dt" idx="2"/>
          </p:nvPr>
        </p:nvSpPr>
        <p:spPr>
          <a:xfrm xmlns:a="http://schemas.openxmlformats.org/drawingml/2006/main">
            <a:off x="2039644" y="4835061"/>
            <a:ext cx="2011797" cy="298661"/>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900" b="0">
                <a:solidFill>
                  <a:srgbClr val="0047B0"/>
                </a:solidFill>
              </a:defRPr>
            </a:lvl1pPr>
          </a:lstStyle>
          <a:p xmlns:a="http://schemas.openxmlformats.org/drawingml/2006/main">
            <a:r>
              <a:t>Tian Zheng	 July 13</a:t>
            </a:r>
            <a:r>
              <a:t>th</a:t>
            </a:r>
            <a:r>
              <a:t>, 2017</a:t>
            </a:r>
            <a:endParaRPr/>
          </a:p>
        </p:txBody>
      </p:sp>
    </p:spTree>
  </p:cSld>
</p:sldLayout>
</file>

<file path=ppt/slideLayouts/slideLayout37.xml><?xml version="1.0" encoding="utf-8"?>
<p:sldLayout xmlns:p="http://schemas.openxmlformats.org/presentationml/2006/main" showMasterSp="0" type="blank" preserve="1">
  <p:cSld name="Blank">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C827C8BD-3BE3-4EDA-93F2-85FEBABBCDB5}"/>
              </a:ext>
            </a:extLst>
          </p:cNvPr>
          <p:cNvSpPr>
            <a:spLocks xmlns:a="http://schemas.openxmlformats.org/drawingml/2006/main" noGrp="1"/>
          </p:cNvSpPr>
          <p:nvPr/>
        </p:nvSpPr>
        <p:spPr>
          <a:xfrm xmlns:a="http://schemas.openxmlformats.org/drawingml/2006/main">
            <a:off x="2383" y="4800600"/>
            <a:ext cx="9141619" cy="34290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6" name="Rectangle 5">
            <a:extLst xmlns:a="http://schemas.openxmlformats.org/drawingml/2006/main">
              <a:ext uri="{FF2B5EF4-FFF2-40B4-BE49-F238E27FC236}">
                <a16:creationId xmlns:a16="http://schemas.microsoft.com/office/drawing/2014/main" id="{B1D61841-F999-4E4A-AE0C-7965715F29E1}"/>
              </a:ext>
            </a:extLst>
          </p:cNvPr>
          <p:cNvSpPr>
            <a:spLocks xmlns:a="http://schemas.openxmlformats.org/drawingml/2006/main" noGrp="1"/>
          </p:cNvSpPr>
          <p:nvPr/>
        </p:nvSpPr>
        <p:spPr>
          <a:xfrm xmlns:a="http://schemas.openxmlformats.org/drawingml/2006/main">
            <a:off x="13" y="4750737"/>
            <a:ext cx="9141619" cy="48006"/>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7" name="Date Placeholder 6">
            <a:extLst xmlns:a="http://schemas.openxmlformats.org/drawingml/2006/main">
              <a:ext uri="{FF2B5EF4-FFF2-40B4-BE49-F238E27FC236}">
                <a16:creationId xmlns:a16="http://schemas.microsoft.com/office/drawing/2014/main" id="{58F07D44-300E-433F-8CE5-D21970B820A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June 30, 2016</a:t>
            </a:r>
          </a:p>
        </p:txBody>
      </p:sp>
      <p:sp>
        <p:nvSpPr>
          <p:cNvPr id="8" name="Footer Placeholder 7">
            <a:extLst xmlns:a="http://schemas.openxmlformats.org/drawingml/2006/main">
              <a:ext uri="{FF2B5EF4-FFF2-40B4-BE49-F238E27FC236}">
                <a16:creationId xmlns:a16="http://schemas.microsoft.com/office/drawing/2014/main" id="{F5F7F25B-8E09-42B9-9CE8-89C378B9BB4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FFFFFF"/>
                </a:solidFill>
              </a:defRPr>
            </a:lvl1pPr>
          </a:lstStyle>
          <a:p xmlns:a="http://schemas.openxmlformats.org/drawingml/2006/main">
            <a:r>
              <a:t>Workshop on “Big Data Learning for Prediction” </a:t>
            </a:r>
          </a:p>
        </p:txBody>
      </p:sp>
      <p:sp>
        <p:nvSpPr>
          <p:cNvPr id="9" name="Slide Number Placeholder 8">
            <a:extLst xmlns:a="http://schemas.openxmlformats.org/drawingml/2006/main">
              <a:ext uri="{FF2B5EF4-FFF2-40B4-BE49-F238E27FC236}">
                <a16:creationId xmlns:a16="http://schemas.microsoft.com/office/drawing/2014/main" id="{207F1120-ED7E-4F59-868F-138C85ABF94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2D290E3F-05E6-BB47-BF17-0335D0460E34}" type="slidenum">
              <a:t>‹#›</a:t>
            </a:fld>
            <a:endParaRPr/>
          </a:p>
        </p:txBody>
      </p:sp>
    </p:spTree>
  </p:cSld>
</p:sldLayout>
</file>

<file path=ppt/slideLayouts/slideLayout38.xml><?xml version="1.0" encoding="utf-8"?>
<p:sldLayout xmlns:p="http://schemas.openxmlformats.org/presentationml/2006/main" showMasterSp="0" type="objTx" preserve="1">
  <p:cSld name="Content with Caption">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A28B4E11-DEB3-4682-9EC3-F5162170EE99}"/>
              </a:ext>
            </a:extLst>
          </p:cNvPr>
          <p:cNvSpPr>
            <a:spLocks xmlns:a="http://schemas.openxmlformats.org/drawingml/2006/main" noGrp="1"/>
          </p:cNvSpPr>
          <p:nvPr/>
        </p:nvSpPr>
        <p:spPr>
          <a:xfrm xmlns:a="http://schemas.openxmlformats.org/drawingml/2006/main">
            <a:off x="14" y="0"/>
            <a:ext cx="3038093" cy="514350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9" name="Rectangle 8">
            <a:extLst xmlns:a="http://schemas.openxmlformats.org/drawingml/2006/main">
              <a:ext uri="{FF2B5EF4-FFF2-40B4-BE49-F238E27FC236}">
                <a16:creationId xmlns:a16="http://schemas.microsoft.com/office/drawing/2014/main" id="{DFABDA54-8B44-4954-9F98-F9DFBCBACA4E}"/>
              </a:ext>
            </a:extLst>
          </p:cNvPr>
          <p:cNvSpPr>
            <a:spLocks xmlns:a="http://schemas.openxmlformats.org/drawingml/2006/main" noGrp="1"/>
          </p:cNvSpPr>
          <p:nvPr/>
        </p:nvSpPr>
        <p:spPr>
          <a:xfrm xmlns:a="http://schemas.openxmlformats.org/drawingml/2006/main">
            <a:off x="3030053" y="0"/>
            <a:ext cx="48006" cy="514350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55074A4B-4508-4E37-A907-133A3F5113AF}"/>
              </a:ext>
            </a:extLst>
          </p:cNvPr>
          <p:cNvSpPr>
            <a:spLocks xmlns:a="http://schemas.openxmlformats.org/drawingml/2006/main" noGrp="1"/>
          </p:cNvSpPr>
          <p:nvPr>
            <p:ph type="title" idx="0"/>
          </p:nvPr>
        </p:nvSpPr>
        <p:spPr>
          <a:xfrm xmlns:a="http://schemas.openxmlformats.org/drawingml/2006/main">
            <a:off x="342900" y="445769"/>
            <a:ext cx="2400300" cy="1714500"/>
          </a:xfrm>
        </p:spPr>
        <p:txBody>
          <a:bodyPr xmlns:a="http://schemas.openxmlformats.org/drawingml/2006/main" anchor="b">
            <a:normAutofit/>
          </a:bodyPr>
          <a:lstStyle xmlns:a="http://schemas.openxmlformats.org/drawingml/2006/main">
            <a:lvl1pPr>
              <a:buNone/>
              <a:defRPr sz="2430" b="0">
                <a:solidFill>
                  <a:srgbClr val="FFFFFF"/>
                </a:solidFill>
              </a:defRPr>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43414C93-A47B-45AF-8A63-9B679D84A1B3}"/>
              </a:ext>
            </a:extLst>
          </p:cNvPr>
          <p:cNvSpPr>
            <a:spLocks xmlns:a="http://schemas.openxmlformats.org/drawingml/2006/main" noGrp="1"/>
          </p:cNvSpPr>
          <p:nvPr>
            <p:ph idx="1"/>
          </p:nvPr>
        </p:nvSpPr>
        <p:spPr>
          <a:xfrm xmlns:a="http://schemas.openxmlformats.org/drawingml/2006/main">
            <a:off x="3600450" y="548640"/>
            <a:ext cx="4869180" cy="394335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66C5392-063B-4C8C-BF24-313CCCC36ACB}"/>
              </a:ext>
            </a:extLst>
          </p:cNvPr>
          <p:cNvSpPr>
            <a:spLocks xmlns:a="http://schemas.openxmlformats.org/drawingml/2006/main" noGrp="1"/>
          </p:cNvSpPr>
          <p:nvPr>
            <p:ph type="body" idx="2"/>
          </p:nvPr>
        </p:nvSpPr>
        <p:spPr>
          <a:xfrm xmlns:a="http://schemas.openxmlformats.org/drawingml/2006/main">
            <a:off x="342900" y="2194561"/>
            <a:ext cx="2400300" cy="2534343"/>
          </a:xfrm>
        </p:spPr>
        <p:txBody>
          <a:bodyPr xmlns:a="http://schemas.openxmlformats.org/drawingml/2006/main" lIns="91440" rIns="91440">
            <a:normAutofit/>
          </a:bodyPr>
          <a:lstStyle xmlns:a="http://schemas.openxmlformats.org/drawingml/2006/main">
            <a:lvl1pPr marL="0" indent="0">
              <a:buNone/>
              <a:defRPr sz="1013">
                <a:solidFill>
                  <a:srgbClr val="FFFFFF"/>
                </a:solidFill>
              </a:defRPr>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08D2498A-A0AB-478C-A32D-A00BE3065668}"/>
              </a:ext>
            </a:extLst>
          </p:cNvPr>
          <p:cNvSpPr>
            <a:spLocks xmlns:a="http://schemas.openxmlformats.org/drawingml/2006/main" noGrp="1"/>
          </p:cNvSpPr>
          <p:nvPr>
            <p:ph type="dt" idx="10"/>
          </p:nvPr>
        </p:nvSpPr>
        <p:spPr>
          <a:xfrm xmlns:a="http://schemas.openxmlformats.org/drawingml/2006/main">
            <a:off x="349135" y="4844840"/>
            <a:ext cx="1963883" cy="273844"/>
          </a:xfrm>
        </p:spPr>
        <p:txBody>
          <a:bodyPr xmlns:a="http://schemas.openxmlformats.org/drawingml/2006/main"/>
          <a:lstStyle xmlns:a="http://schemas.openxmlformats.org/drawingml/2006/main">
            <a:lvl1pPr algn="l">
              <a:buNone/>
              <a:defRPr/>
            </a:lvl1pPr>
          </a:lstStyle>
          <a:p xmlns:a="http://schemas.openxmlformats.org/drawingml/2006/main">
            <a:r>
              <a:t>June 30, 2016</a:t>
            </a:r>
          </a:p>
        </p:txBody>
      </p:sp>
      <p:sp>
        <p:nvSpPr>
          <p:cNvPr id="6" name="Footer Placeholder 5">
            <a:extLst xmlns:a="http://schemas.openxmlformats.org/drawingml/2006/main">
              <a:ext uri="{FF2B5EF4-FFF2-40B4-BE49-F238E27FC236}">
                <a16:creationId xmlns:a16="http://schemas.microsoft.com/office/drawing/2014/main" id="{0D3B5D95-7CC9-47DD-9235-20E6B8B889E3}"/>
              </a:ext>
            </a:extLst>
          </p:cNvPr>
          <p:cNvSpPr>
            <a:spLocks xmlns:a="http://schemas.openxmlformats.org/drawingml/2006/main" noGrp="1"/>
          </p:cNvSpPr>
          <p:nvPr>
            <p:ph type="ftr" idx="11"/>
          </p:nvPr>
        </p:nvSpPr>
        <p:spPr>
          <a:xfrm xmlns:a="http://schemas.openxmlformats.org/drawingml/2006/main">
            <a:off x="3600450" y="4844840"/>
            <a:ext cx="3486150" cy="273844"/>
          </a:xfrm>
        </p:spPr>
        <p:txBody>
          <a:bodyPr xmlns:a="http://schemas.openxmlformats.org/drawingml/2006/main"/>
          <a:lstStyle xmlns:a="http://schemas.openxmlformats.org/drawingml/2006/main">
            <a:lvl1pPr algn="l">
              <a:buNone/>
              <a:defRPr>
                <a:solidFill>
                  <a:schemeClr val="tx2"/>
                </a:solidFill>
              </a:defRPr>
            </a:lvl1pPr>
          </a:lstStyle>
          <a:p xmlns:a="http://schemas.openxmlformats.org/drawingml/2006/main">
            <a:r>
              <a:t>Workshop on “Big Data Learning for Prediction” </a:t>
            </a:r>
          </a:p>
        </p:txBody>
      </p:sp>
      <p:sp>
        <p:nvSpPr>
          <p:cNvPr id="7" name="Slide Number Placeholder 6">
            <a:extLst xmlns:a="http://schemas.openxmlformats.org/drawingml/2006/main">
              <a:ext uri="{FF2B5EF4-FFF2-40B4-BE49-F238E27FC236}">
                <a16:creationId xmlns:a16="http://schemas.microsoft.com/office/drawing/2014/main" id="{B3D01682-F412-47C6-8DC0-39CD621331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fld id="{2D290E3F-05E6-BB47-BF17-0335D0460E34}" type="slidenum">
              <a:t>‹#›</a:t>
            </a:fld>
            <a:endParaRPr/>
          </a:p>
        </p:txBody>
      </p:sp>
    </p:spTree>
  </p:cSld>
</p:sldLayout>
</file>

<file path=ppt/slideLayouts/slideLayout39.xml><?xml version="1.0" encoding="utf-8"?>
<p:sldLayout xmlns:p="http://schemas.openxmlformats.org/presentationml/2006/main" showMasterSp="0" type="picTx" preserve="1">
  <p:cSld name="Picture with Caption">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36F3D50F-62CB-4623-8764-9CF5DCE824CD}"/>
              </a:ext>
            </a:extLst>
          </p:cNvPr>
          <p:cNvSpPr>
            <a:spLocks xmlns:a="http://schemas.openxmlformats.org/drawingml/2006/main" noGrp="1"/>
          </p:cNvSpPr>
          <p:nvPr/>
        </p:nvSpPr>
        <p:spPr>
          <a:xfrm xmlns:a="http://schemas.openxmlformats.org/drawingml/2006/main">
            <a:off x="1" y="3714750"/>
            <a:ext cx="9141619" cy="142875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9" name="Rectangle 8">
            <a:extLst xmlns:a="http://schemas.openxmlformats.org/drawingml/2006/main">
              <a:ext uri="{FF2B5EF4-FFF2-40B4-BE49-F238E27FC236}">
                <a16:creationId xmlns:a16="http://schemas.microsoft.com/office/drawing/2014/main" id="{791E3627-D863-4E70-8BE4-04B9DD249079}"/>
              </a:ext>
            </a:extLst>
          </p:cNvPr>
          <p:cNvSpPr>
            <a:spLocks xmlns:a="http://schemas.openxmlformats.org/drawingml/2006/main" noGrp="1"/>
          </p:cNvSpPr>
          <p:nvPr/>
        </p:nvSpPr>
        <p:spPr>
          <a:xfrm xmlns:a="http://schemas.openxmlformats.org/drawingml/2006/main">
            <a:off x="13" y="3686307"/>
            <a:ext cx="9141619" cy="48006"/>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D6187708-7836-458F-A364-56450BF78A72}"/>
              </a:ext>
            </a:extLst>
          </p:cNvPr>
          <p:cNvSpPr>
            <a:spLocks xmlns:a="http://schemas.openxmlformats.org/drawingml/2006/main" noGrp="1"/>
          </p:cNvSpPr>
          <p:nvPr>
            <p:ph type="title" idx="0"/>
          </p:nvPr>
        </p:nvSpPr>
        <p:spPr>
          <a:xfrm xmlns:a="http://schemas.openxmlformats.org/drawingml/2006/main">
            <a:off x="822960" y="3806190"/>
            <a:ext cx="7585234" cy="617220"/>
          </a:xfrm>
        </p:spPr>
        <p:txBody>
          <a:bodyPr xmlns:a="http://schemas.openxmlformats.org/drawingml/2006/main" tIns="0" bIns="0" anchor="b">
            <a:noAutofit/>
          </a:bodyPr>
          <a:lstStyle xmlns:a="http://schemas.openxmlformats.org/drawingml/2006/main">
            <a:lvl1pPr>
              <a:buNone/>
              <a:defRPr sz="2430" b="0">
                <a:solidFill>
                  <a:srgbClr val="FFFFFF"/>
                </a:solidFill>
              </a:defRPr>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2EEBA03F-7FBD-4F21-86C6-BF1C46A5B039}"/>
              </a:ext>
            </a:extLst>
          </p:cNvPr>
          <p:cNvSpPr>
            <a:spLocks xmlns:a="http://schemas.openxmlformats.org/drawingml/2006/main" noGrp="1"/>
          </p:cNvSpPr>
          <p:nvPr>
            <p:ph type="pic" idx="1"/>
          </p:nvPr>
        </p:nvSpPr>
        <p:spPr>
          <a:xfrm xmlns:a="http://schemas.openxmlformats.org/drawingml/2006/main">
            <a:off x="13" y="1"/>
            <a:ext cx="9143989" cy="3686307"/>
          </a:xfrm>
          <a:prstGeom xmlns:a="http://schemas.openxmlformats.org/drawingml/2006/main" prst="rect">
            <a:avLst/>
          </a:prstGeom>
          <a:solidFill xmlns:a="http://schemas.openxmlformats.org/drawingml/2006/main">
            <a:schemeClr val="bg2">
              <a:lumMod val="90000"/>
            </a:schemeClr>
          </a:solidFill>
        </p:spPr>
        <p:txBody>
          <a:bodyPr xmlns:a="http://schemas.openxmlformats.org/drawingml/2006/main" lIns="457200" tIns="457200" anchor="t"/>
          <a:lstStyle xmlns:a="http://schemas.openxmlformats.org/drawingml/2006/main">
            <a:lvl1pPr marL="0" indent="0">
              <a:buNone/>
              <a:defRPr sz="2160"/>
            </a:lvl1pPr>
            <a:lvl2pPr marL="308610" indent="0">
              <a:buNone/>
              <a:defRPr sz="1890"/>
            </a:lvl2pPr>
            <a:lvl3pPr marL="617220" indent="0">
              <a:buNone/>
              <a:defRPr sz="1620"/>
            </a:lvl3pPr>
            <a:lvl4pPr marL="925830" indent="0">
              <a:buNone/>
              <a:defRPr sz="1350"/>
            </a:lvl4pPr>
            <a:lvl5pPr marL="1234440" indent="0">
              <a:buNone/>
              <a:defRPr sz="1350"/>
            </a:lvl5pPr>
            <a:lvl6pPr marL="1543050" indent="0">
              <a:buNone/>
              <a:defRPr sz="1350"/>
            </a:lvl6pPr>
            <a:lvl7pPr marL="1851660" indent="0">
              <a:buNone/>
              <a:defRPr sz="1350"/>
            </a:lvl7pPr>
            <a:lvl8pPr marL="2160270" indent="0">
              <a:buNone/>
              <a:defRPr sz="1350"/>
            </a:lvl8pPr>
            <a:lvl9pPr marL="2468880" indent="0">
              <a:buNone/>
              <a:defRPr sz="135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0F4C59F4-4554-4D4D-BB25-23403AF52525}"/>
              </a:ext>
            </a:extLst>
          </p:cNvPr>
          <p:cNvSpPr>
            <a:spLocks xmlns:a="http://schemas.openxmlformats.org/drawingml/2006/main" noGrp="1"/>
          </p:cNvSpPr>
          <p:nvPr>
            <p:ph type="body" idx="2"/>
          </p:nvPr>
        </p:nvSpPr>
        <p:spPr>
          <a:xfrm xmlns:a="http://schemas.openxmlformats.org/drawingml/2006/main">
            <a:off x="822960" y="4430268"/>
            <a:ext cx="7584948" cy="445770"/>
          </a:xfrm>
        </p:spPr>
        <p:txBody>
          <a:bodyPr xmlns:a="http://schemas.openxmlformats.org/drawingml/2006/main" lIns="91440" tIns="0" rIns="91440" bIns="0">
            <a:normAutofit/>
          </a:bodyPr>
          <a:lstStyle xmlns:a="http://schemas.openxmlformats.org/drawingml/2006/main">
            <a:lvl1pPr marL="0" indent="0">
              <a:spcBef>
                <a:spcPts val="0"/>
              </a:spcBef>
              <a:spcAft>
                <a:spcPts val="405"/>
              </a:spcAft>
              <a:buNone/>
              <a:defRPr sz="1013">
                <a:solidFill>
                  <a:srgbClr val="FFFFFF"/>
                </a:solidFill>
              </a:defRPr>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C6C94B84-A752-4E86-A51E-8DBA9B51730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June 30, 2016</a:t>
            </a:r>
          </a:p>
        </p:txBody>
      </p:sp>
      <p:sp>
        <p:nvSpPr>
          <p:cNvPr id="6" name="Footer Placeholder 5">
            <a:extLst xmlns:a="http://schemas.openxmlformats.org/drawingml/2006/main">
              <a:ext uri="{FF2B5EF4-FFF2-40B4-BE49-F238E27FC236}">
                <a16:creationId xmlns:a16="http://schemas.microsoft.com/office/drawing/2014/main" id="{DAD43603-285A-4A03-8CFF-B40998A27D6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Workshop on “Big Data Learning for Prediction” </a:t>
            </a:r>
            <a:endParaRPr/>
          </a:p>
        </p:txBody>
      </p:sp>
      <p:sp>
        <p:nvSpPr>
          <p:cNvPr id="7" name="Slide Number Placeholder 6">
            <a:extLst xmlns:a="http://schemas.openxmlformats.org/drawingml/2006/main">
              <a:ext uri="{FF2B5EF4-FFF2-40B4-BE49-F238E27FC236}">
                <a16:creationId xmlns:a16="http://schemas.microsoft.com/office/drawing/2014/main" id="{D0366453-6D85-4E09-A9FC-1ABF9895B8E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2D290E3F-05E6-BB47-BF17-0335D0460E34}" type="slidenum">
              <a:t>‹#›</a:t>
            </a:fld>
            <a:endParaRPr/>
          </a:p>
        </p:txBody>
      </p:sp>
    </p:spTree>
  </p:cSld>
</p:sldLayout>
</file>

<file path=ppt/slideLayouts/slideLayout4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BDC998-F885-4B09-BB65-F10A0613B12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E309448A-5DD0-45BE-BD44-B9E941431292}"/>
              </a:ext>
            </a:extLst>
          </p:cNvPr>
          <p:cNvSpPr>
            <a:spLocks xmlns:a="http://schemas.openxmlformats.org/drawingml/2006/main" noGrp="1"/>
          </p:cNvSpPr>
          <p:nvPr>
            <p:ph type="body" idx="1"/>
          </p:nvPr>
        </p:nvSpPr>
        <p:spPr/>
        <p:txBody>
          <a:bodyPr xmlns:a="http://schemas.openxmlformats.org/drawingml/2006/main" vert="eaVert" lIns="45720" tIns="0" rIns="45720" bIns="0"/>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Footer Placeholder 4">
            <a:extLst xmlns:a="http://schemas.openxmlformats.org/drawingml/2006/main">
              <a:ext uri="{FF2B5EF4-FFF2-40B4-BE49-F238E27FC236}">
                <a16:creationId xmlns:a16="http://schemas.microsoft.com/office/drawing/2014/main" id="{F4BDF426-FF92-40D0-AB30-C6FF3D1FB6A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Workshop on “Big Data Learning for Prediction” </a:t>
            </a:r>
          </a:p>
        </p:txBody>
      </p:sp>
      <p:sp>
        <p:nvSpPr>
          <p:cNvPr id="6" name="Slide Number Placeholder 5">
            <a:extLst xmlns:a="http://schemas.openxmlformats.org/drawingml/2006/main">
              <a:ext uri="{FF2B5EF4-FFF2-40B4-BE49-F238E27FC236}">
                <a16:creationId xmlns:a16="http://schemas.microsoft.com/office/drawing/2014/main" id="{09C5F913-67F8-4BCB-9F63-7B3D57895DD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2D290E3F-05E6-BB47-BF17-0335D0460E34}" type="slidenum">
              <a:t>‹#›</a:t>
            </a:fld>
            <a:endParaRPr/>
          </a:p>
        </p:txBody>
      </p:sp>
      <p:sp>
        <p:nvSpPr>
          <p:cNvPr id="8" name="Date Placeholder 3">
            <a:extLst xmlns:a="http://schemas.openxmlformats.org/drawingml/2006/main">
              <a:ext uri="{FF2B5EF4-FFF2-40B4-BE49-F238E27FC236}">
                <a16:creationId xmlns:a16="http://schemas.microsoft.com/office/drawing/2014/main" id="{D812F198-8521-4895-A9CC-B0847C8D630A}"/>
              </a:ext>
            </a:extLst>
          </p:cNvPr>
          <p:cNvSpPr>
            <a:spLocks xmlns:a="http://schemas.openxmlformats.org/drawingml/2006/main" noGrp="1"/>
          </p:cNvSpPr>
          <p:nvPr>
            <p:ph type="dt" idx="2"/>
          </p:nvPr>
        </p:nvSpPr>
        <p:spPr>
          <a:xfrm xmlns:a="http://schemas.openxmlformats.org/drawingml/2006/main">
            <a:off x="2039644" y="4835061"/>
            <a:ext cx="2011797" cy="298661"/>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900" b="0">
                <a:solidFill>
                  <a:srgbClr val="0047B0"/>
                </a:solidFill>
              </a:defRPr>
            </a:lvl1pPr>
          </a:lstStyle>
          <a:p xmlns:a="http://schemas.openxmlformats.org/drawingml/2006/main">
            <a:r>
              <a:t>Tian Zheng	 July 13</a:t>
            </a:r>
            <a:r>
              <a:t>th</a:t>
            </a:r>
            <a:r>
              <a:t>, 2017</a:t>
            </a:r>
            <a:endParaRPr/>
          </a:p>
        </p:txBody>
      </p:sp>
    </p:spTree>
  </p:cSld>
</p:sldLayout>
</file>

<file path=ppt/slideLayouts/slideLayout41.xml><?xml version="1.0" encoding="utf-8"?>
<p:sldLayout xmlns:p="http://schemas.openxmlformats.org/presentationml/2006/main" showMasterSp="0" type="vertTitleAndTx" preserve="1">
  <p:cSld name="Vertical Title and Text">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6C200B66-EA5F-467F-A57D-2CBD2ABA0FD5}"/>
              </a:ext>
            </a:extLst>
          </p:cNvPr>
          <p:cNvSpPr>
            <a:spLocks xmlns:a="http://schemas.openxmlformats.org/drawingml/2006/main" noGrp="1"/>
          </p:cNvSpPr>
          <p:nvPr/>
        </p:nvSpPr>
        <p:spPr>
          <a:xfrm xmlns:a="http://schemas.openxmlformats.org/drawingml/2006/main">
            <a:off x="2383" y="4800600"/>
            <a:ext cx="9141619" cy="34290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8" name="Rectangle 7">
            <a:extLst xmlns:a="http://schemas.openxmlformats.org/drawingml/2006/main">
              <a:ext uri="{FF2B5EF4-FFF2-40B4-BE49-F238E27FC236}">
                <a16:creationId xmlns:a16="http://schemas.microsoft.com/office/drawing/2014/main" id="{C4473E2B-5FC6-4DCF-BF92-E501DD5F3FB5}"/>
              </a:ext>
            </a:extLst>
          </p:cNvPr>
          <p:cNvSpPr>
            <a:spLocks xmlns:a="http://schemas.openxmlformats.org/drawingml/2006/main" noGrp="1"/>
          </p:cNvSpPr>
          <p:nvPr/>
        </p:nvSpPr>
        <p:spPr>
          <a:xfrm xmlns:a="http://schemas.openxmlformats.org/drawingml/2006/main">
            <a:off x="13" y="4750737"/>
            <a:ext cx="9141619" cy="48006"/>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Vertical Title 1">
            <a:extLst xmlns:a="http://schemas.openxmlformats.org/drawingml/2006/main">
              <a:ext uri="{FF2B5EF4-FFF2-40B4-BE49-F238E27FC236}">
                <a16:creationId xmlns:a16="http://schemas.microsoft.com/office/drawing/2014/main" id="{D31FBB03-C54E-453C-8C8E-0C3A631C18DF}"/>
              </a:ext>
            </a:extLst>
          </p:cNvPr>
          <p:cNvSpPr>
            <a:spLocks xmlns:a="http://schemas.openxmlformats.org/drawingml/2006/main" noGrp="1"/>
          </p:cNvSpPr>
          <p:nvPr>
            <p:ph type="title" idx="0"/>
          </p:nvPr>
        </p:nvSpPr>
        <p:spPr>
          <a:xfrm xmlns:a="http://schemas.openxmlformats.org/drawingml/2006/main">
            <a:off x="6543676" y="309227"/>
            <a:ext cx="1971675" cy="4319924"/>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5A7ABC4-CEB7-45C7-AB15-2819E856789C}"/>
              </a:ext>
            </a:extLst>
          </p:cNvPr>
          <p:cNvSpPr>
            <a:spLocks xmlns:a="http://schemas.openxmlformats.org/drawingml/2006/main" noGrp="1"/>
          </p:cNvSpPr>
          <p:nvPr>
            <p:ph type="body" idx="1"/>
          </p:nvPr>
        </p:nvSpPr>
        <p:spPr>
          <a:xfrm xmlns:a="http://schemas.openxmlformats.org/drawingml/2006/main">
            <a:off x="628651" y="309227"/>
            <a:ext cx="5800725" cy="4319924"/>
          </a:xfrm>
        </p:spPr>
        <p:txBody>
          <a:bodyPr xmlns:a="http://schemas.openxmlformats.org/drawingml/2006/main" vert="eaVert" lIns="45720" tIns="0" rIns="45720" bIns="0"/>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55E544F-6EF8-4826-844A-381ECFD3B93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June 30, 2016</a:t>
            </a:r>
          </a:p>
        </p:txBody>
      </p:sp>
      <p:sp>
        <p:nvSpPr>
          <p:cNvPr id="5" name="Footer Placeholder 4">
            <a:extLst xmlns:a="http://schemas.openxmlformats.org/drawingml/2006/main">
              <a:ext uri="{FF2B5EF4-FFF2-40B4-BE49-F238E27FC236}">
                <a16:creationId xmlns:a16="http://schemas.microsoft.com/office/drawing/2014/main" id="{B2A9B324-0F0E-4595-A55E-E34E97D1E9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Workshop on “Big Data Learning for Prediction” </a:t>
            </a:r>
          </a:p>
        </p:txBody>
      </p:sp>
      <p:sp>
        <p:nvSpPr>
          <p:cNvPr id="6" name="Slide Number Placeholder 5">
            <a:extLst xmlns:a="http://schemas.openxmlformats.org/drawingml/2006/main">
              <a:ext uri="{FF2B5EF4-FFF2-40B4-BE49-F238E27FC236}">
                <a16:creationId xmlns:a16="http://schemas.microsoft.com/office/drawing/2014/main" id="{CE084577-2680-4231-80C8-EDA98108965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2D290E3F-05E6-BB47-BF17-0335D0460E34}" type="slidenum">
              <a:t>‹#›</a:t>
            </a:fld>
            <a:endParaRPr/>
          </a:p>
        </p:txBody>
      </p:sp>
    </p:spTree>
  </p:cSld>
</p:sldLayout>
</file>

<file path=ppt/slideLayouts/slideLayout42.xml><?xml version="1.0" encoding="utf-8"?>
<p:sldLayout xmlns:p="http://schemas.openxmlformats.org/presentationml/2006/main" showMasterSp="0" preserve="1">
  <p:cSld name="Title Slide - Deep Purple">
    <p:spTree>
      <p:nvGrpSpPr>
        <p:cNvPr id="1" name=""/>
        <p:cNvGrpSpPr/>
        <p:nvPr/>
      </p:nvGrpSpPr>
      <p:grpSpPr>
        <a:xfrm xmlns:a="http://schemas.openxmlformats.org/drawingml/2006/main"/>
      </p:grpSpPr>
      <p:sp>
        <p:nvSpPr>
          <p:cNvPr id="15" name="Picture Placeholder 14">
            <a:extLst xmlns:a="http://schemas.openxmlformats.org/drawingml/2006/main">
              <a:ext uri="{FF2B5EF4-FFF2-40B4-BE49-F238E27FC236}">
                <a16:creationId xmlns:a16="http://schemas.microsoft.com/office/drawing/2014/main" id="{42927F7C-53AC-400F-8DAD-235A2AF61FB8}"/>
              </a:ext>
            </a:extLst>
          </p:cNvPr>
          <p:cNvSpPr>
            <a:spLocks xmlns:a="http://schemas.openxmlformats.org/drawingml/2006/main" noGrp="1"/>
          </p:cNvSpPr>
          <p:nvPr>
            <p:ph type="pic" idx="11"/>
          </p:nvPr>
        </p:nvSpPr>
        <p:spPr>
          <a:xfrm xmlns:a="http://schemas.openxmlformats.org/drawingml/2006/main">
            <a:off x="0" y="1"/>
            <a:ext cx="9144000" cy="4710113"/>
          </a:xfrm>
          <a:prstGeom xmlns:a="http://schemas.openxmlformats.org/drawingml/2006/main" prst="rect">
            <a:avLst/>
          </a:prstGeom>
          <a:solidFill xmlns:a="http://schemas.openxmlformats.org/drawingml/2006/main">
            <a:schemeClr val="bg2">
              <a:lumMod val="90000"/>
            </a:schemeClr>
          </a:solidFill>
        </p:spPr>
        <p:txBody>
          <a:bodyPr xmlns:a="http://schemas.openxmlformats.org/drawingml/2006/main"/>
          <a:lstStyle xmlns:a="http://schemas.openxmlformats.org/drawingml/2006/main"/>
          <a:p xmlns:a="http://schemas.openxmlformats.org/drawingml/2006/main">
            <a:r>
              <a:t>Click icon to add picture</a:t>
            </a:r>
          </a:p>
        </p:txBody>
      </p:sp>
      <p:sp>
        <p:nvSpPr>
          <p:cNvPr id="13" name="Text Placeholder 12">
            <a:extLst xmlns:a="http://schemas.openxmlformats.org/drawingml/2006/main">
              <a:ext uri="{FF2B5EF4-FFF2-40B4-BE49-F238E27FC236}">
                <a16:creationId xmlns:a16="http://schemas.microsoft.com/office/drawing/2014/main" id="{D2D74F39-96DB-4808-8693-9F55A9D7DB98}"/>
              </a:ext>
            </a:extLst>
          </p:cNvPr>
          <p:cNvSpPr>
            <a:spLocks xmlns:a="http://schemas.openxmlformats.org/drawingml/2006/main" noGrp="1"/>
          </p:cNvSpPr>
          <p:nvPr>
            <p:ph type="body" idx="10"/>
          </p:nvPr>
        </p:nvSpPr>
        <p:spPr>
          <a:xfrm xmlns:a="http://schemas.openxmlformats.org/drawingml/2006/main">
            <a:off x="0" y="1172309"/>
            <a:ext cx="5802922" cy="3971191"/>
          </a:xfrm>
          <a:prstGeom xmlns:a="http://schemas.openxmlformats.org/drawingml/2006/main" prst="rect">
            <a:avLst/>
          </a:prstGeom>
          <a:solidFill xmlns:a="http://schemas.openxmlformats.org/drawingml/2006/main">
            <a:schemeClr val="tx2"/>
          </a:solidFill>
        </p:spPr>
        <p:txBody>
          <a:bodyPr xmlns:a="http://schemas.openxmlformats.org/drawingml/2006/main" lIns="502920" tIns="274320" rIns="457200" bIns="457200"/>
          <a:lstStyle xmlns:a="http://schemas.openxmlformats.org/drawingml/2006/main">
            <a:lvl1pPr marL="0" indent="0">
              <a:lnSpc>
                <a:spcPct val="100000"/>
              </a:lnSpc>
              <a:buNone/>
              <a:defRPr sz="3000">
                <a:solidFill>
                  <a:schemeClr val="bg1"/>
                </a:solidFill>
                <a:latin typeface="+mj-lt"/>
                <a:ea typeface="+mj-lt"/>
                <a:cs typeface="+mj-lt"/>
              </a:defRPr>
            </a:lvl1pPr>
            <a:lvl2pPr marL="0" indent="0">
              <a:spcBef>
                <a:spcPts val="900"/>
              </a:spcBef>
              <a:buNone/>
              <a:defRPr sz="1500">
                <a:solidFill>
                  <a:srgbClr val="7899F2"/>
                </a:solidFill>
                <a:latin typeface="+mj-lt"/>
                <a:ea typeface="+mj-lt"/>
                <a:cs typeface="+mj-lt"/>
              </a:defRPr>
            </a:lvl2pPr>
            <a:lvl3pPr marL="457189" indent="0">
              <a:buNone/>
              <a:defRPr>
                <a:solidFill>
                  <a:schemeClr val="bg1"/>
                </a:solidFill>
                <a:latin typeface="+mj-lt"/>
                <a:ea typeface="+mj-lt"/>
                <a:cs typeface="+mj-lt"/>
              </a:defRPr>
            </a:lvl3pPr>
            <a:lvl4pPr marL="692133" indent="0">
              <a:buNone/>
              <a:defRPr>
                <a:solidFill>
                  <a:schemeClr val="bg1"/>
                </a:solidFill>
                <a:latin typeface="+mj-lt"/>
                <a:ea typeface="+mj-lt"/>
                <a:cs typeface="+mj-lt"/>
              </a:defRPr>
            </a:lvl4pPr>
            <a:lvl5pPr marL="914378" indent="0">
              <a:buNone/>
              <a:defRPr>
                <a:solidFill>
                  <a:schemeClr val="bg1"/>
                </a:solidFill>
                <a:latin typeface="+mj-lt"/>
                <a:ea typeface="+mj-lt"/>
                <a:cs typeface="+mj-lt"/>
              </a:defRPr>
            </a:lvl5pPr>
          </a:lstStyle>
          <a:p xmlns:a="http://schemas.openxmlformats.org/drawingml/2006/main">
            <a:pPr lvl="0">
              <a:buNone/>
            </a:pPr>
            <a:r>
              <a:t>Click to edit Master text styles</a:t>
            </a:r>
          </a:p>
          <a:p xmlns:a="http://schemas.openxmlformats.org/drawingml/2006/main">
            <a:pPr lvl="1">
              <a:buNone/>
            </a:pPr>
            <a:r>
              <a:t>Second level</a:t>
            </a:r>
          </a:p>
        </p:txBody>
      </p:sp>
      <p:sp>
        <p:nvSpPr>
          <p:cNvPr id="3" name="Subtitle 2">
            <a:extLst xmlns:a="http://schemas.openxmlformats.org/drawingml/2006/main">
              <a:ext uri="{FF2B5EF4-FFF2-40B4-BE49-F238E27FC236}">
                <a16:creationId xmlns:a16="http://schemas.microsoft.com/office/drawing/2014/main" id="{809C4DB6-1919-46A2-89AF-2224B27288AD}"/>
              </a:ext>
            </a:extLst>
          </p:cNvPr>
          <p:cNvSpPr>
            <a:spLocks xmlns:a="http://schemas.openxmlformats.org/drawingml/2006/main" noGrp="1"/>
          </p:cNvSpPr>
          <p:nvPr>
            <p:ph type="subTitle" idx="1"/>
          </p:nvPr>
        </p:nvSpPr>
        <p:spPr>
          <a:xfrm xmlns:a="http://schemas.openxmlformats.org/drawingml/2006/main">
            <a:off x="525780" y="3566160"/>
            <a:ext cx="4846320" cy="156646"/>
          </a:xfrm>
        </p:spPr>
        <p:txBody>
          <a:bodyPr xmlns:a="http://schemas.openxmlformats.org/drawingml/2006/main" anchor="b">
            <a:spAutoFit/>
          </a:bodyPr>
          <a:lstStyle xmlns:a="http://schemas.openxmlformats.org/drawingml/2006/main">
            <a:lvl1pPr marL="0" indent="0" algn="l">
              <a:buNone/>
              <a:defRPr sz="1000" i="1">
                <a:solidFill>
                  <a:schemeClr val="bg1"/>
                </a:solidFill>
                <a:latin typeface="+mj-lt"/>
                <a:ea typeface="+mj-lt"/>
                <a:cs typeface="+mj-lt"/>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xmlns:a="http://schemas.openxmlformats.org/drawingml/2006/main">
            <a:r>
              <a:t>Click to edit Master subtitle style</a:t>
            </a:r>
          </a:p>
        </p:txBody>
      </p:sp>
      <p:sp>
        <p:nvSpPr>
          <p:cNvPr id="9" name="Freeform 5">
            <a:extLst xmlns:a="http://schemas.openxmlformats.org/drawingml/2006/main">
              <a:ext uri="{FF2B5EF4-FFF2-40B4-BE49-F238E27FC236}">
                <a16:creationId xmlns:a16="http://schemas.microsoft.com/office/drawing/2014/main" id="{6EF64205-A64B-4137-BA41-5E5CFE0F359E}"/>
              </a:ext>
            </a:extLst>
          </p:cNvPr>
          <p:cNvSpPr>
            <a:spLocks xmlns:a="http://schemas.openxmlformats.org/drawingml/2006/main" noGrp="1"/>
          </p:cNvSpPr>
          <p:nvPr/>
        </p:nvSpPr>
        <p:spPr>
          <a:xfrm xmlns:a="http://schemas.openxmlformats.org/drawingml/2006/main">
            <a:off x="482707" y="433839"/>
            <a:ext cx="2192207" cy="410518"/>
          </a:xfrm>
          <a:custGeom xmlns:a="http://schemas.openxmlformats.org/drawingml/2006/main">
            <a:gdLst>
              <a:gd name="T0" fmla="*/ 225 w 1440"/>
              <a:gd name="T1" fmla="*/ 110 h 267"/>
              <a:gd name="T2" fmla="*/ 317 w 1440"/>
              <a:gd name="T3" fmla="*/ 7 h 267"/>
              <a:gd name="T4" fmla="*/ 475 w 1440"/>
              <a:gd name="T5" fmla="*/ 19 h 267"/>
              <a:gd name="T6" fmla="*/ 830 w 1440"/>
              <a:gd name="T7" fmla="*/ 7 h 267"/>
              <a:gd name="T8" fmla="*/ 130 w 1440"/>
              <a:gd name="T9" fmla="*/ 210 h 267"/>
              <a:gd name="T10" fmla="*/ 437 w 1440"/>
              <a:gd name="T11" fmla="*/ 209 h 267"/>
              <a:gd name="T12" fmla="*/ 493 w 1440"/>
              <a:gd name="T13" fmla="*/ 198 h 267"/>
              <a:gd name="T14" fmla="*/ 866 w 1440"/>
              <a:gd name="T15" fmla="*/ 171 h 267"/>
              <a:gd name="T16" fmla="*/ 737 w 1440"/>
              <a:gd name="T17" fmla="*/ 261 h 267"/>
              <a:gd name="T18" fmla="*/ 958 w 1440"/>
              <a:gd name="T19" fmla="*/ 172 h 267"/>
              <a:gd name="T20" fmla="*/ 906 w 1440"/>
              <a:gd name="T21" fmla="*/ 254 h 267"/>
              <a:gd name="T22" fmla="*/ 309 w 1440"/>
              <a:gd name="T23" fmla="*/ 260 h 267"/>
              <a:gd name="T24" fmla="*/ 1053 w 1440"/>
              <a:gd name="T25" fmla="*/ 31 h 267"/>
              <a:gd name="T26" fmla="*/ 1075 w 1440"/>
              <a:gd name="T27" fmla="*/ 44 h 267"/>
              <a:gd name="T28" fmla="*/ 1091 w 1440"/>
              <a:gd name="T29" fmla="*/ 22 h 267"/>
              <a:gd name="T30" fmla="*/ 1107 w 1440"/>
              <a:gd name="T31" fmla="*/ 27 h 267"/>
              <a:gd name="T32" fmla="*/ 1125 w 1440"/>
              <a:gd name="T33" fmla="*/ 55 h 267"/>
              <a:gd name="T34" fmla="*/ 1159 w 1440"/>
              <a:gd name="T35" fmla="*/ 53 h 267"/>
              <a:gd name="T36" fmla="*/ 1160 w 1440"/>
              <a:gd name="T37" fmla="*/ 57 h 267"/>
              <a:gd name="T38" fmla="*/ 1177 w 1440"/>
              <a:gd name="T39" fmla="*/ 23 h 267"/>
              <a:gd name="T40" fmla="*/ 1207 w 1440"/>
              <a:gd name="T41" fmla="*/ 58 h 267"/>
              <a:gd name="T42" fmla="*/ 1245 w 1440"/>
              <a:gd name="T43" fmla="*/ 27 h 267"/>
              <a:gd name="T44" fmla="*/ 1225 w 1440"/>
              <a:gd name="T45" fmla="*/ 43 h 267"/>
              <a:gd name="T46" fmla="*/ 1271 w 1440"/>
              <a:gd name="T47" fmla="*/ 19 h 267"/>
              <a:gd name="T48" fmla="*/ 1259 w 1440"/>
              <a:gd name="T49" fmla="*/ 32 h 267"/>
              <a:gd name="T50" fmla="*/ 1290 w 1440"/>
              <a:gd name="T51" fmla="*/ 54 h 267"/>
              <a:gd name="T52" fmla="*/ 1310 w 1440"/>
              <a:gd name="T53" fmla="*/ 25 h 267"/>
              <a:gd name="T54" fmla="*/ 1059 w 1440"/>
              <a:gd name="T55" fmla="*/ 110 h 267"/>
              <a:gd name="T56" fmla="*/ 1099 w 1440"/>
              <a:gd name="T57" fmla="*/ 134 h 267"/>
              <a:gd name="T58" fmla="*/ 1120 w 1440"/>
              <a:gd name="T59" fmla="*/ 156 h 267"/>
              <a:gd name="T60" fmla="*/ 1141 w 1440"/>
              <a:gd name="T61" fmla="*/ 123 h 267"/>
              <a:gd name="T62" fmla="*/ 1148 w 1440"/>
              <a:gd name="T63" fmla="*/ 175 h 267"/>
              <a:gd name="T64" fmla="*/ 1184 w 1440"/>
              <a:gd name="T65" fmla="*/ 119 h 267"/>
              <a:gd name="T66" fmla="*/ 1181 w 1440"/>
              <a:gd name="T67" fmla="*/ 153 h 267"/>
              <a:gd name="T68" fmla="*/ 1201 w 1440"/>
              <a:gd name="T69" fmla="*/ 125 h 267"/>
              <a:gd name="T70" fmla="*/ 1230 w 1440"/>
              <a:gd name="T71" fmla="*/ 157 h 267"/>
              <a:gd name="T72" fmla="*/ 1260 w 1440"/>
              <a:gd name="T73" fmla="*/ 154 h 267"/>
              <a:gd name="T74" fmla="*/ 1261 w 1440"/>
              <a:gd name="T75" fmla="*/ 158 h 267"/>
              <a:gd name="T76" fmla="*/ 1284 w 1440"/>
              <a:gd name="T77" fmla="*/ 152 h 267"/>
              <a:gd name="T78" fmla="*/ 1294 w 1440"/>
              <a:gd name="T79" fmla="*/ 123 h 267"/>
              <a:gd name="T80" fmla="*/ 1317 w 1440"/>
              <a:gd name="T81" fmla="*/ 125 h 267"/>
              <a:gd name="T82" fmla="*/ 1342 w 1440"/>
              <a:gd name="T83" fmla="*/ 121 h 267"/>
              <a:gd name="T84" fmla="*/ 1351 w 1440"/>
              <a:gd name="T85" fmla="*/ 112 h 267"/>
              <a:gd name="T86" fmla="*/ 1364 w 1440"/>
              <a:gd name="T87" fmla="*/ 159 h 267"/>
              <a:gd name="T88" fmla="*/ 1399 w 1440"/>
              <a:gd name="T89" fmla="*/ 156 h 267"/>
              <a:gd name="T90" fmla="*/ 1432 w 1440"/>
              <a:gd name="T91" fmla="*/ 120 h 267"/>
              <a:gd name="T92" fmla="*/ 1410 w 1440"/>
              <a:gd name="T93" fmla="*/ 176 h 267"/>
              <a:gd name="T94" fmla="*/ 1076 w 1440"/>
              <a:gd name="T95" fmla="*/ 242 h 267"/>
              <a:gd name="T96" fmla="*/ 1062 w 1440"/>
              <a:gd name="T97" fmla="*/ 225 h 267"/>
              <a:gd name="T98" fmla="*/ 1091 w 1440"/>
              <a:gd name="T99" fmla="*/ 208 h 267"/>
              <a:gd name="T100" fmla="*/ 1112 w 1440"/>
              <a:gd name="T101" fmla="*/ 233 h 267"/>
              <a:gd name="T102" fmla="*/ 1128 w 1440"/>
              <a:gd name="T103" fmla="*/ 224 h 267"/>
              <a:gd name="T104" fmla="*/ 1168 w 1440"/>
              <a:gd name="T105" fmla="*/ 255 h 267"/>
              <a:gd name="T106" fmla="*/ 1154 w 1440"/>
              <a:gd name="T107" fmla="*/ 236 h 267"/>
              <a:gd name="T108" fmla="*/ 1203 w 1440"/>
              <a:gd name="T109" fmla="*/ 256 h 267"/>
              <a:gd name="T110" fmla="*/ 1200 w 1440"/>
              <a:gd name="T111" fmla="*/ 213 h 267"/>
              <a:gd name="T112" fmla="*/ 1227 w 1440"/>
              <a:gd name="T113" fmla="*/ 256 h 267"/>
              <a:gd name="T114" fmla="*/ 1249 w 1440"/>
              <a:gd name="T115" fmla="*/ 260 h 267"/>
              <a:gd name="T116" fmla="*/ 1255 w 1440"/>
              <a:gd name="T117" fmla="*/ 205 h 267"/>
              <a:gd name="T118" fmla="*/ 1297 w 1440"/>
              <a:gd name="T119" fmla="*/ 226 h 267"/>
              <a:gd name="T120" fmla="*/ 1303 w 1440"/>
              <a:gd name="T121" fmla="*/ 243 h 267"/>
              <a:gd name="T122" fmla="*/ 1344 w 1440"/>
              <a:gd name="T123" fmla="*/ 229 h 267"/>
              <a:gd name="T124" fmla="*/ 1328 w 1440"/>
              <a:gd name="T125" fmla="*/ 239 h 267"/>
            </a:gdLst>
            <a:rect l="0" t="0" r="r" b="b"/>
            <a:pathLst>
              <a:path w="1440" h="267">
                <a:moveTo>
                  <a:pt x="17" y="110"/>
                </a:moveTo>
                <a:cubicBezTo>
                  <a:pt x="3" y="110"/>
                  <a:pt x="3" y="110"/>
                  <a:pt x="3" y="110"/>
                </a:cubicBezTo>
                <a:cubicBezTo>
                  <a:pt x="3" y="1"/>
                  <a:pt x="3" y="1"/>
                  <a:pt x="3" y="1"/>
                </a:cubicBezTo>
                <a:cubicBezTo>
                  <a:pt x="81" y="83"/>
                  <a:pt x="81" y="83"/>
                  <a:pt x="81" y="83"/>
                </a:cubicBezTo>
                <a:cubicBezTo>
                  <a:pt x="81" y="7"/>
                  <a:pt x="81" y="7"/>
                  <a:pt x="81" y="7"/>
                </a:cubicBezTo>
                <a:cubicBezTo>
                  <a:pt x="95" y="7"/>
                  <a:pt x="95" y="7"/>
                  <a:pt x="95" y="7"/>
                </a:cubicBezTo>
                <a:cubicBezTo>
                  <a:pt x="95" y="117"/>
                  <a:pt x="95" y="117"/>
                  <a:pt x="95" y="117"/>
                </a:cubicBezTo>
                <a:cubicBezTo>
                  <a:pt x="17" y="35"/>
                  <a:pt x="17" y="35"/>
                  <a:pt x="17" y="35"/>
                </a:cubicBezTo>
                <a:lnTo>
                  <a:pt x="17" y="110"/>
                </a:lnTo>
                <a:close/>
                <a:moveTo>
                  <a:pt x="130" y="110"/>
                </a:moveTo>
                <a:cubicBezTo>
                  <a:pt x="145" y="110"/>
                  <a:pt x="145" y="110"/>
                  <a:pt x="145" y="110"/>
                </a:cubicBezTo>
                <a:cubicBezTo>
                  <a:pt x="178" y="33"/>
                  <a:pt x="178" y="33"/>
                  <a:pt x="178" y="33"/>
                </a:cubicBezTo>
                <a:cubicBezTo>
                  <a:pt x="210" y="109"/>
                  <a:pt x="210" y="109"/>
                  <a:pt x="210" y="109"/>
                </a:cubicBezTo>
                <a:cubicBezTo>
                  <a:pt x="210" y="110"/>
                  <a:pt x="210" y="110"/>
                  <a:pt x="210" y="110"/>
                </a:cubicBezTo>
                <a:cubicBezTo>
                  <a:pt x="225" y="110"/>
                  <a:pt x="225" y="110"/>
                  <a:pt x="225" y="110"/>
                </a:cubicBezTo>
                <a:cubicBezTo>
                  <a:pt x="178" y="0"/>
                  <a:pt x="178" y="0"/>
                  <a:pt x="178" y="0"/>
                </a:cubicBezTo>
                <a:lnTo>
                  <a:pt x="130" y="110"/>
                </a:lnTo>
                <a:close/>
                <a:moveTo>
                  <a:pt x="700" y="110"/>
                </a:moveTo>
                <a:cubicBezTo>
                  <a:pt x="715" y="110"/>
                  <a:pt x="715" y="110"/>
                  <a:pt x="715" y="110"/>
                </a:cubicBezTo>
                <a:cubicBezTo>
                  <a:pt x="748" y="33"/>
                  <a:pt x="748" y="33"/>
                  <a:pt x="748" y="33"/>
                </a:cubicBezTo>
                <a:cubicBezTo>
                  <a:pt x="780" y="109"/>
                  <a:pt x="780" y="109"/>
                  <a:pt x="780" y="109"/>
                </a:cubicBezTo>
                <a:cubicBezTo>
                  <a:pt x="780" y="110"/>
                  <a:pt x="780" y="110"/>
                  <a:pt x="780" y="110"/>
                </a:cubicBezTo>
                <a:cubicBezTo>
                  <a:pt x="795" y="110"/>
                  <a:pt x="795" y="110"/>
                  <a:pt x="795" y="110"/>
                </a:cubicBezTo>
                <a:cubicBezTo>
                  <a:pt x="748" y="0"/>
                  <a:pt x="748" y="0"/>
                  <a:pt x="748" y="0"/>
                </a:cubicBezTo>
                <a:lnTo>
                  <a:pt x="700" y="110"/>
                </a:lnTo>
                <a:close/>
                <a:moveTo>
                  <a:pt x="273" y="110"/>
                </a:moveTo>
                <a:cubicBezTo>
                  <a:pt x="286" y="110"/>
                  <a:pt x="286" y="110"/>
                  <a:pt x="286" y="110"/>
                </a:cubicBezTo>
                <a:cubicBezTo>
                  <a:pt x="286" y="20"/>
                  <a:pt x="286" y="20"/>
                  <a:pt x="286" y="20"/>
                </a:cubicBezTo>
                <a:cubicBezTo>
                  <a:pt x="317" y="20"/>
                  <a:pt x="317" y="20"/>
                  <a:pt x="317" y="20"/>
                </a:cubicBezTo>
                <a:cubicBezTo>
                  <a:pt x="317" y="7"/>
                  <a:pt x="317" y="7"/>
                  <a:pt x="317" y="7"/>
                </a:cubicBezTo>
                <a:cubicBezTo>
                  <a:pt x="242" y="7"/>
                  <a:pt x="242" y="7"/>
                  <a:pt x="242" y="7"/>
                </a:cubicBezTo>
                <a:cubicBezTo>
                  <a:pt x="242" y="20"/>
                  <a:pt x="242" y="20"/>
                  <a:pt x="242" y="20"/>
                </a:cubicBezTo>
                <a:cubicBezTo>
                  <a:pt x="273" y="20"/>
                  <a:pt x="273" y="20"/>
                  <a:pt x="273" y="20"/>
                </a:cubicBezTo>
                <a:lnTo>
                  <a:pt x="273" y="110"/>
                </a:lnTo>
                <a:close/>
                <a:moveTo>
                  <a:pt x="374" y="7"/>
                </a:moveTo>
                <a:cubicBezTo>
                  <a:pt x="360" y="7"/>
                  <a:pt x="360" y="7"/>
                  <a:pt x="360" y="7"/>
                </a:cubicBezTo>
                <a:cubicBezTo>
                  <a:pt x="360" y="110"/>
                  <a:pt x="360" y="110"/>
                  <a:pt x="360" y="110"/>
                </a:cubicBezTo>
                <a:cubicBezTo>
                  <a:pt x="374" y="110"/>
                  <a:pt x="374" y="110"/>
                  <a:pt x="374" y="110"/>
                </a:cubicBezTo>
                <a:lnTo>
                  <a:pt x="374" y="7"/>
                </a:lnTo>
                <a:close/>
                <a:moveTo>
                  <a:pt x="475" y="112"/>
                </a:moveTo>
                <a:cubicBezTo>
                  <a:pt x="445" y="112"/>
                  <a:pt x="421" y="88"/>
                  <a:pt x="421" y="59"/>
                </a:cubicBezTo>
                <a:cubicBezTo>
                  <a:pt x="421" y="29"/>
                  <a:pt x="445" y="5"/>
                  <a:pt x="475" y="5"/>
                </a:cubicBezTo>
                <a:cubicBezTo>
                  <a:pt x="505" y="5"/>
                  <a:pt x="528" y="29"/>
                  <a:pt x="528" y="59"/>
                </a:cubicBezTo>
                <a:cubicBezTo>
                  <a:pt x="528" y="88"/>
                  <a:pt x="505" y="112"/>
                  <a:pt x="475" y="112"/>
                </a:cubicBezTo>
                <a:close/>
                <a:moveTo>
                  <a:pt x="475" y="19"/>
                </a:moveTo>
                <a:cubicBezTo>
                  <a:pt x="453" y="19"/>
                  <a:pt x="435" y="37"/>
                  <a:pt x="435" y="59"/>
                </a:cubicBezTo>
                <a:cubicBezTo>
                  <a:pt x="435" y="81"/>
                  <a:pt x="453" y="99"/>
                  <a:pt x="475" y="99"/>
                </a:cubicBezTo>
                <a:cubicBezTo>
                  <a:pt x="497" y="99"/>
                  <a:pt x="514" y="81"/>
                  <a:pt x="514" y="59"/>
                </a:cubicBezTo>
                <a:cubicBezTo>
                  <a:pt x="514" y="37"/>
                  <a:pt x="497" y="19"/>
                  <a:pt x="475" y="19"/>
                </a:cubicBezTo>
                <a:close/>
                <a:moveTo>
                  <a:pt x="586" y="35"/>
                </a:moveTo>
                <a:cubicBezTo>
                  <a:pt x="664" y="117"/>
                  <a:pt x="664" y="117"/>
                  <a:pt x="664" y="117"/>
                </a:cubicBezTo>
                <a:cubicBezTo>
                  <a:pt x="664" y="7"/>
                  <a:pt x="664" y="7"/>
                  <a:pt x="664" y="7"/>
                </a:cubicBezTo>
                <a:cubicBezTo>
                  <a:pt x="650" y="7"/>
                  <a:pt x="650" y="7"/>
                  <a:pt x="650" y="7"/>
                </a:cubicBezTo>
                <a:cubicBezTo>
                  <a:pt x="650" y="83"/>
                  <a:pt x="650" y="83"/>
                  <a:pt x="650" y="83"/>
                </a:cubicBezTo>
                <a:cubicBezTo>
                  <a:pt x="572" y="1"/>
                  <a:pt x="572" y="1"/>
                  <a:pt x="572" y="1"/>
                </a:cubicBezTo>
                <a:cubicBezTo>
                  <a:pt x="572" y="110"/>
                  <a:pt x="572" y="110"/>
                  <a:pt x="572" y="110"/>
                </a:cubicBezTo>
                <a:cubicBezTo>
                  <a:pt x="586" y="110"/>
                  <a:pt x="586" y="110"/>
                  <a:pt x="586" y="110"/>
                </a:cubicBezTo>
                <a:lnTo>
                  <a:pt x="586" y="35"/>
                </a:lnTo>
                <a:close/>
                <a:moveTo>
                  <a:pt x="843" y="7"/>
                </a:moveTo>
                <a:cubicBezTo>
                  <a:pt x="830" y="7"/>
                  <a:pt x="830" y="7"/>
                  <a:pt x="830" y="7"/>
                </a:cubicBezTo>
                <a:cubicBezTo>
                  <a:pt x="830" y="110"/>
                  <a:pt x="830" y="110"/>
                  <a:pt x="830" y="110"/>
                </a:cubicBezTo>
                <a:cubicBezTo>
                  <a:pt x="885" y="110"/>
                  <a:pt x="885" y="110"/>
                  <a:pt x="885" y="110"/>
                </a:cubicBezTo>
                <a:cubicBezTo>
                  <a:pt x="885" y="97"/>
                  <a:pt x="885" y="97"/>
                  <a:pt x="885" y="97"/>
                </a:cubicBezTo>
                <a:cubicBezTo>
                  <a:pt x="843" y="97"/>
                  <a:pt x="843" y="97"/>
                  <a:pt x="843" y="97"/>
                </a:cubicBezTo>
                <a:lnTo>
                  <a:pt x="843" y="7"/>
                </a:lnTo>
                <a:close/>
                <a:moveTo>
                  <a:pt x="169" y="156"/>
                </a:moveTo>
                <a:cubicBezTo>
                  <a:pt x="139" y="156"/>
                  <a:pt x="116" y="179"/>
                  <a:pt x="116" y="209"/>
                </a:cubicBezTo>
                <a:cubicBezTo>
                  <a:pt x="116" y="240"/>
                  <a:pt x="139" y="262"/>
                  <a:pt x="169" y="262"/>
                </a:cubicBezTo>
                <a:cubicBezTo>
                  <a:pt x="175" y="262"/>
                  <a:pt x="188" y="261"/>
                  <a:pt x="200" y="252"/>
                </a:cubicBezTo>
                <a:cubicBezTo>
                  <a:pt x="200" y="252"/>
                  <a:pt x="200" y="252"/>
                  <a:pt x="200" y="252"/>
                </a:cubicBezTo>
                <a:cubicBezTo>
                  <a:pt x="200" y="234"/>
                  <a:pt x="200" y="234"/>
                  <a:pt x="200" y="234"/>
                </a:cubicBezTo>
                <a:cubicBezTo>
                  <a:pt x="198" y="236"/>
                  <a:pt x="198" y="236"/>
                  <a:pt x="198" y="236"/>
                </a:cubicBezTo>
                <a:cubicBezTo>
                  <a:pt x="196" y="239"/>
                  <a:pt x="192" y="242"/>
                  <a:pt x="187" y="245"/>
                </a:cubicBezTo>
                <a:cubicBezTo>
                  <a:pt x="181" y="247"/>
                  <a:pt x="175" y="249"/>
                  <a:pt x="169" y="249"/>
                </a:cubicBezTo>
                <a:cubicBezTo>
                  <a:pt x="142" y="249"/>
                  <a:pt x="130" y="226"/>
                  <a:pt x="130" y="210"/>
                </a:cubicBezTo>
                <a:cubicBezTo>
                  <a:pt x="130" y="187"/>
                  <a:pt x="147" y="169"/>
                  <a:pt x="169" y="169"/>
                </a:cubicBezTo>
                <a:cubicBezTo>
                  <a:pt x="174" y="169"/>
                  <a:pt x="180" y="170"/>
                  <a:pt x="185" y="173"/>
                </a:cubicBezTo>
                <a:cubicBezTo>
                  <a:pt x="190" y="175"/>
                  <a:pt x="194" y="178"/>
                  <a:pt x="198" y="182"/>
                </a:cubicBezTo>
                <a:cubicBezTo>
                  <a:pt x="200" y="184"/>
                  <a:pt x="200" y="184"/>
                  <a:pt x="200" y="184"/>
                </a:cubicBezTo>
                <a:cubicBezTo>
                  <a:pt x="200" y="166"/>
                  <a:pt x="200" y="166"/>
                  <a:pt x="200" y="166"/>
                </a:cubicBezTo>
                <a:cubicBezTo>
                  <a:pt x="200" y="166"/>
                  <a:pt x="200" y="166"/>
                  <a:pt x="200" y="166"/>
                </a:cubicBezTo>
                <a:cubicBezTo>
                  <a:pt x="191" y="159"/>
                  <a:pt x="181" y="156"/>
                  <a:pt x="169" y="156"/>
                </a:cubicBezTo>
                <a:close/>
                <a:moveTo>
                  <a:pt x="437" y="209"/>
                </a:moveTo>
                <a:cubicBezTo>
                  <a:pt x="437" y="225"/>
                  <a:pt x="431" y="238"/>
                  <a:pt x="419" y="249"/>
                </a:cubicBezTo>
                <a:cubicBezTo>
                  <a:pt x="409" y="257"/>
                  <a:pt x="399" y="261"/>
                  <a:pt x="382" y="261"/>
                </a:cubicBezTo>
                <a:cubicBezTo>
                  <a:pt x="360" y="261"/>
                  <a:pt x="360" y="261"/>
                  <a:pt x="360" y="261"/>
                </a:cubicBezTo>
                <a:cubicBezTo>
                  <a:pt x="360" y="157"/>
                  <a:pt x="360" y="157"/>
                  <a:pt x="360" y="157"/>
                </a:cubicBezTo>
                <a:cubicBezTo>
                  <a:pt x="382" y="157"/>
                  <a:pt x="382" y="157"/>
                  <a:pt x="382" y="157"/>
                </a:cubicBezTo>
                <a:cubicBezTo>
                  <a:pt x="393" y="157"/>
                  <a:pt x="407" y="159"/>
                  <a:pt x="420" y="170"/>
                </a:cubicBezTo>
                <a:cubicBezTo>
                  <a:pt x="426" y="175"/>
                  <a:pt x="437" y="187"/>
                  <a:pt x="437" y="209"/>
                </a:cubicBezTo>
                <a:close/>
                <a:moveTo>
                  <a:pt x="423" y="209"/>
                </a:moveTo>
                <a:cubicBezTo>
                  <a:pt x="423" y="186"/>
                  <a:pt x="407" y="171"/>
                  <a:pt x="382" y="171"/>
                </a:cubicBezTo>
                <a:cubicBezTo>
                  <a:pt x="374" y="171"/>
                  <a:pt x="374" y="171"/>
                  <a:pt x="374" y="171"/>
                </a:cubicBezTo>
                <a:cubicBezTo>
                  <a:pt x="374" y="247"/>
                  <a:pt x="374" y="247"/>
                  <a:pt x="374" y="247"/>
                </a:cubicBezTo>
                <a:cubicBezTo>
                  <a:pt x="382" y="247"/>
                  <a:pt x="382" y="247"/>
                  <a:pt x="382" y="247"/>
                </a:cubicBezTo>
                <a:cubicBezTo>
                  <a:pt x="390" y="247"/>
                  <a:pt x="401" y="246"/>
                  <a:pt x="410" y="239"/>
                </a:cubicBezTo>
                <a:cubicBezTo>
                  <a:pt x="416" y="234"/>
                  <a:pt x="423" y="224"/>
                  <a:pt x="423" y="209"/>
                </a:cubicBezTo>
                <a:close/>
                <a:moveTo>
                  <a:pt x="479" y="261"/>
                </a:moveTo>
                <a:cubicBezTo>
                  <a:pt x="541" y="261"/>
                  <a:pt x="541" y="261"/>
                  <a:pt x="541" y="261"/>
                </a:cubicBezTo>
                <a:cubicBezTo>
                  <a:pt x="541" y="247"/>
                  <a:pt x="541" y="247"/>
                  <a:pt x="541" y="247"/>
                </a:cubicBezTo>
                <a:cubicBezTo>
                  <a:pt x="493" y="247"/>
                  <a:pt x="493" y="247"/>
                  <a:pt x="493" y="247"/>
                </a:cubicBezTo>
                <a:cubicBezTo>
                  <a:pt x="493" y="211"/>
                  <a:pt x="493" y="211"/>
                  <a:pt x="493" y="211"/>
                </a:cubicBezTo>
                <a:cubicBezTo>
                  <a:pt x="535" y="211"/>
                  <a:pt x="535" y="211"/>
                  <a:pt x="535" y="211"/>
                </a:cubicBezTo>
                <a:cubicBezTo>
                  <a:pt x="535" y="198"/>
                  <a:pt x="535" y="198"/>
                  <a:pt x="535" y="198"/>
                </a:cubicBezTo>
                <a:cubicBezTo>
                  <a:pt x="493" y="198"/>
                  <a:pt x="493" y="198"/>
                  <a:pt x="493" y="198"/>
                </a:cubicBezTo>
                <a:cubicBezTo>
                  <a:pt x="493" y="171"/>
                  <a:pt x="493" y="171"/>
                  <a:pt x="493" y="171"/>
                </a:cubicBezTo>
                <a:cubicBezTo>
                  <a:pt x="541" y="171"/>
                  <a:pt x="541" y="171"/>
                  <a:pt x="541" y="171"/>
                </a:cubicBezTo>
                <a:cubicBezTo>
                  <a:pt x="541" y="157"/>
                  <a:pt x="541" y="157"/>
                  <a:pt x="541" y="157"/>
                </a:cubicBezTo>
                <a:cubicBezTo>
                  <a:pt x="479" y="157"/>
                  <a:pt x="479" y="157"/>
                  <a:pt x="479" y="157"/>
                </a:cubicBezTo>
                <a:lnTo>
                  <a:pt x="479" y="261"/>
                </a:lnTo>
                <a:close/>
                <a:moveTo>
                  <a:pt x="805" y="261"/>
                </a:moveTo>
                <a:cubicBezTo>
                  <a:pt x="866" y="261"/>
                  <a:pt x="866" y="261"/>
                  <a:pt x="866" y="261"/>
                </a:cubicBezTo>
                <a:cubicBezTo>
                  <a:pt x="866" y="247"/>
                  <a:pt x="866" y="247"/>
                  <a:pt x="866" y="247"/>
                </a:cubicBezTo>
                <a:cubicBezTo>
                  <a:pt x="819" y="247"/>
                  <a:pt x="819" y="247"/>
                  <a:pt x="819" y="247"/>
                </a:cubicBezTo>
                <a:cubicBezTo>
                  <a:pt x="819" y="211"/>
                  <a:pt x="819" y="211"/>
                  <a:pt x="819" y="211"/>
                </a:cubicBezTo>
                <a:cubicBezTo>
                  <a:pt x="860" y="211"/>
                  <a:pt x="860" y="211"/>
                  <a:pt x="860" y="211"/>
                </a:cubicBezTo>
                <a:cubicBezTo>
                  <a:pt x="860" y="198"/>
                  <a:pt x="860" y="198"/>
                  <a:pt x="860" y="198"/>
                </a:cubicBezTo>
                <a:cubicBezTo>
                  <a:pt x="819" y="198"/>
                  <a:pt x="819" y="198"/>
                  <a:pt x="819" y="198"/>
                </a:cubicBezTo>
                <a:cubicBezTo>
                  <a:pt x="819" y="171"/>
                  <a:pt x="819" y="171"/>
                  <a:pt x="819" y="171"/>
                </a:cubicBezTo>
                <a:cubicBezTo>
                  <a:pt x="866" y="171"/>
                  <a:pt x="866" y="171"/>
                  <a:pt x="866" y="171"/>
                </a:cubicBezTo>
                <a:cubicBezTo>
                  <a:pt x="866" y="157"/>
                  <a:pt x="866" y="157"/>
                  <a:pt x="866" y="157"/>
                </a:cubicBezTo>
                <a:cubicBezTo>
                  <a:pt x="805" y="157"/>
                  <a:pt x="805" y="157"/>
                  <a:pt x="805" y="157"/>
                </a:cubicBezTo>
                <a:lnTo>
                  <a:pt x="805" y="261"/>
                </a:lnTo>
                <a:close/>
                <a:moveTo>
                  <a:pt x="634" y="235"/>
                </a:moveTo>
                <a:cubicBezTo>
                  <a:pt x="595" y="149"/>
                  <a:pt x="595" y="149"/>
                  <a:pt x="595" y="149"/>
                </a:cubicBezTo>
                <a:cubicBezTo>
                  <a:pt x="578" y="261"/>
                  <a:pt x="578" y="261"/>
                  <a:pt x="578" y="261"/>
                </a:cubicBezTo>
                <a:cubicBezTo>
                  <a:pt x="592" y="261"/>
                  <a:pt x="592" y="261"/>
                  <a:pt x="592" y="261"/>
                </a:cubicBezTo>
                <a:cubicBezTo>
                  <a:pt x="601" y="194"/>
                  <a:pt x="601" y="194"/>
                  <a:pt x="601" y="194"/>
                </a:cubicBezTo>
                <a:cubicBezTo>
                  <a:pt x="634" y="267"/>
                  <a:pt x="634" y="267"/>
                  <a:pt x="634" y="267"/>
                </a:cubicBezTo>
                <a:cubicBezTo>
                  <a:pt x="668" y="194"/>
                  <a:pt x="668" y="194"/>
                  <a:pt x="668" y="194"/>
                </a:cubicBezTo>
                <a:cubicBezTo>
                  <a:pt x="677" y="261"/>
                  <a:pt x="677" y="261"/>
                  <a:pt x="677" y="261"/>
                </a:cubicBezTo>
                <a:cubicBezTo>
                  <a:pt x="691" y="261"/>
                  <a:pt x="691" y="261"/>
                  <a:pt x="691" y="261"/>
                </a:cubicBezTo>
                <a:cubicBezTo>
                  <a:pt x="674" y="148"/>
                  <a:pt x="674" y="148"/>
                  <a:pt x="674" y="148"/>
                </a:cubicBezTo>
                <a:lnTo>
                  <a:pt x="634" y="235"/>
                </a:lnTo>
                <a:close/>
                <a:moveTo>
                  <a:pt x="737" y="261"/>
                </a:moveTo>
                <a:cubicBezTo>
                  <a:pt x="751" y="261"/>
                  <a:pt x="751" y="261"/>
                  <a:pt x="751" y="261"/>
                </a:cubicBezTo>
                <a:cubicBezTo>
                  <a:pt x="751" y="157"/>
                  <a:pt x="751" y="157"/>
                  <a:pt x="751" y="157"/>
                </a:cubicBezTo>
                <a:cubicBezTo>
                  <a:pt x="737" y="157"/>
                  <a:pt x="737" y="157"/>
                  <a:pt x="737" y="157"/>
                </a:cubicBezTo>
                <a:lnTo>
                  <a:pt x="737" y="261"/>
                </a:lnTo>
                <a:close/>
                <a:moveTo>
                  <a:pt x="955" y="211"/>
                </a:moveTo>
                <a:cubicBezTo>
                  <a:pt x="950" y="207"/>
                  <a:pt x="945" y="204"/>
                  <a:pt x="939" y="201"/>
                </a:cubicBezTo>
                <a:cubicBezTo>
                  <a:pt x="929" y="197"/>
                  <a:pt x="929" y="197"/>
                  <a:pt x="929" y="197"/>
                </a:cubicBezTo>
                <a:cubicBezTo>
                  <a:pt x="925" y="195"/>
                  <a:pt x="922" y="194"/>
                  <a:pt x="919" y="191"/>
                </a:cubicBezTo>
                <a:cubicBezTo>
                  <a:pt x="916" y="189"/>
                  <a:pt x="916" y="187"/>
                  <a:pt x="916" y="183"/>
                </a:cubicBezTo>
                <a:cubicBezTo>
                  <a:pt x="916" y="175"/>
                  <a:pt x="922" y="169"/>
                  <a:pt x="931" y="169"/>
                </a:cubicBezTo>
                <a:cubicBezTo>
                  <a:pt x="936" y="169"/>
                  <a:pt x="940" y="171"/>
                  <a:pt x="942" y="172"/>
                </a:cubicBezTo>
                <a:cubicBezTo>
                  <a:pt x="944" y="174"/>
                  <a:pt x="946" y="177"/>
                  <a:pt x="947" y="179"/>
                </a:cubicBezTo>
                <a:cubicBezTo>
                  <a:pt x="948" y="181"/>
                  <a:pt x="948" y="181"/>
                  <a:pt x="948" y="181"/>
                </a:cubicBezTo>
                <a:cubicBezTo>
                  <a:pt x="959" y="173"/>
                  <a:pt x="959" y="173"/>
                  <a:pt x="959" y="173"/>
                </a:cubicBezTo>
                <a:cubicBezTo>
                  <a:pt x="958" y="172"/>
                  <a:pt x="958" y="172"/>
                  <a:pt x="958" y="172"/>
                </a:cubicBezTo>
                <a:cubicBezTo>
                  <a:pt x="956" y="167"/>
                  <a:pt x="952" y="163"/>
                  <a:pt x="948" y="161"/>
                </a:cubicBezTo>
                <a:cubicBezTo>
                  <a:pt x="943" y="157"/>
                  <a:pt x="938" y="156"/>
                  <a:pt x="931" y="156"/>
                </a:cubicBezTo>
                <a:cubicBezTo>
                  <a:pt x="914" y="156"/>
                  <a:pt x="902" y="167"/>
                  <a:pt x="902" y="183"/>
                </a:cubicBezTo>
                <a:cubicBezTo>
                  <a:pt x="902" y="190"/>
                  <a:pt x="904" y="195"/>
                  <a:pt x="909" y="200"/>
                </a:cubicBezTo>
                <a:cubicBezTo>
                  <a:pt x="913" y="205"/>
                  <a:pt x="918" y="207"/>
                  <a:pt x="922" y="209"/>
                </a:cubicBezTo>
                <a:cubicBezTo>
                  <a:pt x="932" y="213"/>
                  <a:pt x="932" y="213"/>
                  <a:pt x="932" y="213"/>
                </a:cubicBezTo>
                <a:cubicBezTo>
                  <a:pt x="937" y="215"/>
                  <a:pt x="941" y="217"/>
                  <a:pt x="944" y="220"/>
                </a:cubicBezTo>
                <a:cubicBezTo>
                  <a:pt x="947" y="223"/>
                  <a:pt x="948" y="226"/>
                  <a:pt x="948" y="231"/>
                </a:cubicBezTo>
                <a:cubicBezTo>
                  <a:pt x="948" y="240"/>
                  <a:pt x="942" y="249"/>
                  <a:pt x="929" y="249"/>
                </a:cubicBezTo>
                <a:cubicBezTo>
                  <a:pt x="924" y="249"/>
                  <a:pt x="919" y="247"/>
                  <a:pt x="916" y="244"/>
                </a:cubicBezTo>
                <a:cubicBezTo>
                  <a:pt x="913" y="241"/>
                  <a:pt x="911" y="236"/>
                  <a:pt x="910" y="232"/>
                </a:cubicBezTo>
                <a:cubicBezTo>
                  <a:pt x="910" y="230"/>
                  <a:pt x="910" y="230"/>
                  <a:pt x="910" y="230"/>
                </a:cubicBezTo>
                <a:cubicBezTo>
                  <a:pt x="896" y="234"/>
                  <a:pt x="896" y="234"/>
                  <a:pt x="896" y="234"/>
                </a:cubicBezTo>
                <a:cubicBezTo>
                  <a:pt x="897" y="235"/>
                  <a:pt x="897" y="235"/>
                  <a:pt x="897" y="235"/>
                </a:cubicBezTo>
                <a:cubicBezTo>
                  <a:pt x="898" y="243"/>
                  <a:pt x="902" y="249"/>
                  <a:pt x="906" y="254"/>
                </a:cubicBezTo>
                <a:cubicBezTo>
                  <a:pt x="912" y="260"/>
                  <a:pt x="920" y="262"/>
                  <a:pt x="929" y="262"/>
                </a:cubicBezTo>
                <a:cubicBezTo>
                  <a:pt x="948" y="262"/>
                  <a:pt x="962" y="249"/>
                  <a:pt x="962" y="230"/>
                </a:cubicBezTo>
                <a:cubicBezTo>
                  <a:pt x="962" y="222"/>
                  <a:pt x="960" y="216"/>
                  <a:pt x="955" y="211"/>
                </a:cubicBezTo>
                <a:close/>
                <a:moveTo>
                  <a:pt x="0" y="261"/>
                </a:moveTo>
                <a:cubicBezTo>
                  <a:pt x="15" y="261"/>
                  <a:pt x="15" y="261"/>
                  <a:pt x="15" y="261"/>
                </a:cubicBezTo>
                <a:cubicBezTo>
                  <a:pt x="48" y="184"/>
                  <a:pt x="48" y="184"/>
                  <a:pt x="48" y="184"/>
                </a:cubicBezTo>
                <a:cubicBezTo>
                  <a:pt x="79" y="260"/>
                  <a:pt x="79" y="260"/>
                  <a:pt x="79" y="260"/>
                </a:cubicBezTo>
                <a:cubicBezTo>
                  <a:pt x="80" y="261"/>
                  <a:pt x="80" y="261"/>
                  <a:pt x="80" y="261"/>
                </a:cubicBezTo>
                <a:cubicBezTo>
                  <a:pt x="95" y="261"/>
                  <a:pt x="95" y="261"/>
                  <a:pt x="95" y="261"/>
                </a:cubicBezTo>
                <a:cubicBezTo>
                  <a:pt x="48" y="151"/>
                  <a:pt x="48" y="151"/>
                  <a:pt x="48" y="151"/>
                </a:cubicBezTo>
                <a:lnTo>
                  <a:pt x="0" y="261"/>
                </a:lnTo>
                <a:close/>
                <a:moveTo>
                  <a:pt x="229" y="261"/>
                </a:moveTo>
                <a:cubicBezTo>
                  <a:pt x="244" y="261"/>
                  <a:pt x="244" y="261"/>
                  <a:pt x="244" y="261"/>
                </a:cubicBezTo>
                <a:cubicBezTo>
                  <a:pt x="277" y="184"/>
                  <a:pt x="277" y="184"/>
                  <a:pt x="277" y="184"/>
                </a:cubicBezTo>
                <a:cubicBezTo>
                  <a:pt x="309" y="260"/>
                  <a:pt x="309" y="260"/>
                  <a:pt x="309" y="260"/>
                </a:cubicBezTo>
                <a:cubicBezTo>
                  <a:pt x="309" y="261"/>
                  <a:pt x="309" y="261"/>
                  <a:pt x="309" y="261"/>
                </a:cubicBezTo>
                <a:cubicBezTo>
                  <a:pt x="324" y="261"/>
                  <a:pt x="324" y="261"/>
                  <a:pt x="324" y="261"/>
                </a:cubicBezTo>
                <a:cubicBezTo>
                  <a:pt x="277" y="151"/>
                  <a:pt x="277" y="151"/>
                  <a:pt x="277" y="151"/>
                </a:cubicBezTo>
                <a:lnTo>
                  <a:pt x="229" y="261"/>
                </a:lnTo>
                <a:close/>
                <a:moveTo>
                  <a:pt x="1071" y="11"/>
                </a:moveTo>
                <a:cubicBezTo>
                  <a:pt x="1071" y="18"/>
                  <a:pt x="1071" y="18"/>
                  <a:pt x="1071" y="18"/>
                </a:cubicBezTo>
                <a:cubicBezTo>
                  <a:pt x="1075" y="18"/>
                  <a:pt x="1075" y="18"/>
                  <a:pt x="1075" y="18"/>
                </a:cubicBezTo>
                <a:cubicBezTo>
                  <a:pt x="1077" y="9"/>
                  <a:pt x="1077" y="9"/>
                  <a:pt x="1077" y="9"/>
                </a:cubicBezTo>
                <a:cubicBezTo>
                  <a:pt x="1076" y="8"/>
                  <a:pt x="1074" y="7"/>
                  <a:pt x="1072" y="6"/>
                </a:cubicBezTo>
                <a:cubicBezTo>
                  <a:pt x="1070" y="6"/>
                  <a:pt x="1067" y="6"/>
                  <a:pt x="1064" y="6"/>
                </a:cubicBezTo>
                <a:cubicBezTo>
                  <a:pt x="1061" y="6"/>
                  <a:pt x="1058" y="6"/>
                  <a:pt x="1056" y="7"/>
                </a:cubicBezTo>
                <a:cubicBezTo>
                  <a:pt x="1053" y="9"/>
                  <a:pt x="1051" y="10"/>
                  <a:pt x="1049" y="12"/>
                </a:cubicBezTo>
                <a:cubicBezTo>
                  <a:pt x="1048" y="14"/>
                  <a:pt x="1047" y="17"/>
                  <a:pt x="1047" y="20"/>
                </a:cubicBezTo>
                <a:cubicBezTo>
                  <a:pt x="1047" y="22"/>
                  <a:pt x="1048" y="24"/>
                  <a:pt x="1049" y="26"/>
                </a:cubicBezTo>
                <a:cubicBezTo>
                  <a:pt x="1050" y="28"/>
                  <a:pt x="1051" y="30"/>
                  <a:pt x="1053" y="31"/>
                </a:cubicBezTo>
                <a:cubicBezTo>
                  <a:pt x="1055" y="32"/>
                  <a:pt x="1057" y="34"/>
                  <a:pt x="1059" y="35"/>
                </a:cubicBezTo>
                <a:cubicBezTo>
                  <a:pt x="1062" y="37"/>
                  <a:pt x="1064" y="39"/>
                  <a:pt x="1066" y="40"/>
                </a:cubicBezTo>
                <a:cubicBezTo>
                  <a:pt x="1067" y="42"/>
                  <a:pt x="1068" y="44"/>
                  <a:pt x="1068" y="47"/>
                </a:cubicBezTo>
                <a:cubicBezTo>
                  <a:pt x="1068" y="49"/>
                  <a:pt x="1067" y="52"/>
                  <a:pt x="1065" y="53"/>
                </a:cubicBezTo>
                <a:cubicBezTo>
                  <a:pt x="1062" y="55"/>
                  <a:pt x="1060" y="56"/>
                  <a:pt x="1057" y="56"/>
                </a:cubicBezTo>
                <a:cubicBezTo>
                  <a:pt x="1055" y="56"/>
                  <a:pt x="1053" y="56"/>
                  <a:pt x="1052" y="55"/>
                </a:cubicBezTo>
                <a:cubicBezTo>
                  <a:pt x="1050" y="55"/>
                  <a:pt x="1049" y="54"/>
                  <a:pt x="1048" y="54"/>
                </a:cubicBezTo>
                <a:cubicBezTo>
                  <a:pt x="1048" y="46"/>
                  <a:pt x="1048" y="46"/>
                  <a:pt x="1048" y="46"/>
                </a:cubicBezTo>
                <a:cubicBezTo>
                  <a:pt x="1044" y="46"/>
                  <a:pt x="1044" y="46"/>
                  <a:pt x="1044" y="46"/>
                </a:cubicBezTo>
                <a:cubicBezTo>
                  <a:pt x="1042" y="56"/>
                  <a:pt x="1042" y="56"/>
                  <a:pt x="1042" y="56"/>
                </a:cubicBezTo>
                <a:cubicBezTo>
                  <a:pt x="1043" y="57"/>
                  <a:pt x="1045" y="58"/>
                  <a:pt x="1048" y="58"/>
                </a:cubicBezTo>
                <a:cubicBezTo>
                  <a:pt x="1051" y="59"/>
                  <a:pt x="1054" y="59"/>
                  <a:pt x="1057" y="59"/>
                </a:cubicBezTo>
                <a:cubicBezTo>
                  <a:pt x="1060" y="59"/>
                  <a:pt x="1063" y="59"/>
                  <a:pt x="1066" y="57"/>
                </a:cubicBezTo>
                <a:cubicBezTo>
                  <a:pt x="1069" y="56"/>
                  <a:pt x="1071" y="54"/>
                  <a:pt x="1073" y="52"/>
                </a:cubicBezTo>
                <a:cubicBezTo>
                  <a:pt x="1074" y="50"/>
                  <a:pt x="1075" y="47"/>
                  <a:pt x="1075" y="44"/>
                </a:cubicBezTo>
                <a:cubicBezTo>
                  <a:pt x="1075" y="42"/>
                  <a:pt x="1074" y="40"/>
                  <a:pt x="1073" y="38"/>
                </a:cubicBezTo>
                <a:cubicBezTo>
                  <a:pt x="1072" y="36"/>
                  <a:pt x="1071" y="35"/>
                  <a:pt x="1069" y="34"/>
                </a:cubicBezTo>
                <a:cubicBezTo>
                  <a:pt x="1068" y="32"/>
                  <a:pt x="1066" y="31"/>
                  <a:pt x="1064" y="29"/>
                </a:cubicBezTo>
                <a:cubicBezTo>
                  <a:pt x="1060" y="27"/>
                  <a:pt x="1058" y="25"/>
                  <a:pt x="1056" y="24"/>
                </a:cubicBezTo>
                <a:cubicBezTo>
                  <a:pt x="1055" y="22"/>
                  <a:pt x="1054" y="20"/>
                  <a:pt x="1054" y="17"/>
                </a:cubicBezTo>
                <a:cubicBezTo>
                  <a:pt x="1054" y="15"/>
                  <a:pt x="1055" y="13"/>
                  <a:pt x="1057" y="11"/>
                </a:cubicBezTo>
                <a:cubicBezTo>
                  <a:pt x="1059" y="10"/>
                  <a:pt x="1061" y="9"/>
                  <a:pt x="1064" y="9"/>
                </a:cubicBezTo>
                <a:cubicBezTo>
                  <a:pt x="1065" y="9"/>
                  <a:pt x="1067" y="9"/>
                  <a:pt x="1068" y="10"/>
                </a:cubicBezTo>
                <a:cubicBezTo>
                  <a:pt x="1069" y="10"/>
                  <a:pt x="1070" y="10"/>
                  <a:pt x="1071" y="11"/>
                </a:cubicBezTo>
                <a:close/>
                <a:moveTo>
                  <a:pt x="1107" y="27"/>
                </a:moveTo>
                <a:cubicBezTo>
                  <a:pt x="1108" y="27"/>
                  <a:pt x="1108" y="27"/>
                  <a:pt x="1108" y="27"/>
                </a:cubicBezTo>
                <a:cubicBezTo>
                  <a:pt x="1110" y="20"/>
                  <a:pt x="1110" y="20"/>
                  <a:pt x="1110" y="20"/>
                </a:cubicBezTo>
                <a:cubicBezTo>
                  <a:pt x="1109" y="20"/>
                  <a:pt x="1108" y="19"/>
                  <a:pt x="1107" y="19"/>
                </a:cubicBezTo>
                <a:cubicBezTo>
                  <a:pt x="1105" y="19"/>
                  <a:pt x="1104" y="19"/>
                  <a:pt x="1102" y="19"/>
                </a:cubicBezTo>
                <a:cubicBezTo>
                  <a:pt x="1098" y="19"/>
                  <a:pt x="1094" y="20"/>
                  <a:pt x="1091" y="22"/>
                </a:cubicBezTo>
                <a:cubicBezTo>
                  <a:pt x="1088" y="25"/>
                  <a:pt x="1086" y="28"/>
                  <a:pt x="1084" y="32"/>
                </a:cubicBezTo>
                <a:cubicBezTo>
                  <a:pt x="1083" y="36"/>
                  <a:pt x="1082" y="40"/>
                  <a:pt x="1082" y="43"/>
                </a:cubicBezTo>
                <a:cubicBezTo>
                  <a:pt x="1082" y="48"/>
                  <a:pt x="1083" y="52"/>
                  <a:pt x="1085" y="55"/>
                </a:cubicBezTo>
                <a:cubicBezTo>
                  <a:pt x="1087" y="58"/>
                  <a:pt x="1091" y="59"/>
                  <a:pt x="1094" y="59"/>
                </a:cubicBezTo>
                <a:cubicBezTo>
                  <a:pt x="1098" y="59"/>
                  <a:pt x="1100" y="59"/>
                  <a:pt x="1102" y="57"/>
                </a:cubicBezTo>
                <a:cubicBezTo>
                  <a:pt x="1105" y="56"/>
                  <a:pt x="1106" y="54"/>
                  <a:pt x="1108" y="53"/>
                </a:cubicBezTo>
                <a:cubicBezTo>
                  <a:pt x="1106" y="50"/>
                  <a:pt x="1106" y="50"/>
                  <a:pt x="1106" y="50"/>
                </a:cubicBezTo>
                <a:cubicBezTo>
                  <a:pt x="1105" y="52"/>
                  <a:pt x="1103" y="53"/>
                  <a:pt x="1102" y="54"/>
                </a:cubicBezTo>
                <a:cubicBezTo>
                  <a:pt x="1100" y="54"/>
                  <a:pt x="1099" y="55"/>
                  <a:pt x="1097" y="55"/>
                </a:cubicBezTo>
                <a:cubicBezTo>
                  <a:pt x="1094" y="55"/>
                  <a:pt x="1092" y="54"/>
                  <a:pt x="1091" y="52"/>
                </a:cubicBezTo>
                <a:cubicBezTo>
                  <a:pt x="1090" y="50"/>
                  <a:pt x="1089" y="47"/>
                  <a:pt x="1089" y="43"/>
                </a:cubicBezTo>
                <a:cubicBezTo>
                  <a:pt x="1089" y="39"/>
                  <a:pt x="1090" y="35"/>
                  <a:pt x="1091" y="32"/>
                </a:cubicBezTo>
                <a:cubicBezTo>
                  <a:pt x="1092" y="30"/>
                  <a:pt x="1093" y="27"/>
                  <a:pt x="1095" y="26"/>
                </a:cubicBezTo>
                <a:cubicBezTo>
                  <a:pt x="1097" y="24"/>
                  <a:pt x="1099" y="23"/>
                  <a:pt x="1101" y="23"/>
                </a:cubicBezTo>
                <a:cubicBezTo>
                  <a:pt x="1102" y="23"/>
                  <a:pt x="1105" y="24"/>
                  <a:pt x="1107" y="27"/>
                </a:cubicBezTo>
                <a:close/>
                <a:moveTo>
                  <a:pt x="1124" y="52"/>
                </a:moveTo>
                <a:cubicBezTo>
                  <a:pt x="1129" y="19"/>
                  <a:pt x="1129" y="19"/>
                  <a:pt x="1129" y="19"/>
                </a:cubicBezTo>
                <a:cubicBezTo>
                  <a:pt x="1128" y="19"/>
                  <a:pt x="1128" y="19"/>
                  <a:pt x="1128" y="19"/>
                </a:cubicBezTo>
                <a:cubicBezTo>
                  <a:pt x="1118" y="20"/>
                  <a:pt x="1118" y="20"/>
                  <a:pt x="1118" y="20"/>
                </a:cubicBezTo>
                <a:cubicBezTo>
                  <a:pt x="1117" y="23"/>
                  <a:pt x="1117" y="23"/>
                  <a:pt x="1117" y="23"/>
                </a:cubicBezTo>
                <a:cubicBezTo>
                  <a:pt x="1122" y="24"/>
                  <a:pt x="1122" y="24"/>
                  <a:pt x="1122" y="24"/>
                </a:cubicBezTo>
                <a:cubicBezTo>
                  <a:pt x="1121" y="31"/>
                  <a:pt x="1120" y="37"/>
                  <a:pt x="1119" y="41"/>
                </a:cubicBezTo>
                <a:cubicBezTo>
                  <a:pt x="1118" y="49"/>
                  <a:pt x="1117" y="54"/>
                  <a:pt x="1117" y="55"/>
                </a:cubicBezTo>
                <a:cubicBezTo>
                  <a:pt x="1117" y="56"/>
                  <a:pt x="1118" y="57"/>
                  <a:pt x="1118" y="58"/>
                </a:cubicBezTo>
                <a:cubicBezTo>
                  <a:pt x="1119" y="59"/>
                  <a:pt x="1120" y="59"/>
                  <a:pt x="1122" y="59"/>
                </a:cubicBezTo>
                <a:cubicBezTo>
                  <a:pt x="1124" y="59"/>
                  <a:pt x="1125" y="59"/>
                  <a:pt x="1127" y="58"/>
                </a:cubicBezTo>
                <a:cubicBezTo>
                  <a:pt x="1128" y="57"/>
                  <a:pt x="1129" y="55"/>
                  <a:pt x="1130" y="54"/>
                </a:cubicBezTo>
                <a:cubicBezTo>
                  <a:pt x="1129" y="53"/>
                  <a:pt x="1129" y="53"/>
                  <a:pt x="1129" y="53"/>
                </a:cubicBezTo>
                <a:cubicBezTo>
                  <a:pt x="1128" y="54"/>
                  <a:pt x="1128" y="54"/>
                  <a:pt x="1127" y="54"/>
                </a:cubicBezTo>
                <a:cubicBezTo>
                  <a:pt x="1126" y="55"/>
                  <a:pt x="1126" y="55"/>
                  <a:pt x="1125" y="55"/>
                </a:cubicBezTo>
                <a:cubicBezTo>
                  <a:pt x="1125" y="55"/>
                  <a:pt x="1125" y="55"/>
                  <a:pt x="1125" y="54"/>
                </a:cubicBezTo>
                <a:cubicBezTo>
                  <a:pt x="1124" y="54"/>
                  <a:pt x="1124" y="54"/>
                  <a:pt x="1124" y="53"/>
                </a:cubicBezTo>
                <a:lnTo>
                  <a:pt x="1124" y="52"/>
                </a:lnTo>
                <a:close/>
                <a:moveTo>
                  <a:pt x="1127" y="11"/>
                </a:moveTo>
                <a:cubicBezTo>
                  <a:pt x="1128" y="11"/>
                  <a:pt x="1129" y="11"/>
                  <a:pt x="1130" y="10"/>
                </a:cubicBezTo>
                <a:cubicBezTo>
                  <a:pt x="1131" y="9"/>
                  <a:pt x="1131" y="7"/>
                  <a:pt x="1131" y="6"/>
                </a:cubicBezTo>
                <a:cubicBezTo>
                  <a:pt x="1131" y="5"/>
                  <a:pt x="1131" y="4"/>
                  <a:pt x="1130" y="3"/>
                </a:cubicBezTo>
                <a:cubicBezTo>
                  <a:pt x="1130" y="3"/>
                  <a:pt x="1129" y="2"/>
                  <a:pt x="1128" y="2"/>
                </a:cubicBezTo>
                <a:cubicBezTo>
                  <a:pt x="1126" y="2"/>
                  <a:pt x="1125" y="3"/>
                  <a:pt x="1124" y="4"/>
                </a:cubicBezTo>
                <a:cubicBezTo>
                  <a:pt x="1123" y="5"/>
                  <a:pt x="1123" y="6"/>
                  <a:pt x="1123" y="7"/>
                </a:cubicBezTo>
                <a:cubicBezTo>
                  <a:pt x="1123" y="8"/>
                  <a:pt x="1123" y="9"/>
                  <a:pt x="1124" y="10"/>
                </a:cubicBezTo>
                <a:cubicBezTo>
                  <a:pt x="1125" y="11"/>
                  <a:pt x="1126" y="11"/>
                  <a:pt x="1127" y="11"/>
                </a:cubicBezTo>
                <a:close/>
                <a:moveTo>
                  <a:pt x="1166" y="52"/>
                </a:moveTo>
                <a:cubicBezTo>
                  <a:pt x="1165" y="49"/>
                  <a:pt x="1165" y="49"/>
                  <a:pt x="1165" y="49"/>
                </a:cubicBezTo>
                <a:cubicBezTo>
                  <a:pt x="1163" y="51"/>
                  <a:pt x="1161" y="52"/>
                  <a:pt x="1159" y="53"/>
                </a:cubicBezTo>
                <a:cubicBezTo>
                  <a:pt x="1157" y="54"/>
                  <a:pt x="1155" y="55"/>
                  <a:pt x="1153" y="55"/>
                </a:cubicBezTo>
                <a:cubicBezTo>
                  <a:pt x="1150" y="55"/>
                  <a:pt x="1148" y="54"/>
                  <a:pt x="1147" y="51"/>
                </a:cubicBezTo>
                <a:cubicBezTo>
                  <a:pt x="1145" y="49"/>
                  <a:pt x="1145" y="46"/>
                  <a:pt x="1145" y="43"/>
                </a:cubicBezTo>
                <a:cubicBezTo>
                  <a:pt x="1148" y="43"/>
                  <a:pt x="1151" y="42"/>
                  <a:pt x="1155" y="41"/>
                </a:cubicBezTo>
                <a:cubicBezTo>
                  <a:pt x="1158" y="40"/>
                  <a:pt x="1162" y="38"/>
                  <a:pt x="1164" y="36"/>
                </a:cubicBezTo>
                <a:cubicBezTo>
                  <a:pt x="1167" y="33"/>
                  <a:pt x="1168" y="31"/>
                  <a:pt x="1168" y="27"/>
                </a:cubicBezTo>
                <a:cubicBezTo>
                  <a:pt x="1168" y="25"/>
                  <a:pt x="1167" y="23"/>
                  <a:pt x="1166" y="21"/>
                </a:cubicBezTo>
                <a:cubicBezTo>
                  <a:pt x="1164" y="19"/>
                  <a:pt x="1162" y="19"/>
                  <a:pt x="1158" y="19"/>
                </a:cubicBezTo>
                <a:cubicBezTo>
                  <a:pt x="1154" y="19"/>
                  <a:pt x="1151" y="20"/>
                  <a:pt x="1148" y="22"/>
                </a:cubicBezTo>
                <a:cubicBezTo>
                  <a:pt x="1145" y="24"/>
                  <a:pt x="1142" y="28"/>
                  <a:pt x="1140" y="31"/>
                </a:cubicBezTo>
                <a:cubicBezTo>
                  <a:pt x="1138" y="35"/>
                  <a:pt x="1138" y="40"/>
                  <a:pt x="1138" y="44"/>
                </a:cubicBezTo>
                <a:cubicBezTo>
                  <a:pt x="1138" y="47"/>
                  <a:pt x="1138" y="49"/>
                  <a:pt x="1139" y="52"/>
                </a:cubicBezTo>
                <a:cubicBezTo>
                  <a:pt x="1140" y="54"/>
                  <a:pt x="1142" y="56"/>
                  <a:pt x="1144" y="57"/>
                </a:cubicBezTo>
                <a:cubicBezTo>
                  <a:pt x="1146" y="59"/>
                  <a:pt x="1148" y="59"/>
                  <a:pt x="1151" y="59"/>
                </a:cubicBezTo>
                <a:cubicBezTo>
                  <a:pt x="1155" y="59"/>
                  <a:pt x="1158" y="58"/>
                  <a:pt x="1160" y="57"/>
                </a:cubicBezTo>
                <a:cubicBezTo>
                  <a:pt x="1163" y="55"/>
                  <a:pt x="1165" y="54"/>
                  <a:pt x="1166" y="52"/>
                </a:cubicBezTo>
                <a:close/>
                <a:moveTo>
                  <a:pt x="1157" y="22"/>
                </a:moveTo>
                <a:cubicBezTo>
                  <a:pt x="1158" y="22"/>
                  <a:pt x="1159" y="23"/>
                  <a:pt x="1160" y="24"/>
                </a:cubicBezTo>
                <a:cubicBezTo>
                  <a:pt x="1161" y="25"/>
                  <a:pt x="1161" y="26"/>
                  <a:pt x="1161" y="28"/>
                </a:cubicBezTo>
                <a:cubicBezTo>
                  <a:pt x="1161" y="30"/>
                  <a:pt x="1161" y="32"/>
                  <a:pt x="1159" y="34"/>
                </a:cubicBezTo>
                <a:cubicBezTo>
                  <a:pt x="1157" y="35"/>
                  <a:pt x="1155" y="37"/>
                  <a:pt x="1152" y="38"/>
                </a:cubicBezTo>
                <a:cubicBezTo>
                  <a:pt x="1150" y="39"/>
                  <a:pt x="1147" y="39"/>
                  <a:pt x="1145" y="39"/>
                </a:cubicBezTo>
                <a:cubicBezTo>
                  <a:pt x="1145" y="37"/>
                  <a:pt x="1146" y="34"/>
                  <a:pt x="1147" y="32"/>
                </a:cubicBezTo>
                <a:cubicBezTo>
                  <a:pt x="1148" y="29"/>
                  <a:pt x="1149" y="27"/>
                  <a:pt x="1151" y="25"/>
                </a:cubicBezTo>
                <a:cubicBezTo>
                  <a:pt x="1152" y="23"/>
                  <a:pt x="1154" y="22"/>
                  <a:pt x="1157" y="22"/>
                </a:cubicBezTo>
                <a:close/>
                <a:moveTo>
                  <a:pt x="1187" y="28"/>
                </a:moveTo>
                <a:cubicBezTo>
                  <a:pt x="1188" y="19"/>
                  <a:pt x="1188" y="19"/>
                  <a:pt x="1188" y="19"/>
                </a:cubicBezTo>
                <a:cubicBezTo>
                  <a:pt x="1186" y="19"/>
                  <a:pt x="1186" y="19"/>
                  <a:pt x="1186" y="19"/>
                </a:cubicBezTo>
                <a:cubicBezTo>
                  <a:pt x="1178" y="20"/>
                  <a:pt x="1178" y="20"/>
                  <a:pt x="1178" y="20"/>
                </a:cubicBezTo>
                <a:cubicBezTo>
                  <a:pt x="1177" y="23"/>
                  <a:pt x="1177" y="23"/>
                  <a:pt x="1177" y="23"/>
                </a:cubicBezTo>
                <a:cubicBezTo>
                  <a:pt x="1180" y="25"/>
                  <a:pt x="1180" y="25"/>
                  <a:pt x="1180" y="25"/>
                </a:cubicBezTo>
                <a:cubicBezTo>
                  <a:pt x="1176" y="58"/>
                  <a:pt x="1176" y="58"/>
                  <a:pt x="1176" y="58"/>
                </a:cubicBezTo>
                <a:cubicBezTo>
                  <a:pt x="1183" y="58"/>
                  <a:pt x="1183" y="58"/>
                  <a:pt x="1183" y="58"/>
                </a:cubicBezTo>
                <a:cubicBezTo>
                  <a:pt x="1186" y="33"/>
                  <a:pt x="1186" y="33"/>
                  <a:pt x="1186" y="33"/>
                </a:cubicBezTo>
                <a:cubicBezTo>
                  <a:pt x="1188" y="31"/>
                  <a:pt x="1190" y="28"/>
                  <a:pt x="1192" y="26"/>
                </a:cubicBezTo>
                <a:cubicBezTo>
                  <a:pt x="1194" y="25"/>
                  <a:pt x="1196" y="24"/>
                  <a:pt x="1198" y="24"/>
                </a:cubicBezTo>
                <a:cubicBezTo>
                  <a:pt x="1200" y="24"/>
                  <a:pt x="1201" y="24"/>
                  <a:pt x="1202" y="25"/>
                </a:cubicBezTo>
                <a:cubicBezTo>
                  <a:pt x="1202" y="26"/>
                  <a:pt x="1203" y="27"/>
                  <a:pt x="1203" y="29"/>
                </a:cubicBezTo>
                <a:cubicBezTo>
                  <a:pt x="1203" y="31"/>
                  <a:pt x="1202" y="33"/>
                  <a:pt x="1202" y="35"/>
                </a:cubicBezTo>
                <a:cubicBezTo>
                  <a:pt x="1202" y="37"/>
                  <a:pt x="1201" y="39"/>
                  <a:pt x="1201" y="41"/>
                </a:cubicBezTo>
                <a:cubicBezTo>
                  <a:pt x="1201" y="43"/>
                  <a:pt x="1201" y="43"/>
                  <a:pt x="1201" y="43"/>
                </a:cubicBezTo>
                <a:cubicBezTo>
                  <a:pt x="1200" y="46"/>
                  <a:pt x="1200" y="46"/>
                  <a:pt x="1200" y="46"/>
                </a:cubicBezTo>
                <a:cubicBezTo>
                  <a:pt x="1199" y="51"/>
                  <a:pt x="1199" y="54"/>
                  <a:pt x="1199" y="55"/>
                </a:cubicBezTo>
                <a:cubicBezTo>
                  <a:pt x="1199" y="58"/>
                  <a:pt x="1200" y="59"/>
                  <a:pt x="1203" y="59"/>
                </a:cubicBezTo>
                <a:cubicBezTo>
                  <a:pt x="1205" y="59"/>
                  <a:pt x="1206" y="59"/>
                  <a:pt x="1207" y="58"/>
                </a:cubicBezTo>
                <a:cubicBezTo>
                  <a:pt x="1208" y="58"/>
                  <a:pt x="1209" y="57"/>
                  <a:pt x="1210" y="57"/>
                </a:cubicBezTo>
                <a:cubicBezTo>
                  <a:pt x="1210" y="56"/>
                  <a:pt x="1211" y="55"/>
                  <a:pt x="1211" y="55"/>
                </a:cubicBezTo>
                <a:cubicBezTo>
                  <a:pt x="1210" y="53"/>
                  <a:pt x="1210" y="53"/>
                  <a:pt x="1210" y="53"/>
                </a:cubicBezTo>
                <a:cubicBezTo>
                  <a:pt x="1209" y="54"/>
                  <a:pt x="1208" y="55"/>
                  <a:pt x="1207" y="55"/>
                </a:cubicBezTo>
                <a:cubicBezTo>
                  <a:pt x="1206" y="55"/>
                  <a:pt x="1206" y="54"/>
                  <a:pt x="1206" y="53"/>
                </a:cubicBezTo>
                <a:cubicBezTo>
                  <a:pt x="1206" y="51"/>
                  <a:pt x="1206" y="48"/>
                  <a:pt x="1207" y="45"/>
                </a:cubicBezTo>
                <a:cubicBezTo>
                  <a:pt x="1208" y="41"/>
                  <a:pt x="1208" y="41"/>
                  <a:pt x="1208" y="41"/>
                </a:cubicBezTo>
                <a:cubicBezTo>
                  <a:pt x="1208" y="40"/>
                  <a:pt x="1208" y="40"/>
                  <a:pt x="1208" y="40"/>
                </a:cubicBezTo>
                <a:cubicBezTo>
                  <a:pt x="1209" y="34"/>
                  <a:pt x="1210" y="31"/>
                  <a:pt x="1210" y="29"/>
                </a:cubicBezTo>
                <a:cubicBezTo>
                  <a:pt x="1210" y="25"/>
                  <a:pt x="1209" y="23"/>
                  <a:pt x="1207" y="21"/>
                </a:cubicBezTo>
                <a:cubicBezTo>
                  <a:pt x="1206" y="19"/>
                  <a:pt x="1204" y="19"/>
                  <a:pt x="1201" y="19"/>
                </a:cubicBezTo>
                <a:cubicBezTo>
                  <a:pt x="1199" y="19"/>
                  <a:pt x="1196" y="19"/>
                  <a:pt x="1193" y="21"/>
                </a:cubicBezTo>
                <a:cubicBezTo>
                  <a:pt x="1191" y="23"/>
                  <a:pt x="1189" y="25"/>
                  <a:pt x="1187" y="28"/>
                </a:cubicBezTo>
                <a:close/>
                <a:moveTo>
                  <a:pt x="1243" y="27"/>
                </a:moveTo>
                <a:cubicBezTo>
                  <a:pt x="1245" y="27"/>
                  <a:pt x="1245" y="27"/>
                  <a:pt x="1245" y="27"/>
                </a:cubicBezTo>
                <a:cubicBezTo>
                  <a:pt x="1247" y="20"/>
                  <a:pt x="1247" y="20"/>
                  <a:pt x="1247" y="20"/>
                </a:cubicBezTo>
                <a:cubicBezTo>
                  <a:pt x="1246" y="20"/>
                  <a:pt x="1244" y="19"/>
                  <a:pt x="1243" y="19"/>
                </a:cubicBezTo>
                <a:cubicBezTo>
                  <a:pt x="1241" y="19"/>
                  <a:pt x="1240" y="19"/>
                  <a:pt x="1239" y="19"/>
                </a:cubicBezTo>
                <a:cubicBezTo>
                  <a:pt x="1234" y="19"/>
                  <a:pt x="1231" y="20"/>
                  <a:pt x="1228" y="22"/>
                </a:cubicBezTo>
                <a:cubicBezTo>
                  <a:pt x="1224" y="25"/>
                  <a:pt x="1222" y="28"/>
                  <a:pt x="1220" y="32"/>
                </a:cubicBezTo>
                <a:cubicBezTo>
                  <a:pt x="1219" y="36"/>
                  <a:pt x="1218" y="40"/>
                  <a:pt x="1218" y="43"/>
                </a:cubicBezTo>
                <a:cubicBezTo>
                  <a:pt x="1218" y="48"/>
                  <a:pt x="1219" y="52"/>
                  <a:pt x="1221" y="55"/>
                </a:cubicBezTo>
                <a:cubicBezTo>
                  <a:pt x="1224" y="58"/>
                  <a:pt x="1227" y="59"/>
                  <a:pt x="1231" y="59"/>
                </a:cubicBezTo>
                <a:cubicBezTo>
                  <a:pt x="1234" y="59"/>
                  <a:pt x="1236" y="59"/>
                  <a:pt x="1239" y="57"/>
                </a:cubicBezTo>
                <a:cubicBezTo>
                  <a:pt x="1241" y="56"/>
                  <a:pt x="1243" y="54"/>
                  <a:pt x="1244" y="53"/>
                </a:cubicBezTo>
                <a:cubicBezTo>
                  <a:pt x="1242" y="50"/>
                  <a:pt x="1242" y="50"/>
                  <a:pt x="1242" y="50"/>
                </a:cubicBezTo>
                <a:cubicBezTo>
                  <a:pt x="1241" y="52"/>
                  <a:pt x="1239" y="53"/>
                  <a:pt x="1238" y="54"/>
                </a:cubicBezTo>
                <a:cubicBezTo>
                  <a:pt x="1236" y="54"/>
                  <a:pt x="1235" y="55"/>
                  <a:pt x="1233" y="55"/>
                </a:cubicBezTo>
                <a:cubicBezTo>
                  <a:pt x="1230" y="55"/>
                  <a:pt x="1228" y="54"/>
                  <a:pt x="1227" y="52"/>
                </a:cubicBezTo>
                <a:cubicBezTo>
                  <a:pt x="1226" y="50"/>
                  <a:pt x="1225" y="47"/>
                  <a:pt x="1225" y="43"/>
                </a:cubicBezTo>
                <a:cubicBezTo>
                  <a:pt x="1225" y="39"/>
                  <a:pt x="1226" y="35"/>
                  <a:pt x="1227" y="32"/>
                </a:cubicBezTo>
                <a:cubicBezTo>
                  <a:pt x="1228" y="30"/>
                  <a:pt x="1229" y="27"/>
                  <a:pt x="1231" y="26"/>
                </a:cubicBezTo>
                <a:cubicBezTo>
                  <a:pt x="1233" y="24"/>
                  <a:pt x="1235" y="23"/>
                  <a:pt x="1237" y="23"/>
                </a:cubicBezTo>
                <a:cubicBezTo>
                  <a:pt x="1239" y="23"/>
                  <a:pt x="1241" y="24"/>
                  <a:pt x="1243" y="27"/>
                </a:cubicBezTo>
                <a:close/>
                <a:moveTo>
                  <a:pt x="1279" y="52"/>
                </a:moveTo>
                <a:cubicBezTo>
                  <a:pt x="1277" y="49"/>
                  <a:pt x="1277" y="49"/>
                  <a:pt x="1277" y="49"/>
                </a:cubicBezTo>
                <a:cubicBezTo>
                  <a:pt x="1276" y="51"/>
                  <a:pt x="1274" y="52"/>
                  <a:pt x="1272" y="53"/>
                </a:cubicBezTo>
                <a:cubicBezTo>
                  <a:pt x="1270" y="54"/>
                  <a:pt x="1268" y="55"/>
                  <a:pt x="1266" y="55"/>
                </a:cubicBezTo>
                <a:cubicBezTo>
                  <a:pt x="1263" y="55"/>
                  <a:pt x="1261" y="54"/>
                  <a:pt x="1259" y="51"/>
                </a:cubicBezTo>
                <a:cubicBezTo>
                  <a:pt x="1258" y="49"/>
                  <a:pt x="1257" y="46"/>
                  <a:pt x="1258" y="43"/>
                </a:cubicBezTo>
                <a:cubicBezTo>
                  <a:pt x="1260" y="43"/>
                  <a:pt x="1264" y="42"/>
                  <a:pt x="1267" y="41"/>
                </a:cubicBezTo>
                <a:cubicBezTo>
                  <a:pt x="1271" y="40"/>
                  <a:pt x="1274" y="38"/>
                  <a:pt x="1277" y="36"/>
                </a:cubicBezTo>
                <a:cubicBezTo>
                  <a:pt x="1280" y="33"/>
                  <a:pt x="1281" y="31"/>
                  <a:pt x="1281" y="27"/>
                </a:cubicBezTo>
                <a:cubicBezTo>
                  <a:pt x="1281" y="25"/>
                  <a:pt x="1280" y="23"/>
                  <a:pt x="1278" y="21"/>
                </a:cubicBezTo>
                <a:cubicBezTo>
                  <a:pt x="1277" y="19"/>
                  <a:pt x="1274" y="19"/>
                  <a:pt x="1271" y="19"/>
                </a:cubicBezTo>
                <a:cubicBezTo>
                  <a:pt x="1267" y="19"/>
                  <a:pt x="1264" y="20"/>
                  <a:pt x="1260" y="22"/>
                </a:cubicBezTo>
                <a:cubicBezTo>
                  <a:pt x="1257" y="24"/>
                  <a:pt x="1255" y="28"/>
                  <a:pt x="1253" y="31"/>
                </a:cubicBezTo>
                <a:cubicBezTo>
                  <a:pt x="1251" y="35"/>
                  <a:pt x="1250" y="40"/>
                  <a:pt x="1250" y="44"/>
                </a:cubicBezTo>
                <a:cubicBezTo>
                  <a:pt x="1250" y="47"/>
                  <a:pt x="1251" y="49"/>
                  <a:pt x="1252" y="52"/>
                </a:cubicBezTo>
                <a:cubicBezTo>
                  <a:pt x="1253" y="54"/>
                  <a:pt x="1254" y="56"/>
                  <a:pt x="1256" y="57"/>
                </a:cubicBezTo>
                <a:cubicBezTo>
                  <a:pt x="1258" y="59"/>
                  <a:pt x="1261" y="59"/>
                  <a:pt x="1264" y="59"/>
                </a:cubicBezTo>
                <a:cubicBezTo>
                  <a:pt x="1267" y="59"/>
                  <a:pt x="1270" y="58"/>
                  <a:pt x="1273" y="57"/>
                </a:cubicBezTo>
                <a:cubicBezTo>
                  <a:pt x="1276" y="55"/>
                  <a:pt x="1278" y="54"/>
                  <a:pt x="1279" y="52"/>
                </a:cubicBezTo>
                <a:close/>
                <a:moveTo>
                  <a:pt x="1269" y="22"/>
                </a:moveTo>
                <a:cubicBezTo>
                  <a:pt x="1271" y="22"/>
                  <a:pt x="1272" y="23"/>
                  <a:pt x="1273" y="24"/>
                </a:cubicBezTo>
                <a:cubicBezTo>
                  <a:pt x="1274" y="25"/>
                  <a:pt x="1274" y="26"/>
                  <a:pt x="1274" y="28"/>
                </a:cubicBezTo>
                <a:cubicBezTo>
                  <a:pt x="1274" y="30"/>
                  <a:pt x="1273" y="32"/>
                  <a:pt x="1272" y="34"/>
                </a:cubicBezTo>
                <a:cubicBezTo>
                  <a:pt x="1270" y="35"/>
                  <a:pt x="1268" y="37"/>
                  <a:pt x="1265" y="38"/>
                </a:cubicBezTo>
                <a:cubicBezTo>
                  <a:pt x="1263" y="39"/>
                  <a:pt x="1260" y="39"/>
                  <a:pt x="1258" y="39"/>
                </a:cubicBezTo>
                <a:cubicBezTo>
                  <a:pt x="1258" y="37"/>
                  <a:pt x="1259" y="34"/>
                  <a:pt x="1259" y="32"/>
                </a:cubicBezTo>
                <a:cubicBezTo>
                  <a:pt x="1260" y="29"/>
                  <a:pt x="1262" y="27"/>
                  <a:pt x="1263" y="25"/>
                </a:cubicBezTo>
                <a:cubicBezTo>
                  <a:pt x="1265" y="23"/>
                  <a:pt x="1267" y="22"/>
                  <a:pt x="1269" y="22"/>
                </a:cubicBezTo>
                <a:close/>
                <a:moveTo>
                  <a:pt x="1310" y="25"/>
                </a:moveTo>
                <a:cubicBezTo>
                  <a:pt x="1311" y="20"/>
                  <a:pt x="1311" y="20"/>
                  <a:pt x="1311" y="20"/>
                </a:cubicBezTo>
                <a:cubicBezTo>
                  <a:pt x="1311" y="20"/>
                  <a:pt x="1309" y="19"/>
                  <a:pt x="1308" y="19"/>
                </a:cubicBezTo>
                <a:cubicBezTo>
                  <a:pt x="1306" y="19"/>
                  <a:pt x="1304" y="19"/>
                  <a:pt x="1303" y="19"/>
                </a:cubicBezTo>
                <a:cubicBezTo>
                  <a:pt x="1300" y="19"/>
                  <a:pt x="1298" y="19"/>
                  <a:pt x="1296" y="20"/>
                </a:cubicBezTo>
                <a:cubicBezTo>
                  <a:pt x="1293" y="21"/>
                  <a:pt x="1292" y="22"/>
                  <a:pt x="1291" y="24"/>
                </a:cubicBezTo>
                <a:cubicBezTo>
                  <a:pt x="1289" y="26"/>
                  <a:pt x="1289" y="27"/>
                  <a:pt x="1289" y="30"/>
                </a:cubicBezTo>
                <a:cubicBezTo>
                  <a:pt x="1289" y="34"/>
                  <a:pt x="1291" y="38"/>
                  <a:pt x="1296" y="41"/>
                </a:cubicBezTo>
                <a:cubicBezTo>
                  <a:pt x="1298" y="43"/>
                  <a:pt x="1300" y="44"/>
                  <a:pt x="1301" y="45"/>
                </a:cubicBezTo>
                <a:cubicBezTo>
                  <a:pt x="1302" y="46"/>
                  <a:pt x="1303" y="48"/>
                  <a:pt x="1303" y="50"/>
                </a:cubicBezTo>
                <a:cubicBezTo>
                  <a:pt x="1303" y="51"/>
                  <a:pt x="1302" y="53"/>
                  <a:pt x="1301" y="54"/>
                </a:cubicBezTo>
                <a:cubicBezTo>
                  <a:pt x="1299" y="55"/>
                  <a:pt x="1297" y="55"/>
                  <a:pt x="1295" y="55"/>
                </a:cubicBezTo>
                <a:cubicBezTo>
                  <a:pt x="1293" y="55"/>
                  <a:pt x="1292" y="55"/>
                  <a:pt x="1290" y="54"/>
                </a:cubicBezTo>
                <a:cubicBezTo>
                  <a:pt x="1288" y="53"/>
                  <a:pt x="1287" y="53"/>
                  <a:pt x="1286" y="52"/>
                </a:cubicBezTo>
                <a:cubicBezTo>
                  <a:pt x="1285" y="57"/>
                  <a:pt x="1285" y="57"/>
                  <a:pt x="1285" y="57"/>
                </a:cubicBezTo>
                <a:cubicBezTo>
                  <a:pt x="1285" y="58"/>
                  <a:pt x="1287" y="58"/>
                  <a:pt x="1289" y="58"/>
                </a:cubicBezTo>
                <a:cubicBezTo>
                  <a:pt x="1291" y="59"/>
                  <a:pt x="1293" y="59"/>
                  <a:pt x="1295" y="59"/>
                </a:cubicBezTo>
                <a:cubicBezTo>
                  <a:pt x="1299" y="59"/>
                  <a:pt x="1303" y="58"/>
                  <a:pt x="1305" y="56"/>
                </a:cubicBezTo>
                <a:cubicBezTo>
                  <a:pt x="1308" y="54"/>
                  <a:pt x="1309" y="52"/>
                  <a:pt x="1309" y="48"/>
                </a:cubicBezTo>
                <a:cubicBezTo>
                  <a:pt x="1309" y="46"/>
                  <a:pt x="1309" y="45"/>
                  <a:pt x="1308" y="43"/>
                </a:cubicBezTo>
                <a:cubicBezTo>
                  <a:pt x="1307" y="42"/>
                  <a:pt x="1306" y="41"/>
                  <a:pt x="1305" y="40"/>
                </a:cubicBezTo>
                <a:cubicBezTo>
                  <a:pt x="1304" y="39"/>
                  <a:pt x="1303" y="38"/>
                  <a:pt x="1301" y="36"/>
                </a:cubicBezTo>
                <a:cubicBezTo>
                  <a:pt x="1299" y="35"/>
                  <a:pt x="1298" y="34"/>
                  <a:pt x="1297" y="32"/>
                </a:cubicBezTo>
                <a:cubicBezTo>
                  <a:pt x="1296" y="31"/>
                  <a:pt x="1295" y="30"/>
                  <a:pt x="1295" y="28"/>
                </a:cubicBezTo>
                <a:cubicBezTo>
                  <a:pt x="1295" y="26"/>
                  <a:pt x="1296" y="25"/>
                  <a:pt x="1297" y="24"/>
                </a:cubicBezTo>
                <a:cubicBezTo>
                  <a:pt x="1299" y="23"/>
                  <a:pt x="1300" y="23"/>
                  <a:pt x="1303" y="23"/>
                </a:cubicBezTo>
                <a:cubicBezTo>
                  <a:pt x="1304" y="23"/>
                  <a:pt x="1306" y="23"/>
                  <a:pt x="1307" y="24"/>
                </a:cubicBezTo>
                <a:cubicBezTo>
                  <a:pt x="1309" y="24"/>
                  <a:pt x="1310" y="25"/>
                  <a:pt x="1310" y="25"/>
                </a:cubicBezTo>
                <a:close/>
                <a:moveTo>
                  <a:pt x="1047" y="110"/>
                </a:moveTo>
                <a:cubicBezTo>
                  <a:pt x="1052" y="111"/>
                  <a:pt x="1052" y="111"/>
                  <a:pt x="1052" y="111"/>
                </a:cubicBezTo>
                <a:cubicBezTo>
                  <a:pt x="1046" y="156"/>
                  <a:pt x="1046" y="156"/>
                  <a:pt x="1046" y="156"/>
                </a:cubicBezTo>
                <a:cubicBezTo>
                  <a:pt x="1041" y="157"/>
                  <a:pt x="1041" y="157"/>
                  <a:pt x="1041" y="157"/>
                </a:cubicBezTo>
                <a:cubicBezTo>
                  <a:pt x="1041" y="159"/>
                  <a:pt x="1041" y="159"/>
                  <a:pt x="1041" y="159"/>
                </a:cubicBezTo>
                <a:cubicBezTo>
                  <a:pt x="1078" y="159"/>
                  <a:pt x="1078" y="159"/>
                  <a:pt x="1078" y="159"/>
                </a:cubicBezTo>
                <a:cubicBezTo>
                  <a:pt x="1081" y="147"/>
                  <a:pt x="1081" y="147"/>
                  <a:pt x="1081" y="147"/>
                </a:cubicBezTo>
                <a:cubicBezTo>
                  <a:pt x="1077" y="146"/>
                  <a:pt x="1077" y="146"/>
                  <a:pt x="1077" y="146"/>
                </a:cubicBezTo>
                <a:cubicBezTo>
                  <a:pt x="1073" y="155"/>
                  <a:pt x="1073" y="155"/>
                  <a:pt x="1073" y="155"/>
                </a:cubicBezTo>
                <a:cubicBezTo>
                  <a:pt x="1053" y="156"/>
                  <a:pt x="1053" y="156"/>
                  <a:pt x="1053" y="156"/>
                </a:cubicBezTo>
                <a:cubicBezTo>
                  <a:pt x="1056" y="134"/>
                  <a:pt x="1056" y="134"/>
                  <a:pt x="1056" y="134"/>
                </a:cubicBezTo>
                <a:cubicBezTo>
                  <a:pt x="1072" y="135"/>
                  <a:pt x="1072" y="135"/>
                  <a:pt x="1072" y="135"/>
                </a:cubicBezTo>
                <a:cubicBezTo>
                  <a:pt x="1073" y="130"/>
                  <a:pt x="1073" y="130"/>
                  <a:pt x="1073" y="130"/>
                </a:cubicBezTo>
                <a:cubicBezTo>
                  <a:pt x="1057" y="130"/>
                  <a:pt x="1057" y="130"/>
                  <a:pt x="1057" y="130"/>
                </a:cubicBezTo>
                <a:cubicBezTo>
                  <a:pt x="1059" y="110"/>
                  <a:pt x="1059" y="110"/>
                  <a:pt x="1059" y="110"/>
                </a:cubicBezTo>
                <a:cubicBezTo>
                  <a:pt x="1075" y="111"/>
                  <a:pt x="1075" y="111"/>
                  <a:pt x="1075" y="111"/>
                </a:cubicBezTo>
                <a:cubicBezTo>
                  <a:pt x="1076" y="118"/>
                  <a:pt x="1076" y="118"/>
                  <a:pt x="1076" y="118"/>
                </a:cubicBezTo>
                <a:cubicBezTo>
                  <a:pt x="1080" y="118"/>
                  <a:pt x="1080" y="118"/>
                  <a:pt x="1080" y="118"/>
                </a:cubicBezTo>
                <a:cubicBezTo>
                  <a:pt x="1081" y="107"/>
                  <a:pt x="1081" y="107"/>
                  <a:pt x="1081" y="107"/>
                </a:cubicBezTo>
                <a:cubicBezTo>
                  <a:pt x="1048" y="107"/>
                  <a:pt x="1048" y="107"/>
                  <a:pt x="1048" y="107"/>
                </a:cubicBezTo>
                <a:lnTo>
                  <a:pt x="1047" y="110"/>
                </a:lnTo>
                <a:close/>
                <a:moveTo>
                  <a:pt x="1100" y="129"/>
                </a:moveTo>
                <a:cubicBezTo>
                  <a:pt x="1100" y="120"/>
                  <a:pt x="1100" y="120"/>
                  <a:pt x="1100" y="120"/>
                </a:cubicBezTo>
                <a:cubicBezTo>
                  <a:pt x="1099" y="119"/>
                  <a:pt x="1099" y="119"/>
                  <a:pt x="1099" y="119"/>
                </a:cubicBezTo>
                <a:cubicBezTo>
                  <a:pt x="1090" y="121"/>
                  <a:pt x="1090" y="121"/>
                  <a:pt x="1090" y="121"/>
                </a:cubicBezTo>
                <a:cubicBezTo>
                  <a:pt x="1090" y="124"/>
                  <a:pt x="1090" y="124"/>
                  <a:pt x="1090" y="124"/>
                </a:cubicBezTo>
                <a:cubicBezTo>
                  <a:pt x="1093" y="125"/>
                  <a:pt x="1093" y="125"/>
                  <a:pt x="1093" y="125"/>
                </a:cubicBezTo>
                <a:cubicBezTo>
                  <a:pt x="1089" y="159"/>
                  <a:pt x="1089" y="159"/>
                  <a:pt x="1089" y="159"/>
                </a:cubicBezTo>
                <a:cubicBezTo>
                  <a:pt x="1095" y="159"/>
                  <a:pt x="1095" y="159"/>
                  <a:pt x="1095" y="159"/>
                </a:cubicBezTo>
                <a:cubicBezTo>
                  <a:pt x="1099" y="134"/>
                  <a:pt x="1099" y="134"/>
                  <a:pt x="1099" y="134"/>
                </a:cubicBezTo>
                <a:cubicBezTo>
                  <a:pt x="1101" y="131"/>
                  <a:pt x="1103" y="129"/>
                  <a:pt x="1105" y="127"/>
                </a:cubicBezTo>
                <a:cubicBezTo>
                  <a:pt x="1107" y="125"/>
                  <a:pt x="1109" y="124"/>
                  <a:pt x="1111" y="124"/>
                </a:cubicBezTo>
                <a:cubicBezTo>
                  <a:pt x="1113" y="124"/>
                  <a:pt x="1114" y="125"/>
                  <a:pt x="1114" y="126"/>
                </a:cubicBezTo>
                <a:cubicBezTo>
                  <a:pt x="1115" y="127"/>
                  <a:pt x="1115" y="128"/>
                  <a:pt x="1115" y="130"/>
                </a:cubicBezTo>
                <a:cubicBezTo>
                  <a:pt x="1115" y="132"/>
                  <a:pt x="1115" y="134"/>
                  <a:pt x="1115" y="135"/>
                </a:cubicBezTo>
                <a:cubicBezTo>
                  <a:pt x="1115" y="137"/>
                  <a:pt x="1114" y="140"/>
                  <a:pt x="1114" y="142"/>
                </a:cubicBezTo>
                <a:cubicBezTo>
                  <a:pt x="1114" y="144"/>
                  <a:pt x="1114" y="144"/>
                  <a:pt x="1114" y="144"/>
                </a:cubicBezTo>
                <a:cubicBezTo>
                  <a:pt x="1113" y="147"/>
                  <a:pt x="1113" y="147"/>
                  <a:pt x="1113" y="147"/>
                </a:cubicBezTo>
                <a:cubicBezTo>
                  <a:pt x="1112" y="151"/>
                  <a:pt x="1112" y="154"/>
                  <a:pt x="1112" y="156"/>
                </a:cubicBezTo>
                <a:cubicBezTo>
                  <a:pt x="1112" y="159"/>
                  <a:pt x="1113" y="160"/>
                  <a:pt x="1116" y="160"/>
                </a:cubicBezTo>
                <a:cubicBezTo>
                  <a:pt x="1117" y="160"/>
                  <a:pt x="1119" y="160"/>
                  <a:pt x="1120" y="159"/>
                </a:cubicBezTo>
                <a:cubicBezTo>
                  <a:pt x="1121" y="159"/>
                  <a:pt x="1122" y="158"/>
                  <a:pt x="1123" y="157"/>
                </a:cubicBezTo>
                <a:cubicBezTo>
                  <a:pt x="1123" y="157"/>
                  <a:pt x="1124" y="156"/>
                  <a:pt x="1124" y="156"/>
                </a:cubicBezTo>
                <a:cubicBezTo>
                  <a:pt x="1123" y="154"/>
                  <a:pt x="1123" y="154"/>
                  <a:pt x="1123" y="154"/>
                </a:cubicBezTo>
                <a:cubicBezTo>
                  <a:pt x="1122" y="155"/>
                  <a:pt x="1121" y="156"/>
                  <a:pt x="1120" y="156"/>
                </a:cubicBezTo>
                <a:cubicBezTo>
                  <a:pt x="1119" y="156"/>
                  <a:pt x="1119" y="155"/>
                  <a:pt x="1119" y="154"/>
                </a:cubicBezTo>
                <a:cubicBezTo>
                  <a:pt x="1119" y="152"/>
                  <a:pt x="1119" y="149"/>
                  <a:pt x="1120" y="145"/>
                </a:cubicBezTo>
                <a:cubicBezTo>
                  <a:pt x="1121" y="142"/>
                  <a:pt x="1121" y="142"/>
                  <a:pt x="1121" y="142"/>
                </a:cubicBezTo>
                <a:cubicBezTo>
                  <a:pt x="1121" y="140"/>
                  <a:pt x="1121" y="140"/>
                  <a:pt x="1121" y="140"/>
                </a:cubicBezTo>
                <a:cubicBezTo>
                  <a:pt x="1122" y="135"/>
                  <a:pt x="1122" y="132"/>
                  <a:pt x="1122" y="130"/>
                </a:cubicBezTo>
                <a:cubicBezTo>
                  <a:pt x="1122" y="126"/>
                  <a:pt x="1122" y="123"/>
                  <a:pt x="1120" y="122"/>
                </a:cubicBezTo>
                <a:cubicBezTo>
                  <a:pt x="1119" y="120"/>
                  <a:pt x="1117" y="119"/>
                  <a:pt x="1114" y="119"/>
                </a:cubicBezTo>
                <a:cubicBezTo>
                  <a:pt x="1112" y="119"/>
                  <a:pt x="1109" y="120"/>
                  <a:pt x="1106" y="122"/>
                </a:cubicBezTo>
                <a:cubicBezTo>
                  <a:pt x="1104" y="124"/>
                  <a:pt x="1102" y="126"/>
                  <a:pt x="1100" y="129"/>
                </a:cubicBezTo>
                <a:close/>
                <a:moveTo>
                  <a:pt x="1159" y="162"/>
                </a:moveTo>
                <a:cubicBezTo>
                  <a:pt x="1165" y="119"/>
                  <a:pt x="1165" y="119"/>
                  <a:pt x="1165" y="119"/>
                </a:cubicBezTo>
                <a:cubicBezTo>
                  <a:pt x="1160" y="121"/>
                  <a:pt x="1160" y="121"/>
                  <a:pt x="1160" y="121"/>
                </a:cubicBezTo>
                <a:cubicBezTo>
                  <a:pt x="1159" y="121"/>
                  <a:pt x="1158" y="120"/>
                  <a:pt x="1157" y="120"/>
                </a:cubicBezTo>
                <a:cubicBezTo>
                  <a:pt x="1155" y="120"/>
                  <a:pt x="1154" y="119"/>
                  <a:pt x="1153" y="119"/>
                </a:cubicBezTo>
                <a:cubicBezTo>
                  <a:pt x="1148" y="119"/>
                  <a:pt x="1144" y="121"/>
                  <a:pt x="1141" y="123"/>
                </a:cubicBezTo>
                <a:cubicBezTo>
                  <a:pt x="1137" y="126"/>
                  <a:pt x="1135" y="129"/>
                  <a:pt x="1133" y="133"/>
                </a:cubicBezTo>
                <a:cubicBezTo>
                  <a:pt x="1131" y="137"/>
                  <a:pt x="1130" y="141"/>
                  <a:pt x="1130" y="145"/>
                </a:cubicBezTo>
                <a:cubicBezTo>
                  <a:pt x="1130" y="150"/>
                  <a:pt x="1131" y="153"/>
                  <a:pt x="1133" y="156"/>
                </a:cubicBezTo>
                <a:cubicBezTo>
                  <a:pt x="1135" y="159"/>
                  <a:pt x="1138" y="160"/>
                  <a:pt x="1142" y="160"/>
                </a:cubicBezTo>
                <a:cubicBezTo>
                  <a:pt x="1144" y="160"/>
                  <a:pt x="1146" y="159"/>
                  <a:pt x="1148" y="158"/>
                </a:cubicBezTo>
                <a:cubicBezTo>
                  <a:pt x="1150" y="157"/>
                  <a:pt x="1152" y="156"/>
                  <a:pt x="1153" y="155"/>
                </a:cubicBezTo>
                <a:cubicBezTo>
                  <a:pt x="1151" y="164"/>
                  <a:pt x="1151" y="164"/>
                  <a:pt x="1151" y="164"/>
                </a:cubicBezTo>
                <a:cubicBezTo>
                  <a:pt x="1151" y="167"/>
                  <a:pt x="1150" y="169"/>
                  <a:pt x="1149" y="170"/>
                </a:cubicBezTo>
                <a:cubicBezTo>
                  <a:pt x="1147" y="172"/>
                  <a:pt x="1145" y="172"/>
                  <a:pt x="1142" y="172"/>
                </a:cubicBezTo>
                <a:cubicBezTo>
                  <a:pt x="1140" y="172"/>
                  <a:pt x="1139" y="172"/>
                  <a:pt x="1137" y="171"/>
                </a:cubicBezTo>
                <a:cubicBezTo>
                  <a:pt x="1136" y="171"/>
                  <a:pt x="1134" y="170"/>
                  <a:pt x="1133" y="170"/>
                </a:cubicBezTo>
                <a:cubicBezTo>
                  <a:pt x="1132" y="175"/>
                  <a:pt x="1132" y="175"/>
                  <a:pt x="1132" y="175"/>
                </a:cubicBezTo>
                <a:cubicBezTo>
                  <a:pt x="1132" y="176"/>
                  <a:pt x="1134" y="176"/>
                  <a:pt x="1135" y="176"/>
                </a:cubicBezTo>
                <a:cubicBezTo>
                  <a:pt x="1137" y="177"/>
                  <a:pt x="1138" y="177"/>
                  <a:pt x="1140" y="177"/>
                </a:cubicBezTo>
                <a:cubicBezTo>
                  <a:pt x="1142" y="177"/>
                  <a:pt x="1145" y="176"/>
                  <a:pt x="1148" y="175"/>
                </a:cubicBezTo>
                <a:cubicBezTo>
                  <a:pt x="1150" y="174"/>
                  <a:pt x="1153" y="173"/>
                  <a:pt x="1155" y="170"/>
                </a:cubicBezTo>
                <a:cubicBezTo>
                  <a:pt x="1157" y="168"/>
                  <a:pt x="1158" y="165"/>
                  <a:pt x="1159" y="162"/>
                </a:cubicBezTo>
                <a:close/>
                <a:moveTo>
                  <a:pt x="1157" y="125"/>
                </a:moveTo>
                <a:cubicBezTo>
                  <a:pt x="1154" y="150"/>
                  <a:pt x="1154" y="150"/>
                  <a:pt x="1154" y="150"/>
                </a:cubicBezTo>
                <a:cubicBezTo>
                  <a:pt x="1152" y="151"/>
                  <a:pt x="1151" y="153"/>
                  <a:pt x="1149" y="154"/>
                </a:cubicBezTo>
                <a:cubicBezTo>
                  <a:pt x="1148" y="155"/>
                  <a:pt x="1146" y="155"/>
                  <a:pt x="1144" y="155"/>
                </a:cubicBezTo>
                <a:cubicBezTo>
                  <a:pt x="1142" y="155"/>
                  <a:pt x="1140" y="155"/>
                  <a:pt x="1139" y="153"/>
                </a:cubicBezTo>
                <a:cubicBezTo>
                  <a:pt x="1138" y="151"/>
                  <a:pt x="1138" y="148"/>
                  <a:pt x="1138" y="145"/>
                </a:cubicBezTo>
                <a:cubicBezTo>
                  <a:pt x="1138" y="142"/>
                  <a:pt x="1138" y="138"/>
                  <a:pt x="1139" y="135"/>
                </a:cubicBezTo>
                <a:cubicBezTo>
                  <a:pt x="1140" y="132"/>
                  <a:pt x="1142" y="129"/>
                  <a:pt x="1144" y="127"/>
                </a:cubicBezTo>
                <a:cubicBezTo>
                  <a:pt x="1146" y="124"/>
                  <a:pt x="1149" y="123"/>
                  <a:pt x="1152" y="123"/>
                </a:cubicBezTo>
                <a:cubicBezTo>
                  <a:pt x="1154" y="123"/>
                  <a:pt x="1156" y="124"/>
                  <a:pt x="1157" y="125"/>
                </a:cubicBezTo>
                <a:close/>
                <a:moveTo>
                  <a:pt x="1181" y="153"/>
                </a:moveTo>
                <a:cubicBezTo>
                  <a:pt x="1185" y="120"/>
                  <a:pt x="1185" y="120"/>
                  <a:pt x="1185" y="120"/>
                </a:cubicBezTo>
                <a:cubicBezTo>
                  <a:pt x="1184" y="119"/>
                  <a:pt x="1184" y="119"/>
                  <a:pt x="1184" y="119"/>
                </a:cubicBezTo>
                <a:cubicBezTo>
                  <a:pt x="1174" y="121"/>
                  <a:pt x="1174" y="121"/>
                  <a:pt x="1174" y="121"/>
                </a:cubicBezTo>
                <a:cubicBezTo>
                  <a:pt x="1173" y="123"/>
                  <a:pt x="1173" y="123"/>
                  <a:pt x="1173" y="123"/>
                </a:cubicBezTo>
                <a:cubicBezTo>
                  <a:pt x="1178" y="125"/>
                  <a:pt x="1178" y="125"/>
                  <a:pt x="1178" y="125"/>
                </a:cubicBezTo>
                <a:cubicBezTo>
                  <a:pt x="1177" y="132"/>
                  <a:pt x="1176" y="138"/>
                  <a:pt x="1175" y="142"/>
                </a:cubicBezTo>
                <a:cubicBezTo>
                  <a:pt x="1174" y="150"/>
                  <a:pt x="1174" y="154"/>
                  <a:pt x="1173" y="156"/>
                </a:cubicBezTo>
                <a:cubicBezTo>
                  <a:pt x="1173" y="157"/>
                  <a:pt x="1174" y="158"/>
                  <a:pt x="1174" y="159"/>
                </a:cubicBezTo>
                <a:cubicBezTo>
                  <a:pt x="1175" y="160"/>
                  <a:pt x="1176" y="160"/>
                  <a:pt x="1178" y="160"/>
                </a:cubicBezTo>
                <a:cubicBezTo>
                  <a:pt x="1180" y="160"/>
                  <a:pt x="1182" y="159"/>
                  <a:pt x="1183" y="158"/>
                </a:cubicBezTo>
                <a:cubicBezTo>
                  <a:pt x="1184" y="157"/>
                  <a:pt x="1185" y="156"/>
                  <a:pt x="1186" y="155"/>
                </a:cubicBezTo>
                <a:cubicBezTo>
                  <a:pt x="1185" y="154"/>
                  <a:pt x="1185" y="154"/>
                  <a:pt x="1185" y="154"/>
                </a:cubicBezTo>
                <a:cubicBezTo>
                  <a:pt x="1184" y="154"/>
                  <a:pt x="1184" y="155"/>
                  <a:pt x="1183" y="155"/>
                </a:cubicBezTo>
                <a:cubicBezTo>
                  <a:pt x="1183" y="156"/>
                  <a:pt x="1182" y="156"/>
                  <a:pt x="1182" y="156"/>
                </a:cubicBezTo>
                <a:cubicBezTo>
                  <a:pt x="1181" y="156"/>
                  <a:pt x="1181" y="156"/>
                  <a:pt x="1181" y="155"/>
                </a:cubicBezTo>
                <a:cubicBezTo>
                  <a:pt x="1181" y="155"/>
                  <a:pt x="1180" y="155"/>
                  <a:pt x="1180" y="154"/>
                </a:cubicBezTo>
                <a:lnTo>
                  <a:pt x="1181" y="153"/>
                </a:lnTo>
                <a:close/>
                <a:moveTo>
                  <a:pt x="1183" y="112"/>
                </a:moveTo>
                <a:cubicBezTo>
                  <a:pt x="1184" y="112"/>
                  <a:pt x="1185" y="111"/>
                  <a:pt x="1186" y="110"/>
                </a:cubicBezTo>
                <a:cubicBezTo>
                  <a:pt x="1187" y="109"/>
                  <a:pt x="1188" y="108"/>
                  <a:pt x="1188" y="107"/>
                </a:cubicBezTo>
                <a:cubicBezTo>
                  <a:pt x="1188" y="106"/>
                  <a:pt x="1187" y="105"/>
                  <a:pt x="1187" y="104"/>
                </a:cubicBezTo>
                <a:cubicBezTo>
                  <a:pt x="1186" y="103"/>
                  <a:pt x="1185" y="103"/>
                  <a:pt x="1184" y="103"/>
                </a:cubicBezTo>
                <a:cubicBezTo>
                  <a:pt x="1182" y="103"/>
                  <a:pt x="1181" y="103"/>
                  <a:pt x="1180" y="104"/>
                </a:cubicBezTo>
                <a:cubicBezTo>
                  <a:pt x="1180" y="105"/>
                  <a:pt x="1179" y="107"/>
                  <a:pt x="1179" y="108"/>
                </a:cubicBezTo>
                <a:cubicBezTo>
                  <a:pt x="1179" y="109"/>
                  <a:pt x="1179" y="110"/>
                  <a:pt x="1180" y="111"/>
                </a:cubicBezTo>
                <a:cubicBezTo>
                  <a:pt x="1181" y="111"/>
                  <a:pt x="1182" y="112"/>
                  <a:pt x="1183" y="112"/>
                </a:cubicBezTo>
                <a:close/>
                <a:moveTo>
                  <a:pt x="1207" y="129"/>
                </a:moveTo>
                <a:cubicBezTo>
                  <a:pt x="1208" y="120"/>
                  <a:pt x="1208" y="120"/>
                  <a:pt x="1208" y="120"/>
                </a:cubicBezTo>
                <a:cubicBezTo>
                  <a:pt x="1207" y="119"/>
                  <a:pt x="1207" y="119"/>
                  <a:pt x="1207" y="119"/>
                </a:cubicBezTo>
                <a:cubicBezTo>
                  <a:pt x="1198" y="121"/>
                  <a:pt x="1198" y="121"/>
                  <a:pt x="1198" y="121"/>
                </a:cubicBezTo>
                <a:cubicBezTo>
                  <a:pt x="1198" y="124"/>
                  <a:pt x="1198" y="124"/>
                  <a:pt x="1198" y="124"/>
                </a:cubicBezTo>
                <a:cubicBezTo>
                  <a:pt x="1201" y="125"/>
                  <a:pt x="1201" y="125"/>
                  <a:pt x="1201" y="125"/>
                </a:cubicBezTo>
                <a:cubicBezTo>
                  <a:pt x="1196" y="159"/>
                  <a:pt x="1196" y="159"/>
                  <a:pt x="1196" y="159"/>
                </a:cubicBezTo>
                <a:cubicBezTo>
                  <a:pt x="1203" y="159"/>
                  <a:pt x="1203" y="159"/>
                  <a:pt x="1203" y="159"/>
                </a:cubicBezTo>
                <a:cubicBezTo>
                  <a:pt x="1207" y="134"/>
                  <a:pt x="1207" y="134"/>
                  <a:pt x="1207" y="134"/>
                </a:cubicBezTo>
                <a:cubicBezTo>
                  <a:pt x="1208" y="131"/>
                  <a:pt x="1210" y="129"/>
                  <a:pt x="1213" y="127"/>
                </a:cubicBezTo>
                <a:cubicBezTo>
                  <a:pt x="1215" y="125"/>
                  <a:pt x="1217" y="124"/>
                  <a:pt x="1219" y="124"/>
                </a:cubicBezTo>
                <a:cubicBezTo>
                  <a:pt x="1220" y="124"/>
                  <a:pt x="1221" y="125"/>
                  <a:pt x="1222" y="126"/>
                </a:cubicBezTo>
                <a:cubicBezTo>
                  <a:pt x="1223" y="127"/>
                  <a:pt x="1223" y="128"/>
                  <a:pt x="1223" y="130"/>
                </a:cubicBezTo>
                <a:cubicBezTo>
                  <a:pt x="1223" y="132"/>
                  <a:pt x="1223" y="134"/>
                  <a:pt x="1223" y="135"/>
                </a:cubicBezTo>
                <a:cubicBezTo>
                  <a:pt x="1222" y="137"/>
                  <a:pt x="1222" y="140"/>
                  <a:pt x="1222" y="142"/>
                </a:cubicBezTo>
                <a:cubicBezTo>
                  <a:pt x="1221" y="144"/>
                  <a:pt x="1221" y="144"/>
                  <a:pt x="1221" y="144"/>
                </a:cubicBezTo>
                <a:cubicBezTo>
                  <a:pt x="1221" y="147"/>
                  <a:pt x="1221" y="147"/>
                  <a:pt x="1221" y="147"/>
                </a:cubicBezTo>
                <a:cubicBezTo>
                  <a:pt x="1220" y="151"/>
                  <a:pt x="1219" y="154"/>
                  <a:pt x="1219" y="156"/>
                </a:cubicBezTo>
                <a:cubicBezTo>
                  <a:pt x="1219" y="159"/>
                  <a:pt x="1221" y="160"/>
                  <a:pt x="1224" y="160"/>
                </a:cubicBezTo>
                <a:cubicBezTo>
                  <a:pt x="1225" y="160"/>
                  <a:pt x="1226" y="160"/>
                  <a:pt x="1227" y="159"/>
                </a:cubicBezTo>
                <a:cubicBezTo>
                  <a:pt x="1228" y="159"/>
                  <a:pt x="1229" y="158"/>
                  <a:pt x="1230" y="157"/>
                </a:cubicBezTo>
                <a:cubicBezTo>
                  <a:pt x="1231" y="157"/>
                  <a:pt x="1231" y="156"/>
                  <a:pt x="1232" y="156"/>
                </a:cubicBezTo>
                <a:cubicBezTo>
                  <a:pt x="1231" y="154"/>
                  <a:pt x="1231" y="154"/>
                  <a:pt x="1231" y="154"/>
                </a:cubicBezTo>
                <a:cubicBezTo>
                  <a:pt x="1229" y="155"/>
                  <a:pt x="1228" y="156"/>
                  <a:pt x="1227" y="156"/>
                </a:cubicBezTo>
                <a:cubicBezTo>
                  <a:pt x="1227" y="156"/>
                  <a:pt x="1227" y="155"/>
                  <a:pt x="1227" y="154"/>
                </a:cubicBezTo>
                <a:cubicBezTo>
                  <a:pt x="1227" y="152"/>
                  <a:pt x="1227" y="149"/>
                  <a:pt x="1228" y="145"/>
                </a:cubicBezTo>
                <a:cubicBezTo>
                  <a:pt x="1228" y="142"/>
                  <a:pt x="1228" y="142"/>
                  <a:pt x="1228" y="142"/>
                </a:cubicBezTo>
                <a:cubicBezTo>
                  <a:pt x="1229" y="140"/>
                  <a:pt x="1229" y="140"/>
                  <a:pt x="1229" y="140"/>
                </a:cubicBezTo>
                <a:cubicBezTo>
                  <a:pt x="1230" y="135"/>
                  <a:pt x="1230" y="132"/>
                  <a:pt x="1230" y="130"/>
                </a:cubicBezTo>
                <a:cubicBezTo>
                  <a:pt x="1230" y="126"/>
                  <a:pt x="1229" y="123"/>
                  <a:pt x="1228" y="122"/>
                </a:cubicBezTo>
                <a:cubicBezTo>
                  <a:pt x="1227" y="120"/>
                  <a:pt x="1225" y="119"/>
                  <a:pt x="1222" y="119"/>
                </a:cubicBezTo>
                <a:cubicBezTo>
                  <a:pt x="1219" y="119"/>
                  <a:pt x="1217" y="120"/>
                  <a:pt x="1214" y="122"/>
                </a:cubicBezTo>
                <a:cubicBezTo>
                  <a:pt x="1211" y="124"/>
                  <a:pt x="1209" y="126"/>
                  <a:pt x="1207" y="129"/>
                </a:cubicBezTo>
                <a:close/>
                <a:moveTo>
                  <a:pt x="1267" y="153"/>
                </a:moveTo>
                <a:cubicBezTo>
                  <a:pt x="1266" y="150"/>
                  <a:pt x="1266" y="150"/>
                  <a:pt x="1266" y="150"/>
                </a:cubicBezTo>
                <a:cubicBezTo>
                  <a:pt x="1264" y="152"/>
                  <a:pt x="1262" y="153"/>
                  <a:pt x="1260" y="154"/>
                </a:cubicBezTo>
                <a:cubicBezTo>
                  <a:pt x="1258" y="155"/>
                  <a:pt x="1256" y="156"/>
                  <a:pt x="1254" y="156"/>
                </a:cubicBezTo>
                <a:cubicBezTo>
                  <a:pt x="1251" y="156"/>
                  <a:pt x="1249" y="154"/>
                  <a:pt x="1248" y="152"/>
                </a:cubicBezTo>
                <a:cubicBezTo>
                  <a:pt x="1246" y="150"/>
                  <a:pt x="1246" y="147"/>
                  <a:pt x="1246" y="143"/>
                </a:cubicBezTo>
                <a:cubicBezTo>
                  <a:pt x="1249" y="143"/>
                  <a:pt x="1252" y="143"/>
                  <a:pt x="1256" y="142"/>
                </a:cubicBezTo>
                <a:cubicBezTo>
                  <a:pt x="1259" y="140"/>
                  <a:pt x="1263" y="139"/>
                  <a:pt x="1265" y="136"/>
                </a:cubicBezTo>
                <a:cubicBezTo>
                  <a:pt x="1268" y="134"/>
                  <a:pt x="1269" y="131"/>
                  <a:pt x="1269" y="128"/>
                </a:cubicBezTo>
                <a:cubicBezTo>
                  <a:pt x="1269" y="125"/>
                  <a:pt x="1268" y="123"/>
                  <a:pt x="1267" y="122"/>
                </a:cubicBezTo>
                <a:cubicBezTo>
                  <a:pt x="1265" y="120"/>
                  <a:pt x="1263" y="119"/>
                  <a:pt x="1259" y="119"/>
                </a:cubicBezTo>
                <a:cubicBezTo>
                  <a:pt x="1255" y="119"/>
                  <a:pt x="1252" y="121"/>
                  <a:pt x="1249" y="123"/>
                </a:cubicBezTo>
                <a:cubicBezTo>
                  <a:pt x="1246" y="125"/>
                  <a:pt x="1243" y="128"/>
                  <a:pt x="1241" y="132"/>
                </a:cubicBezTo>
                <a:cubicBezTo>
                  <a:pt x="1240" y="136"/>
                  <a:pt x="1239" y="140"/>
                  <a:pt x="1239" y="145"/>
                </a:cubicBezTo>
                <a:cubicBezTo>
                  <a:pt x="1239" y="147"/>
                  <a:pt x="1239" y="150"/>
                  <a:pt x="1240" y="152"/>
                </a:cubicBezTo>
                <a:cubicBezTo>
                  <a:pt x="1241" y="155"/>
                  <a:pt x="1243" y="156"/>
                  <a:pt x="1245" y="158"/>
                </a:cubicBezTo>
                <a:cubicBezTo>
                  <a:pt x="1247" y="159"/>
                  <a:pt x="1249" y="160"/>
                  <a:pt x="1253" y="160"/>
                </a:cubicBezTo>
                <a:cubicBezTo>
                  <a:pt x="1256" y="160"/>
                  <a:pt x="1259" y="159"/>
                  <a:pt x="1261" y="158"/>
                </a:cubicBezTo>
                <a:cubicBezTo>
                  <a:pt x="1264" y="156"/>
                  <a:pt x="1266" y="154"/>
                  <a:pt x="1267" y="153"/>
                </a:cubicBezTo>
                <a:close/>
                <a:moveTo>
                  <a:pt x="1258" y="123"/>
                </a:moveTo>
                <a:cubicBezTo>
                  <a:pt x="1259" y="123"/>
                  <a:pt x="1260" y="124"/>
                  <a:pt x="1261" y="125"/>
                </a:cubicBezTo>
                <a:cubicBezTo>
                  <a:pt x="1262" y="125"/>
                  <a:pt x="1263" y="127"/>
                  <a:pt x="1263" y="129"/>
                </a:cubicBezTo>
                <a:cubicBezTo>
                  <a:pt x="1263" y="131"/>
                  <a:pt x="1262" y="133"/>
                  <a:pt x="1260" y="135"/>
                </a:cubicBezTo>
                <a:cubicBezTo>
                  <a:pt x="1258" y="136"/>
                  <a:pt x="1256" y="138"/>
                  <a:pt x="1253" y="139"/>
                </a:cubicBezTo>
                <a:cubicBezTo>
                  <a:pt x="1251" y="139"/>
                  <a:pt x="1248" y="140"/>
                  <a:pt x="1246" y="140"/>
                </a:cubicBezTo>
                <a:cubicBezTo>
                  <a:pt x="1246" y="138"/>
                  <a:pt x="1247" y="135"/>
                  <a:pt x="1248" y="132"/>
                </a:cubicBezTo>
                <a:cubicBezTo>
                  <a:pt x="1249" y="130"/>
                  <a:pt x="1250" y="127"/>
                  <a:pt x="1252" y="126"/>
                </a:cubicBezTo>
                <a:cubicBezTo>
                  <a:pt x="1254" y="124"/>
                  <a:pt x="1255" y="123"/>
                  <a:pt x="1258" y="123"/>
                </a:cubicBezTo>
                <a:close/>
                <a:moveTo>
                  <a:pt x="1303" y="153"/>
                </a:moveTo>
                <a:cubicBezTo>
                  <a:pt x="1302" y="150"/>
                  <a:pt x="1302" y="150"/>
                  <a:pt x="1302" y="150"/>
                </a:cubicBezTo>
                <a:cubicBezTo>
                  <a:pt x="1300" y="152"/>
                  <a:pt x="1298" y="153"/>
                  <a:pt x="1296" y="154"/>
                </a:cubicBezTo>
                <a:cubicBezTo>
                  <a:pt x="1294" y="155"/>
                  <a:pt x="1292" y="156"/>
                  <a:pt x="1290" y="156"/>
                </a:cubicBezTo>
                <a:cubicBezTo>
                  <a:pt x="1287" y="156"/>
                  <a:pt x="1285" y="154"/>
                  <a:pt x="1284" y="152"/>
                </a:cubicBezTo>
                <a:cubicBezTo>
                  <a:pt x="1282" y="150"/>
                  <a:pt x="1282" y="147"/>
                  <a:pt x="1282" y="143"/>
                </a:cubicBezTo>
                <a:cubicBezTo>
                  <a:pt x="1285" y="143"/>
                  <a:pt x="1288" y="143"/>
                  <a:pt x="1292" y="142"/>
                </a:cubicBezTo>
                <a:cubicBezTo>
                  <a:pt x="1295" y="140"/>
                  <a:pt x="1299" y="139"/>
                  <a:pt x="1301" y="136"/>
                </a:cubicBezTo>
                <a:cubicBezTo>
                  <a:pt x="1304" y="134"/>
                  <a:pt x="1305" y="131"/>
                  <a:pt x="1305" y="128"/>
                </a:cubicBezTo>
                <a:cubicBezTo>
                  <a:pt x="1305" y="125"/>
                  <a:pt x="1304" y="123"/>
                  <a:pt x="1303" y="122"/>
                </a:cubicBezTo>
                <a:cubicBezTo>
                  <a:pt x="1301" y="120"/>
                  <a:pt x="1299" y="119"/>
                  <a:pt x="1295" y="119"/>
                </a:cubicBezTo>
                <a:cubicBezTo>
                  <a:pt x="1291" y="119"/>
                  <a:pt x="1288" y="121"/>
                  <a:pt x="1285" y="123"/>
                </a:cubicBezTo>
                <a:cubicBezTo>
                  <a:pt x="1282" y="125"/>
                  <a:pt x="1279" y="128"/>
                  <a:pt x="1277" y="132"/>
                </a:cubicBezTo>
                <a:cubicBezTo>
                  <a:pt x="1275" y="136"/>
                  <a:pt x="1275" y="140"/>
                  <a:pt x="1275" y="145"/>
                </a:cubicBezTo>
                <a:cubicBezTo>
                  <a:pt x="1275" y="147"/>
                  <a:pt x="1275" y="150"/>
                  <a:pt x="1276" y="152"/>
                </a:cubicBezTo>
                <a:cubicBezTo>
                  <a:pt x="1277" y="155"/>
                  <a:pt x="1279" y="156"/>
                  <a:pt x="1281" y="158"/>
                </a:cubicBezTo>
                <a:cubicBezTo>
                  <a:pt x="1283" y="159"/>
                  <a:pt x="1285" y="160"/>
                  <a:pt x="1288" y="160"/>
                </a:cubicBezTo>
                <a:cubicBezTo>
                  <a:pt x="1292" y="160"/>
                  <a:pt x="1295" y="159"/>
                  <a:pt x="1297" y="158"/>
                </a:cubicBezTo>
                <a:cubicBezTo>
                  <a:pt x="1300" y="156"/>
                  <a:pt x="1302" y="154"/>
                  <a:pt x="1303" y="153"/>
                </a:cubicBezTo>
                <a:close/>
                <a:moveTo>
                  <a:pt x="1294" y="123"/>
                </a:moveTo>
                <a:cubicBezTo>
                  <a:pt x="1295" y="123"/>
                  <a:pt x="1296" y="124"/>
                  <a:pt x="1297" y="125"/>
                </a:cubicBezTo>
                <a:cubicBezTo>
                  <a:pt x="1298" y="125"/>
                  <a:pt x="1298" y="127"/>
                  <a:pt x="1298" y="129"/>
                </a:cubicBezTo>
                <a:cubicBezTo>
                  <a:pt x="1298" y="131"/>
                  <a:pt x="1298" y="133"/>
                  <a:pt x="1296" y="135"/>
                </a:cubicBezTo>
                <a:cubicBezTo>
                  <a:pt x="1294" y="136"/>
                  <a:pt x="1292" y="138"/>
                  <a:pt x="1289" y="139"/>
                </a:cubicBezTo>
                <a:cubicBezTo>
                  <a:pt x="1287" y="139"/>
                  <a:pt x="1284" y="140"/>
                  <a:pt x="1282" y="140"/>
                </a:cubicBezTo>
                <a:cubicBezTo>
                  <a:pt x="1282" y="138"/>
                  <a:pt x="1283" y="135"/>
                  <a:pt x="1284" y="132"/>
                </a:cubicBezTo>
                <a:cubicBezTo>
                  <a:pt x="1285" y="130"/>
                  <a:pt x="1286" y="127"/>
                  <a:pt x="1288" y="126"/>
                </a:cubicBezTo>
                <a:cubicBezTo>
                  <a:pt x="1289" y="124"/>
                  <a:pt x="1291" y="123"/>
                  <a:pt x="1294" y="123"/>
                </a:cubicBezTo>
                <a:close/>
                <a:moveTo>
                  <a:pt x="1322" y="129"/>
                </a:moveTo>
                <a:cubicBezTo>
                  <a:pt x="1323" y="127"/>
                  <a:pt x="1323" y="127"/>
                  <a:pt x="1323" y="127"/>
                </a:cubicBezTo>
                <a:cubicBezTo>
                  <a:pt x="1323" y="120"/>
                  <a:pt x="1323" y="120"/>
                  <a:pt x="1323" y="120"/>
                </a:cubicBezTo>
                <a:cubicBezTo>
                  <a:pt x="1322" y="119"/>
                  <a:pt x="1322" y="119"/>
                  <a:pt x="1322" y="119"/>
                </a:cubicBezTo>
                <a:cubicBezTo>
                  <a:pt x="1314" y="121"/>
                  <a:pt x="1314" y="121"/>
                  <a:pt x="1314" y="121"/>
                </a:cubicBezTo>
                <a:cubicBezTo>
                  <a:pt x="1313" y="124"/>
                  <a:pt x="1313" y="124"/>
                  <a:pt x="1313" y="124"/>
                </a:cubicBezTo>
                <a:cubicBezTo>
                  <a:pt x="1317" y="125"/>
                  <a:pt x="1317" y="125"/>
                  <a:pt x="1317" y="125"/>
                </a:cubicBezTo>
                <a:cubicBezTo>
                  <a:pt x="1312" y="159"/>
                  <a:pt x="1312" y="159"/>
                  <a:pt x="1312" y="159"/>
                </a:cubicBezTo>
                <a:cubicBezTo>
                  <a:pt x="1319" y="159"/>
                  <a:pt x="1319" y="159"/>
                  <a:pt x="1319" y="159"/>
                </a:cubicBezTo>
                <a:cubicBezTo>
                  <a:pt x="1322" y="134"/>
                  <a:pt x="1322" y="134"/>
                  <a:pt x="1322" y="134"/>
                </a:cubicBezTo>
                <a:cubicBezTo>
                  <a:pt x="1323" y="132"/>
                  <a:pt x="1325" y="130"/>
                  <a:pt x="1327" y="129"/>
                </a:cubicBezTo>
                <a:cubicBezTo>
                  <a:pt x="1329" y="127"/>
                  <a:pt x="1331" y="127"/>
                  <a:pt x="1333" y="127"/>
                </a:cubicBezTo>
                <a:cubicBezTo>
                  <a:pt x="1334" y="127"/>
                  <a:pt x="1335" y="127"/>
                  <a:pt x="1336" y="127"/>
                </a:cubicBezTo>
                <a:cubicBezTo>
                  <a:pt x="1338" y="120"/>
                  <a:pt x="1338" y="120"/>
                  <a:pt x="1338" y="120"/>
                </a:cubicBezTo>
                <a:cubicBezTo>
                  <a:pt x="1337" y="120"/>
                  <a:pt x="1336" y="119"/>
                  <a:pt x="1335" y="119"/>
                </a:cubicBezTo>
                <a:cubicBezTo>
                  <a:pt x="1333" y="119"/>
                  <a:pt x="1331" y="120"/>
                  <a:pt x="1330" y="121"/>
                </a:cubicBezTo>
                <a:cubicBezTo>
                  <a:pt x="1328" y="122"/>
                  <a:pt x="1326" y="123"/>
                  <a:pt x="1325" y="125"/>
                </a:cubicBezTo>
                <a:cubicBezTo>
                  <a:pt x="1324" y="126"/>
                  <a:pt x="1323" y="128"/>
                  <a:pt x="1322" y="129"/>
                </a:cubicBezTo>
                <a:close/>
                <a:moveTo>
                  <a:pt x="1349" y="153"/>
                </a:moveTo>
                <a:cubicBezTo>
                  <a:pt x="1354" y="120"/>
                  <a:pt x="1354" y="120"/>
                  <a:pt x="1354" y="120"/>
                </a:cubicBezTo>
                <a:cubicBezTo>
                  <a:pt x="1352" y="119"/>
                  <a:pt x="1352" y="119"/>
                  <a:pt x="1352" y="119"/>
                </a:cubicBezTo>
                <a:cubicBezTo>
                  <a:pt x="1342" y="121"/>
                  <a:pt x="1342" y="121"/>
                  <a:pt x="1342" y="121"/>
                </a:cubicBezTo>
                <a:cubicBezTo>
                  <a:pt x="1342" y="123"/>
                  <a:pt x="1342" y="123"/>
                  <a:pt x="1342" y="123"/>
                </a:cubicBezTo>
                <a:cubicBezTo>
                  <a:pt x="1346" y="125"/>
                  <a:pt x="1346" y="125"/>
                  <a:pt x="1346" y="125"/>
                </a:cubicBezTo>
                <a:cubicBezTo>
                  <a:pt x="1345" y="132"/>
                  <a:pt x="1345" y="138"/>
                  <a:pt x="1344" y="142"/>
                </a:cubicBezTo>
                <a:cubicBezTo>
                  <a:pt x="1343" y="150"/>
                  <a:pt x="1342" y="154"/>
                  <a:pt x="1342" y="156"/>
                </a:cubicBezTo>
                <a:cubicBezTo>
                  <a:pt x="1342" y="157"/>
                  <a:pt x="1342" y="158"/>
                  <a:pt x="1343" y="159"/>
                </a:cubicBezTo>
                <a:cubicBezTo>
                  <a:pt x="1344" y="160"/>
                  <a:pt x="1345" y="160"/>
                  <a:pt x="1347" y="160"/>
                </a:cubicBezTo>
                <a:cubicBezTo>
                  <a:pt x="1349" y="160"/>
                  <a:pt x="1350" y="159"/>
                  <a:pt x="1352" y="158"/>
                </a:cubicBezTo>
                <a:cubicBezTo>
                  <a:pt x="1353" y="157"/>
                  <a:pt x="1354" y="156"/>
                  <a:pt x="1355" y="155"/>
                </a:cubicBezTo>
                <a:cubicBezTo>
                  <a:pt x="1354" y="154"/>
                  <a:pt x="1354" y="154"/>
                  <a:pt x="1354" y="154"/>
                </a:cubicBezTo>
                <a:cubicBezTo>
                  <a:pt x="1353" y="154"/>
                  <a:pt x="1352" y="155"/>
                  <a:pt x="1352" y="155"/>
                </a:cubicBezTo>
                <a:cubicBezTo>
                  <a:pt x="1351" y="156"/>
                  <a:pt x="1351" y="156"/>
                  <a:pt x="1350" y="156"/>
                </a:cubicBezTo>
                <a:cubicBezTo>
                  <a:pt x="1350" y="156"/>
                  <a:pt x="1350" y="156"/>
                  <a:pt x="1349" y="155"/>
                </a:cubicBezTo>
                <a:cubicBezTo>
                  <a:pt x="1349" y="155"/>
                  <a:pt x="1349" y="155"/>
                  <a:pt x="1349" y="154"/>
                </a:cubicBezTo>
                <a:lnTo>
                  <a:pt x="1349" y="153"/>
                </a:lnTo>
                <a:close/>
                <a:moveTo>
                  <a:pt x="1351" y="112"/>
                </a:moveTo>
                <a:cubicBezTo>
                  <a:pt x="1353" y="112"/>
                  <a:pt x="1354" y="111"/>
                  <a:pt x="1355" y="110"/>
                </a:cubicBezTo>
                <a:cubicBezTo>
                  <a:pt x="1356" y="109"/>
                  <a:pt x="1356" y="108"/>
                  <a:pt x="1356" y="107"/>
                </a:cubicBezTo>
                <a:cubicBezTo>
                  <a:pt x="1356" y="106"/>
                  <a:pt x="1356" y="105"/>
                  <a:pt x="1355" y="104"/>
                </a:cubicBezTo>
                <a:cubicBezTo>
                  <a:pt x="1354" y="103"/>
                  <a:pt x="1353" y="103"/>
                  <a:pt x="1352" y="103"/>
                </a:cubicBezTo>
                <a:cubicBezTo>
                  <a:pt x="1351" y="103"/>
                  <a:pt x="1350" y="103"/>
                  <a:pt x="1349" y="104"/>
                </a:cubicBezTo>
                <a:cubicBezTo>
                  <a:pt x="1348" y="105"/>
                  <a:pt x="1348" y="107"/>
                  <a:pt x="1348" y="108"/>
                </a:cubicBezTo>
                <a:cubicBezTo>
                  <a:pt x="1348" y="109"/>
                  <a:pt x="1348" y="110"/>
                  <a:pt x="1349" y="111"/>
                </a:cubicBezTo>
                <a:cubicBezTo>
                  <a:pt x="1350" y="111"/>
                  <a:pt x="1350" y="112"/>
                  <a:pt x="1351" y="112"/>
                </a:cubicBezTo>
                <a:close/>
                <a:moveTo>
                  <a:pt x="1374" y="129"/>
                </a:moveTo>
                <a:cubicBezTo>
                  <a:pt x="1375" y="120"/>
                  <a:pt x="1375" y="120"/>
                  <a:pt x="1375" y="120"/>
                </a:cubicBezTo>
                <a:cubicBezTo>
                  <a:pt x="1374" y="119"/>
                  <a:pt x="1374" y="119"/>
                  <a:pt x="1374" y="119"/>
                </a:cubicBezTo>
                <a:cubicBezTo>
                  <a:pt x="1365" y="121"/>
                  <a:pt x="1365" y="121"/>
                  <a:pt x="1365" y="121"/>
                </a:cubicBezTo>
                <a:cubicBezTo>
                  <a:pt x="1365" y="124"/>
                  <a:pt x="1365" y="124"/>
                  <a:pt x="1365" y="124"/>
                </a:cubicBezTo>
                <a:cubicBezTo>
                  <a:pt x="1368" y="125"/>
                  <a:pt x="1368" y="125"/>
                  <a:pt x="1368" y="125"/>
                </a:cubicBezTo>
                <a:cubicBezTo>
                  <a:pt x="1364" y="159"/>
                  <a:pt x="1364" y="159"/>
                  <a:pt x="1364" y="159"/>
                </a:cubicBezTo>
                <a:cubicBezTo>
                  <a:pt x="1370" y="159"/>
                  <a:pt x="1370" y="159"/>
                  <a:pt x="1370" y="159"/>
                </a:cubicBezTo>
                <a:cubicBezTo>
                  <a:pt x="1374" y="134"/>
                  <a:pt x="1374" y="134"/>
                  <a:pt x="1374" y="134"/>
                </a:cubicBezTo>
                <a:cubicBezTo>
                  <a:pt x="1375" y="131"/>
                  <a:pt x="1377" y="129"/>
                  <a:pt x="1380" y="127"/>
                </a:cubicBezTo>
                <a:cubicBezTo>
                  <a:pt x="1382" y="125"/>
                  <a:pt x="1384" y="124"/>
                  <a:pt x="1386" y="124"/>
                </a:cubicBezTo>
                <a:cubicBezTo>
                  <a:pt x="1388" y="124"/>
                  <a:pt x="1389" y="125"/>
                  <a:pt x="1389" y="126"/>
                </a:cubicBezTo>
                <a:cubicBezTo>
                  <a:pt x="1390" y="127"/>
                  <a:pt x="1390" y="128"/>
                  <a:pt x="1390" y="130"/>
                </a:cubicBezTo>
                <a:cubicBezTo>
                  <a:pt x="1390" y="132"/>
                  <a:pt x="1390" y="134"/>
                  <a:pt x="1390" y="135"/>
                </a:cubicBezTo>
                <a:cubicBezTo>
                  <a:pt x="1390" y="137"/>
                  <a:pt x="1389" y="140"/>
                  <a:pt x="1389" y="142"/>
                </a:cubicBezTo>
                <a:cubicBezTo>
                  <a:pt x="1388" y="144"/>
                  <a:pt x="1388" y="144"/>
                  <a:pt x="1388" y="144"/>
                </a:cubicBezTo>
                <a:cubicBezTo>
                  <a:pt x="1388" y="147"/>
                  <a:pt x="1388" y="147"/>
                  <a:pt x="1388" y="147"/>
                </a:cubicBezTo>
                <a:cubicBezTo>
                  <a:pt x="1387" y="151"/>
                  <a:pt x="1387" y="154"/>
                  <a:pt x="1387" y="156"/>
                </a:cubicBezTo>
                <a:cubicBezTo>
                  <a:pt x="1387" y="159"/>
                  <a:pt x="1388" y="160"/>
                  <a:pt x="1391" y="160"/>
                </a:cubicBezTo>
                <a:cubicBezTo>
                  <a:pt x="1392" y="160"/>
                  <a:pt x="1394" y="160"/>
                  <a:pt x="1395" y="159"/>
                </a:cubicBezTo>
                <a:cubicBezTo>
                  <a:pt x="1396" y="159"/>
                  <a:pt x="1397" y="158"/>
                  <a:pt x="1397" y="157"/>
                </a:cubicBezTo>
                <a:cubicBezTo>
                  <a:pt x="1398" y="157"/>
                  <a:pt x="1399" y="156"/>
                  <a:pt x="1399" y="156"/>
                </a:cubicBezTo>
                <a:cubicBezTo>
                  <a:pt x="1398" y="154"/>
                  <a:pt x="1398" y="154"/>
                  <a:pt x="1398" y="154"/>
                </a:cubicBezTo>
                <a:cubicBezTo>
                  <a:pt x="1397" y="155"/>
                  <a:pt x="1396" y="156"/>
                  <a:pt x="1395" y="156"/>
                </a:cubicBezTo>
                <a:cubicBezTo>
                  <a:pt x="1394" y="156"/>
                  <a:pt x="1394" y="155"/>
                  <a:pt x="1394" y="154"/>
                </a:cubicBezTo>
                <a:cubicBezTo>
                  <a:pt x="1394" y="152"/>
                  <a:pt x="1394" y="149"/>
                  <a:pt x="1395" y="145"/>
                </a:cubicBezTo>
                <a:cubicBezTo>
                  <a:pt x="1395" y="142"/>
                  <a:pt x="1395" y="142"/>
                  <a:pt x="1395" y="142"/>
                </a:cubicBezTo>
                <a:cubicBezTo>
                  <a:pt x="1396" y="140"/>
                  <a:pt x="1396" y="140"/>
                  <a:pt x="1396" y="140"/>
                </a:cubicBezTo>
                <a:cubicBezTo>
                  <a:pt x="1397" y="135"/>
                  <a:pt x="1397" y="132"/>
                  <a:pt x="1397" y="130"/>
                </a:cubicBezTo>
                <a:cubicBezTo>
                  <a:pt x="1397" y="126"/>
                  <a:pt x="1397" y="123"/>
                  <a:pt x="1395" y="122"/>
                </a:cubicBezTo>
                <a:cubicBezTo>
                  <a:pt x="1394" y="120"/>
                  <a:pt x="1392" y="119"/>
                  <a:pt x="1389" y="119"/>
                </a:cubicBezTo>
                <a:cubicBezTo>
                  <a:pt x="1386" y="119"/>
                  <a:pt x="1384" y="120"/>
                  <a:pt x="1381" y="122"/>
                </a:cubicBezTo>
                <a:cubicBezTo>
                  <a:pt x="1379" y="124"/>
                  <a:pt x="1376" y="126"/>
                  <a:pt x="1374" y="129"/>
                </a:cubicBezTo>
                <a:close/>
                <a:moveTo>
                  <a:pt x="1433" y="162"/>
                </a:moveTo>
                <a:cubicBezTo>
                  <a:pt x="1440" y="119"/>
                  <a:pt x="1440" y="119"/>
                  <a:pt x="1440" y="119"/>
                </a:cubicBezTo>
                <a:cubicBezTo>
                  <a:pt x="1435" y="121"/>
                  <a:pt x="1435" y="121"/>
                  <a:pt x="1435" y="121"/>
                </a:cubicBezTo>
                <a:cubicBezTo>
                  <a:pt x="1434" y="121"/>
                  <a:pt x="1433" y="120"/>
                  <a:pt x="1432" y="120"/>
                </a:cubicBezTo>
                <a:cubicBezTo>
                  <a:pt x="1430" y="120"/>
                  <a:pt x="1429" y="119"/>
                  <a:pt x="1428" y="119"/>
                </a:cubicBezTo>
                <a:cubicBezTo>
                  <a:pt x="1423" y="119"/>
                  <a:pt x="1419" y="121"/>
                  <a:pt x="1416" y="123"/>
                </a:cubicBezTo>
                <a:cubicBezTo>
                  <a:pt x="1412" y="126"/>
                  <a:pt x="1410" y="129"/>
                  <a:pt x="1408" y="133"/>
                </a:cubicBezTo>
                <a:cubicBezTo>
                  <a:pt x="1406" y="137"/>
                  <a:pt x="1405" y="141"/>
                  <a:pt x="1405" y="145"/>
                </a:cubicBezTo>
                <a:cubicBezTo>
                  <a:pt x="1405" y="150"/>
                  <a:pt x="1406" y="153"/>
                  <a:pt x="1408" y="156"/>
                </a:cubicBezTo>
                <a:cubicBezTo>
                  <a:pt x="1410" y="159"/>
                  <a:pt x="1413" y="160"/>
                  <a:pt x="1417" y="160"/>
                </a:cubicBezTo>
                <a:cubicBezTo>
                  <a:pt x="1419" y="160"/>
                  <a:pt x="1421" y="159"/>
                  <a:pt x="1423" y="158"/>
                </a:cubicBezTo>
                <a:cubicBezTo>
                  <a:pt x="1425" y="157"/>
                  <a:pt x="1426" y="156"/>
                  <a:pt x="1428" y="155"/>
                </a:cubicBezTo>
                <a:cubicBezTo>
                  <a:pt x="1426" y="164"/>
                  <a:pt x="1426" y="164"/>
                  <a:pt x="1426" y="164"/>
                </a:cubicBezTo>
                <a:cubicBezTo>
                  <a:pt x="1426" y="167"/>
                  <a:pt x="1425" y="169"/>
                  <a:pt x="1424" y="170"/>
                </a:cubicBezTo>
                <a:cubicBezTo>
                  <a:pt x="1422" y="172"/>
                  <a:pt x="1420" y="172"/>
                  <a:pt x="1417" y="172"/>
                </a:cubicBezTo>
                <a:cubicBezTo>
                  <a:pt x="1415" y="172"/>
                  <a:pt x="1414" y="172"/>
                  <a:pt x="1412" y="171"/>
                </a:cubicBezTo>
                <a:cubicBezTo>
                  <a:pt x="1410" y="171"/>
                  <a:pt x="1409" y="170"/>
                  <a:pt x="1408" y="170"/>
                </a:cubicBezTo>
                <a:cubicBezTo>
                  <a:pt x="1406" y="175"/>
                  <a:pt x="1406" y="175"/>
                  <a:pt x="1406" y="175"/>
                </a:cubicBezTo>
                <a:cubicBezTo>
                  <a:pt x="1407" y="176"/>
                  <a:pt x="1408" y="176"/>
                  <a:pt x="1410" y="176"/>
                </a:cubicBezTo>
                <a:cubicBezTo>
                  <a:pt x="1411" y="177"/>
                  <a:pt x="1413" y="177"/>
                  <a:pt x="1414" y="177"/>
                </a:cubicBezTo>
                <a:cubicBezTo>
                  <a:pt x="1417" y="177"/>
                  <a:pt x="1420" y="176"/>
                  <a:pt x="1423" y="175"/>
                </a:cubicBezTo>
                <a:cubicBezTo>
                  <a:pt x="1425" y="174"/>
                  <a:pt x="1428" y="173"/>
                  <a:pt x="1430" y="170"/>
                </a:cubicBezTo>
                <a:cubicBezTo>
                  <a:pt x="1432" y="168"/>
                  <a:pt x="1433" y="165"/>
                  <a:pt x="1433" y="162"/>
                </a:cubicBezTo>
                <a:close/>
                <a:moveTo>
                  <a:pt x="1432" y="125"/>
                </a:moveTo>
                <a:cubicBezTo>
                  <a:pt x="1428" y="150"/>
                  <a:pt x="1428" y="150"/>
                  <a:pt x="1428" y="150"/>
                </a:cubicBezTo>
                <a:cubicBezTo>
                  <a:pt x="1427" y="151"/>
                  <a:pt x="1426" y="153"/>
                  <a:pt x="1424" y="154"/>
                </a:cubicBezTo>
                <a:cubicBezTo>
                  <a:pt x="1423" y="155"/>
                  <a:pt x="1421" y="155"/>
                  <a:pt x="1419" y="155"/>
                </a:cubicBezTo>
                <a:cubicBezTo>
                  <a:pt x="1417" y="155"/>
                  <a:pt x="1415" y="155"/>
                  <a:pt x="1414" y="153"/>
                </a:cubicBezTo>
                <a:cubicBezTo>
                  <a:pt x="1413" y="151"/>
                  <a:pt x="1412" y="148"/>
                  <a:pt x="1412" y="145"/>
                </a:cubicBezTo>
                <a:cubicBezTo>
                  <a:pt x="1412" y="142"/>
                  <a:pt x="1413" y="138"/>
                  <a:pt x="1414" y="135"/>
                </a:cubicBezTo>
                <a:cubicBezTo>
                  <a:pt x="1415" y="132"/>
                  <a:pt x="1417" y="129"/>
                  <a:pt x="1419" y="127"/>
                </a:cubicBezTo>
                <a:cubicBezTo>
                  <a:pt x="1421" y="124"/>
                  <a:pt x="1424" y="123"/>
                  <a:pt x="1427" y="123"/>
                </a:cubicBezTo>
                <a:cubicBezTo>
                  <a:pt x="1429" y="123"/>
                  <a:pt x="1431" y="124"/>
                  <a:pt x="1432" y="125"/>
                </a:cubicBezTo>
                <a:close/>
                <a:moveTo>
                  <a:pt x="1076" y="242"/>
                </a:moveTo>
                <a:cubicBezTo>
                  <a:pt x="1072" y="249"/>
                  <a:pt x="1072" y="249"/>
                  <a:pt x="1072" y="249"/>
                </a:cubicBezTo>
                <a:cubicBezTo>
                  <a:pt x="1072" y="242"/>
                  <a:pt x="1072" y="242"/>
                  <a:pt x="1072" y="242"/>
                </a:cubicBezTo>
                <a:cubicBezTo>
                  <a:pt x="1066" y="208"/>
                  <a:pt x="1066" y="208"/>
                  <a:pt x="1066" y="208"/>
                </a:cubicBezTo>
                <a:cubicBezTo>
                  <a:pt x="1050" y="208"/>
                  <a:pt x="1050" y="208"/>
                  <a:pt x="1050" y="208"/>
                </a:cubicBezTo>
                <a:cubicBezTo>
                  <a:pt x="1049" y="211"/>
                  <a:pt x="1049" y="211"/>
                  <a:pt x="1049" y="211"/>
                </a:cubicBezTo>
                <a:cubicBezTo>
                  <a:pt x="1056" y="212"/>
                  <a:pt x="1056" y="212"/>
                  <a:pt x="1056" y="212"/>
                </a:cubicBezTo>
                <a:cubicBezTo>
                  <a:pt x="1045" y="256"/>
                  <a:pt x="1045" y="256"/>
                  <a:pt x="1045" y="256"/>
                </a:cubicBezTo>
                <a:cubicBezTo>
                  <a:pt x="1039" y="257"/>
                  <a:pt x="1039" y="257"/>
                  <a:pt x="1039" y="257"/>
                </a:cubicBezTo>
                <a:cubicBezTo>
                  <a:pt x="1039" y="260"/>
                  <a:pt x="1039" y="260"/>
                  <a:pt x="1039" y="260"/>
                </a:cubicBezTo>
                <a:cubicBezTo>
                  <a:pt x="1057" y="260"/>
                  <a:pt x="1057" y="260"/>
                  <a:pt x="1057" y="260"/>
                </a:cubicBezTo>
                <a:cubicBezTo>
                  <a:pt x="1057" y="257"/>
                  <a:pt x="1057" y="257"/>
                  <a:pt x="1057" y="257"/>
                </a:cubicBezTo>
                <a:cubicBezTo>
                  <a:pt x="1050" y="256"/>
                  <a:pt x="1050" y="256"/>
                  <a:pt x="1050" y="256"/>
                </a:cubicBezTo>
                <a:cubicBezTo>
                  <a:pt x="1057" y="225"/>
                  <a:pt x="1057" y="225"/>
                  <a:pt x="1057" y="225"/>
                </a:cubicBezTo>
                <a:cubicBezTo>
                  <a:pt x="1060" y="211"/>
                  <a:pt x="1060" y="211"/>
                  <a:pt x="1060" y="211"/>
                </a:cubicBezTo>
                <a:cubicBezTo>
                  <a:pt x="1062" y="225"/>
                  <a:pt x="1062" y="225"/>
                  <a:pt x="1062" y="225"/>
                </a:cubicBezTo>
                <a:cubicBezTo>
                  <a:pt x="1068" y="261"/>
                  <a:pt x="1068" y="261"/>
                  <a:pt x="1068" y="261"/>
                </a:cubicBezTo>
                <a:cubicBezTo>
                  <a:pt x="1072" y="260"/>
                  <a:pt x="1072" y="260"/>
                  <a:pt x="1072" y="260"/>
                </a:cubicBezTo>
                <a:cubicBezTo>
                  <a:pt x="1088" y="224"/>
                  <a:pt x="1088" y="224"/>
                  <a:pt x="1088" y="224"/>
                </a:cubicBezTo>
                <a:cubicBezTo>
                  <a:pt x="1094" y="211"/>
                  <a:pt x="1094" y="211"/>
                  <a:pt x="1094" y="211"/>
                </a:cubicBezTo>
                <a:cubicBezTo>
                  <a:pt x="1093" y="225"/>
                  <a:pt x="1093" y="225"/>
                  <a:pt x="1093" y="225"/>
                </a:cubicBezTo>
                <a:cubicBezTo>
                  <a:pt x="1091" y="256"/>
                  <a:pt x="1091" y="256"/>
                  <a:pt x="1091" y="256"/>
                </a:cubicBezTo>
                <a:cubicBezTo>
                  <a:pt x="1085" y="257"/>
                  <a:pt x="1085" y="257"/>
                  <a:pt x="1085" y="257"/>
                </a:cubicBezTo>
                <a:cubicBezTo>
                  <a:pt x="1084" y="260"/>
                  <a:pt x="1084" y="260"/>
                  <a:pt x="1084" y="260"/>
                </a:cubicBezTo>
                <a:cubicBezTo>
                  <a:pt x="1104" y="260"/>
                  <a:pt x="1104" y="260"/>
                  <a:pt x="1104" y="260"/>
                </a:cubicBezTo>
                <a:cubicBezTo>
                  <a:pt x="1104" y="257"/>
                  <a:pt x="1104" y="257"/>
                  <a:pt x="1104" y="257"/>
                </a:cubicBezTo>
                <a:cubicBezTo>
                  <a:pt x="1098" y="256"/>
                  <a:pt x="1098" y="256"/>
                  <a:pt x="1098" y="256"/>
                </a:cubicBezTo>
                <a:cubicBezTo>
                  <a:pt x="1099" y="212"/>
                  <a:pt x="1099" y="212"/>
                  <a:pt x="1099" y="212"/>
                </a:cubicBezTo>
                <a:cubicBezTo>
                  <a:pt x="1106" y="211"/>
                  <a:pt x="1106" y="211"/>
                  <a:pt x="1106" y="211"/>
                </a:cubicBezTo>
                <a:cubicBezTo>
                  <a:pt x="1106" y="208"/>
                  <a:pt x="1106" y="208"/>
                  <a:pt x="1106" y="208"/>
                </a:cubicBezTo>
                <a:cubicBezTo>
                  <a:pt x="1091" y="208"/>
                  <a:pt x="1091" y="208"/>
                  <a:pt x="1091" y="208"/>
                </a:cubicBezTo>
                <a:cubicBezTo>
                  <a:pt x="1090" y="211"/>
                  <a:pt x="1087" y="217"/>
                  <a:pt x="1083" y="225"/>
                </a:cubicBezTo>
                <a:cubicBezTo>
                  <a:pt x="1079" y="233"/>
                  <a:pt x="1077" y="239"/>
                  <a:pt x="1076" y="242"/>
                </a:cubicBezTo>
                <a:close/>
                <a:moveTo>
                  <a:pt x="1138" y="253"/>
                </a:moveTo>
                <a:cubicBezTo>
                  <a:pt x="1136" y="251"/>
                  <a:pt x="1136" y="251"/>
                  <a:pt x="1136" y="251"/>
                </a:cubicBezTo>
                <a:cubicBezTo>
                  <a:pt x="1134" y="253"/>
                  <a:pt x="1133" y="254"/>
                  <a:pt x="1131" y="255"/>
                </a:cubicBezTo>
                <a:cubicBezTo>
                  <a:pt x="1129" y="256"/>
                  <a:pt x="1126" y="256"/>
                  <a:pt x="1124" y="256"/>
                </a:cubicBezTo>
                <a:cubicBezTo>
                  <a:pt x="1121" y="256"/>
                  <a:pt x="1119" y="255"/>
                  <a:pt x="1118" y="253"/>
                </a:cubicBezTo>
                <a:cubicBezTo>
                  <a:pt x="1117" y="250"/>
                  <a:pt x="1116" y="247"/>
                  <a:pt x="1116" y="244"/>
                </a:cubicBezTo>
                <a:cubicBezTo>
                  <a:pt x="1119" y="244"/>
                  <a:pt x="1123" y="244"/>
                  <a:pt x="1126" y="242"/>
                </a:cubicBezTo>
                <a:cubicBezTo>
                  <a:pt x="1130" y="241"/>
                  <a:pt x="1133" y="240"/>
                  <a:pt x="1136" y="237"/>
                </a:cubicBezTo>
                <a:cubicBezTo>
                  <a:pt x="1138" y="235"/>
                  <a:pt x="1140" y="232"/>
                  <a:pt x="1140" y="229"/>
                </a:cubicBezTo>
                <a:cubicBezTo>
                  <a:pt x="1140" y="226"/>
                  <a:pt x="1139" y="224"/>
                  <a:pt x="1137" y="223"/>
                </a:cubicBezTo>
                <a:cubicBezTo>
                  <a:pt x="1135" y="221"/>
                  <a:pt x="1133" y="220"/>
                  <a:pt x="1130" y="220"/>
                </a:cubicBezTo>
                <a:cubicBezTo>
                  <a:pt x="1126" y="220"/>
                  <a:pt x="1122" y="221"/>
                  <a:pt x="1119" y="224"/>
                </a:cubicBezTo>
                <a:cubicBezTo>
                  <a:pt x="1116" y="226"/>
                  <a:pt x="1114" y="229"/>
                  <a:pt x="1112" y="233"/>
                </a:cubicBezTo>
                <a:cubicBezTo>
                  <a:pt x="1110" y="237"/>
                  <a:pt x="1109" y="241"/>
                  <a:pt x="1109" y="246"/>
                </a:cubicBezTo>
                <a:cubicBezTo>
                  <a:pt x="1109" y="248"/>
                  <a:pt x="1110" y="251"/>
                  <a:pt x="1111" y="253"/>
                </a:cubicBezTo>
                <a:cubicBezTo>
                  <a:pt x="1111" y="255"/>
                  <a:pt x="1113" y="257"/>
                  <a:pt x="1115" y="259"/>
                </a:cubicBezTo>
                <a:cubicBezTo>
                  <a:pt x="1117" y="260"/>
                  <a:pt x="1120" y="261"/>
                  <a:pt x="1123" y="261"/>
                </a:cubicBezTo>
                <a:cubicBezTo>
                  <a:pt x="1126" y="261"/>
                  <a:pt x="1129" y="260"/>
                  <a:pt x="1132" y="258"/>
                </a:cubicBezTo>
                <a:cubicBezTo>
                  <a:pt x="1135" y="257"/>
                  <a:pt x="1136" y="255"/>
                  <a:pt x="1138" y="253"/>
                </a:cubicBezTo>
                <a:close/>
                <a:moveTo>
                  <a:pt x="1128" y="224"/>
                </a:moveTo>
                <a:cubicBezTo>
                  <a:pt x="1130" y="224"/>
                  <a:pt x="1131" y="224"/>
                  <a:pt x="1132" y="225"/>
                </a:cubicBezTo>
                <a:cubicBezTo>
                  <a:pt x="1132" y="226"/>
                  <a:pt x="1133" y="228"/>
                  <a:pt x="1133" y="229"/>
                </a:cubicBezTo>
                <a:cubicBezTo>
                  <a:pt x="1133" y="232"/>
                  <a:pt x="1132" y="234"/>
                  <a:pt x="1130" y="235"/>
                </a:cubicBezTo>
                <a:cubicBezTo>
                  <a:pt x="1129" y="237"/>
                  <a:pt x="1126" y="238"/>
                  <a:pt x="1124" y="239"/>
                </a:cubicBezTo>
                <a:cubicBezTo>
                  <a:pt x="1121" y="240"/>
                  <a:pt x="1119" y="241"/>
                  <a:pt x="1116" y="241"/>
                </a:cubicBezTo>
                <a:cubicBezTo>
                  <a:pt x="1117" y="238"/>
                  <a:pt x="1117" y="236"/>
                  <a:pt x="1118" y="233"/>
                </a:cubicBezTo>
                <a:cubicBezTo>
                  <a:pt x="1119" y="230"/>
                  <a:pt x="1121" y="228"/>
                  <a:pt x="1122" y="226"/>
                </a:cubicBezTo>
                <a:cubicBezTo>
                  <a:pt x="1124" y="225"/>
                  <a:pt x="1126" y="224"/>
                  <a:pt x="1128" y="224"/>
                </a:cubicBezTo>
                <a:close/>
                <a:moveTo>
                  <a:pt x="1175" y="254"/>
                </a:moveTo>
                <a:cubicBezTo>
                  <a:pt x="1182" y="204"/>
                  <a:pt x="1182" y="204"/>
                  <a:pt x="1182" y="204"/>
                </a:cubicBezTo>
                <a:cubicBezTo>
                  <a:pt x="1181" y="204"/>
                  <a:pt x="1181" y="204"/>
                  <a:pt x="1181" y="204"/>
                </a:cubicBezTo>
                <a:cubicBezTo>
                  <a:pt x="1171" y="205"/>
                  <a:pt x="1171" y="205"/>
                  <a:pt x="1171" y="205"/>
                </a:cubicBezTo>
                <a:cubicBezTo>
                  <a:pt x="1170" y="207"/>
                  <a:pt x="1170" y="207"/>
                  <a:pt x="1170" y="207"/>
                </a:cubicBezTo>
                <a:cubicBezTo>
                  <a:pt x="1175" y="208"/>
                  <a:pt x="1175" y="208"/>
                  <a:pt x="1175" y="208"/>
                </a:cubicBezTo>
                <a:cubicBezTo>
                  <a:pt x="1173" y="221"/>
                  <a:pt x="1173" y="221"/>
                  <a:pt x="1173" y="221"/>
                </a:cubicBezTo>
                <a:cubicBezTo>
                  <a:pt x="1171" y="220"/>
                  <a:pt x="1169" y="220"/>
                  <a:pt x="1168" y="220"/>
                </a:cubicBezTo>
                <a:cubicBezTo>
                  <a:pt x="1163" y="220"/>
                  <a:pt x="1159" y="222"/>
                  <a:pt x="1156" y="224"/>
                </a:cubicBezTo>
                <a:cubicBezTo>
                  <a:pt x="1152" y="227"/>
                  <a:pt x="1150" y="230"/>
                  <a:pt x="1148" y="234"/>
                </a:cubicBezTo>
                <a:cubicBezTo>
                  <a:pt x="1146" y="238"/>
                  <a:pt x="1145" y="242"/>
                  <a:pt x="1145" y="246"/>
                </a:cubicBezTo>
                <a:cubicBezTo>
                  <a:pt x="1145" y="250"/>
                  <a:pt x="1146" y="254"/>
                  <a:pt x="1148" y="257"/>
                </a:cubicBezTo>
                <a:cubicBezTo>
                  <a:pt x="1150" y="259"/>
                  <a:pt x="1153" y="261"/>
                  <a:pt x="1157" y="261"/>
                </a:cubicBezTo>
                <a:cubicBezTo>
                  <a:pt x="1159" y="261"/>
                  <a:pt x="1162" y="260"/>
                  <a:pt x="1163" y="259"/>
                </a:cubicBezTo>
                <a:cubicBezTo>
                  <a:pt x="1165" y="258"/>
                  <a:pt x="1167" y="256"/>
                  <a:pt x="1168" y="255"/>
                </a:cubicBezTo>
                <a:cubicBezTo>
                  <a:pt x="1168" y="256"/>
                  <a:pt x="1168" y="256"/>
                  <a:pt x="1168" y="256"/>
                </a:cubicBezTo>
                <a:cubicBezTo>
                  <a:pt x="1168" y="259"/>
                  <a:pt x="1170" y="261"/>
                  <a:pt x="1173" y="261"/>
                </a:cubicBezTo>
                <a:cubicBezTo>
                  <a:pt x="1174" y="261"/>
                  <a:pt x="1176" y="260"/>
                  <a:pt x="1177" y="259"/>
                </a:cubicBezTo>
                <a:cubicBezTo>
                  <a:pt x="1178" y="258"/>
                  <a:pt x="1179" y="257"/>
                  <a:pt x="1180" y="256"/>
                </a:cubicBezTo>
                <a:cubicBezTo>
                  <a:pt x="1179" y="255"/>
                  <a:pt x="1179" y="255"/>
                  <a:pt x="1179" y="255"/>
                </a:cubicBezTo>
                <a:cubicBezTo>
                  <a:pt x="1178" y="256"/>
                  <a:pt x="1177" y="256"/>
                  <a:pt x="1176" y="256"/>
                </a:cubicBezTo>
                <a:cubicBezTo>
                  <a:pt x="1175" y="256"/>
                  <a:pt x="1175" y="256"/>
                  <a:pt x="1175" y="255"/>
                </a:cubicBezTo>
                <a:cubicBezTo>
                  <a:pt x="1175" y="254"/>
                  <a:pt x="1175" y="254"/>
                  <a:pt x="1175" y="254"/>
                </a:cubicBezTo>
                <a:close/>
                <a:moveTo>
                  <a:pt x="1172" y="225"/>
                </a:moveTo>
                <a:cubicBezTo>
                  <a:pt x="1169" y="250"/>
                  <a:pt x="1169" y="250"/>
                  <a:pt x="1169" y="250"/>
                </a:cubicBezTo>
                <a:cubicBezTo>
                  <a:pt x="1168" y="252"/>
                  <a:pt x="1166" y="253"/>
                  <a:pt x="1164" y="254"/>
                </a:cubicBezTo>
                <a:cubicBezTo>
                  <a:pt x="1163" y="256"/>
                  <a:pt x="1161" y="256"/>
                  <a:pt x="1159" y="256"/>
                </a:cubicBezTo>
                <a:cubicBezTo>
                  <a:pt x="1157" y="256"/>
                  <a:pt x="1155" y="255"/>
                  <a:pt x="1154" y="253"/>
                </a:cubicBezTo>
                <a:cubicBezTo>
                  <a:pt x="1153" y="252"/>
                  <a:pt x="1153" y="249"/>
                  <a:pt x="1153" y="246"/>
                </a:cubicBezTo>
                <a:cubicBezTo>
                  <a:pt x="1153" y="242"/>
                  <a:pt x="1153" y="239"/>
                  <a:pt x="1154" y="236"/>
                </a:cubicBezTo>
                <a:cubicBezTo>
                  <a:pt x="1155" y="232"/>
                  <a:pt x="1157" y="230"/>
                  <a:pt x="1159" y="227"/>
                </a:cubicBezTo>
                <a:cubicBezTo>
                  <a:pt x="1161" y="225"/>
                  <a:pt x="1164" y="224"/>
                  <a:pt x="1167" y="224"/>
                </a:cubicBezTo>
                <a:cubicBezTo>
                  <a:pt x="1169" y="224"/>
                  <a:pt x="1171" y="224"/>
                  <a:pt x="1172" y="225"/>
                </a:cubicBezTo>
                <a:close/>
                <a:moveTo>
                  <a:pt x="1198" y="254"/>
                </a:moveTo>
                <a:cubicBezTo>
                  <a:pt x="1202" y="221"/>
                  <a:pt x="1202" y="221"/>
                  <a:pt x="1202" y="221"/>
                </a:cubicBezTo>
                <a:cubicBezTo>
                  <a:pt x="1201" y="220"/>
                  <a:pt x="1201" y="220"/>
                  <a:pt x="1201" y="220"/>
                </a:cubicBezTo>
                <a:cubicBezTo>
                  <a:pt x="1191" y="222"/>
                  <a:pt x="1191" y="222"/>
                  <a:pt x="1191" y="222"/>
                </a:cubicBezTo>
                <a:cubicBezTo>
                  <a:pt x="1190" y="224"/>
                  <a:pt x="1190" y="224"/>
                  <a:pt x="1190" y="224"/>
                </a:cubicBezTo>
                <a:cubicBezTo>
                  <a:pt x="1195" y="226"/>
                  <a:pt x="1195" y="226"/>
                  <a:pt x="1195" y="226"/>
                </a:cubicBezTo>
                <a:cubicBezTo>
                  <a:pt x="1194" y="233"/>
                  <a:pt x="1193" y="239"/>
                  <a:pt x="1192" y="243"/>
                </a:cubicBezTo>
                <a:cubicBezTo>
                  <a:pt x="1191" y="251"/>
                  <a:pt x="1191" y="255"/>
                  <a:pt x="1191" y="256"/>
                </a:cubicBezTo>
                <a:cubicBezTo>
                  <a:pt x="1190" y="258"/>
                  <a:pt x="1191" y="259"/>
                  <a:pt x="1192" y="260"/>
                </a:cubicBezTo>
                <a:cubicBezTo>
                  <a:pt x="1192" y="260"/>
                  <a:pt x="1194" y="261"/>
                  <a:pt x="1195" y="261"/>
                </a:cubicBezTo>
                <a:cubicBezTo>
                  <a:pt x="1197" y="261"/>
                  <a:pt x="1199" y="260"/>
                  <a:pt x="1200" y="259"/>
                </a:cubicBezTo>
                <a:cubicBezTo>
                  <a:pt x="1202" y="258"/>
                  <a:pt x="1203" y="257"/>
                  <a:pt x="1203" y="256"/>
                </a:cubicBezTo>
                <a:cubicBezTo>
                  <a:pt x="1202" y="254"/>
                  <a:pt x="1202" y="254"/>
                  <a:pt x="1202" y="254"/>
                </a:cubicBezTo>
                <a:cubicBezTo>
                  <a:pt x="1202" y="255"/>
                  <a:pt x="1201" y="256"/>
                  <a:pt x="1200" y="256"/>
                </a:cubicBezTo>
                <a:cubicBezTo>
                  <a:pt x="1200" y="256"/>
                  <a:pt x="1199" y="256"/>
                  <a:pt x="1199" y="256"/>
                </a:cubicBezTo>
                <a:cubicBezTo>
                  <a:pt x="1198" y="256"/>
                  <a:pt x="1198" y="256"/>
                  <a:pt x="1198" y="256"/>
                </a:cubicBezTo>
                <a:cubicBezTo>
                  <a:pt x="1198" y="256"/>
                  <a:pt x="1198" y="255"/>
                  <a:pt x="1198" y="255"/>
                </a:cubicBezTo>
                <a:lnTo>
                  <a:pt x="1198" y="254"/>
                </a:lnTo>
                <a:close/>
                <a:moveTo>
                  <a:pt x="1200" y="213"/>
                </a:moveTo>
                <a:cubicBezTo>
                  <a:pt x="1201" y="213"/>
                  <a:pt x="1202" y="212"/>
                  <a:pt x="1203" y="211"/>
                </a:cubicBezTo>
                <a:cubicBezTo>
                  <a:pt x="1204" y="210"/>
                  <a:pt x="1205" y="209"/>
                  <a:pt x="1205" y="207"/>
                </a:cubicBezTo>
                <a:cubicBezTo>
                  <a:pt x="1205" y="206"/>
                  <a:pt x="1204" y="206"/>
                  <a:pt x="1204" y="205"/>
                </a:cubicBezTo>
                <a:cubicBezTo>
                  <a:pt x="1203" y="204"/>
                  <a:pt x="1202" y="204"/>
                  <a:pt x="1201" y="204"/>
                </a:cubicBezTo>
                <a:cubicBezTo>
                  <a:pt x="1200" y="204"/>
                  <a:pt x="1198" y="204"/>
                  <a:pt x="1198" y="205"/>
                </a:cubicBezTo>
                <a:cubicBezTo>
                  <a:pt x="1197" y="206"/>
                  <a:pt x="1196" y="207"/>
                  <a:pt x="1196" y="209"/>
                </a:cubicBezTo>
                <a:cubicBezTo>
                  <a:pt x="1196" y="210"/>
                  <a:pt x="1197" y="211"/>
                  <a:pt x="1197" y="212"/>
                </a:cubicBezTo>
                <a:cubicBezTo>
                  <a:pt x="1198" y="212"/>
                  <a:pt x="1199" y="213"/>
                  <a:pt x="1200" y="213"/>
                </a:cubicBezTo>
                <a:close/>
                <a:moveTo>
                  <a:pt x="1237" y="228"/>
                </a:moveTo>
                <a:cubicBezTo>
                  <a:pt x="1238" y="229"/>
                  <a:pt x="1238" y="229"/>
                  <a:pt x="1238" y="229"/>
                </a:cubicBezTo>
                <a:cubicBezTo>
                  <a:pt x="1240" y="222"/>
                  <a:pt x="1240" y="222"/>
                  <a:pt x="1240" y="222"/>
                </a:cubicBezTo>
                <a:cubicBezTo>
                  <a:pt x="1239" y="221"/>
                  <a:pt x="1238" y="221"/>
                  <a:pt x="1237" y="221"/>
                </a:cubicBezTo>
                <a:cubicBezTo>
                  <a:pt x="1235" y="220"/>
                  <a:pt x="1234" y="220"/>
                  <a:pt x="1232" y="220"/>
                </a:cubicBezTo>
                <a:cubicBezTo>
                  <a:pt x="1228" y="220"/>
                  <a:pt x="1224" y="221"/>
                  <a:pt x="1221" y="224"/>
                </a:cubicBezTo>
                <a:cubicBezTo>
                  <a:pt x="1218" y="227"/>
                  <a:pt x="1216" y="230"/>
                  <a:pt x="1214" y="234"/>
                </a:cubicBezTo>
                <a:cubicBezTo>
                  <a:pt x="1213" y="237"/>
                  <a:pt x="1212" y="241"/>
                  <a:pt x="1212" y="245"/>
                </a:cubicBezTo>
                <a:cubicBezTo>
                  <a:pt x="1212" y="250"/>
                  <a:pt x="1213" y="254"/>
                  <a:pt x="1215" y="257"/>
                </a:cubicBezTo>
                <a:cubicBezTo>
                  <a:pt x="1217" y="259"/>
                  <a:pt x="1220" y="261"/>
                  <a:pt x="1224" y="261"/>
                </a:cubicBezTo>
                <a:cubicBezTo>
                  <a:pt x="1227" y="261"/>
                  <a:pt x="1230" y="260"/>
                  <a:pt x="1232" y="259"/>
                </a:cubicBezTo>
                <a:cubicBezTo>
                  <a:pt x="1235" y="257"/>
                  <a:pt x="1236" y="256"/>
                  <a:pt x="1238" y="254"/>
                </a:cubicBezTo>
                <a:cubicBezTo>
                  <a:pt x="1236" y="252"/>
                  <a:pt x="1236" y="252"/>
                  <a:pt x="1236" y="252"/>
                </a:cubicBezTo>
                <a:cubicBezTo>
                  <a:pt x="1235" y="253"/>
                  <a:pt x="1233" y="254"/>
                  <a:pt x="1232" y="255"/>
                </a:cubicBezTo>
                <a:cubicBezTo>
                  <a:pt x="1230" y="256"/>
                  <a:pt x="1229" y="256"/>
                  <a:pt x="1227" y="256"/>
                </a:cubicBezTo>
                <a:cubicBezTo>
                  <a:pt x="1224" y="256"/>
                  <a:pt x="1222" y="255"/>
                  <a:pt x="1221" y="253"/>
                </a:cubicBezTo>
                <a:cubicBezTo>
                  <a:pt x="1220" y="251"/>
                  <a:pt x="1219" y="248"/>
                  <a:pt x="1219" y="244"/>
                </a:cubicBezTo>
                <a:cubicBezTo>
                  <a:pt x="1219" y="240"/>
                  <a:pt x="1219" y="237"/>
                  <a:pt x="1221" y="234"/>
                </a:cubicBezTo>
                <a:cubicBezTo>
                  <a:pt x="1222" y="231"/>
                  <a:pt x="1223" y="229"/>
                  <a:pt x="1225" y="227"/>
                </a:cubicBezTo>
                <a:cubicBezTo>
                  <a:pt x="1227" y="225"/>
                  <a:pt x="1229" y="225"/>
                  <a:pt x="1231" y="225"/>
                </a:cubicBezTo>
                <a:cubicBezTo>
                  <a:pt x="1232" y="225"/>
                  <a:pt x="1235" y="226"/>
                  <a:pt x="1237" y="228"/>
                </a:cubicBezTo>
                <a:close/>
                <a:moveTo>
                  <a:pt x="1255" y="254"/>
                </a:moveTo>
                <a:cubicBezTo>
                  <a:pt x="1260" y="221"/>
                  <a:pt x="1260" y="221"/>
                  <a:pt x="1260" y="221"/>
                </a:cubicBezTo>
                <a:cubicBezTo>
                  <a:pt x="1259" y="220"/>
                  <a:pt x="1259" y="220"/>
                  <a:pt x="1259" y="220"/>
                </a:cubicBezTo>
                <a:cubicBezTo>
                  <a:pt x="1249" y="222"/>
                  <a:pt x="1249" y="222"/>
                  <a:pt x="1249" y="222"/>
                </a:cubicBezTo>
                <a:cubicBezTo>
                  <a:pt x="1248" y="224"/>
                  <a:pt x="1248" y="224"/>
                  <a:pt x="1248" y="224"/>
                </a:cubicBezTo>
                <a:cubicBezTo>
                  <a:pt x="1253" y="226"/>
                  <a:pt x="1253" y="226"/>
                  <a:pt x="1253" y="226"/>
                </a:cubicBezTo>
                <a:cubicBezTo>
                  <a:pt x="1252" y="233"/>
                  <a:pt x="1251" y="239"/>
                  <a:pt x="1250" y="243"/>
                </a:cubicBezTo>
                <a:cubicBezTo>
                  <a:pt x="1249" y="251"/>
                  <a:pt x="1248" y="255"/>
                  <a:pt x="1248" y="256"/>
                </a:cubicBezTo>
                <a:cubicBezTo>
                  <a:pt x="1248" y="258"/>
                  <a:pt x="1249" y="259"/>
                  <a:pt x="1249" y="260"/>
                </a:cubicBezTo>
                <a:cubicBezTo>
                  <a:pt x="1250" y="260"/>
                  <a:pt x="1251" y="261"/>
                  <a:pt x="1253" y="261"/>
                </a:cubicBezTo>
                <a:cubicBezTo>
                  <a:pt x="1255" y="261"/>
                  <a:pt x="1256" y="260"/>
                  <a:pt x="1258" y="259"/>
                </a:cubicBezTo>
                <a:cubicBezTo>
                  <a:pt x="1259" y="258"/>
                  <a:pt x="1260" y="257"/>
                  <a:pt x="1261" y="256"/>
                </a:cubicBezTo>
                <a:cubicBezTo>
                  <a:pt x="1260" y="254"/>
                  <a:pt x="1260" y="254"/>
                  <a:pt x="1260" y="254"/>
                </a:cubicBezTo>
                <a:cubicBezTo>
                  <a:pt x="1259" y="255"/>
                  <a:pt x="1259" y="256"/>
                  <a:pt x="1258" y="256"/>
                </a:cubicBezTo>
                <a:cubicBezTo>
                  <a:pt x="1258" y="256"/>
                  <a:pt x="1257" y="256"/>
                  <a:pt x="1256" y="256"/>
                </a:cubicBezTo>
                <a:cubicBezTo>
                  <a:pt x="1256" y="256"/>
                  <a:pt x="1256" y="256"/>
                  <a:pt x="1256" y="256"/>
                </a:cubicBezTo>
                <a:cubicBezTo>
                  <a:pt x="1255" y="256"/>
                  <a:pt x="1255" y="255"/>
                  <a:pt x="1255" y="255"/>
                </a:cubicBezTo>
                <a:lnTo>
                  <a:pt x="1255" y="254"/>
                </a:lnTo>
                <a:close/>
                <a:moveTo>
                  <a:pt x="1258" y="213"/>
                </a:moveTo>
                <a:cubicBezTo>
                  <a:pt x="1259" y="213"/>
                  <a:pt x="1260" y="212"/>
                  <a:pt x="1261" y="211"/>
                </a:cubicBezTo>
                <a:cubicBezTo>
                  <a:pt x="1262" y="210"/>
                  <a:pt x="1262" y="209"/>
                  <a:pt x="1262" y="207"/>
                </a:cubicBezTo>
                <a:cubicBezTo>
                  <a:pt x="1262" y="206"/>
                  <a:pt x="1262" y="206"/>
                  <a:pt x="1261" y="205"/>
                </a:cubicBezTo>
                <a:cubicBezTo>
                  <a:pt x="1261" y="204"/>
                  <a:pt x="1260" y="204"/>
                  <a:pt x="1259" y="204"/>
                </a:cubicBezTo>
                <a:cubicBezTo>
                  <a:pt x="1257" y="204"/>
                  <a:pt x="1256" y="204"/>
                  <a:pt x="1255" y="205"/>
                </a:cubicBezTo>
                <a:cubicBezTo>
                  <a:pt x="1254" y="206"/>
                  <a:pt x="1254" y="207"/>
                  <a:pt x="1254" y="209"/>
                </a:cubicBezTo>
                <a:cubicBezTo>
                  <a:pt x="1254" y="210"/>
                  <a:pt x="1254" y="211"/>
                  <a:pt x="1255" y="212"/>
                </a:cubicBezTo>
                <a:cubicBezTo>
                  <a:pt x="1256" y="212"/>
                  <a:pt x="1257" y="213"/>
                  <a:pt x="1258" y="213"/>
                </a:cubicBezTo>
                <a:close/>
                <a:moveTo>
                  <a:pt x="1282" y="229"/>
                </a:moveTo>
                <a:cubicBezTo>
                  <a:pt x="1283" y="221"/>
                  <a:pt x="1283" y="221"/>
                  <a:pt x="1283" y="221"/>
                </a:cubicBezTo>
                <a:cubicBezTo>
                  <a:pt x="1281" y="220"/>
                  <a:pt x="1281" y="220"/>
                  <a:pt x="1281" y="220"/>
                </a:cubicBezTo>
                <a:cubicBezTo>
                  <a:pt x="1273" y="222"/>
                  <a:pt x="1273" y="222"/>
                  <a:pt x="1273" y="222"/>
                </a:cubicBezTo>
                <a:cubicBezTo>
                  <a:pt x="1272" y="224"/>
                  <a:pt x="1272" y="224"/>
                  <a:pt x="1272" y="224"/>
                </a:cubicBezTo>
                <a:cubicBezTo>
                  <a:pt x="1275" y="226"/>
                  <a:pt x="1275" y="226"/>
                  <a:pt x="1275" y="226"/>
                </a:cubicBezTo>
                <a:cubicBezTo>
                  <a:pt x="1271" y="260"/>
                  <a:pt x="1271" y="260"/>
                  <a:pt x="1271" y="260"/>
                </a:cubicBezTo>
                <a:cubicBezTo>
                  <a:pt x="1278" y="260"/>
                  <a:pt x="1278" y="260"/>
                  <a:pt x="1278" y="260"/>
                </a:cubicBezTo>
                <a:cubicBezTo>
                  <a:pt x="1281" y="235"/>
                  <a:pt x="1281" y="235"/>
                  <a:pt x="1281" y="235"/>
                </a:cubicBezTo>
                <a:cubicBezTo>
                  <a:pt x="1283" y="232"/>
                  <a:pt x="1285" y="230"/>
                  <a:pt x="1287" y="228"/>
                </a:cubicBezTo>
                <a:cubicBezTo>
                  <a:pt x="1289" y="226"/>
                  <a:pt x="1291" y="225"/>
                  <a:pt x="1293" y="225"/>
                </a:cubicBezTo>
                <a:cubicBezTo>
                  <a:pt x="1295" y="225"/>
                  <a:pt x="1296" y="226"/>
                  <a:pt x="1297" y="226"/>
                </a:cubicBezTo>
                <a:cubicBezTo>
                  <a:pt x="1297" y="227"/>
                  <a:pt x="1298" y="229"/>
                  <a:pt x="1298" y="231"/>
                </a:cubicBezTo>
                <a:cubicBezTo>
                  <a:pt x="1298" y="233"/>
                  <a:pt x="1297" y="234"/>
                  <a:pt x="1297" y="236"/>
                </a:cubicBezTo>
                <a:cubicBezTo>
                  <a:pt x="1297" y="238"/>
                  <a:pt x="1297" y="240"/>
                  <a:pt x="1296" y="243"/>
                </a:cubicBezTo>
                <a:cubicBezTo>
                  <a:pt x="1296" y="245"/>
                  <a:pt x="1296" y="245"/>
                  <a:pt x="1296" y="245"/>
                </a:cubicBezTo>
                <a:cubicBezTo>
                  <a:pt x="1295" y="248"/>
                  <a:pt x="1295" y="248"/>
                  <a:pt x="1295" y="248"/>
                </a:cubicBezTo>
                <a:cubicBezTo>
                  <a:pt x="1294" y="252"/>
                  <a:pt x="1294" y="255"/>
                  <a:pt x="1294" y="256"/>
                </a:cubicBezTo>
                <a:cubicBezTo>
                  <a:pt x="1294" y="259"/>
                  <a:pt x="1295" y="261"/>
                  <a:pt x="1298" y="261"/>
                </a:cubicBezTo>
                <a:cubicBezTo>
                  <a:pt x="1300" y="261"/>
                  <a:pt x="1301" y="260"/>
                  <a:pt x="1302" y="260"/>
                </a:cubicBezTo>
                <a:cubicBezTo>
                  <a:pt x="1303" y="259"/>
                  <a:pt x="1304" y="259"/>
                  <a:pt x="1305" y="258"/>
                </a:cubicBezTo>
                <a:cubicBezTo>
                  <a:pt x="1305" y="258"/>
                  <a:pt x="1306" y="257"/>
                  <a:pt x="1306" y="257"/>
                </a:cubicBezTo>
                <a:cubicBezTo>
                  <a:pt x="1305" y="255"/>
                  <a:pt x="1305" y="255"/>
                  <a:pt x="1305" y="255"/>
                </a:cubicBezTo>
                <a:cubicBezTo>
                  <a:pt x="1304" y="256"/>
                  <a:pt x="1303" y="256"/>
                  <a:pt x="1302" y="256"/>
                </a:cubicBezTo>
                <a:cubicBezTo>
                  <a:pt x="1301" y="256"/>
                  <a:pt x="1301" y="256"/>
                  <a:pt x="1301" y="255"/>
                </a:cubicBezTo>
                <a:cubicBezTo>
                  <a:pt x="1301" y="253"/>
                  <a:pt x="1301" y="250"/>
                  <a:pt x="1302" y="246"/>
                </a:cubicBezTo>
                <a:cubicBezTo>
                  <a:pt x="1303" y="243"/>
                  <a:pt x="1303" y="243"/>
                  <a:pt x="1303" y="243"/>
                </a:cubicBezTo>
                <a:cubicBezTo>
                  <a:pt x="1303" y="241"/>
                  <a:pt x="1303" y="241"/>
                  <a:pt x="1303" y="241"/>
                </a:cubicBezTo>
                <a:cubicBezTo>
                  <a:pt x="1304" y="236"/>
                  <a:pt x="1305" y="232"/>
                  <a:pt x="1305" y="230"/>
                </a:cubicBezTo>
                <a:cubicBezTo>
                  <a:pt x="1305" y="227"/>
                  <a:pt x="1304" y="224"/>
                  <a:pt x="1302" y="223"/>
                </a:cubicBezTo>
                <a:cubicBezTo>
                  <a:pt x="1301" y="221"/>
                  <a:pt x="1299" y="220"/>
                  <a:pt x="1296" y="220"/>
                </a:cubicBezTo>
                <a:cubicBezTo>
                  <a:pt x="1294" y="220"/>
                  <a:pt x="1291" y="221"/>
                  <a:pt x="1289" y="223"/>
                </a:cubicBezTo>
                <a:cubicBezTo>
                  <a:pt x="1286" y="224"/>
                  <a:pt x="1284" y="227"/>
                  <a:pt x="1282" y="229"/>
                </a:cubicBezTo>
                <a:close/>
                <a:moveTo>
                  <a:pt x="1342" y="253"/>
                </a:moveTo>
                <a:cubicBezTo>
                  <a:pt x="1340" y="251"/>
                  <a:pt x="1340" y="251"/>
                  <a:pt x="1340" y="251"/>
                </a:cubicBezTo>
                <a:cubicBezTo>
                  <a:pt x="1339" y="253"/>
                  <a:pt x="1337" y="254"/>
                  <a:pt x="1335" y="255"/>
                </a:cubicBezTo>
                <a:cubicBezTo>
                  <a:pt x="1333" y="256"/>
                  <a:pt x="1331" y="256"/>
                  <a:pt x="1329" y="256"/>
                </a:cubicBezTo>
                <a:cubicBezTo>
                  <a:pt x="1326" y="256"/>
                  <a:pt x="1323" y="255"/>
                  <a:pt x="1322" y="253"/>
                </a:cubicBezTo>
                <a:cubicBezTo>
                  <a:pt x="1321" y="250"/>
                  <a:pt x="1320" y="247"/>
                  <a:pt x="1320" y="244"/>
                </a:cubicBezTo>
                <a:cubicBezTo>
                  <a:pt x="1323" y="244"/>
                  <a:pt x="1327" y="244"/>
                  <a:pt x="1330" y="242"/>
                </a:cubicBezTo>
                <a:cubicBezTo>
                  <a:pt x="1334" y="241"/>
                  <a:pt x="1337" y="240"/>
                  <a:pt x="1340" y="237"/>
                </a:cubicBezTo>
                <a:cubicBezTo>
                  <a:pt x="1342" y="235"/>
                  <a:pt x="1344" y="232"/>
                  <a:pt x="1344" y="229"/>
                </a:cubicBezTo>
                <a:cubicBezTo>
                  <a:pt x="1344" y="226"/>
                  <a:pt x="1343" y="224"/>
                  <a:pt x="1341" y="223"/>
                </a:cubicBezTo>
                <a:cubicBezTo>
                  <a:pt x="1340" y="221"/>
                  <a:pt x="1337" y="220"/>
                  <a:pt x="1334" y="220"/>
                </a:cubicBezTo>
                <a:cubicBezTo>
                  <a:pt x="1330" y="220"/>
                  <a:pt x="1326" y="221"/>
                  <a:pt x="1323" y="224"/>
                </a:cubicBezTo>
                <a:cubicBezTo>
                  <a:pt x="1320" y="226"/>
                  <a:pt x="1318" y="229"/>
                  <a:pt x="1316" y="233"/>
                </a:cubicBezTo>
                <a:cubicBezTo>
                  <a:pt x="1314" y="237"/>
                  <a:pt x="1313" y="241"/>
                  <a:pt x="1313" y="246"/>
                </a:cubicBezTo>
                <a:cubicBezTo>
                  <a:pt x="1313" y="248"/>
                  <a:pt x="1314" y="251"/>
                  <a:pt x="1315" y="253"/>
                </a:cubicBezTo>
                <a:cubicBezTo>
                  <a:pt x="1316" y="255"/>
                  <a:pt x="1317" y="257"/>
                  <a:pt x="1319" y="259"/>
                </a:cubicBezTo>
                <a:cubicBezTo>
                  <a:pt x="1321" y="260"/>
                  <a:pt x="1324" y="261"/>
                  <a:pt x="1327" y="261"/>
                </a:cubicBezTo>
                <a:cubicBezTo>
                  <a:pt x="1330" y="261"/>
                  <a:pt x="1333" y="260"/>
                  <a:pt x="1336" y="258"/>
                </a:cubicBezTo>
                <a:cubicBezTo>
                  <a:pt x="1339" y="257"/>
                  <a:pt x="1341" y="255"/>
                  <a:pt x="1342" y="253"/>
                </a:cubicBezTo>
                <a:close/>
                <a:moveTo>
                  <a:pt x="1332" y="224"/>
                </a:moveTo>
                <a:cubicBezTo>
                  <a:pt x="1334" y="224"/>
                  <a:pt x="1335" y="224"/>
                  <a:pt x="1336" y="225"/>
                </a:cubicBezTo>
                <a:cubicBezTo>
                  <a:pt x="1337" y="226"/>
                  <a:pt x="1337" y="228"/>
                  <a:pt x="1337" y="229"/>
                </a:cubicBezTo>
                <a:cubicBezTo>
                  <a:pt x="1337" y="232"/>
                  <a:pt x="1336" y="234"/>
                  <a:pt x="1334" y="235"/>
                </a:cubicBezTo>
                <a:cubicBezTo>
                  <a:pt x="1333" y="237"/>
                  <a:pt x="1331" y="238"/>
                  <a:pt x="1328" y="239"/>
                </a:cubicBezTo>
                <a:cubicBezTo>
                  <a:pt x="1325" y="240"/>
                  <a:pt x="1323" y="241"/>
                  <a:pt x="1321" y="241"/>
                </a:cubicBezTo>
                <a:cubicBezTo>
                  <a:pt x="1321" y="238"/>
                  <a:pt x="1321" y="236"/>
                  <a:pt x="1322" y="233"/>
                </a:cubicBezTo>
                <a:cubicBezTo>
                  <a:pt x="1323" y="230"/>
                  <a:pt x="1325" y="228"/>
                  <a:pt x="1326" y="226"/>
                </a:cubicBezTo>
                <a:cubicBezTo>
                  <a:pt x="1328" y="225"/>
                  <a:pt x="1330" y="224"/>
                  <a:pt x="1332" y="224"/>
                </a:cubicBezTo>
                <a:close/>
              </a:path>
            </a:pathLst>
          </a:custGeom>
          <a:solidFill xmlns:a="http://schemas.openxmlformats.org/drawingml/2006/main">
            <a:schemeClr val="bg1"/>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sz="1800"/>
          </a:p>
        </p:txBody>
      </p:sp>
      <p:sp>
        <p:nvSpPr>
          <p:cNvPr id="17" name="Text Placeholder 16">
            <a:extLst xmlns:a="http://schemas.openxmlformats.org/drawingml/2006/main">
              <a:ext uri="{FF2B5EF4-FFF2-40B4-BE49-F238E27FC236}">
                <a16:creationId xmlns:a16="http://schemas.microsoft.com/office/drawing/2014/main" id="{FCA018DF-7EFB-4D08-89D5-E61FB47F425E}"/>
              </a:ext>
            </a:extLst>
          </p:cNvPr>
          <p:cNvSpPr>
            <a:spLocks xmlns:a="http://schemas.openxmlformats.org/drawingml/2006/main" noGrp="1"/>
          </p:cNvSpPr>
          <p:nvPr>
            <p:ph type="body" idx="12" hasCustomPrompt="1"/>
          </p:nvPr>
        </p:nvSpPr>
        <p:spPr>
          <a:xfrm xmlns:a="http://schemas.openxmlformats.org/drawingml/2006/main">
            <a:off x="5996940" y="4886690"/>
            <a:ext cx="2416810" cy="117148"/>
          </a:xfrm>
        </p:spPr>
        <p:txBody>
          <a:bodyPr xmlns:a="http://schemas.openxmlformats.org/drawingml/2006/main" wrap="square">
            <a:spAutoFit/>
          </a:bodyPr>
          <a:lstStyle xmlns:a="http://schemas.openxmlformats.org/drawingml/2006/main">
            <a:lvl1pPr marL="0" indent="0">
              <a:buNone/>
              <a:defRPr sz="750" cap="all" spc="110" baseline="0">
                <a:solidFill>
                  <a:schemeClr val="tx2"/>
                </a:solidFill>
              </a:defRPr>
            </a:lvl1pPr>
          </a:lstStyle>
          <a:p xmlns:a="http://schemas.openxmlformats.org/drawingml/2006/main">
            <a:pPr lvl="0">
              <a:buNone/>
            </a:pPr>
            <a:r>
              <a:t>CLICK TO EDIT MASTER TEXT</a:t>
            </a:r>
          </a:p>
        </p:txBody>
      </p:sp>
    </p:spTree>
  </p:cSld>
</p:sldLayout>
</file>

<file path=ppt/slideLayouts/slideLayout43.xml><?xml version="1.0" encoding="utf-8"?>
<p:sldLayout xmlns:p="http://schemas.openxmlformats.org/presentationml/2006/main" showMasterSp="0" preserve="1">
  <p:cSld name="Title Slide - Light Gray">
    <p:spTree>
      <p:nvGrpSpPr>
        <p:cNvPr id="1" name=""/>
        <p:cNvGrpSpPr/>
        <p:nvPr/>
      </p:nvGrpSpPr>
      <p:grpSpPr>
        <a:xfrm xmlns:a="http://schemas.openxmlformats.org/drawingml/2006/main"/>
      </p:grpSpPr>
      <p:sp>
        <p:nvSpPr>
          <p:cNvPr id="15" name="Picture Placeholder 14">
            <a:extLst xmlns:a="http://schemas.openxmlformats.org/drawingml/2006/main">
              <a:ext uri="{FF2B5EF4-FFF2-40B4-BE49-F238E27FC236}">
                <a16:creationId xmlns:a16="http://schemas.microsoft.com/office/drawing/2014/main" id="{42927F7C-53AC-400F-8DAD-235A2AF61FB8}"/>
              </a:ext>
            </a:extLst>
          </p:cNvPr>
          <p:cNvSpPr>
            <a:spLocks xmlns:a="http://schemas.openxmlformats.org/drawingml/2006/main" noGrp="1"/>
          </p:cNvSpPr>
          <p:nvPr>
            <p:ph type="pic" idx="11"/>
          </p:nvPr>
        </p:nvSpPr>
        <p:spPr>
          <a:xfrm xmlns:a="http://schemas.openxmlformats.org/drawingml/2006/main">
            <a:off x="0" y="1"/>
            <a:ext cx="9144000" cy="4710113"/>
          </a:xfrm>
          <a:prstGeom xmlns:a="http://schemas.openxmlformats.org/drawingml/2006/main" prst="rect">
            <a:avLst/>
          </a:prstGeom>
          <a:solidFill xmlns:a="http://schemas.openxmlformats.org/drawingml/2006/main">
            <a:schemeClr val="bg2">
              <a:lumMod val="90000"/>
            </a:schemeClr>
          </a:solidFill>
        </p:spPr>
        <p:txBody>
          <a:bodyPr xmlns:a="http://schemas.openxmlformats.org/drawingml/2006/main"/>
          <a:lstStyle xmlns:a="http://schemas.openxmlformats.org/drawingml/2006/main"/>
          <a:p xmlns:a="http://schemas.openxmlformats.org/drawingml/2006/main">
            <a:r>
              <a:t>Click icon to add picture</a:t>
            </a:r>
          </a:p>
        </p:txBody>
      </p:sp>
      <p:sp>
        <p:nvSpPr>
          <p:cNvPr id="13" name="Text Placeholder 12">
            <a:extLst xmlns:a="http://schemas.openxmlformats.org/drawingml/2006/main">
              <a:ext uri="{FF2B5EF4-FFF2-40B4-BE49-F238E27FC236}">
                <a16:creationId xmlns:a16="http://schemas.microsoft.com/office/drawing/2014/main" id="{D2D74F39-96DB-4808-8693-9F55A9D7DB98}"/>
              </a:ext>
            </a:extLst>
          </p:cNvPr>
          <p:cNvSpPr>
            <a:spLocks xmlns:a="http://schemas.openxmlformats.org/drawingml/2006/main" noGrp="1"/>
          </p:cNvSpPr>
          <p:nvPr>
            <p:ph type="body" idx="10"/>
          </p:nvPr>
        </p:nvSpPr>
        <p:spPr>
          <a:xfrm xmlns:a="http://schemas.openxmlformats.org/drawingml/2006/main">
            <a:off x="2" y="1172309"/>
            <a:ext cx="5802922" cy="3971191"/>
          </a:xfrm>
          <a:prstGeom xmlns:a="http://schemas.openxmlformats.org/drawingml/2006/main" prst="rect">
            <a:avLst/>
          </a:prstGeom>
          <a:solidFill xmlns:a="http://schemas.openxmlformats.org/drawingml/2006/main">
            <a:schemeClr val="bg2"/>
          </a:solidFill>
        </p:spPr>
        <p:txBody>
          <a:bodyPr xmlns:a="http://schemas.openxmlformats.org/drawingml/2006/main" lIns="502920" tIns="274320" rIns="457200" bIns="457200"/>
          <a:lstStyle xmlns:a="http://schemas.openxmlformats.org/drawingml/2006/main">
            <a:lvl1pPr marL="0" indent="0">
              <a:lnSpc>
                <a:spcPct val="100000"/>
              </a:lnSpc>
              <a:buNone/>
              <a:defRPr sz="3000">
                <a:solidFill>
                  <a:schemeClr val="tx2"/>
                </a:solidFill>
                <a:latin typeface="+mj-lt"/>
                <a:ea typeface="+mj-lt"/>
                <a:cs typeface="+mj-lt"/>
              </a:defRPr>
            </a:lvl1pPr>
            <a:lvl2pPr marL="0" indent="0">
              <a:spcBef>
                <a:spcPts val="900"/>
              </a:spcBef>
              <a:buNone/>
              <a:defRPr sz="1500">
                <a:solidFill>
                  <a:schemeClr val="tx2"/>
                </a:solidFill>
                <a:latin typeface="+mj-lt"/>
                <a:ea typeface="+mj-lt"/>
                <a:cs typeface="+mj-lt"/>
              </a:defRPr>
            </a:lvl2pPr>
            <a:lvl3pPr marL="457189" indent="0">
              <a:buNone/>
              <a:defRPr>
                <a:solidFill>
                  <a:schemeClr val="bg1"/>
                </a:solidFill>
                <a:latin typeface="+mj-lt"/>
                <a:ea typeface="+mj-lt"/>
                <a:cs typeface="+mj-lt"/>
              </a:defRPr>
            </a:lvl3pPr>
            <a:lvl4pPr marL="692133" indent="0">
              <a:buNone/>
              <a:defRPr>
                <a:solidFill>
                  <a:schemeClr val="bg1"/>
                </a:solidFill>
                <a:latin typeface="+mj-lt"/>
                <a:ea typeface="+mj-lt"/>
                <a:cs typeface="+mj-lt"/>
              </a:defRPr>
            </a:lvl4pPr>
            <a:lvl5pPr marL="914378" indent="0">
              <a:buNone/>
              <a:defRPr>
                <a:solidFill>
                  <a:schemeClr val="bg1"/>
                </a:solidFill>
                <a:latin typeface="+mj-lt"/>
                <a:ea typeface="+mj-lt"/>
                <a:cs typeface="+mj-lt"/>
              </a:defRPr>
            </a:lvl5pPr>
          </a:lstStyle>
          <a:p xmlns:a="http://schemas.openxmlformats.org/drawingml/2006/main">
            <a:pPr lvl="0">
              <a:buNone/>
            </a:pPr>
            <a:r>
              <a:t>Click to edit Master text styles</a:t>
            </a:r>
          </a:p>
          <a:p xmlns:a="http://schemas.openxmlformats.org/drawingml/2006/main">
            <a:pPr lvl="1">
              <a:buNone/>
            </a:pPr>
            <a:r>
              <a:t>Second level</a:t>
            </a:r>
          </a:p>
        </p:txBody>
      </p:sp>
      <p:sp>
        <p:nvSpPr>
          <p:cNvPr id="3" name="Subtitle 2">
            <a:extLst xmlns:a="http://schemas.openxmlformats.org/drawingml/2006/main">
              <a:ext uri="{FF2B5EF4-FFF2-40B4-BE49-F238E27FC236}">
                <a16:creationId xmlns:a16="http://schemas.microsoft.com/office/drawing/2014/main" id="{4A255D91-DCA2-49D6-8FA4-A90E64325350}"/>
              </a:ext>
            </a:extLst>
          </p:cNvPr>
          <p:cNvSpPr>
            <a:spLocks xmlns:a="http://schemas.openxmlformats.org/drawingml/2006/main" noGrp="1"/>
          </p:cNvSpPr>
          <p:nvPr>
            <p:ph type="subTitle" idx="1"/>
          </p:nvPr>
        </p:nvSpPr>
        <p:spPr>
          <a:xfrm xmlns:a="http://schemas.openxmlformats.org/drawingml/2006/main">
            <a:off x="525780" y="3566160"/>
            <a:ext cx="4846320" cy="156646"/>
          </a:xfrm>
        </p:spPr>
        <p:txBody>
          <a:bodyPr xmlns:a="http://schemas.openxmlformats.org/drawingml/2006/main" anchor="b">
            <a:spAutoFit/>
          </a:bodyPr>
          <a:lstStyle xmlns:a="http://schemas.openxmlformats.org/drawingml/2006/main">
            <a:lvl1pPr marL="0" indent="0" algn="l">
              <a:buNone/>
              <a:defRPr sz="1000" i="1">
                <a:solidFill>
                  <a:schemeClr val="tx1"/>
                </a:solidFill>
                <a:latin typeface="+mj-lt"/>
                <a:ea typeface="+mj-lt"/>
                <a:cs typeface="+mj-lt"/>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xmlns:a="http://schemas.openxmlformats.org/drawingml/2006/main">
            <a:r>
              <a:t>Click to edit Master subtitle style</a:t>
            </a:r>
          </a:p>
        </p:txBody>
      </p:sp>
      <p:sp>
        <p:nvSpPr>
          <p:cNvPr id="9" name="Freeform 5">
            <a:extLst xmlns:a="http://schemas.openxmlformats.org/drawingml/2006/main">
              <a:ext uri="{FF2B5EF4-FFF2-40B4-BE49-F238E27FC236}">
                <a16:creationId xmlns:a16="http://schemas.microsoft.com/office/drawing/2014/main" id="{6EF64205-A64B-4137-BA41-5E5CFE0F359E}"/>
              </a:ext>
            </a:extLst>
          </p:cNvPr>
          <p:cNvSpPr>
            <a:spLocks xmlns:a="http://schemas.openxmlformats.org/drawingml/2006/main" noGrp="1"/>
          </p:cNvSpPr>
          <p:nvPr/>
        </p:nvSpPr>
        <p:spPr>
          <a:xfrm xmlns:a="http://schemas.openxmlformats.org/drawingml/2006/main">
            <a:off x="482707" y="433839"/>
            <a:ext cx="2192207" cy="410518"/>
          </a:xfrm>
          <a:custGeom xmlns:a="http://schemas.openxmlformats.org/drawingml/2006/main">
            <a:gdLst>
              <a:gd name="T0" fmla="*/ 225 w 1440"/>
              <a:gd name="T1" fmla="*/ 110 h 267"/>
              <a:gd name="T2" fmla="*/ 317 w 1440"/>
              <a:gd name="T3" fmla="*/ 7 h 267"/>
              <a:gd name="T4" fmla="*/ 475 w 1440"/>
              <a:gd name="T5" fmla="*/ 19 h 267"/>
              <a:gd name="T6" fmla="*/ 830 w 1440"/>
              <a:gd name="T7" fmla="*/ 7 h 267"/>
              <a:gd name="T8" fmla="*/ 130 w 1440"/>
              <a:gd name="T9" fmla="*/ 210 h 267"/>
              <a:gd name="T10" fmla="*/ 437 w 1440"/>
              <a:gd name="T11" fmla="*/ 209 h 267"/>
              <a:gd name="T12" fmla="*/ 493 w 1440"/>
              <a:gd name="T13" fmla="*/ 198 h 267"/>
              <a:gd name="T14" fmla="*/ 866 w 1440"/>
              <a:gd name="T15" fmla="*/ 171 h 267"/>
              <a:gd name="T16" fmla="*/ 737 w 1440"/>
              <a:gd name="T17" fmla="*/ 261 h 267"/>
              <a:gd name="T18" fmla="*/ 958 w 1440"/>
              <a:gd name="T19" fmla="*/ 172 h 267"/>
              <a:gd name="T20" fmla="*/ 906 w 1440"/>
              <a:gd name="T21" fmla="*/ 254 h 267"/>
              <a:gd name="T22" fmla="*/ 309 w 1440"/>
              <a:gd name="T23" fmla="*/ 260 h 267"/>
              <a:gd name="T24" fmla="*/ 1053 w 1440"/>
              <a:gd name="T25" fmla="*/ 31 h 267"/>
              <a:gd name="T26" fmla="*/ 1075 w 1440"/>
              <a:gd name="T27" fmla="*/ 44 h 267"/>
              <a:gd name="T28" fmla="*/ 1091 w 1440"/>
              <a:gd name="T29" fmla="*/ 22 h 267"/>
              <a:gd name="T30" fmla="*/ 1107 w 1440"/>
              <a:gd name="T31" fmla="*/ 27 h 267"/>
              <a:gd name="T32" fmla="*/ 1125 w 1440"/>
              <a:gd name="T33" fmla="*/ 55 h 267"/>
              <a:gd name="T34" fmla="*/ 1159 w 1440"/>
              <a:gd name="T35" fmla="*/ 53 h 267"/>
              <a:gd name="T36" fmla="*/ 1160 w 1440"/>
              <a:gd name="T37" fmla="*/ 57 h 267"/>
              <a:gd name="T38" fmla="*/ 1177 w 1440"/>
              <a:gd name="T39" fmla="*/ 23 h 267"/>
              <a:gd name="T40" fmla="*/ 1207 w 1440"/>
              <a:gd name="T41" fmla="*/ 58 h 267"/>
              <a:gd name="T42" fmla="*/ 1245 w 1440"/>
              <a:gd name="T43" fmla="*/ 27 h 267"/>
              <a:gd name="T44" fmla="*/ 1225 w 1440"/>
              <a:gd name="T45" fmla="*/ 43 h 267"/>
              <a:gd name="T46" fmla="*/ 1271 w 1440"/>
              <a:gd name="T47" fmla="*/ 19 h 267"/>
              <a:gd name="T48" fmla="*/ 1259 w 1440"/>
              <a:gd name="T49" fmla="*/ 32 h 267"/>
              <a:gd name="T50" fmla="*/ 1290 w 1440"/>
              <a:gd name="T51" fmla="*/ 54 h 267"/>
              <a:gd name="T52" fmla="*/ 1310 w 1440"/>
              <a:gd name="T53" fmla="*/ 25 h 267"/>
              <a:gd name="T54" fmla="*/ 1059 w 1440"/>
              <a:gd name="T55" fmla="*/ 110 h 267"/>
              <a:gd name="T56" fmla="*/ 1099 w 1440"/>
              <a:gd name="T57" fmla="*/ 134 h 267"/>
              <a:gd name="T58" fmla="*/ 1120 w 1440"/>
              <a:gd name="T59" fmla="*/ 156 h 267"/>
              <a:gd name="T60" fmla="*/ 1141 w 1440"/>
              <a:gd name="T61" fmla="*/ 123 h 267"/>
              <a:gd name="T62" fmla="*/ 1148 w 1440"/>
              <a:gd name="T63" fmla="*/ 175 h 267"/>
              <a:gd name="T64" fmla="*/ 1184 w 1440"/>
              <a:gd name="T65" fmla="*/ 119 h 267"/>
              <a:gd name="T66" fmla="*/ 1181 w 1440"/>
              <a:gd name="T67" fmla="*/ 153 h 267"/>
              <a:gd name="T68" fmla="*/ 1201 w 1440"/>
              <a:gd name="T69" fmla="*/ 125 h 267"/>
              <a:gd name="T70" fmla="*/ 1230 w 1440"/>
              <a:gd name="T71" fmla="*/ 157 h 267"/>
              <a:gd name="T72" fmla="*/ 1260 w 1440"/>
              <a:gd name="T73" fmla="*/ 154 h 267"/>
              <a:gd name="T74" fmla="*/ 1261 w 1440"/>
              <a:gd name="T75" fmla="*/ 158 h 267"/>
              <a:gd name="T76" fmla="*/ 1284 w 1440"/>
              <a:gd name="T77" fmla="*/ 152 h 267"/>
              <a:gd name="T78" fmla="*/ 1294 w 1440"/>
              <a:gd name="T79" fmla="*/ 123 h 267"/>
              <a:gd name="T80" fmla="*/ 1317 w 1440"/>
              <a:gd name="T81" fmla="*/ 125 h 267"/>
              <a:gd name="T82" fmla="*/ 1342 w 1440"/>
              <a:gd name="T83" fmla="*/ 121 h 267"/>
              <a:gd name="T84" fmla="*/ 1351 w 1440"/>
              <a:gd name="T85" fmla="*/ 112 h 267"/>
              <a:gd name="T86" fmla="*/ 1364 w 1440"/>
              <a:gd name="T87" fmla="*/ 159 h 267"/>
              <a:gd name="T88" fmla="*/ 1399 w 1440"/>
              <a:gd name="T89" fmla="*/ 156 h 267"/>
              <a:gd name="T90" fmla="*/ 1432 w 1440"/>
              <a:gd name="T91" fmla="*/ 120 h 267"/>
              <a:gd name="T92" fmla="*/ 1410 w 1440"/>
              <a:gd name="T93" fmla="*/ 176 h 267"/>
              <a:gd name="T94" fmla="*/ 1076 w 1440"/>
              <a:gd name="T95" fmla="*/ 242 h 267"/>
              <a:gd name="T96" fmla="*/ 1062 w 1440"/>
              <a:gd name="T97" fmla="*/ 225 h 267"/>
              <a:gd name="T98" fmla="*/ 1091 w 1440"/>
              <a:gd name="T99" fmla="*/ 208 h 267"/>
              <a:gd name="T100" fmla="*/ 1112 w 1440"/>
              <a:gd name="T101" fmla="*/ 233 h 267"/>
              <a:gd name="T102" fmla="*/ 1128 w 1440"/>
              <a:gd name="T103" fmla="*/ 224 h 267"/>
              <a:gd name="T104" fmla="*/ 1168 w 1440"/>
              <a:gd name="T105" fmla="*/ 255 h 267"/>
              <a:gd name="T106" fmla="*/ 1154 w 1440"/>
              <a:gd name="T107" fmla="*/ 236 h 267"/>
              <a:gd name="T108" fmla="*/ 1203 w 1440"/>
              <a:gd name="T109" fmla="*/ 256 h 267"/>
              <a:gd name="T110" fmla="*/ 1200 w 1440"/>
              <a:gd name="T111" fmla="*/ 213 h 267"/>
              <a:gd name="T112" fmla="*/ 1227 w 1440"/>
              <a:gd name="T113" fmla="*/ 256 h 267"/>
              <a:gd name="T114" fmla="*/ 1249 w 1440"/>
              <a:gd name="T115" fmla="*/ 260 h 267"/>
              <a:gd name="T116" fmla="*/ 1255 w 1440"/>
              <a:gd name="T117" fmla="*/ 205 h 267"/>
              <a:gd name="T118" fmla="*/ 1297 w 1440"/>
              <a:gd name="T119" fmla="*/ 226 h 267"/>
              <a:gd name="T120" fmla="*/ 1303 w 1440"/>
              <a:gd name="T121" fmla="*/ 243 h 267"/>
              <a:gd name="T122" fmla="*/ 1344 w 1440"/>
              <a:gd name="T123" fmla="*/ 229 h 267"/>
              <a:gd name="T124" fmla="*/ 1328 w 1440"/>
              <a:gd name="T125" fmla="*/ 239 h 267"/>
            </a:gdLst>
            <a:rect l="0" t="0" r="r" b="b"/>
            <a:pathLst>
              <a:path w="1440" h="267">
                <a:moveTo>
                  <a:pt x="17" y="110"/>
                </a:moveTo>
                <a:cubicBezTo>
                  <a:pt x="3" y="110"/>
                  <a:pt x="3" y="110"/>
                  <a:pt x="3" y="110"/>
                </a:cubicBezTo>
                <a:cubicBezTo>
                  <a:pt x="3" y="1"/>
                  <a:pt x="3" y="1"/>
                  <a:pt x="3" y="1"/>
                </a:cubicBezTo>
                <a:cubicBezTo>
                  <a:pt x="81" y="83"/>
                  <a:pt x="81" y="83"/>
                  <a:pt x="81" y="83"/>
                </a:cubicBezTo>
                <a:cubicBezTo>
                  <a:pt x="81" y="7"/>
                  <a:pt x="81" y="7"/>
                  <a:pt x="81" y="7"/>
                </a:cubicBezTo>
                <a:cubicBezTo>
                  <a:pt x="95" y="7"/>
                  <a:pt x="95" y="7"/>
                  <a:pt x="95" y="7"/>
                </a:cubicBezTo>
                <a:cubicBezTo>
                  <a:pt x="95" y="117"/>
                  <a:pt x="95" y="117"/>
                  <a:pt x="95" y="117"/>
                </a:cubicBezTo>
                <a:cubicBezTo>
                  <a:pt x="17" y="35"/>
                  <a:pt x="17" y="35"/>
                  <a:pt x="17" y="35"/>
                </a:cubicBezTo>
                <a:lnTo>
                  <a:pt x="17" y="110"/>
                </a:lnTo>
                <a:close/>
                <a:moveTo>
                  <a:pt x="130" y="110"/>
                </a:moveTo>
                <a:cubicBezTo>
                  <a:pt x="145" y="110"/>
                  <a:pt x="145" y="110"/>
                  <a:pt x="145" y="110"/>
                </a:cubicBezTo>
                <a:cubicBezTo>
                  <a:pt x="178" y="33"/>
                  <a:pt x="178" y="33"/>
                  <a:pt x="178" y="33"/>
                </a:cubicBezTo>
                <a:cubicBezTo>
                  <a:pt x="210" y="109"/>
                  <a:pt x="210" y="109"/>
                  <a:pt x="210" y="109"/>
                </a:cubicBezTo>
                <a:cubicBezTo>
                  <a:pt x="210" y="110"/>
                  <a:pt x="210" y="110"/>
                  <a:pt x="210" y="110"/>
                </a:cubicBezTo>
                <a:cubicBezTo>
                  <a:pt x="225" y="110"/>
                  <a:pt x="225" y="110"/>
                  <a:pt x="225" y="110"/>
                </a:cubicBezTo>
                <a:cubicBezTo>
                  <a:pt x="178" y="0"/>
                  <a:pt x="178" y="0"/>
                  <a:pt x="178" y="0"/>
                </a:cubicBezTo>
                <a:lnTo>
                  <a:pt x="130" y="110"/>
                </a:lnTo>
                <a:close/>
                <a:moveTo>
                  <a:pt x="700" y="110"/>
                </a:moveTo>
                <a:cubicBezTo>
                  <a:pt x="715" y="110"/>
                  <a:pt x="715" y="110"/>
                  <a:pt x="715" y="110"/>
                </a:cubicBezTo>
                <a:cubicBezTo>
                  <a:pt x="748" y="33"/>
                  <a:pt x="748" y="33"/>
                  <a:pt x="748" y="33"/>
                </a:cubicBezTo>
                <a:cubicBezTo>
                  <a:pt x="780" y="109"/>
                  <a:pt x="780" y="109"/>
                  <a:pt x="780" y="109"/>
                </a:cubicBezTo>
                <a:cubicBezTo>
                  <a:pt x="780" y="110"/>
                  <a:pt x="780" y="110"/>
                  <a:pt x="780" y="110"/>
                </a:cubicBezTo>
                <a:cubicBezTo>
                  <a:pt x="795" y="110"/>
                  <a:pt x="795" y="110"/>
                  <a:pt x="795" y="110"/>
                </a:cubicBezTo>
                <a:cubicBezTo>
                  <a:pt x="748" y="0"/>
                  <a:pt x="748" y="0"/>
                  <a:pt x="748" y="0"/>
                </a:cubicBezTo>
                <a:lnTo>
                  <a:pt x="700" y="110"/>
                </a:lnTo>
                <a:close/>
                <a:moveTo>
                  <a:pt x="273" y="110"/>
                </a:moveTo>
                <a:cubicBezTo>
                  <a:pt x="286" y="110"/>
                  <a:pt x="286" y="110"/>
                  <a:pt x="286" y="110"/>
                </a:cubicBezTo>
                <a:cubicBezTo>
                  <a:pt x="286" y="20"/>
                  <a:pt x="286" y="20"/>
                  <a:pt x="286" y="20"/>
                </a:cubicBezTo>
                <a:cubicBezTo>
                  <a:pt x="317" y="20"/>
                  <a:pt x="317" y="20"/>
                  <a:pt x="317" y="20"/>
                </a:cubicBezTo>
                <a:cubicBezTo>
                  <a:pt x="317" y="7"/>
                  <a:pt x="317" y="7"/>
                  <a:pt x="317" y="7"/>
                </a:cubicBezTo>
                <a:cubicBezTo>
                  <a:pt x="242" y="7"/>
                  <a:pt x="242" y="7"/>
                  <a:pt x="242" y="7"/>
                </a:cubicBezTo>
                <a:cubicBezTo>
                  <a:pt x="242" y="20"/>
                  <a:pt x="242" y="20"/>
                  <a:pt x="242" y="20"/>
                </a:cubicBezTo>
                <a:cubicBezTo>
                  <a:pt x="273" y="20"/>
                  <a:pt x="273" y="20"/>
                  <a:pt x="273" y="20"/>
                </a:cubicBezTo>
                <a:lnTo>
                  <a:pt x="273" y="110"/>
                </a:lnTo>
                <a:close/>
                <a:moveTo>
                  <a:pt x="374" y="7"/>
                </a:moveTo>
                <a:cubicBezTo>
                  <a:pt x="360" y="7"/>
                  <a:pt x="360" y="7"/>
                  <a:pt x="360" y="7"/>
                </a:cubicBezTo>
                <a:cubicBezTo>
                  <a:pt x="360" y="110"/>
                  <a:pt x="360" y="110"/>
                  <a:pt x="360" y="110"/>
                </a:cubicBezTo>
                <a:cubicBezTo>
                  <a:pt x="374" y="110"/>
                  <a:pt x="374" y="110"/>
                  <a:pt x="374" y="110"/>
                </a:cubicBezTo>
                <a:lnTo>
                  <a:pt x="374" y="7"/>
                </a:lnTo>
                <a:close/>
                <a:moveTo>
                  <a:pt x="475" y="112"/>
                </a:moveTo>
                <a:cubicBezTo>
                  <a:pt x="445" y="112"/>
                  <a:pt x="421" y="88"/>
                  <a:pt x="421" y="59"/>
                </a:cubicBezTo>
                <a:cubicBezTo>
                  <a:pt x="421" y="29"/>
                  <a:pt x="445" y="5"/>
                  <a:pt x="475" y="5"/>
                </a:cubicBezTo>
                <a:cubicBezTo>
                  <a:pt x="505" y="5"/>
                  <a:pt x="528" y="29"/>
                  <a:pt x="528" y="59"/>
                </a:cubicBezTo>
                <a:cubicBezTo>
                  <a:pt x="528" y="88"/>
                  <a:pt x="505" y="112"/>
                  <a:pt x="475" y="112"/>
                </a:cubicBezTo>
                <a:close/>
                <a:moveTo>
                  <a:pt x="475" y="19"/>
                </a:moveTo>
                <a:cubicBezTo>
                  <a:pt x="453" y="19"/>
                  <a:pt x="435" y="37"/>
                  <a:pt x="435" y="59"/>
                </a:cubicBezTo>
                <a:cubicBezTo>
                  <a:pt x="435" y="81"/>
                  <a:pt x="453" y="99"/>
                  <a:pt x="475" y="99"/>
                </a:cubicBezTo>
                <a:cubicBezTo>
                  <a:pt x="497" y="99"/>
                  <a:pt x="514" y="81"/>
                  <a:pt x="514" y="59"/>
                </a:cubicBezTo>
                <a:cubicBezTo>
                  <a:pt x="514" y="37"/>
                  <a:pt x="497" y="19"/>
                  <a:pt x="475" y="19"/>
                </a:cubicBezTo>
                <a:close/>
                <a:moveTo>
                  <a:pt x="586" y="35"/>
                </a:moveTo>
                <a:cubicBezTo>
                  <a:pt x="664" y="117"/>
                  <a:pt x="664" y="117"/>
                  <a:pt x="664" y="117"/>
                </a:cubicBezTo>
                <a:cubicBezTo>
                  <a:pt x="664" y="7"/>
                  <a:pt x="664" y="7"/>
                  <a:pt x="664" y="7"/>
                </a:cubicBezTo>
                <a:cubicBezTo>
                  <a:pt x="650" y="7"/>
                  <a:pt x="650" y="7"/>
                  <a:pt x="650" y="7"/>
                </a:cubicBezTo>
                <a:cubicBezTo>
                  <a:pt x="650" y="83"/>
                  <a:pt x="650" y="83"/>
                  <a:pt x="650" y="83"/>
                </a:cubicBezTo>
                <a:cubicBezTo>
                  <a:pt x="572" y="1"/>
                  <a:pt x="572" y="1"/>
                  <a:pt x="572" y="1"/>
                </a:cubicBezTo>
                <a:cubicBezTo>
                  <a:pt x="572" y="110"/>
                  <a:pt x="572" y="110"/>
                  <a:pt x="572" y="110"/>
                </a:cubicBezTo>
                <a:cubicBezTo>
                  <a:pt x="586" y="110"/>
                  <a:pt x="586" y="110"/>
                  <a:pt x="586" y="110"/>
                </a:cubicBezTo>
                <a:lnTo>
                  <a:pt x="586" y="35"/>
                </a:lnTo>
                <a:close/>
                <a:moveTo>
                  <a:pt x="843" y="7"/>
                </a:moveTo>
                <a:cubicBezTo>
                  <a:pt x="830" y="7"/>
                  <a:pt x="830" y="7"/>
                  <a:pt x="830" y="7"/>
                </a:cubicBezTo>
                <a:cubicBezTo>
                  <a:pt x="830" y="110"/>
                  <a:pt x="830" y="110"/>
                  <a:pt x="830" y="110"/>
                </a:cubicBezTo>
                <a:cubicBezTo>
                  <a:pt x="885" y="110"/>
                  <a:pt x="885" y="110"/>
                  <a:pt x="885" y="110"/>
                </a:cubicBezTo>
                <a:cubicBezTo>
                  <a:pt x="885" y="97"/>
                  <a:pt x="885" y="97"/>
                  <a:pt x="885" y="97"/>
                </a:cubicBezTo>
                <a:cubicBezTo>
                  <a:pt x="843" y="97"/>
                  <a:pt x="843" y="97"/>
                  <a:pt x="843" y="97"/>
                </a:cubicBezTo>
                <a:lnTo>
                  <a:pt x="843" y="7"/>
                </a:lnTo>
                <a:close/>
                <a:moveTo>
                  <a:pt x="169" y="156"/>
                </a:moveTo>
                <a:cubicBezTo>
                  <a:pt x="139" y="156"/>
                  <a:pt x="116" y="179"/>
                  <a:pt x="116" y="209"/>
                </a:cubicBezTo>
                <a:cubicBezTo>
                  <a:pt x="116" y="240"/>
                  <a:pt x="139" y="262"/>
                  <a:pt x="169" y="262"/>
                </a:cubicBezTo>
                <a:cubicBezTo>
                  <a:pt x="175" y="262"/>
                  <a:pt x="188" y="261"/>
                  <a:pt x="200" y="252"/>
                </a:cubicBezTo>
                <a:cubicBezTo>
                  <a:pt x="200" y="252"/>
                  <a:pt x="200" y="252"/>
                  <a:pt x="200" y="252"/>
                </a:cubicBezTo>
                <a:cubicBezTo>
                  <a:pt x="200" y="234"/>
                  <a:pt x="200" y="234"/>
                  <a:pt x="200" y="234"/>
                </a:cubicBezTo>
                <a:cubicBezTo>
                  <a:pt x="198" y="236"/>
                  <a:pt x="198" y="236"/>
                  <a:pt x="198" y="236"/>
                </a:cubicBezTo>
                <a:cubicBezTo>
                  <a:pt x="196" y="239"/>
                  <a:pt x="192" y="242"/>
                  <a:pt x="187" y="245"/>
                </a:cubicBezTo>
                <a:cubicBezTo>
                  <a:pt x="181" y="247"/>
                  <a:pt x="175" y="249"/>
                  <a:pt x="169" y="249"/>
                </a:cubicBezTo>
                <a:cubicBezTo>
                  <a:pt x="142" y="249"/>
                  <a:pt x="130" y="226"/>
                  <a:pt x="130" y="210"/>
                </a:cubicBezTo>
                <a:cubicBezTo>
                  <a:pt x="130" y="187"/>
                  <a:pt x="147" y="169"/>
                  <a:pt x="169" y="169"/>
                </a:cubicBezTo>
                <a:cubicBezTo>
                  <a:pt x="174" y="169"/>
                  <a:pt x="180" y="170"/>
                  <a:pt x="185" y="173"/>
                </a:cubicBezTo>
                <a:cubicBezTo>
                  <a:pt x="190" y="175"/>
                  <a:pt x="194" y="178"/>
                  <a:pt x="198" y="182"/>
                </a:cubicBezTo>
                <a:cubicBezTo>
                  <a:pt x="200" y="184"/>
                  <a:pt x="200" y="184"/>
                  <a:pt x="200" y="184"/>
                </a:cubicBezTo>
                <a:cubicBezTo>
                  <a:pt x="200" y="166"/>
                  <a:pt x="200" y="166"/>
                  <a:pt x="200" y="166"/>
                </a:cubicBezTo>
                <a:cubicBezTo>
                  <a:pt x="200" y="166"/>
                  <a:pt x="200" y="166"/>
                  <a:pt x="200" y="166"/>
                </a:cubicBezTo>
                <a:cubicBezTo>
                  <a:pt x="191" y="159"/>
                  <a:pt x="181" y="156"/>
                  <a:pt x="169" y="156"/>
                </a:cubicBezTo>
                <a:close/>
                <a:moveTo>
                  <a:pt x="437" y="209"/>
                </a:moveTo>
                <a:cubicBezTo>
                  <a:pt x="437" y="225"/>
                  <a:pt x="431" y="238"/>
                  <a:pt x="419" y="249"/>
                </a:cubicBezTo>
                <a:cubicBezTo>
                  <a:pt x="409" y="257"/>
                  <a:pt x="399" y="261"/>
                  <a:pt x="382" y="261"/>
                </a:cubicBezTo>
                <a:cubicBezTo>
                  <a:pt x="360" y="261"/>
                  <a:pt x="360" y="261"/>
                  <a:pt x="360" y="261"/>
                </a:cubicBezTo>
                <a:cubicBezTo>
                  <a:pt x="360" y="157"/>
                  <a:pt x="360" y="157"/>
                  <a:pt x="360" y="157"/>
                </a:cubicBezTo>
                <a:cubicBezTo>
                  <a:pt x="382" y="157"/>
                  <a:pt x="382" y="157"/>
                  <a:pt x="382" y="157"/>
                </a:cubicBezTo>
                <a:cubicBezTo>
                  <a:pt x="393" y="157"/>
                  <a:pt x="407" y="159"/>
                  <a:pt x="420" y="170"/>
                </a:cubicBezTo>
                <a:cubicBezTo>
                  <a:pt x="426" y="175"/>
                  <a:pt x="437" y="187"/>
                  <a:pt x="437" y="209"/>
                </a:cubicBezTo>
                <a:close/>
                <a:moveTo>
                  <a:pt x="423" y="209"/>
                </a:moveTo>
                <a:cubicBezTo>
                  <a:pt x="423" y="186"/>
                  <a:pt x="407" y="171"/>
                  <a:pt x="382" y="171"/>
                </a:cubicBezTo>
                <a:cubicBezTo>
                  <a:pt x="374" y="171"/>
                  <a:pt x="374" y="171"/>
                  <a:pt x="374" y="171"/>
                </a:cubicBezTo>
                <a:cubicBezTo>
                  <a:pt x="374" y="247"/>
                  <a:pt x="374" y="247"/>
                  <a:pt x="374" y="247"/>
                </a:cubicBezTo>
                <a:cubicBezTo>
                  <a:pt x="382" y="247"/>
                  <a:pt x="382" y="247"/>
                  <a:pt x="382" y="247"/>
                </a:cubicBezTo>
                <a:cubicBezTo>
                  <a:pt x="390" y="247"/>
                  <a:pt x="401" y="246"/>
                  <a:pt x="410" y="239"/>
                </a:cubicBezTo>
                <a:cubicBezTo>
                  <a:pt x="416" y="234"/>
                  <a:pt x="423" y="224"/>
                  <a:pt x="423" y="209"/>
                </a:cubicBezTo>
                <a:close/>
                <a:moveTo>
                  <a:pt x="479" y="261"/>
                </a:moveTo>
                <a:cubicBezTo>
                  <a:pt x="541" y="261"/>
                  <a:pt x="541" y="261"/>
                  <a:pt x="541" y="261"/>
                </a:cubicBezTo>
                <a:cubicBezTo>
                  <a:pt x="541" y="247"/>
                  <a:pt x="541" y="247"/>
                  <a:pt x="541" y="247"/>
                </a:cubicBezTo>
                <a:cubicBezTo>
                  <a:pt x="493" y="247"/>
                  <a:pt x="493" y="247"/>
                  <a:pt x="493" y="247"/>
                </a:cubicBezTo>
                <a:cubicBezTo>
                  <a:pt x="493" y="211"/>
                  <a:pt x="493" y="211"/>
                  <a:pt x="493" y="211"/>
                </a:cubicBezTo>
                <a:cubicBezTo>
                  <a:pt x="535" y="211"/>
                  <a:pt x="535" y="211"/>
                  <a:pt x="535" y="211"/>
                </a:cubicBezTo>
                <a:cubicBezTo>
                  <a:pt x="535" y="198"/>
                  <a:pt x="535" y="198"/>
                  <a:pt x="535" y="198"/>
                </a:cubicBezTo>
                <a:cubicBezTo>
                  <a:pt x="493" y="198"/>
                  <a:pt x="493" y="198"/>
                  <a:pt x="493" y="198"/>
                </a:cubicBezTo>
                <a:cubicBezTo>
                  <a:pt x="493" y="171"/>
                  <a:pt x="493" y="171"/>
                  <a:pt x="493" y="171"/>
                </a:cubicBezTo>
                <a:cubicBezTo>
                  <a:pt x="541" y="171"/>
                  <a:pt x="541" y="171"/>
                  <a:pt x="541" y="171"/>
                </a:cubicBezTo>
                <a:cubicBezTo>
                  <a:pt x="541" y="157"/>
                  <a:pt x="541" y="157"/>
                  <a:pt x="541" y="157"/>
                </a:cubicBezTo>
                <a:cubicBezTo>
                  <a:pt x="479" y="157"/>
                  <a:pt x="479" y="157"/>
                  <a:pt x="479" y="157"/>
                </a:cubicBezTo>
                <a:lnTo>
                  <a:pt x="479" y="261"/>
                </a:lnTo>
                <a:close/>
                <a:moveTo>
                  <a:pt x="805" y="261"/>
                </a:moveTo>
                <a:cubicBezTo>
                  <a:pt x="866" y="261"/>
                  <a:pt x="866" y="261"/>
                  <a:pt x="866" y="261"/>
                </a:cubicBezTo>
                <a:cubicBezTo>
                  <a:pt x="866" y="247"/>
                  <a:pt x="866" y="247"/>
                  <a:pt x="866" y="247"/>
                </a:cubicBezTo>
                <a:cubicBezTo>
                  <a:pt x="819" y="247"/>
                  <a:pt x="819" y="247"/>
                  <a:pt x="819" y="247"/>
                </a:cubicBezTo>
                <a:cubicBezTo>
                  <a:pt x="819" y="211"/>
                  <a:pt x="819" y="211"/>
                  <a:pt x="819" y="211"/>
                </a:cubicBezTo>
                <a:cubicBezTo>
                  <a:pt x="860" y="211"/>
                  <a:pt x="860" y="211"/>
                  <a:pt x="860" y="211"/>
                </a:cubicBezTo>
                <a:cubicBezTo>
                  <a:pt x="860" y="198"/>
                  <a:pt x="860" y="198"/>
                  <a:pt x="860" y="198"/>
                </a:cubicBezTo>
                <a:cubicBezTo>
                  <a:pt x="819" y="198"/>
                  <a:pt x="819" y="198"/>
                  <a:pt x="819" y="198"/>
                </a:cubicBezTo>
                <a:cubicBezTo>
                  <a:pt x="819" y="171"/>
                  <a:pt x="819" y="171"/>
                  <a:pt x="819" y="171"/>
                </a:cubicBezTo>
                <a:cubicBezTo>
                  <a:pt x="866" y="171"/>
                  <a:pt x="866" y="171"/>
                  <a:pt x="866" y="171"/>
                </a:cubicBezTo>
                <a:cubicBezTo>
                  <a:pt x="866" y="157"/>
                  <a:pt x="866" y="157"/>
                  <a:pt x="866" y="157"/>
                </a:cubicBezTo>
                <a:cubicBezTo>
                  <a:pt x="805" y="157"/>
                  <a:pt x="805" y="157"/>
                  <a:pt x="805" y="157"/>
                </a:cubicBezTo>
                <a:lnTo>
                  <a:pt x="805" y="261"/>
                </a:lnTo>
                <a:close/>
                <a:moveTo>
                  <a:pt x="634" y="235"/>
                </a:moveTo>
                <a:cubicBezTo>
                  <a:pt x="595" y="149"/>
                  <a:pt x="595" y="149"/>
                  <a:pt x="595" y="149"/>
                </a:cubicBezTo>
                <a:cubicBezTo>
                  <a:pt x="578" y="261"/>
                  <a:pt x="578" y="261"/>
                  <a:pt x="578" y="261"/>
                </a:cubicBezTo>
                <a:cubicBezTo>
                  <a:pt x="592" y="261"/>
                  <a:pt x="592" y="261"/>
                  <a:pt x="592" y="261"/>
                </a:cubicBezTo>
                <a:cubicBezTo>
                  <a:pt x="601" y="194"/>
                  <a:pt x="601" y="194"/>
                  <a:pt x="601" y="194"/>
                </a:cubicBezTo>
                <a:cubicBezTo>
                  <a:pt x="634" y="267"/>
                  <a:pt x="634" y="267"/>
                  <a:pt x="634" y="267"/>
                </a:cubicBezTo>
                <a:cubicBezTo>
                  <a:pt x="668" y="194"/>
                  <a:pt x="668" y="194"/>
                  <a:pt x="668" y="194"/>
                </a:cubicBezTo>
                <a:cubicBezTo>
                  <a:pt x="677" y="261"/>
                  <a:pt x="677" y="261"/>
                  <a:pt x="677" y="261"/>
                </a:cubicBezTo>
                <a:cubicBezTo>
                  <a:pt x="691" y="261"/>
                  <a:pt x="691" y="261"/>
                  <a:pt x="691" y="261"/>
                </a:cubicBezTo>
                <a:cubicBezTo>
                  <a:pt x="674" y="148"/>
                  <a:pt x="674" y="148"/>
                  <a:pt x="674" y="148"/>
                </a:cubicBezTo>
                <a:lnTo>
                  <a:pt x="634" y="235"/>
                </a:lnTo>
                <a:close/>
                <a:moveTo>
                  <a:pt x="737" y="261"/>
                </a:moveTo>
                <a:cubicBezTo>
                  <a:pt x="751" y="261"/>
                  <a:pt x="751" y="261"/>
                  <a:pt x="751" y="261"/>
                </a:cubicBezTo>
                <a:cubicBezTo>
                  <a:pt x="751" y="157"/>
                  <a:pt x="751" y="157"/>
                  <a:pt x="751" y="157"/>
                </a:cubicBezTo>
                <a:cubicBezTo>
                  <a:pt x="737" y="157"/>
                  <a:pt x="737" y="157"/>
                  <a:pt x="737" y="157"/>
                </a:cubicBezTo>
                <a:lnTo>
                  <a:pt x="737" y="261"/>
                </a:lnTo>
                <a:close/>
                <a:moveTo>
                  <a:pt x="955" y="211"/>
                </a:moveTo>
                <a:cubicBezTo>
                  <a:pt x="950" y="207"/>
                  <a:pt x="945" y="204"/>
                  <a:pt x="939" y="201"/>
                </a:cubicBezTo>
                <a:cubicBezTo>
                  <a:pt x="929" y="197"/>
                  <a:pt x="929" y="197"/>
                  <a:pt x="929" y="197"/>
                </a:cubicBezTo>
                <a:cubicBezTo>
                  <a:pt x="925" y="195"/>
                  <a:pt x="922" y="194"/>
                  <a:pt x="919" y="191"/>
                </a:cubicBezTo>
                <a:cubicBezTo>
                  <a:pt x="916" y="189"/>
                  <a:pt x="916" y="187"/>
                  <a:pt x="916" y="183"/>
                </a:cubicBezTo>
                <a:cubicBezTo>
                  <a:pt x="916" y="175"/>
                  <a:pt x="922" y="169"/>
                  <a:pt x="931" y="169"/>
                </a:cubicBezTo>
                <a:cubicBezTo>
                  <a:pt x="936" y="169"/>
                  <a:pt x="940" y="171"/>
                  <a:pt x="942" y="172"/>
                </a:cubicBezTo>
                <a:cubicBezTo>
                  <a:pt x="944" y="174"/>
                  <a:pt x="946" y="177"/>
                  <a:pt x="947" y="179"/>
                </a:cubicBezTo>
                <a:cubicBezTo>
                  <a:pt x="948" y="181"/>
                  <a:pt x="948" y="181"/>
                  <a:pt x="948" y="181"/>
                </a:cubicBezTo>
                <a:cubicBezTo>
                  <a:pt x="959" y="173"/>
                  <a:pt x="959" y="173"/>
                  <a:pt x="959" y="173"/>
                </a:cubicBezTo>
                <a:cubicBezTo>
                  <a:pt x="958" y="172"/>
                  <a:pt x="958" y="172"/>
                  <a:pt x="958" y="172"/>
                </a:cubicBezTo>
                <a:cubicBezTo>
                  <a:pt x="956" y="167"/>
                  <a:pt x="952" y="163"/>
                  <a:pt x="948" y="161"/>
                </a:cubicBezTo>
                <a:cubicBezTo>
                  <a:pt x="943" y="157"/>
                  <a:pt x="938" y="156"/>
                  <a:pt x="931" y="156"/>
                </a:cubicBezTo>
                <a:cubicBezTo>
                  <a:pt x="914" y="156"/>
                  <a:pt x="902" y="167"/>
                  <a:pt x="902" y="183"/>
                </a:cubicBezTo>
                <a:cubicBezTo>
                  <a:pt x="902" y="190"/>
                  <a:pt x="904" y="195"/>
                  <a:pt x="909" y="200"/>
                </a:cubicBezTo>
                <a:cubicBezTo>
                  <a:pt x="913" y="205"/>
                  <a:pt x="918" y="207"/>
                  <a:pt x="922" y="209"/>
                </a:cubicBezTo>
                <a:cubicBezTo>
                  <a:pt x="932" y="213"/>
                  <a:pt x="932" y="213"/>
                  <a:pt x="932" y="213"/>
                </a:cubicBezTo>
                <a:cubicBezTo>
                  <a:pt x="937" y="215"/>
                  <a:pt x="941" y="217"/>
                  <a:pt x="944" y="220"/>
                </a:cubicBezTo>
                <a:cubicBezTo>
                  <a:pt x="947" y="223"/>
                  <a:pt x="948" y="226"/>
                  <a:pt x="948" y="231"/>
                </a:cubicBezTo>
                <a:cubicBezTo>
                  <a:pt x="948" y="240"/>
                  <a:pt x="942" y="249"/>
                  <a:pt x="929" y="249"/>
                </a:cubicBezTo>
                <a:cubicBezTo>
                  <a:pt x="924" y="249"/>
                  <a:pt x="919" y="247"/>
                  <a:pt x="916" y="244"/>
                </a:cubicBezTo>
                <a:cubicBezTo>
                  <a:pt x="913" y="241"/>
                  <a:pt x="911" y="236"/>
                  <a:pt x="910" y="232"/>
                </a:cubicBezTo>
                <a:cubicBezTo>
                  <a:pt x="910" y="230"/>
                  <a:pt x="910" y="230"/>
                  <a:pt x="910" y="230"/>
                </a:cubicBezTo>
                <a:cubicBezTo>
                  <a:pt x="896" y="234"/>
                  <a:pt x="896" y="234"/>
                  <a:pt x="896" y="234"/>
                </a:cubicBezTo>
                <a:cubicBezTo>
                  <a:pt x="897" y="235"/>
                  <a:pt x="897" y="235"/>
                  <a:pt x="897" y="235"/>
                </a:cubicBezTo>
                <a:cubicBezTo>
                  <a:pt x="898" y="243"/>
                  <a:pt x="902" y="249"/>
                  <a:pt x="906" y="254"/>
                </a:cubicBezTo>
                <a:cubicBezTo>
                  <a:pt x="912" y="260"/>
                  <a:pt x="920" y="262"/>
                  <a:pt x="929" y="262"/>
                </a:cubicBezTo>
                <a:cubicBezTo>
                  <a:pt x="948" y="262"/>
                  <a:pt x="962" y="249"/>
                  <a:pt x="962" y="230"/>
                </a:cubicBezTo>
                <a:cubicBezTo>
                  <a:pt x="962" y="222"/>
                  <a:pt x="960" y="216"/>
                  <a:pt x="955" y="211"/>
                </a:cubicBezTo>
                <a:close/>
                <a:moveTo>
                  <a:pt x="0" y="261"/>
                </a:moveTo>
                <a:cubicBezTo>
                  <a:pt x="15" y="261"/>
                  <a:pt x="15" y="261"/>
                  <a:pt x="15" y="261"/>
                </a:cubicBezTo>
                <a:cubicBezTo>
                  <a:pt x="48" y="184"/>
                  <a:pt x="48" y="184"/>
                  <a:pt x="48" y="184"/>
                </a:cubicBezTo>
                <a:cubicBezTo>
                  <a:pt x="79" y="260"/>
                  <a:pt x="79" y="260"/>
                  <a:pt x="79" y="260"/>
                </a:cubicBezTo>
                <a:cubicBezTo>
                  <a:pt x="80" y="261"/>
                  <a:pt x="80" y="261"/>
                  <a:pt x="80" y="261"/>
                </a:cubicBezTo>
                <a:cubicBezTo>
                  <a:pt x="95" y="261"/>
                  <a:pt x="95" y="261"/>
                  <a:pt x="95" y="261"/>
                </a:cubicBezTo>
                <a:cubicBezTo>
                  <a:pt x="48" y="151"/>
                  <a:pt x="48" y="151"/>
                  <a:pt x="48" y="151"/>
                </a:cubicBezTo>
                <a:lnTo>
                  <a:pt x="0" y="261"/>
                </a:lnTo>
                <a:close/>
                <a:moveTo>
                  <a:pt x="229" y="261"/>
                </a:moveTo>
                <a:cubicBezTo>
                  <a:pt x="244" y="261"/>
                  <a:pt x="244" y="261"/>
                  <a:pt x="244" y="261"/>
                </a:cubicBezTo>
                <a:cubicBezTo>
                  <a:pt x="277" y="184"/>
                  <a:pt x="277" y="184"/>
                  <a:pt x="277" y="184"/>
                </a:cubicBezTo>
                <a:cubicBezTo>
                  <a:pt x="309" y="260"/>
                  <a:pt x="309" y="260"/>
                  <a:pt x="309" y="260"/>
                </a:cubicBezTo>
                <a:cubicBezTo>
                  <a:pt x="309" y="261"/>
                  <a:pt x="309" y="261"/>
                  <a:pt x="309" y="261"/>
                </a:cubicBezTo>
                <a:cubicBezTo>
                  <a:pt x="324" y="261"/>
                  <a:pt x="324" y="261"/>
                  <a:pt x="324" y="261"/>
                </a:cubicBezTo>
                <a:cubicBezTo>
                  <a:pt x="277" y="151"/>
                  <a:pt x="277" y="151"/>
                  <a:pt x="277" y="151"/>
                </a:cubicBezTo>
                <a:lnTo>
                  <a:pt x="229" y="261"/>
                </a:lnTo>
                <a:close/>
                <a:moveTo>
                  <a:pt x="1071" y="11"/>
                </a:moveTo>
                <a:cubicBezTo>
                  <a:pt x="1071" y="18"/>
                  <a:pt x="1071" y="18"/>
                  <a:pt x="1071" y="18"/>
                </a:cubicBezTo>
                <a:cubicBezTo>
                  <a:pt x="1075" y="18"/>
                  <a:pt x="1075" y="18"/>
                  <a:pt x="1075" y="18"/>
                </a:cubicBezTo>
                <a:cubicBezTo>
                  <a:pt x="1077" y="9"/>
                  <a:pt x="1077" y="9"/>
                  <a:pt x="1077" y="9"/>
                </a:cubicBezTo>
                <a:cubicBezTo>
                  <a:pt x="1076" y="8"/>
                  <a:pt x="1074" y="7"/>
                  <a:pt x="1072" y="6"/>
                </a:cubicBezTo>
                <a:cubicBezTo>
                  <a:pt x="1070" y="6"/>
                  <a:pt x="1067" y="6"/>
                  <a:pt x="1064" y="6"/>
                </a:cubicBezTo>
                <a:cubicBezTo>
                  <a:pt x="1061" y="6"/>
                  <a:pt x="1058" y="6"/>
                  <a:pt x="1056" y="7"/>
                </a:cubicBezTo>
                <a:cubicBezTo>
                  <a:pt x="1053" y="9"/>
                  <a:pt x="1051" y="10"/>
                  <a:pt x="1049" y="12"/>
                </a:cubicBezTo>
                <a:cubicBezTo>
                  <a:pt x="1048" y="14"/>
                  <a:pt x="1047" y="17"/>
                  <a:pt x="1047" y="20"/>
                </a:cubicBezTo>
                <a:cubicBezTo>
                  <a:pt x="1047" y="22"/>
                  <a:pt x="1048" y="24"/>
                  <a:pt x="1049" y="26"/>
                </a:cubicBezTo>
                <a:cubicBezTo>
                  <a:pt x="1050" y="28"/>
                  <a:pt x="1051" y="30"/>
                  <a:pt x="1053" y="31"/>
                </a:cubicBezTo>
                <a:cubicBezTo>
                  <a:pt x="1055" y="32"/>
                  <a:pt x="1057" y="34"/>
                  <a:pt x="1059" y="35"/>
                </a:cubicBezTo>
                <a:cubicBezTo>
                  <a:pt x="1062" y="37"/>
                  <a:pt x="1064" y="39"/>
                  <a:pt x="1066" y="40"/>
                </a:cubicBezTo>
                <a:cubicBezTo>
                  <a:pt x="1067" y="42"/>
                  <a:pt x="1068" y="44"/>
                  <a:pt x="1068" y="47"/>
                </a:cubicBezTo>
                <a:cubicBezTo>
                  <a:pt x="1068" y="49"/>
                  <a:pt x="1067" y="52"/>
                  <a:pt x="1065" y="53"/>
                </a:cubicBezTo>
                <a:cubicBezTo>
                  <a:pt x="1062" y="55"/>
                  <a:pt x="1060" y="56"/>
                  <a:pt x="1057" y="56"/>
                </a:cubicBezTo>
                <a:cubicBezTo>
                  <a:pt x="1055" y="56"/>
                  <a:pt x="1053" y="56"/>
                  <a:pt x="1052" y="55"/>
                </a:cubicBezTo>
                <a:cubicBezTo>
                  <a:pt x="1050" y="55"/>
                  <a:pt x="1049" y="54"/>
                  <a:pt x="1048" y="54"/>
                </a:cubicBezTo>
                <a:cubicBezTo>
                  <a:pt x="1048" y="46"/>
                  <a:pt x="1048" y="46"/>
                  <a:pt x="1048" y="46"/>
                </a:cubicBezTo>
                <a:cubicBezTo>
                  <a:pt x="1044" y="46"/>
                  <a:pt x="1044" y="46"/>
                  <a:pt x="1044" y="46"/>
                </a:cubicBezTo>
                <a:cubicBezTo>
                  <a:pt x="1042" y="56"/>
                  <a:pt x="1042" y="56"/>
                  <a:pt x="1042" y="56"/>
                </a:cubicBezTo>
                <a:cubicBezTo>
                  <a:pt x="1043" y="57"/>
                  <a:pt x="1045" y="58"/>
                  <a:pt x="1048" y="58"/>
                </a:cubicBezTo>
                <a:cubicBezTo>
                  <a:pt x="1051" y="59"/>
                  <a:pt x="1054" y="59"/>
                  <a:pt x="1057" y="59"/>
                </a:cubicBezTo>
                <a:cubicBezTo>
                  <a:pt x="1060" y="59"/>
                  <a:pt x="1063" y="59"/>
                  <a:pt x="1066" y="57"/>
                </a:cubicBezTo>
                <a:cubicBezTo>
                  <a:pt x="1069" y="56"/>
                  <a:pt x="1071" y="54"/>
                  <a:pt x="1073" y="52"/>
                </a:cubicBezTo>
                <a:cubicBezTo>
                  <a:pt x="1074" y="50"/>
                  <a:pt x="1075" y="47"/>
                  <a:pt x="1075" y="44"/>
                </a:cubicBezTo>
                <a:cubicBezTo>
                  <a:pt x="1075" y="42"/>
                  <a:pt x="1074" y="40"/>
                  <a:pt x="1073" y="38"/>
                </a:cubicBezTo>
                <a:cubicBezTo>
                  <a:pt x="1072" y="36"/>
                  <a:pt x="1071" y="35"/>
                  <a:pt x="1069" y="34"/>
                </a:cubicBezTo>
                <a:cubicBezTo>
                  <a:pt x="1068" y="32"/>
                  <a:pt x="1066" y="31"/>
                  <a:pt x="1064" y="29"/>
                </a:cubicBezTo>
                <a:cubicBezTo>
                  <a:pt x="1060" y="27"/>
                  <a:pt x="1058" y="25"/>
                  <a:pt x="1056" y="24"/>
                </a:cubicBezTo>
                <a:cubicBezTo>
                  <a:pt x="1055" y="22"/>
                  <a:pt x="1054" y="20"/>
                  <a:pt x="1054" y="17"/>
                </a:cubicBezTo>
                <a:cubicBezTo>
                  <a:pt x="1054" y="15"/>
                  <a:pt x="1055" y="13"/>
                  <a:pt x="1057" y="11"/>
                </a:cubicBezTo>
                <a:cubicBezTo>
                  <a:pt x="1059" y="10"/>
                  <a:pt x="1061" y="9"/>
                  <a:pt x="1064" y="9"/>
                </a:cubicBezTo>
                <a:cubicBezTo>
                  <a:pt x="1065" y="9"/>
                  <a:pt x="1067" y="9"/>
                  <a:pt x="1068" y="10"/>
                </a:cubicBezTo>
                <a:cubicBezTo>
                  <a:pt x="1069" y="10"/>
                  <a:pt x="1070" y="10"/>
                  <a:pt x="1071" y="11"/>
                </a:cubicBezTo>
                <a:close/>
                <a:moveTo>
                  <a:pt x="1107" y="27"/>
                </a:moveTo>
                <a:cubicBezTo>
                  <a:pt x="1108" y="27"/>
                  <a:pt x="1108" y="27"/>
                  <a:pt x="1108" y="27"/>
                </a:cubicBezTo>
                <a:cubicBezTo>
                  <a:pt x="1110" y="20"/>
                  <a:pt x="1110" y="20"/>
                  <a:pt x="1110" y="20"/>
                </a:cubicBezTo>
                <a:cubicBezTo>
                  <a:pt x="1109" y="20"/>
                  <a:pt x="1108" y="19"/>
                  <a:pt x="1107" y="19"/>
                </a:cubicBezTo>
                <a:cubicBezTo>
                  <a:pt x="1105" y="19"/>
                  <a:pt x="1104" y="19"/>
                  <a:pt x="1102" y="19"/>
                </a:cubicBezTo>
                <a:cubicBezTo>
                  <a:pt x="1098" y="19"/>
                  <a:pt x="1094" y="20"/>
                  <a:pt x="1091" y="22"/>
                </a:cubicBezTo>
                <a:cubicBezTo>
                  <a:pt x="1088" y="25"/>
                  <a:pt x="1086" y="28"/>
                  <a:pt x="1084" y="32"/>
                </a:cubicBezTo>
                <a:cubicBezTo>
                  <a:pt x="1083" y="36"/>
                  <a:pt x="1082" y="40"/>
                  <a:pt x="1082" y="43"/>
                </a:cubicBezTo>
                <a:cubicBezTo>
                  <a:pt x="1082" y="48"/>
                  <a:pt x="1083" y="52"/>
                  <a:pt x="1085" y="55"/>
                </a:cubicBezTo>
                <a:cubicBezTo>
                  <a:pt x="1087" y="58"/>
                  <a:pt x="1091" y="59"/>
                  <a:pt x="1094" y="59"/>
                </a:cubicBezTo>
                <a:cubicBezTo>
                  <a:pt x="1098" y="59"/>
                  <a:pt x="1100" y="59"/>
                  <a:pt x="1102" y="57"/>
                </a:cubicBezTo>
                <a:cubicBezTo>
                  <a:pt x="1105" y="56"/>
                  <a:pt x="1106" y="54"/>
                  <a:pt x="1108" y="53"/>
                </a:cubicBezTo>
                <a:cubicBezTo>
                  <a:pt x="1106" y="50"/>
                  <a:pt x="1106" y="50"/>
                  <a:pt x="1106" y="50"/>
                </a:cubicBezTo>
                <a:cubicBezTo>
                  <a:pt x="1105" y="52"/>
                  <a:pt x="1103" y="53"/>
                  <a:pt x="1102" y="54"/>
                </a:cubicBezTo>
                <a:cubicBezTo>
                  <a:pt x="1100" y="54"/>
                  <a:pt x="1099" y="55"/>
                  <a:pt x="1097" y="55"/>
                </a:cubicBezTo>
                <a:cubicBezTo>
                  <a:pt x="1094" y="55"/>
                  <a:pt x="1092" y="54"/>
                  <a:pt x="1091" y="52"/>
                </a:cubicBezTo>
                <a:cubicBezTo>
                  <a:pt x="1090" y="50"/>
                  <a:pt x="1089" y="47"/>
                  <a:pt x="1089" y="43"/>
                </a:cubicBezTo>
                <a:cubicBezTo>
                  <a:pt x="1089" y="39"/>
                  <a:pt x="1090" y="35"/>
                  <a:pt x="1091" y="32"/>
                </a:cubicBezTo>
                <a:cubicBezTo>
                  <a:pt x="1092" y="30"/>
                  <a:pt x="1093" y="27"/>
                  <a:pt x="1095" y="26"/>
                </a:cubicBezTo>
                <a:cubicBezTo>
                  <a:pt x="1097" y="24"/>
                  <a:pt x="1099" y="23"/>
                  <a:pt x="1101" y="23"/>
                </a:cubicBezTo>
                <a:cubicBezTo>
                  <a:pt x="1102" y="23"/>
                  <a:pt x="1105" y="24"/>
                  <a:pt x="1107" y="27"/>
                </a:cubicBezTo>
                <a:close/>
                <a:moveTo>
                  <a:pt x="1124" y="52"/>
                </a:moveTo>
                <a:cubicBezTo>
                  <a:pt x="1129" y="19"/>
                  <a:pt x="1129" y="19"/>
                  <a:pt x="1129" y="19"/>
                </a:cubicBezTo>
                <a:cubicBezTo>
                  <a:pt x="1128" y="19"/>
                  <a:pt x="1128" y="19"/>
                  <a:pt x="1128" y="19"/>
                </a:cubicBezTo>
                <a:cubicBezTo>
                  <a:pt x="1118" y="20"/>
                  <a:pt x="1118" y="20"/>
                  <a:pt x="1118" y="20"/>
                </a:cubicBezTo>
                <a:cubicBezTo>
                  <a:pt x="1117" y="23"/>
                  <a:pt x="1117" y="23"/>
                  <a:pt x="1117" y="23"/>
                </a:cubicBezTo>
                <a:cubicBezTo>
                  <a:pt x="1122" y="24"/>
                  <a:pt x="1122" y="24"/>
                  <a:pt x="1122" y="24"/>
                </a:cubicBezTo>
                <a:cubicBezTo>
                  <a:pt x="1121" y="31"/>
                  <a:pt x="1120" y="37"/>
                  <a:pt x="1119" y="41"/>
                </a:cubicBezTo>
                <a:cubicBezTo>
                  <a:pt x="1118" y="49"/>
                  <a:pt x="1117" y="54"/>
                  <a:pt x="1117" y="55"/>
                </a:cubicBezTo>
                <a:cubicBezTo>
                  <a:pt x="1117" y="56"/>
                  <a:pt x="1118" y="57"/>
                  <a:pt x="1118" y="58"/>
                </a:cubicBezTo>
                <a:cubicBezTo>
                  <a:pt x="1119" y="59"/>
                  <a:pt x="1120" y="59"/>
                  <a:pt x="1122" y="59"/>
                </a:cubicBezTo>
                <a:cubicBezTo>
                  <a:pt x="1124" y="59"/>
                  <a:pt x="1125" y="59"/>
                  <a:pt x="1127" y="58"/>
                </a:cubicBezTo>
                <a:cubicBezTo>
                  <a:pt x="1128" y="57"/>
                  <a:pt x="1129" y="55"/>
                  <a:pt x="1130" y="54"/>
                </a:cubicBezTo>
                <a:cubicBezTo>
                  <a:pt x="1129" y="53"/>
                  <a:pt x="1129" y="53"/>
                  <a:pt x="1129" y="53"/>
                </a:cubicBezTo>
                <a:cubicBezTo>
                  <a:pt x="1128" y="54"/>
                  <a:pt x="1128" y="54"/>
                  <a:pt x="1127" y="54"/>
                </a:cubicBezTo>
                <a:cubicBezTo>
                  <a:pt x="1126" y="55"/>
                  <a:pt x="1126" y="55"/>
                  <a:pt x="1125" y="55"/>
                </a:cubicBezTo>
                <a:cubicBezTo>
                  <a:pt x="1125" y="55"/>
                  <a:pt x="1125" y="55"/>
                  <a:pt x="1125" y="54"/>
                </a:cubicBezTo>
                <a:cubicBezTo>
                  <a:pt x="1124" y="54"/>
                  <a:pt x="1124" y="54"/>
                  <a:pt x="1124" y="53"/>
                </a:cubicBezTo>
                <a:lnTo>
                  <a:pt x="1124" y="52"/>
                </a:lnTo>
                <a:close/>
                <a:moveTo>
                  <a:pt x="1127" y="11"/>
                </a:moveTo>
                <a:cubicBezTo>
                  <a:pt x="1128" y="11"/>
                  <a:pt x="1129" y="11"/>
                  <a:pt x="1130" y="10"/>
                </a:cubicBezTo>
                <a:cubicBezTo>
                  <a:pt x="1131" y="9"/>
                  <a:pt x="1131" y="7"/>
                  <a:pt x="1131" y="6"/>
                </a:cubicBezTo>
                <a:cubicBezTo>
                  <a:pt x="1131" y="5"/>
                  <a:pt x="1131" y="4"/>
                  <a:pt x="1130" y="3"/>
                </a:cubicBezTo>
                <a:cubicBezTo>
                  <a:pt x="1130" y="3"/>
                  <a:pt x="1129" y="2"/>
                  <a:pt x="1128" y="2"/>
                </a:cubicBezTo>
                <a:cubicBezTo>
                  <a:pt x="1126" y="2"/>
                  <a:pt x="1125" y="3"/>
                  <a:pt x="1124" y="4"/>
                </a:cubicBezTo>
                <a:cubicBezTo>
                  <a:pt x="1123" y="5"/>
                  <a:pt x="1123" y="6"/>
                  <a:pt x="1123" y="7"/>
                </a:cubicBezTo>
                <a:cubicBezTo>
                  <a:pt x="1123" y="8"/>
                  <a:pt x="1123" y="9"/>
                  <a:pt x="1124" y="10"/>
                </a:cubicBezTo>
                <a:cubicBezTo>
                  <a:pt x="1125" y="11"/>
                  <a:pt x="1126" y="11"/>
                  <a:pt x="1127" y="11"/>
                </a:cubicBezTo>
                <a:close/>
                <a:moveTo>
                  <a:pt x="1166" y="52"/>
                </a:moveTo>
                <a:cubicBezTo>
                  <a:pt x="1165" y="49"/>
                  <a:pt x="1165" y="49"/>
                  <a:pt x="1165" y="49"/>
                </a:cubicBezTo>
                <a:cubicBezTo>
                  <a:pt x="1163" y="51"/>
                  <a:pt x="1161" y="52"/>
                  <a:pt x="1159" y="53"/>
                </a:cubicBezTo>
                <a:cubicBezTo>
                  <a:pt x="1157" y="54"/>
                  <a:pt x="1155" y="55"/>
                  <a:pt x="1153" y="55"/>
                </a:cubicBezTo>
                <a:cubicBezTo>
                  <a:pt x="1150" y="55"/>
                  <a:pt x="1148" y="54"/>
                  <a:pt x="1147" y="51"/>
                </a:cubicBezTo>
                <a:cubicBezTo>
                  <a:pt x="1145" y="49"/>
                  <a:pt x="1145" y="46"/>
                  <a:pt x="1145" y="43"/>
                </a:cubicBezTo>
                <a:cubicBezTo>
                  <a:pt x="1148" y="43"/>
                  <a:pt x="1151" y="42"/>
                  <a:pt x="1155" y="41"/>
                </a:cubicBezTo>
                <a:cubicBezTo>
                  <a:pt x="1158" y="40"/>
                  <a:pt x="1162" y="38"/>
                  <a:pt x="1164" y="36"/>
                </a:cubicBezTo>
                <a:cubicBezTo>
                  <a:pt x="1167" y="33"/>
                  <a:pt x="1168" y="31"/>
                  <a:pt x="1168" y="27"/>
                </a:cubicBezTo>
                <a:cubicBezTo>
                  <a:pt x="1168" y="25"/>
                  <a:pt x="1167" y="23"/>
                  <a:pt x="1166" y="21"/>
                </a:cubicBezTo>
                <a:cubicBezTo>
                  <a:pt x="1164" y="19"/>
                  <a:pt x="1162" y="19"/>
                  <a:pt x="1158" y="19"/>
                </a:cubicBezTo>
                <a:cubicBezTo>
                  <a:pt x="1154" y="19"/>
                  <a:pt x="1151" y="20"/>
                  <a:pt x="1148" y="22"/>
                </a:cubicBezTo>
                <a:cubicBezTo>
                  <a:pt x="1145" y="24"/>
                  <a:pt x="1142" y="28"/>
                  <a:pt x="1140" y="31"/>
                </a:cubicBezTo>
                <a:cubicBezTo>
                  <a:pt x="1138" y="35"/>
                  <a:pt x="1138" y="40"/>
                  <a:pt x="1138" y="44"/>
                </a:cubicBezTo>
                <a:cubicBezTo>
                  <a:pt x="1138" y="47"/>
                  <a:pt x="1138" y="49"/>
                  <a:pt x="1139" y="52"/>
                </a:cubicBezTo>
                <a:cubicBezTo>
                  <a:pt x="1140" y="54"/>
                  <a:pt x="1142" y="56"/>
                  <a:pt x="1144" y="57"/>
                </a:cubicBezTo>
                <a:cubicBezTo>
                  <a:pt x="1146" y="59"/>
                  <a:pt x="1148" y="59"/>
                  <a:pt x="1151" y="59"/>
                </a:cubicBezTo>
                <a:cubicBezTo>
                  <a:pt x="1155" y="59"/>
                  <a:pt x="1158" y="58"/>
                  <a:pt x="1160" y="57"/>
                </a:cubicBezTo>
                <a:cubicBezTo>
                  <a:pt x="1163" y="55"/>
                  <a:pt x="1165" y="54"/>
                  <a:pt x="1166" y="52"/>
                </a:cubicBezTo>
                <a:close/>
                <a:moveTo>
                  <a:pt x="1157" y="22"/>
                </a:moveTo>
                <a:cubicBezTo>
                  <a:pt x="1158" y="22"/>
                  <a:pt x="1159" y="23"/>
                  <a:pt x="1160" y="24"/>
                </a:cubicBezTo>
                <a:cubicBezTo>
                  <a:pt x="1161" y="25"/>
                  <a:pt x="1161" y="26"/>
                  <a:pt x="1161" y="28"/>
                </a:cubicBezTo>
                <a:cubicBezTo>
                  <a:pt x="1161" y="30"/>
                  <a:pt x="1161" y="32"/>
                  <a:pt x="1159" y="34"/>
                </a:cubicBezTo>
                <a:cubicBezTo>
                  <a:pt x="1157" y="35"/>
                  <a:pt x="1155" y="37"/>
                  <a:pt x="1152" y="38"/>
                </a:cubicBezTo>
                <a:cubicBezTo>
                  <a:pt x="1150" y="39"/>
                  <a:pt x="1147" y="39"/>
                  <a:pt x="1145" y="39"/>
                </a:cubicBezTo>
                <a:cubicBezTo>
                  <a:pt x="1145" y="37"/>
                  <a:pt x="1146" y="34"/>
                  <a:pt x="1147" y="32"/>
                </a:cubicBezTo>
                <a:cubicBezTo>
                  <a:pt x="1148" y="29"/>
                  <a:pt x="1149" y="27"/>
                  <a:pt x="1151" y="25"/>
                </a:cubicBezTo>
                <a:cubicBezTo>
                  <a:pt x="1152" y="23"/>
                  <a:pt x="1154" y="22"/>
                  <a:pt x="1157" y="22"/>
                </a:cubicBezTo>
                <a:close/>
                <a:moveTo>
                  <a:pt x="1187" y="28"/>
                </a:moveTo>
                <a:cubicBezTo>
                  <a:pt x="1188" y="19"/>
                  <a:pt x="1188" y="19"/>
                  <a:pt x="1188" y="19"/>
                </a:cubicBezTo>
                <a:cubicBezTo>
                  <a:pt x="1186" y="19"/>
                  <a:pt x="1186" y="19"/>
                  <a:pt x="1186" y="19"/>
                </a:cubicBezTo>
                <a:cubicBezTo>
                  <a:pt x="1178" y="20"/>
                  <a:pt x="1178" y="20"/>
                  <a:pt x="1178" y="20"/>
                </a:cubicBezTo>
                <a:cubicBezTo>
                  <a:pt x="1177" y="23"/>
                  <a:pt x="1177" y="23"/>
                  <a:pt x="1177" y="23"/>
                </a:cubicBezTo>
                <a:cubicBezTo>
                  <a:pt x="1180" y="25"/>
                  <a:pt x="1180" y="25"/>
                  <a:pt x="1180" y="25"/>
                </a:cubicBezTo>
                <a:cubicBezTo>
                  <a:pt x="1176" y="58"/>
                  <a:pt x="1176" y="58"/>
                  <a:pt x="1176" y="58"/>
                </a:cubicBezTo>
                <a:cubicBezTo>
                  <a:pt x="1183" y="58"/>
                  <a:pt x="1183" y="58"/>
                  <a:pt x="1183" y="58"/>
                </a:cubicBezTo>
                <a:cubicBezTo>
                  <a:pt x="1186" y="33"/>
                  <a:pt x="1186" y="33"/>
                  <a:pt x="1186" y="33"/>
                </a:cubicBezTo>
                <a:cubicBezTo>
                  <a:pt x="1188" y="31"/>
                  <a:pt x="1190" y="28"/>
                  <a:pt x="1192" y="26"/>
                </a:cubicBezTo>
                <a:cubicBezTo>
                  <a:pt x="1194" y="25"/>
                  <a:pt x="1196" y="24"/>
                  <a:pt x="1198" y="24"/>
                </a:cubicBezTo>
                <a:cubicBezTo>
                  <a:pt x="1200" y="24"/>
                  <a:pt x="1201" y="24"/>
                  <a:pt x="1202" y="25"/>
                </a:cubicBezTo>
                <a:cubicBezTo>
                  <a:pt x="1202" y="26"/>
                  <a:pt x="1203" y="27"/>
                  <a:pt x="1203" y="29"/>
                </a:cubicBezTo>
                <a:cubicBezTo>
                  <a:pt x="1203" y="31"/>
                  <a:pt x="1202" y="33"/>
                  <a:pt x="1202" y="35"/>
                </a:cubicBezTo>
                <a:cubicBezTo>
                  <a:pt x="1202" y="37"/>
                  <a:pt x="1201" y="39"/>
                  <a:pt x="1201" y="41"/>
                </a:cubicBezTo>
                <a:cubicBezTo>
                  <a:pt x="1201" y="43"/>
                  <a:pt x="1201" y="43"/>
                  <a:pt x="1201" y="43"/>
                </a:cubicBezTo>
                <a:cubicBezTo>
                  <a:pt x="1200" y="46"/>
                  <a:pt x="1200" y="46"/>
                  <a:pt x="1200" y="46"/>
                </a:cubicBezTo>
                <a:cubicBezTo>
                  <a:pt x="1199" y="51"/>
                  <a:pt x="1199" y="54"/>
                  <a:pt x="1199" y="55"/>
                </a:cubicBezTo>
                <a:cubicBezTo>
                  <a:pt x="1199" y="58"/>
                  <a:pt x="1200" y="59"/>
                  <a:pt x="1203" y="59"/>
                </a:cubicBezTo>
                <a:cubicBezTo>
                  <a:pt x="1205" y="59"/>
                  <a:pt x="1206" y="59"/>
                  <a:pt x="1207" y="58"/>
                </a:cubicBezTo>
                <a:cubicBezTo>
                  <a:pt x="1208" y="58"/>
                  <a:pt x="1209" y="57"/>
                  <a:pt x="1210" y="57"/>
                </a:cubicBezTo>
                <a:cubicBezTo>
                  <a:pt x="1210" y="56"/>
                  <a:pt x="1211" y="55"/>
                  <a:pt x="1211" y="55"/>
                </a:cubicBezTo>
                <a:cubicBezTo>
                  <a:pt x="1210" y="53"/>
                  <a:pt x="1210" y="53"/>
                  <a:pt x="1210" y="53"/>
                </a:cubicBezTo>
                <a:cubicBezTo>
                  <a:pt x="1209" y="54"/>
                  <a:pt x="1208" y="55"/>
                  <a:pt x="1207" y="55"/>
                </a:cubicBezTo>
                <a:cubicBezTo>
                  <a:pt x="1206" y="55"/>
                  <a:pt x="1206" y="54"/>
                  <a:pt x="1206" y="53"/>
                </a:cubicBezTo>
                <a:cubicBezTo>
                  <a:pt x="1206" y="51"/>
                  <a:pt x="1206" y="48"/>
                  <a:pt x="1207" y="45"/>
                </a:cubicBezTo>
                <a:cubicBezTo>
                  <a:pt x="1208" y="41"/>
                  <a:pt x="1208" y="41"/>
                  <a:pt x="1208" y="41"/>
                </a:cubicBezTo>
                <a:cubicBezTo>
                  <a:pt x="1208" y="40"/>
                  <a:pt x="1208" y="40"/>
                  <a:pt x="1208" y="40"/>
                </a:cubicBezTo>
                <a:cubicBezTo>
                  <a:pt x="1209" y="34"/>
                  <a:pt x="1210" y="31"/>
                  <a:pt x="1210" y="29"/>
                </a:cubicBezTo>
                <a:cubicBezTo>
                  <a:pt x="1210" y="25"/>
                  <a:pt x="1209" y="23"/>
                  <a:pt x="1207" y="21"/>
                </a:cubicBezTo>
                <a:cubicBezTo>
                  <a:pt x="1206" y="19"/>
                  <a:pt x="1204" y="19"/>
                  <a:pt x="1201" y="19"/>
                </a:cubicBezTo>
                <a:cubicBezTo>
                  <a:pt x="1199" y="19"/>
                  <a:pt x="1196" y="19"/>
                  <a:pt x="1193" y="21"/>
                </a:cubicBezTo>
                <a:cubicBezTo>
                  <a:pt x="1191" y="23"/>
                  <a:pt x="1189" y="25"/>
                  <a:pt x="1187" y="28"/>
                </a:cubicBezTo>
                <a:close/>
                <a:moveTo>
                  <a:pt x="1243" y="27"/>
                </a:moveTo>
                <a:cubicBezTo>
                  <a:pt x="1245" y="27"/>
                  <a:pt x="1245" y="27"/>
                  <a:pt x="1245" y="27"/>
                </a:cubicBezTo>
                <a:cubicBezTo>
                  <a:pt x="1247" y="20"/>
                  <a:pt x="1247" y="20"/>
                  <a:pt x="1247" y="20"/>
                </a:cubicBezTo>
                <a:cubicBezTo>
                  <a:pt x="1246" y="20"/>
                  <a:pt x="1244" y="19"/>
                  <a:pt x="1243" y="19"/>
                </a:cubicBezTo>
                <a:cubicBezTo>
                  <a:pt x="1241" y="19"/>
                  <a:pt x="1240" y="19"/>
                  <a:pt x="1239" y="19"/>
                </a:cubicBezTo>
                <a:cubicBezTo>
                  <a:pt x="1234" y="19"/>
                  <a:pt x="1231" y="20"/>
                  <a:pt x="1228" y="22"/>
                </a:cubicBezTo>
                <a:cubicBezTo>
                  <a:pt x="1224" y="25"/>
                  <a:pt x="1222" y="28"/>
                  <a:pt x="1220" y="32"/>
                </a:cubicBezTo>
                <a:cubicBezTo>
                  <a:pt x="1219" y="36"/>
                  <a:pt x="1218" y="40"/>
                  <a:pt x="1218" y="43"/>
                </a:cubicBezTo>
                <a:cubicBezTo>
                  <a:pt x="1218" y="48"/>
                  <a:pt x="1219" y="52"/>
                  <a:pt x="1221" y="55"/>
                </a:cubicBezTo>
                <a:cubicBezTo>
                  <a:pt x="1224" y="58"/>
                  <a:pt x="1227" y="59"/>
                  <a:pt x="1231" y="59"/>
                </a:cubicBezTo>
                <a:cubicBezTo>
                  <a:pt x="1234" y="59"/>
                  <a:pt x="1236" y="59"/>
                  <a:pt x="1239" y="57"/>
                </a:cubicBezTo>
                <a:cubicBezTo>
                  <a:pt x="1241" y="56"/>
                  <a:pt x="1243" y="54"/>
                  <a:pt x="1244" y="53"/>
                </a:cubicBezTo>
                <a:cubicBezTo>
                  <a:pt x="1242" y="50"/>
                  <a:pt x="1242" y="50"/>
                  <a:pt x="1242" y="50"/>
                </a:cubicBezTo>
                <a:cubicBezTo>
                  <a:pt x="1241" y="52"/>
                  <a:pt x="1239" y="53"/>
                  <a:pt x="1238" y="54"/>
                </a:cubicBezTo>
                <a:cubicBezTo>
                  <a:pt x="1236" y="54"/>
                  <a:pt x="1235" y="55"/>
                  <a:pt x="1233" y="55"/>
                </a:cubicBezTo>
                <a:cubicBezTo>
                  <a:pt x="1230" y="55"/>
                  <a:pt x="1228" y="54"/>
                  <a:pt x="1227" y="52"/>
                </a:cubicBezTo>
                <a:cubicBezTo>
                  <a:pt x="1226" y="50"/>
                  <a:pt x="1225" y="47"/>
                  <a:pt x="1225" y="43"/>
                </a:cubicBezTo>
                <a:cubicBezTo>
                  <a:pt x="1225" y="39"/>
                  <a:pt x="1226" y="35"/>
                  <a:pt x="1227" y="32"/>
                </a:cubicBezTo>
                <a:cubicBezTo>
                  <a:pt x="1228" y="30"/>
                  <a:pt x="1229" y="27"/>
                  <a:pt x="1231" y="26"/>
                </a:cubicBezTo>
                <a:cubicBezTo>
                  <a:pt x="1233" y="24"/>
                  <a:pt x="1235" y="23"/>
                  <a:pt x="1237" y="23"/>
                </a:cubicBezTo>
                <a:cubicBezTo>
                  <a:pt x="1239" y="23"/>
                  <a:pt x="1241" y="24"/>
                  <a:pt x="1243" y="27"/>
                </a:cubicBezTo>
                <a:close/>
                <a:moveTo>
                  <a:pt x="1279" y="52"/>
                </a:moveTo>
                <a:cubicBezTo>
                  <a:pt x="1277" y="49"/>
                  <a:pt x="1277" y="49"/>
                  <a:pt x="1277" y="49"/>
                </a:cubicBezTo>
                <a:cubicBezTo>
                  <a:pt x="1276" y="51"/>
                  <a:pt x="1274" y="52"/>
                  <a:pt x="1272" y="53"/>
                </a:cubicBezTo>
                <a:cubicBezTo>
                  <a:pt x="1270" y="54"/>
                  <a:pt x="1268" y="55"/>
                  <a:pt x="1266" y="55"/>
                </a:cubicBezTo>
                <a:cubicBezTo>
                  <a:pt x="1263" y="55"/>
                  <a:pt x="1261" y="54"/>
                  <a:pt x="1259" y="51"/>
                </a:cubicBezTo>
                <a:cubicBezTo>
                  <a:pt x="1258" y="49"/>
                  <a:pt x="1257" y="46"/>
                  <a:pt x="1258" y="43"/>
                </a:cubicBezTo>
                <a:cubicBezTo>
                  <a:pt x="1260" y="43"/>
                  <a:pt x="1264" y="42"/>
                  <a:pt x="1267" y="41"/>
                </a:cubicBezTo>
                <a:cubicBezTo>
                  <a:pt x="1271" y="40"/>
                  <a:pt x="1274" y="38"/>
                  <a:pt x="1277" y="36"/>
                </a:cubicBezTo>
                <a:cubicBezTo>
                  <a:pt x="1280" y="33"/>
                  <a:pt x="1281" y="31"/>
                  <a:pt x="1281" y="27"/>
                </a:cubicBezTo>
                <a:cubicBezTo>
                  <a:pt x="1281" y="25"/>
                  <a:pt x="1280" y="23"/>
                  <a:pt x="1278" y="21"/>
                </a:cubicBezTo>
                <a:cubicBezTo>
                  <a:pt x="1277" y="19"/>
                  <a:pt x="1274" y="19"/>
                  <a:pt x="1271" y="19"/>
                </a:cubicBezTo>
                <a:cubicBezTo>
                  <a:pt x="1267" y="19"/>
                  <a:pt x="1264" y="20"/>
                  <a:pt x="1260" y="22"/>
                </a:cubicBezTo>
                <a:cubicBezTo>
                  <a:pt x="1257" y="24"/>
                  <a:pt x="1255" y="28"/>
                  <a:pt x="1253" y="31"/>
                </a:cubicBezTo>
                <a:cubicBezTo>
                  <a:pt x="1251" y="35"/>
                  <a:pt x="1250" y="40"/>
                  <a:pt x="1250" y="44"/>
                </a:cubicBezTo>
                <a:cubicBezTo>
                  <a:pt x="1250" y="47"/>
                  <a:pt x="1251" y="49"/>
                  <a:pt x="1252" y="52"/>
                </a:cubicBezTo>
                <a:cubicBezTo>
                  <a:pt x="1253" y="54"/>
                  <a:pt x="1254" y="56"/>
                  <a:pt x="1256" y="57"/>
                </a:cubicBezTo>
                <a:cubicBezTo>
                  <a:pt x="1258" y="59"/>
                  <a:pt x="1261" y="59"/>
                  <a:pt x="1264" y="59"/>
                </a:cubicBezTo>
                <a:cubicBezTo>
                  <a:pt x="1267" y="59"/>
                  <a:pt x="1270" y="58"/>
                  <a:pt x="1273" y="57"/>
                </a:cubicBezTo>
                <a:cubicBezTo>
                  <a:pt x="1276" y="55"/>
                  <a:pt x="1278" y="54"/>
                  <a:pt x="1279" y="52"/>
                </a:cubicBezTo>
                <a:close/>
                <a:moveTo>
                  <a:pt x="1269" y="22"/>
                </a:moveTo>
                <a:cubicBezTo>
                  <a:pt x="1271" y="22"/>
                  <a:pt x="1272" y="23"/>
                  <a:pt x="1273" y="24"/>
                </a:cubicBezTo>
                <a:cubicBezTo>
                  <a:pt x="1274" y="25"/>
                  <a:pt x="1274" y="26"/>
                  <a:pt x="1274" y="28"/>
                </a:cubicBezTo>
                <a:cubicBezTo>
                  <a:pt x="1274" y="30"/>
                  <a:pt x="1273" y="32"/>
                  <a:pt x="1272" y="34"/>
                </a:cubicBezTo>
                <a:cubicBezTo>
                  <a:pt x="1270" y="35"/>
                  <a:pt x="1268" y="37"/>
                  <a:pt x="1265" y="38"/>
                </a:cubicBezTo>
                <a:cubicBezTo>
                  <a:pt x="1263" y="39"/>
                  <a:pt x="1260" y="39"/>
                  <a:pt x="1258" y="39"/>
                </a:cubicBezTo>
                <a:cubicBezTo>
                  <a:pt x="1258" y="37"/>
                  <a:pt x="1259" y="34"/>
                  <a:pt x="1259" y="32"/>
                </a:cubicBezTo>
                <a:cubicBezTo>
                  <a:pt x="1260" y="29"/>
                  <a:pt x="1262" y="27"/>
                  <a:pt x="1263" y="25"/>
                </a:cubicBezTo>
                <a:cubicBezTo>
                  <a:pt x="1265" y="23"/>
                  <a:pt x="1267" y="22"/>
                  <a:pt x="1269" y="22"/>
                </a:cubicBezTo>
                <a:close/>
                <a:moveTo>
                  <a:pt x="1310" y="25"/>
                </a:moveTo>
                <a:cubicBezTo>
                  <a:pt x="1311" y="20"/>
                  <a:pt x="1311" y="20"/>
                  <a:pt x="1311" y="20"/>
                </a:cubicBezTo>
                <a:cubicBezTo>
                  <a:pt x="1311" y="20"/>
                  <a:pt x="1309" y="19"/>
                  <a:pt x="1308" y="19"/>
                </a:cubicBezTo>
                <a:cubicBezTo>
                  <a:pt x="1306" y="19"/>
                  <a:pt x="1304" y="19"/>
                  <a:pt x="1303" y="19"/>
                </a:cubicBezTo>
                <a:cubicBezTo>
                  <a:pt x="1300" y="19"/>
                  <a:pt x="1298" y="19"/>
                  <a:pt x="1296" y="20"/>
                </a:cubicBezTo>
                <a:cubicBezTo>
                  <a:pt x="1293" y="21"/>
                  <a:pt x="1292" y="22"/>
                  <a:pt x="1291" y="24"/>
                </a:cubicBezTo>
                <a:cubicBezTo>
                  <a:pt x="1289" y="26"/>
                  <a:pt x="1289" y="27"/>
                  <a:pt x="1289" y="30"/>
                </a:cubicBezTo>
                <a:cubicBezTo>
                  <a:pt x="1289" y="34"/>
                  <a:pt x="1291" y="38"/>
                  <a:pt x="1296" y="41"/>
                </a:cubicBezTo>
                <a:cubicBezTo>
                  <a:pt x="1298" y="43"/>
                  <a:pt x="1300" y="44"/>
                  <a:pt x="1301" y="45"/>
                </a:cubicBezTo>
                <a:cubicBezTo>
                  <a:pt x="1302" y="46"/>
                  <a:pt x="1303" y="48"/>
                  <a:pt x="1303" y="50"/>
                </a:cubicBezTo>
                <a:cubicBezTo>
                  <a:pt x="1303" y="51"/>
                  <a:pt x="1302" y="53"/>
                  <a:pt x="1301" y="54"/>
                </a:cubicBezTo>
                <a:cubicBezTo>
                  <a:pt x="1299" y="55"/>
                  <a:pt x="1297" y="55"/>
                  <a:pt x="1295" y="55"/>
                </a:cubicBezTo>
                <a:cubicBezTo>
                  <a:pt x="1293" y="55"/>
                  <a:pt x="1292" y="55"/>
                  <a:pt x="1290" y="54"/>
                </a:cubicBezTo>
                <a:cubicBezTo>
                  <a:pt x="1288" y="53"/>
                  <a:pt x="1287" y="53"/>
                  <a:pt x="1286" y="52"/>
                </a:cubicBezTo>
                <a:cubicBezTo>
                  <a:pt x="1285" y="57"/>
                  <a:pt x="1285" y="57"/>
                  <a:pt x="1285" y="57"/>
                </a:cubicBezTo>
                <a:cubicBezTo>
                  <a:pt x="1285" y="58"/>
                  <a:pt x="1287" y="58"/>
                  <a:pt x="1289" y="58"/>
                </a:cubicBezTo>
                <a:cubicBezTo>
                  <a:pt x="1291" y="59"/>
                  <a:pt x="1293" y="59"/>
                  <a:pt x="1295" y="59"/>
                </a:cubicBezTo>
                <a:cubicBezTo>
                  <a:pt x="1299" y="59"/>
                  <a:pt x="1303" y="58"/>
                  <a:pt x="1305" y="56"/>
                </a:cubicBezTo>
                <a:cubicBezTo>
                  <a:pt x="1308" y="54"/>
                  <a:pt x="1309" y="52"/>
                  <a:pt x="1309" y="48"/>
                </a:cubicBezTo>
                <a:cubicBezTo>
                  <a:pt x="1309" y="46"/>
                  <a:pt x="1309" y="45"/>
                  <a:pt x="1308" y="43"/>
                </a:cubicBezTo>
                <a:cubicBezTo>
                  <a:pt x="1307" y="42"/>
                  <a:pt x="1306" y="41"/>
                  <a:pt x="1305" y="40"/>
                </a:cubicBezTo>
                <a:cubicBezTo>
                  <a:pt x="1304" y="39"/>
                  <a:pt x="1303" y="38"/>
                  <a:pt x="1301" y="36"/>
                </a:cubicBezTo>
                <a:cubicBezTo>
                  <a:pt x="1299" y="35"/>
                  <a:pt x="1298" y="34"/>
                  <a:pt x="1297" y="32"/>
                </a:cubicBezTo>
                <a:cubicBezTo>
                  <a:pt x="1296" y="31"/>
                  <a:pt x="1295" y="30"/>
                  <a:pt x="1295" y="28"/>
                </a:cubicBezTo>
                <a:cubicBezTo>
                  <a:pt x="1295" y="26"/>
                  <a:pt x="1296" y="25"/>
                  <a:pt x="1297" y="24"/>
                </a:cubicBezTo>
                <a:cubicBezTo>
                  <a:pt x="1299" y="23"/>
                  <a:pt x="1300" y="23"/>
                  <a:pt x="1303" y="23"/>
                </a:cubicBezTo>
                <a:cubicBezTo>
                  <a:pt x="1304" y="23"/>
                  <a:pt x="1306" y="23"/>
                  <a:pt x="1307" y="24"/>
                </a:cubicBezTo>
                <a:cubicBezTo>
                  <a:pt x="1309" y="24"/>
                  <a:pt x="1310" y="25"/>
                  <a:pt x="1310" y="25"/>
                </a:cubicBezTo>
                <a:close/>
                <a:moveTo>
                  <a:pt x="1047" y="110"/>
                </a:moveTo>
                <a:cubicBezTo>
                  <a:pt x="1052" y="111"/>
                  <a:pt x="1052" y="111"/>
                  <a:pt x="1052" y="111"/>
                </a:cubicBezTo>
                <a:cubicBezTo>
                  <a:pt x="1046" y="156"/>
                  <a:pt x="1046" y="156"/>
                  <a:pt x="1046" y="156"/>
                </a:cubicBezTo>
                <a:cubicBezTo>
                  <a:pt x="1041" y="157"/>
                  <a:pt x="1041" y="157"/>
                  <a:pt x="1041" y="157"/>
                </a:cubicBezTo>
                <a:cubicBezTo>
                  <a:pt x="1041" y="159"/>
                  <a:pt x="1041" y="159"/>
                  <a:pt x="1041" y="159"/>
                </a:cubicBezTo>
                <a:cubicBezTo>
                  <a:pt x="1078" y="159"/>
                  <a:pt x="1078" y="159"/>
                  <a:pt x="1078" y="159"/>
                </a:cubicBezTo>
                <a:cubicBezTo>
                  <a:pt x="1081" y="147"/>
                  <a:pt x="1081" y="147"/>
                  <a:pt x="1081" y="147"/>
                </a:cubicBezTo>
                <a:cubicBezTo>
                  <a:pt x="1077" y="146"/>
                  <a:pt x="1077" y="146"/>
                  <a:pt x="1077" y="146"/>
                </a:cubicBezTo>
                <a:cubicBezTo>
                  <a:pt x="1073" y="155"/>
                  <a:pt x="1073" y="155"/>
                  <a:pt x="1073" y="155"/>
                </a:cubicBezTo>
                <a:cubicBezTo>
                  <a:pt x="1053" y="156"/>
                  <a:pt x="1053" y="156"/>
                  <a:pt x="1053" y="156"/>
                </a:cubicBezTo>
                <a:cubicBezTo>
                  <a:pt x="1056" y="134"/>
                  <a:pt x="1056" y="134"/>
                  <a:pt x="1056" y="134"/>
                </a:cubicBezTo>
                <a:cubicBezTo>
                  <a:pt x="1072" y="135"/>
                  <a:pt x="1072" y="135"/>
                  <a:pt x="1072" y="135"/>
                </a:cubicBezTo>
                <a:cubicBezTo>
                  <a:pt x="1073" y="130"/>
                  <a:pt x="1073" y="130"/>
                  <a:pt x="1073" y="130"/>
                </a:cubicBezTo>
                <a:cubicBezTo>
                  <a:pt x="1057" y="130"/>
                  <a:pt x="1057" y="130"/>
                  <a:pt x="1057" y="130"/>
                </a:cubicBezTo>
                <a:cubicBezTo>
                  <a:pt x="1059" y="110"/>
                  <a:pt x="1059" y="110"/>
                  <a:pt x="1059" y="110"/>
                </a:cubicBezTo>
                <a:cubicBezTo>
                  <a:pt x="1075" y="111"/>
                  <a:pt x="1075" y="111"/>
                  <a:pt x="1075" y="111"/>
                </a:cubicBezTo>
                <a:cubicBezTo>
                  <a:pt x="1076" y="118"/>
                  <a:pt x="1076" y="118"/>
                  <a:pt x="1076" y="118"/>
                </a:cubicBezTo>
                <a:cubicBezTo>
                  <a:pt x="1080" y="118"/>
                  <a:pt x="1080" y="118"/>
                  <a:pt x="1080" y="118"/>
                </a:cubicBezTo>
                <a:cubicBezTo>
                  <a:pt x="1081" y="107"/>
                  <a:pt x="1081" y="107"/>
                  <a:pt x="1081" y="107"/>
                </a:cubicBezTo>
                <a:cubicBezTo>
                  <a:pt x="1048" y="107"/>
                  <a:pt x="1048" y="107"/>
                  <a:pt x="1048" y="107"/>
                </a:cubicBezTo>
                <a:lnTo>
                  <a:pt x="1047" y="110"/>
                </a:lnTo>
                <a:close/>
                <a:moveTo>
                  <a:pt x="1100" y="129"/>
                </a:moveTo>
                <a:cubicBezTo>
                  <a:pt x="1100" y="120"/>
                  <a:pt x="1100" y="120"/>
                  <a:pt x="1100" y="120"/>
                </a:cubicBezTo>
                <a:cubicBezTo>
                  <a:pt x="1099" y="119"/>
                  <a:pt x="1099" y="119"/>
                  <a:pt x="1099" y="119"/>
                </a:cubicBezTo>
                <a:cubicBezTo>
                  <a:pt x="1090" y="121"/>
                  <a:pt x="1090" y="121"/>
                  <a:pt x="1090" y="121"/>
                </a:cubicBezTo>
                <a:cubicBezTo>
                  <a:pt x="1090" y="124"/>
                  <a:pt x="1090" y="124"/>
                  <a:pt x="1090" y="124"/>
                </a:cubicBezTo>
                <a:cubicBezTo>
                  <a:pt x="1093" y="125"/>
                  <a:pt x="1093" y="125"/>
                  <a:pt x="1093" y="125"/>
                </a:cubicBezTo>
                <a:cubicBezTo>
                  <a:pt x="1089" y="159"/>
                  <a:pt x="1089" y="159"/>
                  <a:pt x="1089" y="159"/>
                </a:cubicBezTo>
                <a:cubicBezTo>
                  <a:pt x="1095" y="159"/>
                  <a:pt x="1095" y="159"/>
                  <a:pt x="1095" y="159"/>
                </a:cubicBezTo>
                <a:cubicBezTo>
                  <a:pt x="1099" y="134"/>
                  <a:pt x="1099" y="134"/>
                  <a:pt x="1099" y="134"/>
                </a:cubicBezTo>
                <a:cubicBezTo>
                  <a:pt x="1101" y="131"/>
                  <a:pt x="1103" y="129"/>
                  <a:pt x="1105" y="127"/>
                </a:cubicBezTo>
                <a:cubicBezTo>
                  <a:pt x="1107" y="125"/>
                  <a:pt x="1109" y="124"/>
                  <a:pt x="1111" y="124"/>
                </a:cubicBezTo>
                <a:cubicBezTo>
                  <a:pt x="1113" y="124"/>
                  <a:pt x="1114" y="125"/>
                  <a:pt x="1114" y="126"/>
                </a:cubicBezTo>
                <a:cubicBezTo>
                  <a:pt x="1115" y="127"/>
                  <a:pt x="1115" y="128"/>
                  <a:pt x="1115" y="130"/>
                </a:cubicBezTo>
                <a:cubicBezTo>
                  <a:pt x="1115" y="132"/>
                  <a:pt x="1115" y="134"/>
                  <a:pt x="1115" y="135"/>
                </a:cubicBezTo>
                <a:cubicBezTo>
                  <a:pt x="1115" y="137"/>
                  <a:pt x="1114" y="140"/>
                  <a:pt x="1114" y="142"/>
                </a:cubicBezTo>
                <a:cubicBezTo>
                  <a:pt x="1114" y="144"/>
                  <a:pt x="1114" y="144"/>
                  <a:pt x="1114" y="144"/>
                </a:cubicBezTo>
                <a:cubicBezTo>
                  <a:pt x="1113" y="147"/>
                  <a:pt x="1113" y="147"/>
                  <a:pt x="1113" y="147"/>
                </a:cubicBezTo>
                <a:cubicBezTo>
                  <a:pt x="1112" y="151"/>
                  <a:pt x="1112" y="154"/>
                  <a:pt x="1112" y="156"/>
                </a:cubicBezTo>
                <a:cubicBezTo>
                  <a:pt x="1112" y="159"/>
                  <a:pt x="1113" y="160"/>
                  <a:pt x="1116" y="160"/>
                </a:cubicBezTo>
                <a:cubicBezTo>
                  <a:pt x="1117" y="160"/>
                  <a:pt x="1119" y="160"/>
                  <a:pt x="1120" y="159"/>
                </a:cubicBezTo>
                <a:cubicBezTo>
                  <a:pt x="1121" y="159"/>
                  <a:pt x="1122" y="158"/>
                  <a:pt x="1123" y="157"/>
                </a:cubicBezTo>
                <a:cubicBezTo>
                  <a:pt x="1123" y="157"/>
                  <a:pt x="1124" y="156"/>
                  <a:pt x="1124" y="156"/>
                </a:cubicBezTo>
                <a:cubicBezTo>
                  <a:pt x="1123" y="154"/>
                  <a:pt x="1123" y="154"/>
                  <a:pt x="1123" y="154"/>
                </a:cubicBezTo>
                <a:cubicBezTo>
                  <a:pt x="1122" y="155"/>
                  <a:pt x="1121" y="156"/>
                  <a:pt x="1120" y="156"/>
                </a:cubicBezTo>
                <a:cubicBezTo>
                  <a:pt x="1119" y="156"/>
                  <a:pt x="1119" y="155"/>
                  <a:pt x="1119" y="154"/>
                </a:cubicBezTo>
                <a:cubicBezTo>
                  <a:pt x="1119" y="152"/>
                  <a:pt x="1119" y="149"/>
                  <a:pt x="1120" y="145"/>
                </a:cubicBezTo>
                <a:cubicBezTo>
                  <a:pt x="1121" y="142"/>
                  <a:pt x="1121" y="142"/>
                  <a:pt x="1121" y="142"/>
                </a:cubicBezTo>
                <a:cubicBezTo>
                  <a:pt x="1121" y="140"/>
                  <a:pt x="1121" y="140"/>
                  <a:pt x="1121" y="140"/>
                </a:cubicBezTo>
                <a:cubicBezTo>
                  <a:pt x="1122" y="135"/>
                  <a:pt x="1122" y="132"/>
                  <a:pt x="1122" y="130"/>
                </a:cubicBezTo>
                <a:cubicBezTo>
                  <a:pt x="1122" y="126"/>
                  <a:pt x="1122" y="123"/>
                  <a:pt x="1120" y="122"/>
                </a:cubicBezTo>
                <a:cubicBezTo>
                  <a:pt x="1119" y="120"/>
                  <a:pt x="1117" y="119"/>
                  <a:pt x="1114" y="119"/>
                </a:cubicBezTo>
                <a:cubicBezTo>
                  <a:pt x="1112" y="119"/>
                  <a:pt x="1109" y="120"/>
                  <a:pt x="1106" y="122"/>
                </a:cubicBezTo>
                <a:cubicBezTo>
                  <a:pt x="1104" y="124"/>
                  <a:pt x="1102" y="126"/>
                  <a:pt x="1100" y="129"/>
                </a:cubicBezTo>
                <a:close/>
                <a:moveTo>
                  <a:pt x="1159" y="162"/>
                </a:moveTo>
                <a:cubicBezTo>
                  <a:pt x="1165" y="119"/>
                  <a:pt x="1165" y="119"/>
                  <a:pt x="1165" y="119"/>
                </a:cubicBezTo>
                <a:cubicBezTo>
                  <a:pt x="1160" y="121"/>
                  <a:pt x="1160" y="121"/>
                  <a:pt x="1160" y="121"/>
                </a:cubicBezTo>
                <a:cubicBezTo>
                  <a:pt x="1159" y="121"/>
                  <a:pt x="1158" y="120"/>
                  <a:pt x="1157" y="120"/>
                </a:cubicBezTo>
                <a:cubicBezTo>
                  <a:pt x="1155" y="120"/>
                  <a:pt x="1154" y="119"/>
                  <a:pt x="1153" y="119"/>
                </a:cubicBezTo>
                <a:cubicBezTo>
                  <a:pt x="1148" y="119"/>
                  <a:pt x="1144" y="121"/>
                  <a:pt x="1141" y="123"/>
                </a:cubicBezTo>
                <a:cubicBezTo>
                  <a:pt x="1137" y="126"/>
                  <a:pt x="1135" y="129"/>
                  <a:pt x="1133" y="133"/>
                </a:cubicBezTo>
                <a:cubicBezTo>
                  <a:pt x="1131" y="137"/>
                  <a:pt x="1130" y="141"/>
                  <a:pt x="1130" y="145"/>
                </a:cubicBezTo>
                <a:cubicBezTo>
                  <a:pt x="1130" y="150"/>
                  <a:pt x="1131" y="153"/>
                  <a:pt x="1133" y="156"/>
                </a:cubicBezTo>
                <a:cubicBezTo>
                  <a:pt x="1135" y="159"/>
                  <a:pt x="1138" y="160"/>
                  <a:pt x="1142" y="160"/>
                </a:cubicBezTo>
                <a:cubicBezTo>
                  <a:pt x="1144" y="160"/>
                  <a:pt x="1146" y="159"/>
                  <a:pt x="1148" y="158"/>
                </a:cubicBezTo>
                <a:cubicBezTo>
                  <a:pt x="1150" y="157"/>
                  <a:pt x="1152" y="156"/>
                  <a:pt x="1153" y="155"/>
                </a:cubicBezTo>
                <a:cubicBezTo>
                  <a:pt x="1151" y="164"/>
                  <a:pt x="1151" y="164"/>
                  <a:pt x="1151" y="164"/>
                </a:cubicBezTo>
                <a:cubicBezTo>
                  <a:pt x="1151" y="167"/>
                  <a:pt x="1150" y="169"/>
                  <a:pt x="1149" y="170"/>
                </a:cubicBezTo>
                <a:cubicBezTo>
                  <a:pt x="1147" y="172"/>
                  <a:pt x="1145" y="172"/>
                  <a:pt x="1142" y="172"/>
                </a:cubicBezTo>
                <a:cubicBezTo>
                  <a:pt x="1140" y="172"/>
                  <a:pt x="1139" y="172"/>
                  <a:pt x="1137" y="171"/>
                </a:cubicBezTo>
                <a:cubicBezTo>
                  <a:pt x="1136" y="171"/>
                  <a:pt x="1134" y="170"/>
                  <a:pt x="1133" y="170"/>
                </a:cubicBezTo>
                <a:cubicBezTo>
                  <a:pt x="1132" y="175"/>
                  <a:pt x="1132" y="175"/>
                  <a:pt x="1132" y="175"/>
                </a:cubicBezTo>
                <a:cubicBezTo>
                  <a:pt x="1132" y="176"/>
                  <a:pt x="1134" y="176"/>
                  <a:pt x="1135" y="176"/>
                </a:cubicBezTo>
                <a:cubicBezTo>
                  <a:pt x="1137" y="177"/>
                  <a:pt x="1138" y="177"/>
                  <a:pt x="1140" y="177"/>
                </a:cubicBezTo>
                <a:cubicBezTo>
                  <a:pt x="1142" y="177"/>
                  <a:pt x="1145" y="176"/>
                  <a:pt x="1148" y="175"/>
                </a:cubicBezTo>
                <a:cubicBezTo>
                  <a:pt x="1150" y="174"/>
                  <a:pt x="1153" y="173"/>
                  <a:pt x="1155" y="170"/>
                </a:cubicBezTo>
                <a:cubicBezTo>
                  <a:pt x="1157" y="168"/>
                  <a:pt x="1158" y="165"/>
                  <a:pt x="1159" y="162"/>
                </a:cubicBezTo>
                <a:close/>
                <a:moveTo>
                  <a:pt x="1157" y="125"/>
                </a:moveTo>
                <a:cubicBezTo>
                  <a:pt x="1154" y="150"/>
                  <a:pt x="1154" y="150"/>
                  <a:pt x="1154" y="150"/>
                </a:cubicBezTo>
                <a:cubicBezTo>
                  <a:pt x="1152" y="151"/>
                  <a:pt x="1151" y="153"/>
                  <a:pt x="1149" y="154"/>
                </a:cubicBezTo>
                <a:cubicBezTo>
                  <a:pt x="1148" y="155"/>
                  <a:pt x="1146" y="155"/>
                  <a:pt x="1144" y="155"/>
                </a:cubicBezTo>
                <a:cubicBezTo>
                  <a:pt x="1142" y="155"/>
                  <a:pt x="1140" y="155"/>
                  <a:pt x="1139" y="153"/>
                </a:cubicBezTo>
                <a:cubicBezTo>
                  <a:pt x="1138" y="151"/>
                  <a:pt x="1138" y="148"/>
                  <a:pt x="1138" y="145"/>
                </a:cubicBezTo>
                <a:cubicBezTo>
                  <a:pt x="1138" y="142"/>
                  <a:pt x="1138" y="138"/>
                  <a:pt x="1139" y="135"/>
                </a:cubicBezTo>
                <a:cubicBezTo>
                  <a:pt x="1140" y="132"/>
                  <a:pt x="1142" y="129"/>
                  <a:pt x="1144" y="127"/>
                </a:cubicBezTo>
                <a:cubicBezTo>
                  <a:pt x="1146" y="124"/>
                  <a:pt x="1149" y="123"/>
                  <a:pt x="1152" y="123"/>
                </a:cubicBezTo>
                <a:cubicBezTo>
                  <a:pt x="1154" y="123"/>
                  <a:pt x="1156" y="124"/>
                  <a:pt x="1157" y="125"/>
                </a:cubicBezTo>
                <a:close/>
                <a:moveTo>
                  <a:pt x="1181" y="153"/>
                </a:moveTo>
                <a:cubicBezTo>
                  <a:pt x="1185" y="120"/>
                  <a:pt x="1185" y="120"/>
                  <a:pt x="1185" y="120"/>
                </a:cubicBezTo>
                <a:cubicBezTo>
                  <a:pt x="1184" y="119"/>
                  <a:pt x="1184" y="119"/>
                  <a:pt x="1184" y="119"/>
                </a:cubicBezTo>
                <a:cubicBezTo>
                  <a:pt x="1174" y="121"/>
                  <a:pt x="1174" y="121"/>
                  <a:pt x="1174" y="121"/>
                </a:cubicBezTo>
                <a:cubicBezTo>
                  <a:pt x="1173" y="123"/>
                  <a:pt x="1173" y="123"/>
                  <a:pt x="1173" y="123"/>
                </a:cubicBezTo>
                <a:cubicBezTo>
                  <a:pt x="1178" y="125"/>
                  <a:pt x="1178" y="125"/>
                  <a:pt x="1178" y="125"/>
                </a:cubicBezTo>
                <a:cubicBezTo>
                  <a:pt x="1177" y="132"/>
                  <a:pt x="1176" y="138"/>
                  <a:pt x="1175" y="142"/>
                </a:cubicBezTo>
                <a:cubicBezTo>
                  <a:pt x="1174" y="150"/>
                  <a:pt x="1174" y="154"/>
                  <a:pt x="1173" y="156"/>
                </a:cubicBezTo>
                <a:cubicBezTo>
                  <a:pt x="1173" y="157"/>
                  <a:pt x="1174" y="158"/>
                  <a:pt x="1174" y="159"/>
                </a:cubicBezTo>
                <a:cubicBezTo>
                  <a:pt x="1175" y="160"/>
                  <a:pt x="1176" y="160"/>
                  <a:pt x="1178" y="160"/>
                </a:cubicBezTo>
                <a:cubicBezTo>
                  <a:pt x="1180" y="160"/>
                  <a:pt x="1182" y="159"/>
                  <a:pt x="1183" y="158"/>
                </a:cubicBezTo>
                <a:cubicBezTo>
                  <a:pt x="1184" y="157"/>
                  <a:pt x="1185" y="156"/>
                  <a:pt x="1186" y="155"/>
                </a:cubicBezTo>
                <a:cubicBezTo>
                  <a:pt x="1185" y="154"/>
                  <a:pt x="1185" y="154"/>
                  <a:pt x="1185" y="154"/>
                </a:cubicBezTo>
                <a:cubicBezTo>
                  <a:pt x="1184" y="154"/>
                  <a:pt x="1184" y="155"/>
                  <a:pt x="1183" y="155"/>
                </a:cubicBezTo>
                <a:cubicBezTo>
                  <a:pt x="1183" y="156"/>
                  <a:pt x="1182" y="156"/>
                  <a:pt x="1182" y="156"/>
                </a:cubicBezTo>
                <a:cubicBezTo>
                  <a:pt x="1181" y="156"/>
                  <a:pt x="1181" y="156"/>
                  <a:pt x="1181" y="155"/>
                </a:cubicBezTo>
                <a:cubicBezTo>
                  <a:pt x="1181" y="155"/>
                  <a:pt x="1180" y="155"/>
                  <a:pt x="1180" y="154"/>
                </a:cubicBezTo>
                <a:lnTo>
                  <a:pt x="1181" y="153"/>
                </a:lnTo>
                <a:close/>
                <a:moveTo>
                  <a:pt x="1183" y="112"/>
                </a:moveTo>
                <a:cubicBezTo>
                  <a:pt x="1184" y="112"/>
                  <a:pt x="1185" y="111"/>
                  <a:pt x="1186" y="110"/>
                </a:cubicBezTo>
                <a:cubicBezTo>
                  <a:pt x="1187" y="109"/>
                  <a:pt x="1188" y="108"/>
                  <a:pt x="1188" y="107"/>
                </a:cubicBezTo>
                <a:cubicBezTo>
                  <a:pt x="1188" y="106"/>
                  <a:pt x="1187" y="105"/>
                  <a:pt x="1187" y="104"/>
                </a:cubicBezTo>
                <a:cubicBezTo>
                  <a:pt x="1186" y="103"/>
                  <a:pt x="1185" y="103"/>
                  <a:pt x="1184" y="103"/>
                </a:cubicBezTo>
                <a:cubicBezTo>
                  <a:pt x="1182" y="103"/>
                  <a:pt x="1181" y="103"/>
                  <a:pt x="1180" y="104"/>
                </a:cubicBezTo>
                <a:cubicBezTo>
                  <a:pt x="1180" y="105"/>
                  <a:pt x="1179" y="107"/>
                  <a:pt x="1179" y="108"/>
                </a:cubicBezTo>
                <a:cubicBezTo>
                  <a:pt x="1179" y="109"/>
                  <a:pt x="1179" y="110"/>
                  <a:pt x="1180" y="111"/>
                </a:cubicBezTo>
                <a:cubicBezTo>
                  <a:pt x="1181" y="111"/>
                  <a:pt x="1182" y="112"/>
                  <a:pt x="1183" y="112"/>
                </a:cubicBezTo>
                <a:close/>
                <a:moveTo>
                  <a:pt x="1207" y="129"/>
                </a:moveTo>
                <a:cubicBezTo>
                  <a:pt x="1208" y="120"/>
                  <a:pt x="1208" y="120"/>
                  <a:pt x="1208" y="120"/>
                </a:cubicBezTo>
                <a:cubicBezTo>
                  <a:pt x="1207" y="119"/>
                  <a:pt x="1207" y="119"/>
                  <a:pt x="1207" y="119"/>
                </a:cubicBezTo>
                <a:cubicBezTo>
                  <a:pt x="1198" y="121"/>
                  <a:pt x="1198" y="121"/>
                  <a:pt x="1198" y="121"/>
                </a:cubicBezTo>
                <a:cubicBezTo>
                  <a:pt x="1198" y="124"/>
                  <a:pt x="1198" y="124"/>
                  <a:pt x="1198" y="124"/>
                </a:cubicBezTo>
                <a:cubicBezTo>
                  <a:pt x="1201" y="125"/>
                  <a:pt x="1201" y="125"/>
                  <a:pt x="1201" y="125"/>
                </a:cubicBezTo>
                <a:cubicBezTo>
                  <a:pt x="1196" y="159"/>
                  <a:pt x="1196" y="159"/>
                  <a:pt x="1196" y="159"/>
                </a:cubicBezTo>
                <a:cubicBezTo>
                  <a:pt x="1203" y="159"/>
                  <a:pt x="1203" y="159"/>
                  <a:pt x="1203" y="159"/>
                </a:cubicBezTo>
                <a:cubicBezTo>
                  <a:pt x="1207" y="134"/>
                  <a:pt x="1207" y="134"/>
                  <a:pt x="1207" y="134"/>
                </a:cubicBezTo>
                <a:cubicBezTo>
                  <a:pt x="1208" y="131"/>
                  <a:pt x="1210" y="129"/>
                  <a:pt x="1213" y="127"/>
                </a:cubicBezTo>
                <a:cubicBezTo>
                  <a:pt x="1215" y="125"/>
                  <a:pt x="1217" y="124"/>
                  <a:pt x="1219" y="124"/>
                </a:cubicBezTo>
                <a:cubicBezTo>
                  <a:pt x="1220" y="124"/>
                  <a:pt x="1221" y="125"/>
                  <a:pt x="1222" y="126"/>
                </a:cubicBezTo>
                <a:cubicBezTo>
                  <a:pt x="1223" y="127"/>
                  <a:pt x="1223" y="128"/>
                  <a:pt x="1223" y="130"/>
                </a:cubicBezTo>
                <a:cubicBezTo>
                  <a:pt x="1223" y="132"/>
                  <a:pt x="1223" y="134"/>
                  <a:pt x="1223" y="135"/>
                </a:cubicBezTo>
                <a:cubicBezTo>
                  <a:pt x="1222" y="137"/>
                  <a:pt x="1222" y="140"/>
                  <a:pt x="1222" y="142"/>
                </a:cubicBezTo>
                <a:cubicBezTo>
                  <a:pt x="1221" y="144"/>
                  <a:pt x="1221" y="144"/>
                  <a:pt x="1221" y="144"/>
                </a:cubicBezTo>
                <a:cubicBezTo>
                  <a:pt x="1221" y="147"/>
                  <a:pt x="1221" y="147"/>
                  <a:pt x="1221" y="147"/>
                </a:cubicBezTo>
                <a:cubicBezTo>
                  <a:pt x="1220" y="151"/>
                  <a:pt x="1219" y="154"/>
                  <a:pt x="1219" y="156"/>
                </a:cubicBezTo>
                <a:cubicBezTo>
                  <a:pt x="1219" y="159"/>
                  <a:pt x="1221" y="160"/>
                  <a:pt x="1224" y="160"/>
                </a:cubicBezTo>
                <a:cubicBezTo>
                  <a:pt x="1225" y="160"/>
                  <a:pt x="1226" y="160"/>
                  <a:pt x="1227" y="159"/>
                </a:cubicBezTo>
                <a:cubicBezTo>
                  <a:pt x="1228" y="159"/>
                  <a:pt x="1229" y="158"/>
                  <a:pt x="1230" y="157"/>
                </a:cubicBezTo>
                <a:cubicBezTo>
                  <a:pt x="1231" y="157"/>
                  <a:pt x="1231" y="156"/>
                  <a:pt x="1232" y="156"/>
                </a:cubicBezTo>
                <a:cubicBezTo>
                  <a:pt x="1231" y="154"/>
                  <a:pt x="1231" y="154"/>
                  <a:pt x="1231" y="154"/>
                </a:cubicBezTo>
                <a:cubicBezTo>
                  <a:pt x="1229" y="155"/>
                  <a:pt x="1228" y="156"/>
                  <a:pt x="1227" y="156"/>
                </a:cubicBezTo>
                <a:cubicBezTo>
                  <a:pt x="1227" y="156"/>
                  <a:pt x="1227" y="155"/>
                  <a:pt x="1227" y="154"/>
                </a:cubicBezTo>
                <a:cubicBezTo>
                  <a:pt x="1227" y="152"/>
                  <a:pt x="1227" y="149"/>
                  <a:pt x="1228" y="145"/>
                </a:cubicBezTo>
                <a:cubicBezTo>
                  <a:pt x="1228" y="142"/>
                  <a:pt x="1228" y="142"/>
                  <a:pt x="1228" y="142"/>
                </a:cubicBezTo>
                <a:cubicBezTo>
                  <a:pt x="1229" y="140"/>
                  <a:pt x="1229" y="140"/>
                  <a:pt x="1229" y="140"/>
                </a:cubicBezTo>
                <a:cubicBezTo>
                  <a:pt x="1230" y="135"/>
                  <a:pt x="1230" y="132"/>
                  <a:pt x="1230" y="130"/>
                </a:cubicBezTo>
                <a:cubicBezTo>
                  <a:pt x="1230" y="126"/>
                  <a:pt x="1229" y="123"/>
                  <a:pt x="1228" y="122"/>
                </a:cubicBezTo>
                <a:cubicBezTo>
                  <a:pt x="1227" y="120"/>
                  <a:pt x="1225" y="119"/>
                  <a:pt x="1222" y="119"/>
                </a:cubicBezTo>
                <a:cubicBezTo>
                  <a:pt x="1219" y="119"/>
                  <a:pt x="1217" y="120"/>
                  <a:pt x="1214" y="122"/>
                </a:cubicBezTo>
                <a:cubicBezTo>
                  <a:pt x="1211" y="124"/>
                  <a:pt x="1209" y="126"/>
                  <a:pt x="1207" y="129"/>
                </a:cubicBezTo>
                <a:close/>
                <a:moveTo>
                  <a:pt x="1267" y="153"/>
                </a:moveTo>
                <a:cubicBezTo>
                  <a:pt x="1266" y="150"/>
                  <a:pt x="1266" y="150"/>
                  <a:pt x="1266" y="150"/>
                </a:cubicBezTo>
                <a:cubicBezTo>
                  <a:pt x="1264" y="152"/>
                  <a:pt x="1262" y="153"/>
                  <a:pt x="1260" y="154"/>
                </a:cubicBezTo>
                <a:cubicBezTo>
                  <a:pt x="1258" y="155"/>
                  <a:pt x="1256" y="156"/>
                  <a:pt x="1254" y="156"/>
                </a:cubicBezTo>
                <a:cubicBezTo>
                  <a:pt x="1251" y="156"/>
                  <a:pt x="1249" y="154"/>
                  <a:pt x="1248" y="152"/>
                </a:cubicBezTo>
                <a:cubicBezTo>
                  <a:pt x="1246" y="150"/>
                  <a:pt x="1246" y="147"/>
                  <a:pt x="1246" y="143"/>
                </a:cubicBezTo>
                <a:cubicBezTo>
                  <a:pt x="1249" y="143"/>
                  <a:pt x="1252" y="143"/>
                  <a:pt x="1256" y="142"/>
                </a:cubicBezTo>
                <a:cubicBezTo>
                  <a:pt x="1259" y="140"/>
                  <a:pt x="1263" y="139"/>
                  <a:pt x="1265" y="136"/>
                </a:cubicBezTo>
                <a:cubicBezTo>
                  <a:pt x="1268" y="134"/>
                  <a:pt x="1269" y="131"/>
                  <a:pt x="1269" y="128"/>
                </a:cubicBezTo>
                <a:cubicBezTo>
                  <a:pt x="1269" y="125"/>
                  <a:pt x="1268" y="123"/>
                  <a:pt x="1267" y="122"/>
                </a:cubicBezTo>
                <a:cubicBezTo>
                  <a:pt x="1265" y="120"/>
                  <a:pt x="1263" y="119"/>
                  <a:pt x="1259" y="119"/>
                </a:cubicBezTo>
                <a:cubicBezTo>
                  <a:pt x="1255" y="119"/>
                  <a:pt x="1252" y="121"/>
                  <a:pt x="1249" y="123"/>
                </a:cubicBezTo>
                <a:cubicBezTo>
                  <a:pt x="1246" y="125"/>
                  <a:pt x="1243" y="128"/>
                  <a:pt x="1241" y="132"/>
                </a:cubicBezTo>
                <a:cubicBezTo>
                  <a:pt x="1240" y="136"/>
                  <a:pt x="1239" y="140"/>
                  <a:pt x="1239" y="145"/>
                </a:cubicBezTo>
                <a:cubicBezTo>
                  <a:pt x="1239" y="147"/>
                  <a:pt x="1239" y="150"/>
                  <a:pt x="1240" y="152"/>
                </a:cubicBezTo>
                <a:cubicBezTo>
                  <a:pt x="1241" y="155"/>
                  <a:pt x="1243" y="156"/>
                  <a:pt x="1245" y="158"/>
                </a:cubicBezTo>
                <a:cubicBezTo>
                  <a:pt x="1247" y="159"/>
                  <a:pt x="1249" y="160"/>
                  <a:pt x="1253" y="160"/>
                </a:cubicBezTo>
                <a:cubicBezTo>
                  <a:pt x="1256" y="160"/>
                  <a:pt x="1259" y="159"/>
                  <a:pt x="1261" y="158"/>
                </a:cubicBezTo>
                <a:cubicBezTo>
                  <a:pt x="1264" y="156"/>
                  <a:pt x="1266" y="154"/>
                  <a:pt x="1267" y="153"/>
                </a:cubicBezTo>
                <a:close/>
                <a:moveTo>
                  <a:pt x="1258" y="123"/>
                </a:moveTo>
                <a:cubicBezTo>
                  <a:pt x="1259" y="123"/>
                  <a:pt x="1260" y="124"/>
                  <a:pt x="1261" y="125"/>
                </a:cubicBezTo>
                <a:cubicBezTo>
                  <a:pt x="1262" y="125"/>
                  <a:pt x="1263" y="127"/>
                  <a:pt x="1263" y="129"/>
                </a:cubicBezTo>
                <a:cubicBezTo>
                  <a:pt x="1263" y="131"/>
                  <a:pt x="1262" y="133"/>
                  <a:pt x="1260" y="135"/>
                </a:cubicBezTo>
                <a:cubicBezTo>
                  <a:pt x="1258" y="136"/>
                  <a:pt x="1256" y="138"/>
                  <a:pt x="1253" y="139"/>
                </a:cubicBezTo>
                <a:cubicBezTo>
                  <a:pt x="1251" y="139"/>
                  <a:pt x="1248" y="140"/>
                  <a:pt x="1246" y="140"/>
                </a:cubicBezTo>
                <a:cubicBezTo>
                  <a:pt x="1246" y="138"/>
                  <a:pt x="1247" y="135"/>
                  <a:pt x="1248" y="132"/>
                </a:cubicBezTo>
                <a:cubicBezTo>
                  <a:pt x="1249" y="130"/>
                  <a:pt x="1250" y="127"/>
                  <a:pt x="1252" y="126"/>
                </a:cubicBezTo>
                <a:cubicBezTo>
                  <a:pt x="1254" y="124"/>
                  <a:pt x="1255" y="123"/>
                  <a:pt x="1258" y="123"/>
                </a:cubicBezTo>
                <a:close/>
                <a:moveTo>
                  <a:pt x="1303" y="153"/>
                </a:moveTo>
                <a:cubicBezTo>
                  <a:pt x="1302" y="150"/>
                  <a:pt x="1302" y="150"/>
                  <a:pt x="1302" y="150"/>
                </a:cubicBezTo>
                <a:cubicBezTo>
                  <a:pt x="1300" y="152"/>
                  <a:pt x="1298" y="153"/>
                  <a:pt x="1296" y="154"/>
                </a:cubicBezTo>
                <a:cubicBezTo>
                  <a:pt x="1294" y="155"/>
                  <a:pt x="1292" y="156"/>
                  <a:pt x="1290" y="156"/>
                </a:cubicBezTo>
                <a:cubicBezTo>
                  <a:pt x="1287" y="156"/>
                  <a:pt x="1285" y="154"/>
                  <a:pt x="1284" y="152"/>
                </a:cubicBezTo>
                <a:cubicBezTo>
                  <a:pt x="1282" y="150"/>
                  <a:pt x="1282" y="147"/>
                  <a:pt x="1282" y="143"/>
                </a:cubicBezTo>
                <a:cubicBezTo>
                  <a:pt x="1285" y="143"/>
                  <a:pt x="1288" y="143"/>
                  <a:pt x="1292" y="142"/>
                </a:cubicBezTo>
                <a:cubicBezTo>
                  <a:pt x="1295" y="140"/>
                  <a:pt x="1299" y="139"/>
                  <a:pt x="1301" y="136"/>
                </a:cubicBezTo>
                <a:cubicBezTo>
                  <a:pt x="1304" y="134"/>
                  <a:pt x="1305" y="131"/>
                  <a:pt x="1305" y="128"/>
                </a:cubicBezTo>
                <a:cubicBezTo>
                  <a:pt x="1305" y="125"/>
                  <a:pt x="1304" y="123"/>
                  <a:pt x="1303" y="122"/>
                </a:cubicBezTo>
                <a:cubicBezTo>
                  <a:pt x="1301" y="120"/>
                  <a:pt x="1299" y="119"/>
                  <a:pt x="1295" y="119"/>
                </a:cubicBezTo>
                <a:cubicBezTo>
                  <a:pt x="1291" y="119"/>
                  <a:pt x="1288" y="121"/>
                  <a:pt x="1285" y="123"/>
                </a:cubicBezTo>
                <a:cubicBezTo>
                  <a:pt x="1282" y="125"/>
                  <a:pt x="1279" y="128"/>
                  <a:pt x="1277" y="132"/>
                </a:cubicBezTo>
                <a:cubicBezTo>
                  <a:pt x="1275" y="136"/>
                  <a:pt x="1275" y="140"/>
                  <a:pt x="1275" y="145"/>
                </a:cubicBezTo>
                <a:cubicBezTo>
                  <a:pt x="1275" y="147"/>
                  <a:pt x="1275" y="150"/>
                  <a:pt x="1276" y="152"/>
                </a:cubicBezTo>
                <a:cubicBezTo>
                  <a:pt x="1277" y="155"/>
                  <a:pt x="1279" y="156"/>
                  <a:pt x="1281" y="158"/>
                </a:cubicBezTo>
                <a:cubicBezTo>
                  <a:pt x="1283" y="159"/>
                  <a:pt x="1285" y="160"/>
                  <a:pt x="1288" y="160"/>
                </a:cubicBezTo>
                <a:cubicBezTo>
                  <a:pt x="1292" y="160"/>
                  <a:pt x="1295" y="159"/>
                  <a:pt x="1297" y="158"/>
                </a:cubicBezTo>
                <a:cubicBezTo>
                  <a:pt x="1300" y="156"/>
                  <a:pt x="1302" y="154"/>
                  <a:pt x="1303" y="153"/>
                </a:cubicBezTo>
                <a:close/>
                <a:moveTo>
                  <a:pt x="1294" y="123"/>
                </a:moveTo>
                <a:cubicBezTo>
                  <a:pt x="1295" y="123"/>
                  <a:pt x="1296" y="124"/>
                  <a:pt x="1297" y="125"/>
                </a:cubicBezTo>
                <a:cubicBezTo>
                  <a:pt x="1298" y="125"/>
                  <a:pt x="1298" y="127"/>
                  <a:pt x="1298" y="129"/>
                </a:cubicBezTo>
                <a:cubicBezTo>
                  <a:pt x="1298" y="131"/>
                  <a:pt x="1298" y="133"/>
                  <a:pt x="1296" y="135"/>
                </a:cubicBezTo>
                <a:cubicBezTo>
                  <a:pt x="1294" y="136"/>
                  <a:pt x="1292" y="138"/>
                  <a:pt x="1289" y="139"/>
                </a:cubicBezTo>
                <a:cubicBezTo>
                  <a:pt x="1287" y="139"/>
                  <a:pt x="1284" y="140"/>
                  <a:pt x="1282" y="140"/>
                </a:cubicBezTo>
                <a:cubicBezTo>
                  <a:pt x="1282" y="138"/>
                  <a:pt x="1283" y="135"/>
                  <a:pt x="1284" y="132"/>
                </a:cubicBezTo>
                <a:cubicBezTo>
                  <a:pt x="1285" y="130"/>
                  <a:pt x="1286" y="127"/>
                  <a:pt x="1288" y="126"/>
                </a:cubicBezTo>
                <a:cubicBezTo>
                  <a:pt x="1289" y="124"/>
                  <a:pt x="1291" y="123"/>
                  <a:pt x="1294" y="123"/>
                </a:cubicBezTo>
                <a:close/>
                <a:moveTo>
                  <a:pt x="1322" y="129"/>
                </a:moveTo>
                <a:cubicBezTo>
                  <a:pt x="1323" y="127"/>
                  <a:pt x="1323" y="127"/>
                  <a:pt x="1323" y="127"/>
                </a:cubicBezTo>
                <a:cubicBezTo>
                  <a:pt x="1323" y="120"/>
                  <a:pt x="1323" y="120"/>
                  <a:pt x="1323" y="120"/>
                </a:cubicBezTo>
                <a:cubicBezTo>
                  <a:pt x="1322" y="119"/>
                  <a:pt x="1322" y="119"/>
                  <a:pt x="1322" y="119"/>
                </a:cubicBezTo>
                <a:cubicBezTo>
                  <a:pt x="1314" y="121"/>
                  <a:pt x="1314" y="121"/>
                  <a:pt x="1314" y="121"/>
                </a:cubicBezTo>
                <a:cubicBezTo>
                  <a:pt x="1313" y="124"/>
                  <a:pt x="1313" y="124"/>
                  <a:pt x="1313" y="124"/>
                </a:cubicBezTo>
                <a:cubicBezTo>
                  <a:pt x="1317" y="125"/>
                  <a:pt x="1317" y="125"/>
                  <a:pt x="1317" y="125"/>
                </a:cubicBezTo>
                <a:cubicBezTo>
                  <a:pt x="1312" y="159"/>
                  <a:pt x="1312" y="159"/>
                  <a:pt x="1312" y="159"/>
                </a:cubicBezTo>
                <a:cubicBezTo>
                  <a:pt x="1319" y="159"/>
                  <a:pt x="1319" y="159"/>
                  <a:pt x="1319" y="159"/>
                </a:cubicBezTo>
                <a:cubicBezTo>
                  <a:pt x="1322" y="134"/>
                  <a:pt x="1322" y="134"/>
                  <a:pt x="1322" y="134"/>
                </a:cubicBezTo>
                <a:cubicBezTo>
                  <a:pt x="1323" y="132"/>
                  <a:pt x="1325" y="130"/>
                  <a:pt x="1327" y="129"/>
                </a:cubicBezTo>
                <a:cubicBezTo>
                  <a:pt x="1329" y="127"/>
                  <a:pt x="1331" y="127"/>
                  <a:pt x="1333" y="127"/>
                </a:cubicBezTo>
                <a:cubicBezTo>
                  <a:pt x="1334" y="127"/>
                  <a:pt x="1335" y="127"/>
                  <a:pt x="1336" y="127"/>
                </a:cubicBezTo>
                <a:cubicBezTo>
                  <a:pt x="1338" y="120"/>
                  <a:pt x="1338" y="120"/>
                  <a:pt x="1338" y="120"/>
                </a:cubicBezTo>
                <a:cubicBezTo>
                  <a:pt x="1337" y="120"/>
                  <a:pt x="1336" y="119"/>
                  <a:pt x="1335" y="119"/>
                </a:cubicBezTo>
                <a:cubicBezTo>
                  <a:pt x="1333" y="119"/>
                  <a:pt x="1331" y="120"/>
                  <a:pt x="1330" y="121"/>
                </a:cubicBezTo>
                <a:cubicBezTo>
                  <a:pt x="1328" y="122"/>
                  <a:pt x="1326" y="123"/>
                  <a:pt x="1325" y="125"/>
                </a:cubicBezTo>
                <a:cubicBezTo>
                  <a:pt x="1324" y="126"/>
                  <a:pt x="1323" y="128"/>
                  <a:pt x="1322" y="129"/>
                </a:cubicBezTo>
                <a:close/>
                <a:moveTo>
                  <a:pt x="1349" y="153"/>
                </a:moveTo>
                <a:cubicBezTo>
                  <a:pt x="1354" y="120"/>
                  <a:pt x="1354" y="120"/>
                  <a:pt x="1354" y="120"/>
                </a:cubicBezTo>
                <a:cubicBezTo>
                  <a:pt x="1352" y="119"/>
                  <a:pt x="1352" y="119"/>
                  <a:pt x="1352" y="119"/>
                </a:cubicBezTo>
                <a:cubicBezTo>
                  <a:pt x="1342" y="121"/>
                  <a:pt x="1342" y="121"/>
                  <a:pt x="1342" y="121"/>
                </a:cubicBezTo>
                <a:cubicBezTo>
                  <a:pt x="1342" y="123"/>
                  <a:pt x="1342" y="123"/>
                  <a:pt x="1342" y="123"/>
                </a:cubicBezTo>
                <a:cubicBezTo>
                  <a:pt x="1346" y="125"/>
                  <a:pt x="1346" y="125"/>
                  <a:pt x="1346" y="125"/>
                </a:cubicBezTo>
                <a:cubicBezTo>
                  <a:pt x="1345" y="132"/>
                  <a:pt x="1345" y="138"/>
                  <a:pt x="1344" y="142"/>
                </a:cubicBezTo>
                <a:cubicBezTo>
                  <a:pt x="1343" y="150"/>
                  <a:pt x="1342" y="154"/>
                  <a:pt x="1342" y="156"/>
                </a:cubicBezTo>
                <a:cubicBezTo>
                  <a:pt x="1342" y="157"/>
                  <a:pt x="1342" y="158"/>
                  <a:pt x="1343" y="159"/>
                </a:cubicBezTo>
                <a:cubicBezTo>
                  <a:pt x="1344" y="160"/>
                  <a:pt x="1345" y="160"/>
                  <a:pt x="1347" y="160"/>
                </a:cubicBezTo>
                <a:cubicBezTo>
                  <a:pt x="1349" y="160"/>
                  <a:pt x="1350" y="159"/>
                  <a:pt x="1352" y="158"/>
                </a:cubicBezTo>
                <a:cubicBezTo>
                  <a:pt x="1353" y="157"/>
                  <a:pt x="1354" y="156"/>
                  <a:pt x="1355" y="155"/>
                </a:cubicBezTo>
                <a:cubicBezTo>
                  <a:pt x="1354" y="154"/>
                  <a:pt x="1354" y="154"/>
                  <a:pt x="1354" y="154"/>
                </a:cubicBezTo>
                <a:cubicBezTo>
                  <a:pt x="1353" y="154"/>
                  <a:pt x="1352" y="155"/>
                  <a:pt x="1352" y="155"/>
                </a:cubicBezTo>
                <a:cubicBezTo>
                  <a:pt x="1351" y="156"/>
                  <a:pt x="1351" y="156"/>
                  <a:pt x="1350" y="156"/>
                </a:cubicBezTo>
                <a:cubicBezTo>
                  <a:pt x="1350" y="156"/>
                  <a:pt x="1350" y="156"/>
                  <a:pt x="1349" y="155"/>
                </a:cubicBezTo>
                <a:cubicBezTo>
                  <a:pt x="1349" y="155"/>
                  <a:pt x="1349" y="155"/>
                  <a:pt x="1349" y="154"/>
                </a:cubicBezTo>
                <a:lnTo>
                  <a:pt x="1349" y="153"/>
                </a:lnTo>
                <a:close/>
                <a:moveTo>
                  <a:pt x="1351" y="112"/>
                </a:moveTo>
                <a:cubicBezTo>
                  <a:pt x="1353" y="112"/>
                  <a:pt x="1354" y="111"/>
                  <a:pt x="1355" y="110"/>
                </a:cubicBezTo>
                <a:cubicBezTo>
                  <a:pt x="1356" y="109"/>
                  <a:pt x="1356" y="108"/>
                  <a:pt x="1356" y="107"/>
                </a:cubicBezTo>
                <a:cubicBezTo>
                  <a:pt x="1356" y="106"/>
                  <a:pt x="1356" y="105"/>
                  <a:pt x="1355" y="104"/>
                </a:cubicBezTo>
                <a:cubicBezTo>
                  <a:pt x="1354" y="103"/>
                  <a:pt x="1353" y="103"/>
                  <a:pt x="1352" y="103"/>
                </a:cubicBezTo>
                <a:cubicBezTo>
                  <a:pt x="1351" y="103"/>
                  <a:pt x="1350" y="103"/>
                  <a:pt x="1349" y="104"/>
                </a:cubicBezTo>
                <a:cubicBezTo>
                  <a:pt x="1348" y="105"/>
                  <a:pt x="1348" y="107"/>
                  <a:pt x="1348" y="108"/>
                </a:cubicBezTo>
                <a:cubicBezTo>
                  <a:pt x="1348" y="109"/>
                  <a:pt x="1348" y="110"/>
                  <a:pt x="1349" y="111"/>
                </a:cubicBezTo>
                <a:cubicBezTo>
                  <a:pt x="1350" y="111"/>
                  <a:pt x="1350" y="112"/>
                  <a:pt x="1351" y="112"/>
                </a:cubicBezTo>
                <a:close/>
                <a:moveTo>
                  <a:pt x="1374" y="129"/>
                </a:moveTo>
                <a:cubicBezTo>
                  <a:pt x="1375" y="120"/>
                  <a:pt x="1375" y="120"/>
                  <a:pt x="1375" y="120"/>
                </a:cubicBezTo>
                <a:cubicBezTo>
                  <a:pt x="1374" y="119"/>
                  <a:pt x="1374" y="119"/>
                  <a:pt x="1374" y="119"/>
                </a:cubicBezTo>
                <a:cubicBezTo>
                  <a:pt x="1365" y="121"/>
                  <a:pt x="1365" y="121"/>
                  <a:pt x="1365" y="121"/>
                </a:cubicBezTo>
                <a:cubicBezTo>
                  <a:pt x="1365" y="124"/>
                  <a:pt x="1365" y="124"/>
                  <a:pt x="1365" y="124"/>
                </a:cubicBezTo>
                <a:cubicBezTo>
                  <a:pt x="1368" y="125"/>
                  <a:pt x="1368" y="125"/>
                  <a:pt x="1368" y="125"/>
                </a:cubicBezTo>
                <a:cubicBezTo>
                  <a:pt x="1364" y="159"/>
                  <a:pt x="1364" y="159"/>
                  <a:pt x="1364" y="159"/>
                </a:cubicBezTo>
                <a:cubicBezTo>
                  <a:pt x="1370" y="159"/>
                  <a:pt x="1370" y="159"/>
                  <a:pt x="1370" y="159"/>
                </a:cubicBezTo>
                <a:cubicBezTo>
                  <a:pt x="1374" y="134"/>
                  <a:pt x="1374" y="134"/>
                  <a:pt x="1374" y="134"/>
                </a:cubicBezTo>
                <a:cubicBezTo>
                  <a:pt x="1375" y="131"/>
                  <a:pt x="1377" y="129"/>
                  <a:pt x="1380" y="127"/>
                </a:cubicBezTo>
                <a:cubicBezTo>
                  <a:pt x="1382" y="125"/>
                  <a:pt x="1384" y="124"/>
                  <a:pt x="1386" y="124"/>
                </a:cubicBezTo>
                <a:cubicBezTo>
                  <a:pt x="1388" y="124"/>
                  <a:pt x="1389" y="125"/>
                  <a:pt x="1389" y="126"/>
                </a:cubicBezTo>
                <a:cubicBezTo>
                  <a:pt x="1390" y="127"/>
                  <a:pt x="1390" y="128"/>
                  <a:pt x="1390" y="130"/>
                </a:cubicBezTo>
                <a:cubicBezTo>
                  <a:pt x="1390" y="132"/>
                  <a:pt x="1390" y="134"/>
                  <a:pt x="1390" y="135"/>
                </a:cubicBezTo>
                <a:cubicBezTo>
                  <a:pt x="1390" y="137"/>
                  <a:pt x="1389" y="140"/>
                  <a:pt x="1389" y="142"/>
                </a:cubicBezTo>
                <a:cubicBezTo>
                  <a:pt x="1388" y="144"/>
                  <a:pt x="1388" y="144"/>
                  <a:pt x="1388" y="144"/>
                </a:cubicBezTo>
                <a:cubicBezTo>
                  <a:pt x="1388" y="147"/>
                  <a:pt x="1388" y="147"/>
                  <a:pt x="1388" y="147"/>
                </a:cubicBezTo>
                <a:cubicBezTo>
                  <a:pt x="1387" y="151"/>
                  <a:pt x="1387" y="154"/>
                  <a:pt x="1387" y="156"/>
                </a:cubicBezTo>
                <a:cubicBezTo>
                  <a:pt x="1387" y="159"/>
                  <a:pt x="1388" y="160"/>
                  <a:pt x="1391" y="160"/>
                </a:cubicBezTo>
                <a:cubicBezTo>
                  <a:pt x="1392" y="160"/>
                  <a:pt x="1394" y="160"/>
                  <a:pt x="1395" y="159"/>
                </a:cubicBezTo>
                <a:cubicBezTo>
                  <a:pt x="1396" y="159"/>
                  <a:pt x="1397" y="158"/>
                  <a:pt x="1397" y="157"/>
                </a:cubicBezTo>
                <a:cubicBezTo>
                  <a:pt x="1398" y="157"/>
                  <a:pt x="1399" y="156"/>
                  <a:pt x="1399" y="156"/>
                </a:cubicBezTo>
                <a:cubicBezTo>
                  <a:pt x="1398" y="154"/>
                  <a:pt x="1398" y="154"/>
                  <a:pt x="1398" y="154"/>
                </a:cubicBezTo>
                <a:cubicBezTo>
                  <a:pt x="1397" y="155"/>
                  <a:pt x="1396" y="156"/>
                  <a:pt x="1395" y="156"/>
                </a:cubicBezTo>
                <a:cubicBezTo>
                  <a:pt x="1394" y="156"/>
                  <a:pt x="1394" y="155"/>
                  <a:pt x="1394" y="154"/>
                </a:cubicBezTo>
                <a:cubicBezTo>
                  <a:pt x="1394" y="152"/>
                  <a:pt x="1394" y="149"/>
                  <a:pt x="1395" y="145"/>
                </a:cubicBezTo>
                <a:cubicBezTo>
                  <a:pt x="1395" y="142"/>
                  <a:pt x="1395" y="142"/>
                  <a:pt x="1395" y="142"/>
                </a:cubicBezTo>
                <a:cubicBezTo>
                  <a:pt x="1396" y="140"/>
                  <a:pt x="1396" y="140"/>
                  <a:pt x="1396" y="140"/>
                </a:cubicBezTo>
                <a:cubicBezTo>
                  <a:pt x="1397" y="135"/>
                  <a:pt x="1397" y="132"/>
                  <a:pt x="1397" y="130"/>
                </a:cubicBezTo>
                <a:cubicBezTo>
                  <a:pt x="1397" y="126"/>
                  <a:pt x="1397" y="123"/>
                  <a:pt x="1395" y="122"/>
                </a:cubicBezTo>
                <a:cubicBezTo>
                  <a:pt x="1394" y="120"/>
                  <a:pt x="1392" y="119"/>
                  <a:pt x="1389" y="119"/>
                </a:cubicBezTo>
                <a:cubicBezTo>
                  <a:pt x="1386" y="119"/>
                  <a:pt x="1384" y="120"/>
                  <a:pt x="1381" y="122"/>
                </a:cubicBezTo>
                <a:cubicBezTo>
                  <a:pt x="1379" y="124"/>
                  <a:pt x="1376" y="126"/>
                  <a:pt x="1374" y="129"/>
                </a:cubicBezTo>
                <a:close/>
                <a:moveTo>
                  <a:pt x="1433" y="162"/>
                </a:moveTo>
                <a:cubicBezTo>
                  <a:pt x="1440" y="119"/>
                  <a:pt x="1440" y="119"/>
                  <a:pt x="1440" y="119"/>
                </a:cubicBezTo>
                <a:cubicBezTo>
                  <a:pt x="1435" y="121"/>
                  <a:pt x="1435" y="121"/>
                  <a:pt x="1435" y="121"/>
                </a:cubicBezTo>
                <a:cubicBezTo>
                  <a:pt x="1434" y="121"/>
                  <a:pt x="1433" y="120"/>
                  <a:pt x="1432" y="120"/>
                </a:cubicBezTo>
                <a:cubicBezTo>
                  <a:pt x="1430" y="120"/>
                  <a:pt x="1429" y="119"/>
                  <a:pt x="1428" y="119"/>
                </a:cubicBezTo>
                <a:cubicBezTo>
                  <a:pt x="1423" y="119"/>
                  <a:pt x="1419" y="121"/>
                  <a:pt x="1416" y="123"/>
                </a:cubicBezTo>
                <a:cubicBezTo>
                  <a:pt x="1412" y="126"/>
                  <a:pt x="1410" y="129"/>
                  <a:pt x="1408" y="133"/>
                </a:cubicBezTo>
                <a:cubicBezTo>
                  <a:pt x="1406" y="137"/>
                  <a:pt x="1405" y="141"/>
                  <a:pt x="1405" y="145"/>
                </a:cubicBezTo>
                <a:cubicBezTo>
                  <a:pt x="1405" y="150"/>
                  <a:pt x="1406" y="153"/>
                  <a:pt x="1408" y="156"/>
                </a:cubicBezTo>
                <a:cubicBezTo>
                  <a:pt x="1410" y="159"/>
                  <a:pt x="1413" y="160"/>
                  <a:pt x="1417" y="160"/>
                </a:cubicBezTo>
                <a:cubicBezTo>
                  <a:pt x="1419" y="160"/>
                  <a:pt x="1421" y="159"/>
                  <a:pt x="1423" y="158"/>
                </a:cubicBezTo>
                <a:cubicBezTo>
                  <a:pt x="1425" y="157"/>
                  <a:pt x="1426" y="156"/>
                  <a:pt x="1428" y="155"/>
                </a:cubicBezTo>
                <a:cubicBezTo>
                  <a:pt x="1426" y="164"/>
                  <a:pt x="1426" y="164"/>
                  <a:pt x="1426" y="164"/>
                </a:cubicBezTo>
                <a:cubicBezTo>
                  <a:pt x="1426" y="167"/>
                  <a:pt x="1425" y="169"/>
                  <a:pt x="1424" y="170"/>
                </a:cubicBezTo>
                <a:cubicBezTo>
                  <a:pt x="1422" y="172"/>
                  <a:pt x="1420" y="172"/>
                  <a:pt x="1417" y="172"/>
                </a:cubicBezTo>
                <a:cubicBezTo>
                  <a:pt x="1415" y="172"/>
                  <a:pt x="1414" y="172"/>
                  <a:pt x="1412" y="171"/>
                </a:cubicBezTo>
                <a:cubicBezTo>
                  <a:pt x="1410" y="171"/>
                  <a:pt x="1409" y="170"/>
                  <a:pt x="1408" y="170"/>
                </a:cubicBezTo>
                <a:cubicBezTo>
                  <a:pt x="1406" y="175"/>
                  <a:pt x="1406" y="175"/>
                  <a:pt x="1406" y="175"/>
                </a:cubicBezTo>
                <a:cubicBezTo>
                  <a:pt x="1407" y="176"/>
                  <a:pt x="1408" y="176"/>
                  <a:pt x="1410" y="176"/>
                </a:cubicBezTo>
                <a:cubicBezTo>
                  <a:pt x="1411" y="177"/>
                  <a:pt x="1413" y="177"/>
                  <a:pt x="1414" y="177"/>
                </a:cubicBezTo>
                <a:cubicBezTo>
                  <a:pt x="1417" y="177"/>
                  <a:pt x="1420" y="176"/>
                  <a:pt x="1423" y="175"/>
                </a:cubicBezTo>
                <a:cubicBezTo>
                  <a:pt x="1425" y="174"/>
                  <a:pt x="1428" y="173"/>
                  <a:pt x="1430" y="170"/>
                </a:cubicBezTo>
                <a:cubicBezTo>
                  <a:pt x="1432" y="168"/>
                  <a:pt x="1433" y="165"/>
                  <a:pt x="1433" y="162"/>
                </a:cubicBezTo>
                <a:close/>
                <a:moveTo>
                  <a:pt x="1432" y="125"/>
                </a:moveTo>
                <a:cubicBezTo>
                  <a:pt x="1428" y="150"/>
                  <a:pt x="1428" y="150"/>
                  <a:pt x="1428" y="150"/>
                </a:cubicBezTo>
                <a:cubicBezTo>
                  <a:pt x="1427" y="151"/>
                  <a:pt x="1426" y="153"/>
                  <a:pt x="1424" y="154"/>
                </a:cubicBezTo>
                <a:cubicBezTo>
                  <a:pt x="1423" y="155"/>
                  <a:pt x="1421" y="155"/>
                  <a:pt x="1419" y="155"/>
                </a:cubicBezTo>
                <a:cubicBezTo>
                  <a:pt x="1417" y="155"/>
                  <a:pt x="1415" y="155"/>
                  <a:pt x="1414" y="153"/>
                </a:cubicBezTo>
                <a:cubicBezTo>
                  <a:pt x="1413" y="151"/>
                  <a:pt x="1412" y="148"/>
                  <a:pt x="1412" y="145"/>
                </a:cubicBezTo>
                <a:cubicBezTo>
                  <a:pt x="1412" y="142"/>
                  <a:pt x="1413" y="138"/>
                  <a:pt x="1414" y="135"/>
                </a:cubicBezTo>
                <a:cubicBezTo>
                  <a:pt x="1415" y="132"/>
                  <a:pt x="1417" y="129"/>
                  <a:pt x="1419" y="127"/>
                </a:cubicBezTo>
                <a:cubicBezTo>
                  <a:pt x="1421" y="124"/>
                  <a:pt x="1424" y="123"/>
                  <a:pt x="1427" y="123"/>
                </a:cubicBezTo>
                <a:cubicBezTo>
                  <a:pt x="1429" y="123"/>
                  <a:pt x="1431" y="124"/>
                  <a:pt x="1432" y="125"/>
                </a:cubicBezTo>
                <a:close/>
                <a:moveTo>
                  <a:pt x="1076" y="242"/>
                </a:moveTo>
                <a:cubicBezTo>
                  <a:pt x="1072" y="249"/>
                  <a:pt x="1072" y="249"/>
                  <a:pt x="1072" y="249"/>
                </a:cubicBezTo>
                <a:cubicBezTo>
                  <a:pt x="1072" y="242"/>
                  <a:pt x="1072" y="242"/>
                  <a:pt x="1072" y="242"/>
                </a:cubicBezTo>
                <a:cubicBezTo>
                  <a:pt x="1066" y="208"/>
                  <a:pt x="1066" y="208"/>
                  <a:pt x="1066" y="208"/>
                </a:cubicBezTo>
                <a:cubicBezTo>
                  <a:pt x="1050" y="208"/>
                  <a:pt x="1050" y="208"/>
                  <a:pt x="1050" y="208"/>
                </a:cubicBezTo>
                <a:cubicBezTo>
                  <a:pt x="1049" y="211"/>
                  <a:pt x="1049" y="211"/>
                  <a:pt x="1049" y="211"/>
                </a:cubicBezTo>
                <a:cubicBezTo>
                  <a:pt x="1056" y="212"/>
                  <a:pt x="1056" y="212"/>
                  <a:pt x="1056" y="212"/>
                </a:cubicBezTo>
                <a:cubicBezTo>
                  <a:pt x="1045" y="256"/>
                  <a:pt x="1045" y="256"/>
                  <a:pt x="1045" y="256"/>
                </a:cubicBezTo>
                <a:cubicBezTo>
                  <a:pt x="1039" y="257"/>
                  <a:pt x="1039" y="257"/>
                  <a:pt x="1039" y="257"/>
                </a:cubicBezTo>
                <a:cubicBezTo>
                  <a:pt x="1039" y="260"/>
                  <a:pt x="1039" y="260"/>
                  <a:pt x="1039" y="260"/>
                </a:cubicBezTo>
                <a:cubicBezTo>
                  <a:pt x="1057" y="260"/>
                  <a:pt x="1057" y="260"/>
                  <a:pt x="1057" y="260"/>
                </a:cubicBezTo>
                <a:cubicBezTo>
                  <a:pt x="1057" y="257"/>
                  <a:pt x="1057" y="257"/>
                  <a:pt x="1057" y="257"/>
                </a:cubicBezTo>
                <a:cubicBezTo>
                  <a:pt x="1050" y="256"/>
                  <a:pt x="1050" y="256"/>
                  <a:pt x="1050" y="256"/>
                </a:cubicBezTo>
                <a:cubicBezTo>
                  <a:pt x="1057" y="225"/>
                  <a:pt x="1057" y="225"/>
                  <a:pt x="1057" y="225"/>
                </a:cubicBezTo>
                <a:cubicBezTo>
                  <a:pt x="1060" y="211"/>
                  <a:pt x="1060" y="211"/>
                  <a:pt x="1060" y="211"/>
                </a:cubicBezTo>
                <a:cubicBezTo>
                  <a:pt x="1062" y="225"/>
                  <a:pt x="1062" y="225"/>
                  <a:pt x="1062" y="225"/>
                </a:cubicBezTo>
                <a:cubicBezTo>
                  <a:pt x="1068" y="261"/>
                  <a:pt x="1068" y="261"/>
                  <a:pt x="1068" y="261"/>
                </a:cubicBezTo>
                <a:cubicBezTo>
                  <a:pt x="1072" y="260"/>
                  <a:pt x="1072" y="260"/>
                  <a:pt x="1072" y="260"/>
                </a:cubicBezTo>
                <a:cubicBezTo>
                  <a:pt x="1088" y="224"/>
                  <a:pt x="1088" y="224"/>
                  <a:pt x="1088" y="224"/>
                </a:cubicBezTo>
                <a:cubicBezTo>
                  <a:pt x="1094" y="211"/>
                  <a:pt x="1094" y="211"/>
                  <a:pt x="1094" y="211"/>
                </a:cubicBezTo>
                <a:cubicBezTo>
                  <a:pt x="1093" y="225"/>
                  <a:pt x="1093" y="225"/>
                  <a:pt x="1093" y="225"/>
                </a:cubicBezTo>
                <a:cubicBezTo>
                  <a:pt x="1091" y="256"/>
                  <a:pt x="1091" y="256"/>
                  <a:pt x="1091" y="256"/>
                </a:cubicBezTo>
                <a:cubicBezTo>
                  <a:pt x="1085" y="257"/>
                  <a:pt x="1085" y="257"/>
                  <a:pt x="1085" y="257"/>
                </a:cubicBezTo>
                <a:cubicBezTo>
                  <a:pt x="1084" y="260"/>
                  <a:pt x="1084" y="260"/>
                  <a:pt x="1084" y="260"/>
                </a:cubicBezTo>
                <a:cubicBezTo>
                  <a:pt x="1104" y="260"/>
                  <a:pt x="1104" y="260"/>
                  <a:pt x="1104" y="260"/>
                </a:cubicBezTo>
                <a:cubicBezTo>
                  <a:pt x="1104" y="257"/>
                  <a:pt x="1104" y="257"/>
                  <a:pt x="1104" y="257"/>
                </a:cubicBezTo>
                <a:cubicBezTo>
                  <a:pt x="1098" y="256"/>
                  <a:pt x="1098" y="256"/>
                  <a:pt x="1098" y="256"/>
                </a:cubicBezTo>
                <a:cubicBezTo>
                  <a:pt x="1099" y="212"/>
                  <a:pt x="1099" y="212"/>
                  <a:pt x="1099" y="212"/>
                </a:cubicBezTo>
                <a:cubicBezTo>
                  <a:pt x="1106" y="211"/>
                  <a:pt x="1106" y="211"/>
                  <a:pt x="1106" y="211"/>
                </a:cubicBezTo>
                <a:cubicBezTo>
                  <a:pt x="1106" y="208"/>
                  <a:pt x="1106" y="208"/>
                  <a:pt x="1106" y="208"/>
                </a:cubicBezTo>
                <a:cubicBezTo>
                  <a:pt x="1091" y="208"/>
                  <a:pt x="1091" y="208"/>
                  <a:pt x="1091" y="208"/>
                </a:cubicBezTo>
                <a:cubicBezTo>
                  <a:pt x="1090" y="211"/>
                  <a:pt x="1087" y="217"/>
                  <a:pt x="1083" y="225"/>
                </a:cubicBezTo>
                <a:cubicBezTo>
                  <a:pt x="1079" y="233"/>
                  <a:pt x="1077" y="239"/>
                  <a:pt x="1076" y="242"/>
                </a:cubicBezTo>
                <a:close/>
                <a:moveTo>
                  <a:pt x="1138" y="253"/>
                </a:moveTo>
                <a:cubicBezTo>
                  <a:pt x="1136" y="251"/>
                  <a:pt x="1136" y="251"/>
                  <a:pt x="1136" y="251"/>
                </a:cubicBezTo>
                <a:cubicBezTo>
                  <a:pt x="1134" y="253"/>
                  <a:pt x="1133" y="254"/>
                  <a:pt x="1131" y="255"/>
                </a:cubicBezTo>
                <a:cubicBezTo>
                  <a:pt x="1129" y="256"/>
                  <a:pt x="1126" y="256"/>
                  <a:pt x="1124" y="256"/>
                </a:cubicBezTo>
                <a:cubicBezTo>
                  <a:pt x="1121" y="256"/>
                  <a:pt x="1119" y="255"/>
                  <a:pt x="1118" y="253"/>
                </a:cubicBezTo>
                <a:cubicBezTo>
                  <a:pt x="1117" y="250"/>
                  <a:pt x="1116" y="247"/>
                  <a:pt x="1116" y="244"/>
                </a:cubicBezTo>
                <a:cubicBezTo>
                  <a:pt x="1119" y="244"/>
                  <a:pt x="1123" y="244"/>
                  <a:pt x="1126" y="242"/>
                </a:cubicBezTo>
                <a:cubicBezTo>
                  <a:pt x="1130" y="241"/>
                  <a:pt x="1133" y="240"/>
                  <a:pt x="1136" y="237"/>
                </a:cubicBezTo>
                <a:cubicBezTo>
                  <a:pt x="1138" y="235"/>
                  <a:pt x="1140" y="232"/>
                  <a:pt x="1140" y="229"/>
                </a:cubicBezTo>
                <a:cubicBezTo>
                  <a:pt x="1140" y="226"/>
                  <a:pt x="1139" y="224"/>
                  <a:pt x="1137" y="223"/>
                </a:cubicBezTo>
                <a:cubicBezTo>
                  <a:pt x="1135" y="221"/>
                  <a:pt x="1133" y="220"/>
                  <a:pt x="1130" y="220"/>
                </a:cubicBezTo>
                <a:cubicBezTo>
                  <a:pt x="1126" y="220"/>
                  <a:pt x="1122" y="221"/>
                  <a:pt x="1119" y="224"/>
                </a:cubicBezTo>
                <a:cubicBezTo>
                  <a:pt x="1116" y="226"/>
                  <a:pt x="1114" y="229"/>
                  <a:pt x="1112" y="233"/>
                </a:cubicBezTo>
                <a:cubicBezTo>
                  <a:pt x="1110" y="237"/>
                  <a:pt x="1109" y="241"/>
                  <a:pt x="1109" y="246"/>
                </a:cubicBezTo>
                <a:cubicBezTo>
                  <a:pt x="1109" y="248"/>
                  <a:pt x="1110" y="251"/>
                  <a:pt x="1111" y="253"/>
                </a:cubicBezTo>
                <a:cubicBezTo>
                  <a:pt x="1111" y="255"/>
                  <a:pt x="1113" y="257"/>
                  <a:pt x="1115" y="259"/>
                </a:cubicBezTo>
                <a:cubicBezTo>
                  <a:pt x="1117" y="260"/>
                  <a:pt x="1120" y="261"/>
                  <a:pt x="1123" y="261"/>
                </a:cubicBezTo>
                <a:cubicBezTo>
                  <a:pt x="1126" y="261"/>
                  <a:pt x="1129" y="260"/>
                  <a:pt x="1132" y="258"/>
                </a:cubicBezTo>
                <a:cubicBezTo>
                  <a:pt x="1135" y="257"/>
                  <a:pt x="1136" y="255"/>
                  <a:pt x="1138" y="253"/>
                </a:cubicBezTo>
                <a:close/>
                <a:moveTo>
                  <a:pt x="1128" y="224"/>
                </a:moveTo>
                <a:cubicBezTo>
                  <a:pt x="1130" y="224"/>
                  <a:pt x="1131" y="224"/>
                  <a:pt x="1132" y="225"/>
                </a:cubicBezTo>
                <a:cubicBezTo>
                  <a:pt x="1132" y="226"/>
                  <a:pt x="1133" y="228"/>
                  <a:pt x="1133" y="229"/>
                </a:cubicBezTo>
                <a:cubicBezTo>
                  <a:pt x="1133" y="232"/>
                  <a:pt x="1132" y="234"/>
                  <a:pt x="1130" y="235"/>
                </a:cubicBezTo>
                <a:cubicBezTo>
                  <a:pt x="1129" y="237"/>
                  <a:pt x="1126" y="238"/>
                  <a:pt x="1124" y="239"/>
                </a:cubicBezTo>
                <a:cubicBezTo>
                  <a:pt x="1121" y="240"/>
                  <a:pt x="1119" y="241"/>
                  <a:pt x="1116" y="241"/>
                </a:cubicBezTo>
                <a:cubicBezTo>
                  <a:pt x="1117" y="238"/>
                  <a:pt x="1117" y="236"/>
                  <a:pt x="1118" y="233"/>
                </a:cubicBezTo>
                <a:cubicBezTo>
                  <a:pt x="1119" y="230"/>
                  <a:pt x="1121" y="228"/>
                  <a:pt x="1122" y="226"/>
                </a:cubicBezTo>
                <a:cubicBezTo>
                  <a:pt x="1124" y="225"/>
                  <a:pt x="1126" y="224"/>
                  <a:pt x="1128" y="224"/>
                </a:cubicBezTo>
                <a:close/>
                <a:moveTo>
                  <a:pt x="1175" y="254"/>
                </a:moveTo>
                <a:cubicBezTo>
                  <a:pt x="1182" y="204"/>
                  <a:pt x="1182" y="204"/>
                  <a:pt x="1182" y="204"/>
                </a:cubicBezTo>
                <a:cubicBezTo>
                  <a:pt x="1181" y="204"/>
                  <a:pt x="1181" y="204"/>
                  <a:pt x="1181" y="204"/>
                </a:cubicBezTo>
                <a:cubicBezTo>
                  <a:pt x="1171" y="205"/>
                  <a:pt x="1171" y="205"/>
                  <a:pt x="1171" y="205"/>
                </a:cubicBezTo>
                <a:cubicBezTo>
                  <a:pt x="1170" y="207"/>
                  <a:pt x="1170" y="207"/>
                  <a:pt x="1170" y="207"/>
                </a:cubicBezTo>
                <a:cubicBezTo>
                  <a:pt x="1175" y="208"/>
                  <a:pt x="1175" y="208"/>
                  <a:pt x="1175" y="208"/>
                </a:cubicBezTo>
                <a:cubicBezTo>
                  <a:pt x="1173" y="221"/>
                  <a:pt x="1173" y="221"/>
                  <a:pt x="1173" y="221"/>
                </a:cubicBezTo>
                <a:cubicBezTo>
                  <a:pt x="1171" y="220"/>
                  <a:pt x="1169" y="220"/>
                  <a:pt x="1168" y="220"/>
                </a:cubicBezTo>
                <a:cubicBezTo>
                  <a:pt x="1163" y="220"/>
                  <a:pt x="1159" y="222"/>
                  <a:pt x="1156" y="224"/>
                </a:cubicBezTo>
                <a:cubicBezTo>
                  <a:pt x="1152" y="227"/>
                  <a:pt x="1150" y="230"/>
                  <a:pt x="1148" y="234"/>
                </a:cubicBezTo>
                <a:cubicBezTo>
                  <a:pt x="1146" y="238"/>
                  <a:pt x="1145" y="242"/>
                  <a:pt x="1145" y="246"/>
                </a:cubicBezTo>
                <a:cubicBezTo>
                  <a:pt x="1145" y="250"/>
                  <a:pt x="1146" y="254"/>
                  <a:pt x="1148" y="257"/>
                </a:cubicBezTo>
                <a:cubicBezTo>
                  <a:pt x="1150" y="259"/>
                  <a:pt x="1153" y="261"/>
                  <a:pt x="1157" y="261"/>
                </a:cubicBezTo>
                <a:cubicBezTo>
                  <a:pt x="1159" y="261"/>
                  <a:pt x="1162" y="260"/>
                  <a:pt x="1163" y="259"/>
                </a:cubicBezTo>
                <a:cubicBezTo>
                  <a:pt x="1165" y="258"/>
                  <a:pt x="1167" y="256"/>
                  <a:pt x="1168" y="255"/>
                </a:cubicBezTo>
                <a:cubicBezTo>
                  <a:pt x="1168" y="256"/>
                  <a:pt x="1168" y="256"/>
                  <a:pt x="1168" y="256"/>
                </a:cubicBezTo>
                <a:cubicBezTo>
                  <a:pt x="1168" y="259"/>
                  <a:pt x="1170" y="261"/>
                  <a:pt x="1173" y="261"/>
                </a:cubicBezTo>
                <a:cubicBezTo>
                  <a:pt x="1174" y="261"/>
                  <a:pt x="1176" y="260"/>
                  <a:pt x="1177" y="259"/>
                </a:cubicBezTo>
                <a:cubicBezTo>
                  <a:pt x="1178" y="258"/>
                  <a:pt x="1179" y="257"/>
                  <a:pt x="1180" y="256"/>
                </a:cubicBezTo>
                <a:cubicBezTo>
                  <a:pt x="1179" y="255"/>
                  <a:pt x="1179" y="255"/>
                  <a:pt x="1179" y="255"/>
                </a:cubicBezTo>
                <a:cubicBezTo>
                  <a:pt x="1178" y="256"/>
                  <a:pt x="1177" y="256"/>
                  <a:pt x="1176" y="256"/>
                </a:cubicBezTo>
                <a:cubicBezTo>
                  <a:pt x="1175" y="256"/>
                  <a:pt x="1175" y="256"/>
                  <a:pt x="1175" y="255"/>
                </a:cubicBezTo>
                <a:cubicBezTo>
                  <a:pt x="1175" y="254"/>
                  <a:pt x="1175" y="254"/>
                  <a:pt x="1175" y="254"/>
                </a:cubicBezTo>
                <a:close/>
                <a:moveTo>
                  <a:pt x="1172" y="225"/>
                </a:moveTo>
                <a:cubicBezTo>
                  <a:pt x="1169" y="250"/>
                  <a:pt x="1169" y="250"/>
                  <a:pt x="1169" y="250"/>
                </a:cubicBezTo>
                <a:cubicBezTo>
                  <a:pt x="1168" y="252"/>
                  <a:pt x="1166" y="253"/>
                  <a:pt x="1164" y="254"/>
                </a:cubicBezTo>
                <a:cubicBezTo>
                  <a:pt x="1163" y="256"/>
                  <a:pt x="1161" y="256"/>
                  <a:pt x="1159" y="256"/>
                </a:cubicBezTo>
                <a:cubicBezTo>
                  <a:pt x="1157" y="256"/>
                  <a:pt x="1155" y="255"/>
                  <a:pt x="1154" y="253"/>
                </a:cubicBezTo>
                <a:cubicBezTo>
                  <a:pt x="1153" y="252"/>
                  <a:pt x="1153" y="249"/>
                  <a:pt x="1153" y="246"/>
                </a:cubicBezTo>
                <a:cubicBezTo>
                  <a:pt x="1153" y="242"/>
                  <a:pt x="1153" y="239"/>
                  <a:pt x="1154" y="236"/>
                </a:cubicBezTo>
                <a:cubicBezTo>
                  <a:pt x="1155" y="232"/>
                  <a:pt x="1157" y="230"/>
                  <a:pt x="1159" y="227"/>
                </a:cubicBezTo>
                <a:cubicBezTo>
                  <a:pt x="1161" y="225"/>
                  <a:pt x="1164" y="224"/>
                  <a:pt x="1167" y="224"/>
                </a:cubicBezTo>
                <a:cubicBezTo>
                  <a:pt x="1169" y="224"/>
                  <a:pt x="1171" y="224"/>
                  <a:pt x="1172" y="225"/>
                </a:cubicBezTo>
                <a:close/>
                <a:moveTo>
                  <a:pt x="1198" y="254"/>
                </a:moveTo>
                <a:cubicBezTo>
                  <a:pt x="1202" y="221"/>
                  <a:pt x="1202" y="221"/>
                  <a:pt x="1202" y="221"/>
                </a:cubicBezTo>
                <a:cubicBezTo>
                  <a:pt x="1201" y="220"/>
                  <a:pt x="1201" y="220"/>
                  <a:pt x="1201" y="220"/>
                </a:cubicBezTo>
                <a:cubicBezTo>
                  <a:pt x="1191" y="222"/>
                  <a:pt x="1191" y="222"/>
                  <a:pt x="1191" y="222"/>
                </a:cubicBezTo>
                <a:cubicBezTo>
                  <a:pt x="1190" y="224"/>
                  <a:pt x="1190" y="224"/>
                  <a:pt x="1190" y="224"/>
                </a:cubicBezTo>
                <a:cubicBezTo>
                  <a:pt x="1195" y="226"/>
                  <a:pt x="1195" y="226"/>
                  <a:pt x="1195" y="226"/>
                </a:cubicBezTo>
                <a:cubicBezTo>
                  <a:pt x="1194" y="233"/>
                  <a:pt x="1193" y="239"/>
                  <a:pt x="1192" y="243"/>
                </a:cubicBezTo>
                <a:cubicBezTo>
                  <a:pt x="1191" y="251"/>
                  <a:pt x="1191" y="255"/>
                  <a:pt x="1191" y="256"/>
                </a:cubicBezTo>
                <a:cubicBezTo>
                  <a:pt x="1190" y="258"/>
                  <a:pt x="1191" y="259"/>
                  <a:pt x="1192" y="260"/>
                </a:cubicBezTo>
                <a:cubicBezTo>
                  <a:pt x="1192" y="260"/>
                  <a:pt x="1194" y="261"/>
                  <a:pt x="1195" y="261"/>
                </a:cubicBezTo>
                <a:cubicBezTo>
                  <a:pt x="1197" y="261"/>
                  <a:pt x="1199" y="260"/>
                  <a:pt x="1200" y="259"/>
                </a:cubicBezTo>
                <a:cubicBezTo>
                  <a:pt x="1202" y="258"/>
                  <a:pt x="1203" y="257"/>
                  <a:pt x="1203" y="256"/>
                </a:cubicBezTo>
                <a:cubicBezTo>
                  <a:pt x="1202" y="254"/>
                  <a:pt x="1202" y="254"/>
                  <a:pt x="1202" y="254"/>
                </a:cubicBezTo>
                <a:cubicBezTo>
                  <a:pt x="1202" y="255"/>
                  <a:pt x="1201" y="256"/>
                  <a:pt x="1200" y="256"/>
                </a:cubicBezTo>
                <a:cubicBezTo>
                  <a:pt x="1200" y="256"/>
                  <a:pt x="1199" y="256"/>
                  <a:pt x="1199" y="256"/>
                </a:cubicBezTo>
                <a:cubicBezTo>
                  <a:pt x="1198" y="256"/>
                  <a:pt x="1198" y="256"/>
                  <a:pt x="1198" y="256"/>
                </a:cubicBezTo>
                <a:cubicBezTo>
                  <a:pt x="1198" y="256"/>
                  <a:pt x="1198" y="255"/>
                  <a:pt x="1198" y="255"/>
                </a:cubicBezTo>
                <a:lnTo>
                  <a:pt x="1198" y="254"/>
                </a:lnTo>
                <a:close/>
                <a:moveTo>
                  <a:pt x="1200" y="213"/>
                </a:moveTo>
                <a:cubicBezTo>
                  <a:pt x="1201" y="213"/>
                  <a:pt x="1202" y="212"/>
                  <a:pt x="1203" y="211"/>
                </a:cubicBezTo>
                <a:cubicBezTo>
                  <a:pt x="1204" y="210"/>
                  <a:pt x="1205" y="209"/>
                  <a:pt x="1205" y="207"/>
                </a:cubicBezTo>
                <a:cubicBezTo>
                  <a:pt x="1205" y="206"/>
                  <a:pt x="1204" y="206"/>
                  <a:pt x="1204" y="205"/>
                </a:cubicBezTo>
                <a:cubicBezTo>
                  <a:pt x="1203" y="204"/>
                  <a:pt x="1202" y="204"/>
                  <a:pt x="1201" y="204"/>
                </a:cubicBezTo>
                <a:cubicBezTo>
                  <a:pt x="1200" y="204"/>
                  <a:pt x="1198" y="204"/>
                  <a:pt x="1198" y="205"/>
                </a:cubicBezTo>
                <a:cubicBezTo>
                  <a:pt x="1197" y="206"/>
                  <a:pt x="1196" y="207"/>
                  <a:pt x="1196" y="209"/>
                </a:cubicBezTo>
                <a:cubicBezTo>
                  <a:pt x="1196" y="210"/>
                  <a:pt x="1197" y="211"/>
                  <a:pt x="1197" y="212"/>
                </a:cubicBezTo>
                <a:cubicBezTo>
                  <a:pt x="1198" y="212"/>
                  <a:pt x="1199" y="213"/>
                  <a:pt x="1200" y="213"/>
                </a:cubicBezTo>
                <a:close/>
                <a:moveTo>
                  <a:pt x="1237" y="228"/>
                </a:moveTo>
                <a:cubicBezTo>
                  <a:pt x="1238" y="229"/>
                  <a:pt x="1238" y="229"/>
                  <a:pt x="1238" y="229"/>
                </a:cubicBezTo>
                <a:cubicBezTo>
                  <a:pt x="1240" y="222"/>
                  <a:pt x="1240" y="222"/>
                  <a:pt x="1240" y="222"/>
                </a:cubicBezTo>
                <a:cubicBezTo>
                  <a:pt x="1239" y="221"/>
                  <a:pt x="1238" y="221"/>
                  <a:pt x="1237" y="221"/>
                </a:cubicBezTo>
                <a:cubicBezTo>
                  <a:pt x="1235" y="220"/>
                  <a:pt x="1234" y="220"/>
                  <a:pt x="1232" y="220"/>
                </a:cubicBezTo>
                <a:cubicBezTo>
                  <a:pt x="1228" y="220"/>
                  <a:pt x="1224" y="221"/>
                  <a:pt x="1221" y="224"/>
                </a:cubicBezTo>
                <a:cubicBezTo>
                  <a:pt x="1218" y="227"/>
                  <a:pt x="1216" y="230"/>
                  <a:pt x="1214" y="234"/>
                </a:cubicBezTo>
                <a:cubicBezTo>
                  <a:pt x="1213" y="237"/>
                  <a:pt x="1212" y="241"/>
                  <a:pt x="1212" y="245"/>
                </a:cubicBezTo>
                <a:cubicBezTo>
                  <a:pt x="1212" y="250"/>
                  <a:pt x="1213" y="254"/>
                  <a:pt x="1215" y="257"/>
                </a:cubicBezTo>
                <a:cubicBezTo>
                  <a:pt x="1217" y="259"/>
                  <a:pt x="1220" y="261"/>
                  <a:pt x="1224" y="261"/>
                </a:cubicBezTo>
                <a:cubicBezTo>
                  <a:pt x="1227" y="261"/>
                  <a:pt x="1230" y="260"/>
                  <a:pt x="1232" y="259"/>
                </a:cubicBezTo>
                <a:cubicBezTo>
                  <a:pt x="1235" y="257"/>
                  <a:pt x="1236" y="256"/>
                  <a:pt x="1238" y="254"/>
                </a:cubicBezTo>
                <a:cubicBezTo>
                  <a:pt x="1236" y="252"/>
                  <a:pt x="1236" y="252"/>
                  <a:pt x="1236" y="252"/>
                </a:cubicBezTo>
                <a:cubicBezTo>
                  <a:pt x="1235" y="253"/>
                  <a:pt x="1233" y="254"/>
                  <a:pt x="1232" y="255"/>
                </a:cubicBezTo>
                <a:cubicBezTo>
                  <a:pt x="1230" y="256"/>
                  <a:pt x="1229" y="256"/>
                  <a:pt x="1227" y="256"/>
                </a:cubicBezTo>
                <a:cubicBezTo>
                  <a:pt x="1224" y="256"/>
                  <a:pt x="1222" y="255"/>
                  <a:pt x="1221" y="253"/>
                </a:cubicBezTo>
                <a:cubicBezTo>
                  <a:pt x="1220" y="251"/>
                  <a:pt x="1219" y="248"/>
                  <a:pt x="1219" y="244"/>
                </a:cubicBezTo>
                <a:cubicBezTo>
                  <a:pt x="1219" y="240"/>
                  <a:pt x="1219" y="237"/>
                  <a:pt x="1221" y="234"/>
                </a:cubicBezTo>
                <a:cubicBezTo>
                  <a:pt x="1222" y="231"/>
                  <a:pt x="1223" y="229"/>
                  <a:pt x="1225" y="227"/>
                </a:cubicBezTo>
                <a:cubicBezTo>
                  <a:pt x="1227" y="225"/>
                  <a:pt x="1229" y="225"/>
                  <a:pt x="1231" y="225"/>
                </a:cubicBezTo>
                <a:cubicBezTo>
                  <a:pt x="1232" y="225"/>
                  <a:pt x="1235" y="226"/>
                  <a:pt x="1237" y="228"/>
                </a:cubicBezTo>
                <a:close/>
                <a:moveTo>
                  <a:pt x="1255" y="254"/>
                </a:moveTo>
                <a:cubicBezTo>
                  <a:pt x="1260" y="221"/>
                  <a:pt x="1260" y="221"/>
                  <a:pt x="1260" y="221"/>
                </a:cubicBezTo>
                <a:cubicBezTo>
                  <a:pt x="1259" y="220"/>
                  <a:pt x="1259" y="220"/>
                  <a:pt x="1259" y="220"/>
                </a:cubicBezTo>
                <a:cubicBezTo>
                  <a:pt x="1249" y="222"/>
                  <a:pt x="1249" y="222"/>
                  <a:pt x="1249" y="222"/>
                </a:cubicBezTo>
                <a:cubicBezTo>
                  <a:pt x="1248" y="224"/>
                  <a:pt x="1248" y="224"/>
                  <a:pt x="1248" y="224"/>
                </a:cubicBezTo>
                <a:cubicBezTo>
                  <a:pt x="1253" y="226"/>
                  <a:pt x="1253" y="226"/>
                  <a:pt x="1253" y="226"/>
                </a:cubicBezTo>
                <a:cubicBezTo>
                  <a:pt x="1252" y="233"/>
                  <a:pt x="1251" y="239"/>
                  <a:pt x="1250" y="243"/>
                </a:cubicBezTo>
                <a:cubicBezTo>
                  <a:pt x="1249" y="251"/>
                  <a:pt x="1248" y="255"/>
                  <a:pt x="1248" y="256"/>
                </a:cubicBezTo>
                <a:cubicBezTo>
                  <a:pt x="1248" y="258"/>
                  <a:pt x="1249" y="259"/>
                  <a:pt x="1249" y="260"/>
                </a:cubicBezTo>
                <a:cubicBezTo>
                  <a:pt x="1250" y="260"/>
                  <a:pt x="1251" y="261"/>
                  <a:pt x="1253" y="261"/>
                </a:cubicBezTo>
                <a:cubicBezTo>
                  <a:pt x="1255" y="261"/>
                  <a:pt x="1256" y="260"/>
                  <a:pt x="1258" y="259"/>
                </a:cubicBezTo>
                <a:cubicBezTo>
                  <a:pt x="1259" y="258"/>
                  <a:pt x="1260" y="257"/>
                  <a:pt x="1261" y="256"/>
                </a:cubicBezTo>
                <a:cubicBezTo>
                  <a:pt x="1260" y="254"/>
                  <a:pt x="1260" y="254"/>
                  <a:pt x="1260" y="254"/>
                </a:cubicBezTo>
                <a:cubicBezTo>
                  <a:pt x="1259" y="255"/>
                  <a:pt x="1259" y="256"/>
                  <a:pt x="1258" y="256"/>
                </a:cubicBezTo>
                <a:cubicBezTo>
                  <a:pt x="1258" y="256"/>
                  <a:pt x="1257" y="256"/>
                  <a:pt x="1256" y="256"/>
                </a:cubicBezTo>
                <a:cubicBezTo>
                  <a:pt x="1256" y="256"/>
                  <a:pt x="1256" y="256"/>
                  <a:pt x="1256" y="256"/>
                </a:cubicBezTo>
                <a:cubicBezTo>
                  <a:pt x="1255" y="256"/>
                  <a:pt x="1255" y="255"/>
                  <a:pt x="1255" y="255"/>
                </a:cubicBezTo>
                <a:lnTo>
                  <a:pt x="1255" y="254"/>
                </a:lnTo>
                <a:close/>
                <a:moveTo>
                  <a:pt x="1258" y="213"/>
                </a:moveTo>
                <a:cubicBezTo>
                  <a:pt x="1259" y="213"/>
                  <a:pt x="1260" y="212"/>
                  <a:pt x="1261" y="211"/>
                </a:cubicBezTo>
                <a:cubicBezTo>
                  <a:pt x="1262" y="210"/>
                  <a:pt x="1262" y="209"/>
                  <a:pt x="1262" y="207"/>
                </a:cubicBezTo>
                <a:cubicBezTo>
                  <a:pt x="1262" y="206"/>
                  <a:pt x="1262" y="206"/>
                  <a:pt x="1261" y="205"/>
                </a:cubicBezTo>
                <a:cubicBezTo>
                  <a:pt x="1261" y="204"/>
                  <a:pt x="1260" y="204"/>
                  <a:pt x="1259" y="204"/>
                </a:cubicBezTo>
                <a:cubicBezTo>
                  <a:pt x="1257" y="204"/>
                  <a:pt x="1256" y="204"/>
                  <a:pt x="1255" y="205"/>
                </a:cubicBezTo>
                <a:cubicBezTo>
                  <a:pt x="1254" y="206"/>
                  <a:pt x="1254" y="207"/>
                  <a:pt x="1254" y="209"/>
                </a:cubicBezTo>
                <a:cubicBezTo>
                  <a:pt x="1254" y="210"/>
                  <a:pt x="1254" y="211"/>
                  <a:pt x="1255" y="212"/>
                </a:cubicBezTo>
                <a:cubicBezTo>
                  <a:pt x="1256" y="212"/>
                  <a:pt x="1257" y="213"/>
                  <a:pt x="1258" y="213"/>
                </a:cubicBezTo>
                <a:close/>
                <a:moveTo>
                  <a:pt x="1282" y="229"/>
                </a:moveTo>
                <a:cubicBezTo>
                  <a:pt x="1283" y="221"/>
                  <a:pt x="1283" y="221"/>
                  <a:pt x="1283" y="221"/>
                </a:cubicBezTo>
                <a:cubicBezTo>
                  <a:pt x="1281" y="220"/>
                  <a:pt x="1281" y="220"/>
                  <a:pt x="1281" y="220"/>
                </a:cubicBezTo>
                <a:cubicBezTo>
                  <a:pt x="1273" y="222"/>
                  <a:pt x="1273" y="222"/>
                  <a:pt x="1273" y="222"/>
                </a:cubicBezTo>
                <a:cubicBezTo>
                  <a:pt x="1272" y="224"/>
                  <a:pt x="1272" y="224"/>
                  <a:pt x="1272" y="224"/>
                </a:cubicBezTo>
                <a:cubicBezTo>
                  <a:pt x="1275" y="226"/>
                  <a:pt x="1275" y="226"/>
                  <a:pt x="1275" y="226"/>
                </a:cubicBezTo>
                <a:cubicBezTo>
                  <a:pt x="1271" y="260"/>
                  <a:pt x="1271" y="260"/>
                  <a:pt x="1271" y="260"/>
                </a:cubicBezTo>
                <a:cubicBezTo>
                  <a:pt x="1278" y="260"/>
                  <a:pt x="1278" y="260"/>
                  <a:pt x="1278" y="260"/>
                </a:cubicBezTo>
                <a:cubicBezTo>
                  <a:pt x="1281" y="235"/>
                  <a:pt x="1281" y="235"/>
                  <a:pt x="1281" y="235"/>
                </a:cubicBezTo>
                <a:cubicBezTo>
                  <a:pt x="1283" y="232"/>
                  <a:pt x="1285" y="230"/>
                  <a:pt x="1287" y="228"/>
                </a:cubicBezTo>
                <a:cubicBezTo>
                  <a:pt x="1289" y="226"/>
                  <a:pt x="1291" y="225"/>
                  <a:pt x="1293" y="225"/>
                </a:cubicBezTo>
                <a:cubicBezTo>
                  <a:pt x="1295" y="225"/>
                  <a:pt x="1296" y="226"/>
                  <a:pt x="1297" y="226"/>
                </a:cubicBezTo>
                <a:cubicBezTo>
                  <a:pt x="1297" y="227"/>
                  <a:pt x="1298" y="229"/>
                  <a:pt x="1298" y="231"/>
                </a:cubicBezTo>
                <a:cubicBezTo>
                  <a:pt x="1298" y="233"/>
                  <a:pt x="1297" y="234"/>
                  <a:pt x="1297" y="236"/>
                </a:cubicBezTo>
                <a:cubicBezTo>
                  <a:pt x="1297" y="238"/>
                  <a:pt x="1297" y="240"/>
                  <a:pt x="1296" y="243"/>
                </a:cubicBezTo>
                <a:cubicBezTo>
                  <a:pt x="1296" y="245"/>
                  <a:pt x="1296" y="245"/>
                  <a:pt x="1296" y="245"/>
                </a:cubicBezTo>
                <a:cubicBezTo>
                  <a:pt x="1295" y="248"/>
                  <a:pt x="1295" y="248"/>
                  <a:pt x="1295" y="248"/>
                </a:cubicBezTo>
                <a:cubicBezTo>
                  <a:pt x="1294" y="252"/>
                  <a:pt x="1294" y="255"/>
                  <a:pt x="1294" y="256"/>
                </a:cubicBezTo>
                <a:cubicBezTo>
                  <a:pt x="1294" y="259"/>
                  <a:pt x="1295" y="261"/>
                  <a:pt x="1298" y="261"/>
                </a:cubicBezTo>
                <a:cubicBezTo>
                  <a:pt x="1300" y="261"/>
                  <a:pt x="1301" y="260"/>
                  <a:pt x="1302" y="260"/>
                </a:cubicBezTo>
                <a:cubicBezTo>
                  <a:pt x="1303" y="259"/>
                  <a:pt x="1304" y="259"/>
                  <a:pt x="1305" y="258"/>
                </a:cubicBezTo>
                <a:cubicBezTo>
                  <a:pt x="1305" y="258"/>
                  <a:pt x="1306" y="257"/>
                  <a:pt x="1306" y="257"/>
                </a:cubicBezTo>
                <a:cubicBezTo>
                  <a:pt x="1305" y="255"/>
                  <a:pt x="1305" y="255"/>
                  <a:pt x="1305" y="255"/>
                </a:cubicBezTo>
                <a:cubicBezTo>
                  <a:pt x="1304" y="256"/>
                  <a:pt x="1303" y="256"/>
                  <a:pt x="1302" y="256"/>
                </a:cubicBezTo>
                <a:cubicBezTo>
                  <a:pt x="1301" y="256"/>
                  <a:pt x="1301" y="256"/>
                  <a:pt x="1301" y="255"/>
                </a:cubicBezTo>
                <a:cubicBezTo>
                  <a:pt x="1301" y="253"/>
                  <a:pt x="1301" y="250"/>
                  <a:pt x="1302" y="246"/>
                </a:cubicBezTo>
                <a:cubicBezTo>
                  <a:pt x="1303" y="243"/>
                  <a:pt x="1303" y="243"/>
                  <a:pt x="1303" y="243"/>
                </a:cubicBezTo>
                <a:cubicBezTo>
                  <a:pt x="1303" y="241"/>
                  <a:pt x="1303" y="241"/>
                  <a:pt x="1303" y="241"/>
                </a:cubicBezTo>
                <a:cubicBezTo>
                  <a:pt x="1304" y="236"/>
                  <a:pt x="1305" y="232"/>
                  <a:pt x="1305" y="230"/>
                </a:cubicBezTo>
                <a:cubicBezTo>
                  <a:pt x="1305" y="227"/>
                  <a:pt x="1304" y="224"/>
                  <a:pt x="1302" y="223"/>
                </a:cubicBezTo>
                <a:cubicBezTo>
                  <a:pt x="1301" y="221"/>
                  <a:pt x="1299" y="220"/>
                  <a:pt x="1296" y="220"/>
                </a:cubicBezTo>
                <a:cubicBezTo>
                  <a:pt x="1294" y="220"/>
                  <a:pt x="1291" y="221"/>
                  <a:pt x="1289" y="223"/>
                </a:cubicBezTo>
                <a:cubicBezTo>
                  <a:pt x="1286" y="224"/>
                  <a:pt x="1284" y="227"/>
                  <a:pt x="1282" y="229"/>
                </a:cubicBezTo>
                <a:close/>
                <a:moveTo>
                  <a:pt x="1342" y="253"/>
                </a:moveTo>
                <a:cubicBezTo>
                  <a:pt x="1340" y="251"/>
                  <a:pt x="1340" y="251"/>
                  <a:pt x="1340" y="251"/>
                </a:cubicBezTo>
                <a:cubicBezTo>
                  <a:pt x="1339" y="253"/>
                  <a:pt x="1337" y="254"/>
                  <a:pt x="1335" y="255"/>
                </a:cubicBezTo>
                <a:cubicBezTo>
                  <a:pt x="1333" y="256"/>
                  <a:pt x="1331" y="256"/>
                  <a:pt x="1329" y="256"/>
                </a:cubicBezTo>
                <a:cubicBezTo>
                  <a:pt x="1326" y="256"/>
                  <a:pt x="1323" y="255"/>
                  <a:pt x="1322" y="253"/>
                </a:cubicBezTo>
                <a:cubicBezTo>
                  <a:pt x="1321" y="250"/>
                  <a:pt x="1320" y="247"/>
                  <a:pt x="1320" y="244"/>
                </a:cubicBezTo>
                <a:cubicBezTo>
                  <a:pt x="1323" y="244"/>
                  <a:pt x="1327" y="244"/>
                  <a:pt x="1330" y="242"/>
                </a:cubicBezTo>
                <a:cubicBezTo>
                  <a:pt x="1334" y="241"/>
                  <a:pt x="1337" y="240"/>
                  <a:pt x="1340" y="237"/>
                </a:cubicBezTo>
                <a:cubicBezTo>
                  <a:pt x="1342" y="235"/>
                  <a:pt x="1344" y="232"/>
                  <a:pt x="1344" y="229"/>
                </a:cubicBezTo>
                <a:cubicBezTo>
                  <a:pt x="1344" y="226"/>
                  <a:pt x="1343" y="224"/>
                  <a:pt x="1341" y="223"/>
                </a:cubicBezTo>
                <a:cubicBezTo>
                  <a:pt x="1340" y="221"/>
                  <a:pt x="1337" y="220"/>
                  <a:pt x="1334" y="220"/>
                </a:cubicBezTo>
                <a:cubicBezTo>
                  <a:pt x="1330" y="220"/>
                  <a:pt x="1326" y="221"/>
                  <a:pt x="1323" y="224"/>
                </a:cubicBezTo>
                <a:cubicBezTo>
                  <a:pt x="1320" y="226"/>
                  <a:pt x="1318" y="229"/>
                  <a:pt x="1316" y="233"/>
                </a:cubicBezTo>
                <a:cubicBezTo>
                  <a:pt x="1314" y="237"/>
                  <a:pt x="1313" y="241"/>
                  <a:pt x="1313" y="246"/>
                </a:cubicBezTo>
                <a:cubicBezTo>
                  <a:pt x="1313" y="248"/>
                  <a:pt x="1314" y="251"/>
                  <a:pt x="1315" y="253"/>
                </a:cubicBezTo>
                <a:cubicBezTo>
                  <a:pt x="1316" y="255"/>
                  <a:pt x="1317" y="257"/>
                  <a:pt x="1319" y="259"/>
                </a:cubicBezTo>
                <a:cubicBezTo>
                  <a:pt x="1321" y="260"/>
                  <a:pt x="1324" y="261"/>
                  <a:pt x="1327" y="261"/>
                </a:cubicBezTo>
                <a:cubicBezTo>
                  <a:pt x="1330" y="261"/>
                  <a:pt x="1333" y="260"/>
                  <a:pt x="1336" y="258"/>
                </a:cubicBezTo>
                <a:cubicBezTo>
                  <a:pt x="1339" y="257"/>
                  <a:pt x="1341" y="255"/>
                  <a:pt x="1342" y="253"/>
                </a:cubicBezTo>
                <a:close/>
                <a:moveTo>
                  <a:pt x="1332" y="224"/>
                </a:moveTo>
                <a:cubicBezTo>
                  <a:pt x="1334" y="224"/>
                  <a:pt x="1335" y="224"/>
                  <a:pt x="1336" y="225"/>
                </a:cubicBezTo>
                <a:cubicBezTo>
                  <a:pt x="1337" y="226"/>
                  <a:pt x="1337" y="228"/>
                  <a:pt x="1337" y="229"/>
                </a:cubicBezTo>
                <a:cubicBezTo>
                  <a:pt x="1337" y="232"/>
                  <a:pt x="1336" y="234"/>
                  <a:pt x="1334" y="235"/>
                </a:cubicBezTo>
                <a:cubicBezTo>
                  <a:pt x="1333" y="237"/>
                  <a:pt x="1331" y="238"/>
                  <a:pt x="1328" y="239"/>
                </a:cubicBezTo>
                <a:cubicBezTo>
                  <a:pt x="1325" y="240"/>
                  <a:pt x="1323" y="241"/>
                  <a:pt x="1321" y="241"/>
                </a:cubicBezTo>
                <a:cubicBezTo>
                  <a:pt x="1321" y="238"/>
                  <a:pt x="1321" y="236"/>
                  <a:pt x="1322" y="233"/>
                </a:cubicBezTo>
                <a:cubicBezTo>
                  <a:pt x="1323" y="230"/>
                  <a:pt x="1325" y="228"/>
                  <a:pt x="1326" y="226"/>
                </a:cubicBezTo>
                <a:cubicBezTo>
                  <a:pt x="1328" y="225"/>
                  <a:pt x="1330" y="224"/>
                  <a:pt x="1332" y="224"/>
                </a:cubicBezTo>
                <a:close/>
              </a:path>
            </a:pathLst>
          </a:custGeom>
          <a:solidFill xmlns:a="http://schemas.openxmlformats.org/drawingml/2006/main">
            <a:schemeClr val="bg1"/>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sz="1800"/>
          </a:p>
        </p:txBody>
      </p:sp>
      <p:sp>
        <p:nvSpPr>
          <p:cNvPr id="17" name="Text Placeholder 16">
            <a:extLst xmlns:a="http://schemas.openxmlformats.org/drawingml/2006/main">
              <a:ext uri="{FF2B5EF4-FFF2-40B4-BE49-F238E27FC236}">
                <a16:creationId xmlns:a16="http://schemas.microsoft.com/office/drawing/2014/main" id="{FCA018DF-7EFB-4D08-89D5-E61FB47F425E}"/>
              </a:ext>
            </a:extLst>
          </p:cNvPr>
          <p:cNvSpPr>
            <a:spLocks xmlns:a="http://schemas.openxmlformats.org/drawingml/2006/main" noGrp="1"/>
          </p:cNvSpPr>
          <p:nvPr>
            <p:ph type="body" idx="12" hasCustomPrompt="1"/>
          </p:nvPr>
        </p:nvSpPr>
        <p:spPr>
          <a:xfrm xmlns:a="http://schemas.openxmlformats.org/drawingml/2006/main">
            <a:off x="5996940" y="4886690"/>
            <a:ext cx="2416810" cy="117148"/>
          </a:xfrm>
        </p:spPr>
        <p:txBody>
          <a:bodyPr xmlns:a="http://schemas.openxmlformats.org/drawingml/2006/main" wrap="square">
            <a:spAutoFit/>
          </a:bodyPr>
          <a:lstStyle xmlns:a="http://schemas.openxmlformats.org/drawingml/2006/main">
            <a:lvl1pPr marL="0" indent="0">
              <a:buNone/>
              <a:defRPr sz="750" cap="all" spc="110" baseline="0">
                <a:solidFill>
                  <a:schemeClr val="tx2"/>
                </a:solidFill>
              </a:defRPr>
            </a:lvl1pPr>
          </a:lstStyle>
          <a:p xmlns:a="http://schemas.openxmlformats.org/drawingml/2006/main">
            <a:pPr lvl="0">
              <a:buNone/>
            </a:pPr>
            <a:r>
              <a:t>CLICK TO EDIT MASTER TEXT</a:t>
            </a:r>
          </a:p>
        </p:txBody>
      </p:sp>
    </p:spTree>
  </p:cSld>
</p:sldLayout>
</file>

<file path=ppt/slideLayouts/slideLayout44.xml><?xml version="1.0" encoding="utf-8"?>
<p:sldLayout xmlns:p="http://schemas.openxmlformats.org/presentationml/2006/main" showMasterSp="0" preserve="1">
  <p:cSld name="Title Slide - Light Ruby">
    <p:spTree>
      <p:nvGrpSpPr>
        <p:cNvPr id="1" name=""/>
        <p:cNvGrpSpPr/>
        <p:nvPr/>
      </p:nvGrpSpPr>
      <p:grpSpPr>
        <a:xfrm xmlns:a="http://schemas.openxmlformats.org/drawingml/2006/main"/>
      </p:grpSpPr>
      <p:sp>
        <p:nvSpPr>
          <p:cNvPr id="15" name="Picture Placeholder 14">
            <a:extLst xmlns:a="http://schemas.openxmlformats.org/drawingml/2006/main">
              <a:ext uri="{FF2B5EF4-FFF2-40B4-BE49-F238E27FC236}">
                <a16:creationId xmlns:a16="http://schemas.microsoft.com/office/drawing/2014/main" id="{42927F7C-53AC-400F-8DAD-235A2AF61FB8}"/>
              </a:ext>
            </a:extLst>
          </p:cNvPr>
          <p:cNvSpPr>
            <a:spLocks xmlns:a="http://schemas.openxmlformats.org/drawingml/2006/main" noGrp="1"/>
          </p:cNvSpPr>
          <p:nvPr>
            <p:ph type="pic" idx="11"/>
          </p:nvPr>
        </p:nvSpPr>
        <p:spPr>
          <a:xfrm xmlns:a="http://schemas.openxmlformats.org/drawingml/2006/main">
            <a:off x="0" y="1"/>
            <a:ext cx="9144000" cy="4710113"/>
          </a:xfrm>
          <a:prstGeom xmlns:a="http://schemas.openxmlformats.org/drawingml/2006/main" prst="rect">
            <a:avLst/>
          </a:prstGeom>
          <a:solidFill xmlns:a="http://schemas.openxmlformats.org/drawingml/2006/main">
            <a:schemeClr val="bg2">
              <a:lumMod val="90000"/>
            </a:schemeClr>
          </a:solidFill>
        </p:spPr>
        <p:txBody>
          <a:bodyPr xmlns:a="http://schemas.openxmlformats.org/drawingml/2006/main"/>
          <a:lstStyle xmlns:a="http://schemas.openxmlformats.org/drawingml/2006/main"/>
          <a:p xmlns:a="http://schemas.openxmlformats.org/drawingml/2006/main">
            <a:r>
              <a:t>Click icon to add picture</a:t>
            </a:r>
          </a:p>
        </p:txBody>
      </p:sp>
      <p:sp>
        <p:nvSpPr>
          <p:cNvPr id="13" name="Text Placeholder 12">
            <a:extLst xmlns:a="http://schemas.openxmlformats.org/drawingml/2006/main">
              <a:ext uri="{FF2B5EF4-FFF2-40B4-BE49-F238E27FC236}">
                <a16:creationId xmlns:a16="http://schemas.microsoft.com/office/drawing/2014/main" id="{D2D74F39-96DB-4808-8693-9F55A9D7DB98}"/>
              </a:ext>
            </a:extLst>
          </p:cNvPr>
          <p:cNvSpPr>
            <a:spLocks xmlns:a="http://schemas.openxmlformats.org/drawingml/2006/main" noGrp="1"/>
          </p:cNvSpPr>
          <p:nvPr>
            <p:ph type="body" idx="10"/>
          </p:nvPr>
        </p:nvSpPr>
        <p:spPr>
          <a:xfrm xmlns:a="http://schemas.openxmlformats.org/drawingml/2006/main">
            <a:off x="2" y="1172309"/>
            <a:ext cx="5802922" cy="3971191"/>
          </a:xfrm>
          <a:prstGeom xmlns:a="http://schemas.openxmlformats.org/drawingml/2006/main" prst="rect">
            <a:avLst/>
          </a:prstGeom>
          <a:solidFill xmlns:a="http://schemas.openxmlformats.org/drawingml/2006/main">
            <a:srgbClr val="ECE0E0"/>
          </a:solidFill>
        </p:spPr>
        <p:txBody>
          <a:bodyPr xmlns:a="http://schemas.openxmlformats.org/drawingml/2006/main" lIns="502920" tIns="274320" rIns="457200" bIns="457200"/>
          <a:lstStyle xmlns:a="http://schemas.openxmlformats.org/drawingml/2006/main">
            <a:lvl1pPr marL="0" indent="0">
              <a:lnSpc>
                <a:spcPct val="100000"/>
              </a:lnSpc>
              <a:buNone/>
              <a:defRPr sz="3000">
                <a:solidFill>
                  <a:schemeClr val="tx2"/>
                </a:solidFill>
                <a:latin typeface="+mj-lt"/>
                <a:ea typeface="+mj-lt"/>
                <a:cs typeface="+mj-lt"/>
              </a:defRPr>
            </a:lvl1pPr>
            <a:lvl2pPr marL="0" indent="0">
              <a:spcBef>
                <a:spcPts val="900"/>
              </a:spcBef>
              <a:buNone/>
              <a:defRPr sz="1500">
                <a:solidFill>
                  <a:schemeClr val="tx2"/>
                </a:solidFill>
                <a:latin typeface="+mj-lt"/>
                <a:ea typeface="+mj-lt"/>
                <a:cs typeface="+mj-lt"/>
              </a:defRPr>
            </a:lvl2pPr>
            <a:lvl3pPr marL="457189" indent="0">
              <a:buNone/>
              <a:defRPr>
                <a:solidFill>
                  <a:schemeClr val="bg1"/>
                </a:solidFill>
                <a:latin typeface="+mj-lt"/>
                <a:ea typeface="+mj-lt"/>
                <a:cs typeface="+mj-lt"/>
              </a:defRPr>
            </a:lvl3pPr>
            <a:lvl4pPr marL="692133" indent="0">
              <a:buNone/>
              <a:defRPr>
                <a:solidFill>
                  <a:schemeClr val="bg1"/>
                </a:solidFill>
                <a:latin typeface="+mj-lt"/>
                <a:ea typeface="+mj-lt"/>
                <a:cs typeface="+mj-lt"/>
              </a:defRPr>
            </a:lvl4pPr>
            <a:lvl5pPr marL="914378" indent="0">
              <a:buNone/>
              <a:defRPr>
                <a:solidFill>
                  <a:schemeClr val="bg1"/>
                </a:solidFill>
                <a:latin typeface="+mj-lt"/>
                <a:ea typeface="+mj-lt"/>
                <a:cs typeface="+mj-lt"/>
              </a:defRPr>
            </a:lvl5pPr>
          </a:lstStyle>
          <a:p xmlns:a="http://schemas.openxmlformats.org/drawingml/2006/main">
            <a:pPr lvl="0">
              <a:buNone/>
            </a:pPr>
            <a:r>
              <a:t>Click to edit Master text styles</a:t>
            </a:r>
          </a:p>
          <a:p xmlns:a="http://schemas.openxmlformats.org/drawingml/2006/main">
            <a:pPr lvl="1">
              <a:buNone/>
            </a:pPr>
            <a:r>
              <a:t>Second level</a:t>
            </a:r>
          </a:p>
        </p:txBody>
      </p:sp>
      <p:sp>
        <p:nvSpPr>
          <p:cNvPr id="3" name="Subtitle 2">
            <a:extLst xmlns:a="http://schemas.openxmlformats.org/drawingml/2006/main">
              <a:ext uri="{FF2B5EF4-FFF2-40B4-BE49-F238E27FC236}">
                <a16:creationId xmlns:a16="http://schemas.microsoft.com/office/drawing/2014/main" id="{04CDC75B-479A-4A70-A60C-F54AEE77F81E}"/>
              </a:ext>
            </a:extLst>
          </p:cNvPr>
          <p:cNvSpPr>
            <a:spLocks xmlns:a="http://schemas.openxmlformats.org/drawingml/2006/main" noGrp="1"/>
          </p:cNvSpPr>
          <p:nvPr>
            <p:ph type="subTitle" idx="1"/>
          </p:nvPr>
        </p:nvSpPr>
        <p:spPr>
          <a:xfrm xmlns:a="http://schemas.openxmlformats.org/drawingml/2006/main">
            <a:off x="525780" y="3566160"/>
            <a:ext cx="4846320" cy="156646"/>
          </a:xfrm>
        </p:spPr>
        <p:txBody>
          <a:bodyPr xmlns:a="http://schemas.openxmlformats.org/drawingml/2006/main" anchor="b">
            <a:spAutoFit/>
          </a:bodyPr>
          <a:lstStyle xmlns:a="http://schemas.openxmlformats.org/drawingml/2006/main">
            <a:lvl1pPr marL="0" indent="0" algn="l">
              <a:buNone/>
              <a:defRPr sz="1000" i="1">
                <a:solidFill>
                  <a:schemeClr val="tx1"/>
                </a:solidFill>
                <a:latin typeface="+mj-lt"/>
                <a:ea typeface="+mj-lt"/>
                <a:cs typeface="+mj-lt"/>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xmlns:a="http://schemas.openxmlformats.org/drawingml/2006/main">
            <a:r>
              <a:t>Click to edit Master subtitle style</a:t>
            </a:r>
          </a:p>
        </p:txBody>
      </p:sp>
      <p:sp>
        <p:nvSpPr>
          <p:cNvPr id="9" name="Freeform 5">
            <a:extLst xmlns:a="http://schemas.openxmlformats.org/drawingml/2006/main">
              <a:ext uri="{FF2B5EF4-FFF2-40B4-BE49-F238E27FC236}">
                <a16:creationId xmlns:a16="http://schemas.microsoft.com/office/drawing/2014/main" id="{6EF64205-A64B-4137-BA41-5E5CFE0F359E}"/>
              </a:ext>
            </a:extLst>
          </p:cNvPr>
          <p:cNvSpPr>
            <a:spLocks xmlns:a="http://schemas.openxmlformats.org/drawingml/2006/main" noGrp="1"/>
          </p:cNvSpPr>
          <p:nvPr/>
        </p:nvSpPr>
        <p:spPr>
          <a:xfrm xmlns:a="http://schemas.openxmlformats.org/drawingml/2006/main">
            <a:off x="482707" y="433839"/>
            <a:ext cx="2192207" cy="410518"/>
          </a:xfrm>
          <a:custGeom xmlns:a="http://schemas.openxmlformats.org/drawingml/2006/main">
            <a:gdLst>
              <a:gd name="T0" fmla="*/ 225 w 1440"/>
              <a:gd name="T1" fmla="*/ 110 h 267"/>
              <a:gd name="T2" fmla="*/ 317 w 1440"/>
              <a:gd name="T3" fmla="*/ 7 h 267"/>
              <a:gd name="T4" fmla="*/ 475 w 1440"/>
              <a:gd name="T5" fmla="*/ 19 h 267"/>
              <a:gd name="T6" fmla="*/ 830 w 1440"/>
              <a:gd name="T7" fmla="*/ 7 h 267"/>
              <a:gd name="T8" fmla="*/ 130 w 1440"/>
              <a:gd name="T9" fmla="*/ 210 h 267"/>
              <a:gd name="T10" fmla="*/ 437 w 1440"/>
              <a:gd name="T11" fmla="*/ 209 h 267"/>
              <a:gd name="T12" fmla="*/ 493 w 1440"/>
              <a:gd name="T13" fmla="*/ 198 h 267"/>
              <a:gd name="T14" fmla="*/ 866 w 1440"/>
              <a:gd name="T15" fmla="*/ 171 h 267"/>
              <a:gd name="T16" fmla="*/ 737 w 1440"/>
              <a:gd name="T17" fmla="*/ 261 h 267"/>
              <a:gd name="T18" fmla="*/ 958 w 1440"/>
              <a:gd name="T19" fmla="*/ 172 h 267"/>
              <a:gd name="T20" fmla="*/ 906 w 1440"/>
              <a:gd name="T21" fmla="*/ 254 h 267"/>
              <a:gd name="T22" fmla="*/ 309 w 1440"/>
              <a:gd name="T23" fmla="*/ 260 h 267"/>
              <a:gd name="T24" fmla="*/ 1053 w 1440"/>
              <a:gd name="T25" fmla="*/ 31 h 267"/>
              <a:gd name="T26" fmla="*/ 1075 w 1440"/>
              <a:gd name="T27" fmla="*/ 44 h 267"/>
              <a:gd name="T28" fmla="*/ 1091 w 1440"/>
              <a:gd name="T29" fmla="*/ 22 h 267"/>
              <a:gd name="T30" fmla="*/ 1107 w 1440"/>
              <a:gd name="T31" fmla="*/ 27 h 267"/>
              <a:gd name="T32" fmla="*/ 1125 w 1440"/>
              <a:gd name="T33" fmla="*/ 55 h 267"/>
              <a:gd name="T34" fmla="*/ 1159 w 1440"/>
              <a:gd name="T35" fmla="*/ 53 h 267"/>
              <a:gd name="T36" fmla="*/ 1160 w 1440"/>
              <a:gd name="T37" fmla="*/ 57 h 267"/>
              <a:gd name="T38" fmla="*/ 1177 w 1440"/>
              <a:gd name="T39" fmla="*/ 23 h 267"/>
              <a:gd name="T40" fmla="*/ 1207 w 1440"/>
              <a:gd name="T41" fmla="*/ 58 h 267"/>
              <a:gd name="T42" fmla="*/ 1245 w 1440"/>
              <a:gd name="T43" fmla="*/ 27 h 267"/>
              <a:gd name="T44" fmla="*/ 1225 w 1440"/>
              <a:gd name="T45" fmla="*/ 43 h 267"/>
              <a:gd name="T46" fmla="*/ 1271 w 1440"/>
              <a:gd name="T47" fmla="*/ 19 h 267"/>
              <a:gd name="T48" fmla="*/ 1259 w 1440"/>
              <a:gd name="T49" fmla="*/ 32 h 267"/>
              <a:gd name="T50" fmla="*/ 1290 w 1440"/>
              <a:gd name="T51" fmla="*/ 54 h 267"/>
              <a:gd name="T52" fmla="*/ 1310 w 1440"/>
              <a:gd name="T53" fmla="*/ 25 h 267"/>
              <a:gd name="T54" fmla="*/ 1059 w 1440"/>
              <a:gd name="T55" fmla="*/ 110 h 267"/>
              <a:gd name="T56" fmla="*/ 1099 w 1440"/>
              <a:gd name="T57" fmla="*/ 134 h 267"/>
              <a:gd name="T58" fmla="*/ 1120 w 1440"/>
              <a:gd name="T59" fmla="*/ 156 h 267"/>
              <a:gd name="T60" fmla="*/ 1141 w 1440"/>
              <a:gd name="T61" fmla="*/ 123 h 267"/>
              <a:gd name="T62" fmla="*/ 1148 w 1440"/>
              <a:gd name="T63" fmla="*/ 175 h 267"/>
              <a:gd name="T64" fmla="*/ 1184 w 1440"/>
              <a:gd name="T65" fmla="*/ 119 h 267"/>
              <a:gd name="T66" fmla="*/ 1181 w 1440"/>
              <a:gd name="T67" fmla="*/ 153 h 267"/>
              <a:gd name="T68" fmla="*/ 1201 w 1440"/>
              <a:gd name="T69" fmla="*/ 125 h 267"/>
              <a:gd name="T70" fmla="*/ 1230 w 1440"/>
              <a:gd name="T71" fmla="*/ 157 h 267"/>
              <a:gd name="T72" fmla="*/ 1260 w 1440"/>
              <a:gd name="T73" fmla="*/ 154 h 267"/>
              <a:gd name="T74" fmla="*/ 1261 w 1440"/>
              <a:gd name="T75" fmla="*/ 158 h 267"/>
              <a:gd name="T76" fmla="*/ 1284 w 1440"/>
              <a:gd name="T77" fmla="*/ 152 h 267"/>
              <a:gd name="T78" fmla="*/ 1294 w 1440"/>
              <a:gd name="T79" fmla="*/ 123 h 267"/>
              <a:gd name="T80" fmla="*/ 1317 w 1440"/>
              <a:gd name="T81" fmla="*/ 125 h 267"/>
              <a:gd name="T82" fmla="*/ 1342 w 1440"/>
              <a:gd name="T83" fmla="*/ 121 h 267"/>
              <a:gd name="T84" fmla="*/ 1351 w 1440"/>
              <a:gd name="T85" fmla="*/ 112 h 267"/>
              <a:gd name="T86" fmla="*/ 1364 w 1440"/>
              <a:gd name="T87" fmla="*/ 159 h 267"/>
              <a:gd name="T88" fmla="*/ 1399 w 1440"/>
              <a:gd name="T89" fmla="*/ 156 h 267"/>
              <a:gd name="T90" fmla="*/ 1432 w 1440"/>
              <a:gd name="T91" fmla="*/ 120 h 267"/>
              <a:gd name="T92" fmla="*/ 1410 w 1440"/>
              <a:gd name="T93" fmla="*/ 176 h 267"/>
              <a:gd name="T94" fmla="*/ 1076 w 1440"/>
              <a:gd name="T95" fmla="*/ 242 h 267"/>
              <a:gd name="T96" fmla="*/ 1062 w 1440"/>
              <a:gd name="T97" fmla="*/ 225 h 267"/>
              <a:gd name="T98" fmla="*/ 1091 w 1440"/>
              <a:gd name="T99" fmla="*/ 208 h 267"/>
              <a:gd name="T100" fmla="*/ 1112 w 1440"/>
              <a:gd name="T101" fmla="*/ 233 h 267"/>
              <a:gd name="T102" fmla="*/ 1128 w 1440"/>
              <a:gd name="T103" fmla="*/ 224 h 267"/>
              <a:gd name="T104" fmla="*/ 1168 w 1440"/>
              <a:gd name="T105" fmla="*/ 255 h 267"/>
              <a:gd name="T106" fmla="*/ 1154 w 1440"/>
              <a:gd name="T107" fmla="*/ 236 h 267"/>
              <a:gd name="T108" fmla="*/ 1203 w 1440"/>
              <a:gd name="T109" fmla="*/ 256 h 267"/>
              <a:gd name="T110" fmla="*/ 1200 w 1440"/>
              <a:gd name="T111" fmla="*/ 213 h 267"/>
              <a:gd name="T112" fmla="*/ 1227 w 1440"/>
              <a:gd name="T113" fmla="*/ 256 h 267"/>
              <a:gd name="T114" fmla="*/ 1249 w 1440"/>
              <a:gd name="T115" fmla="*/ 260 h 267"/>
              <a:gd name="T116" fmla="*/ 1255 w 1440"/>
              <a:gd name="T117" fmla="*/ 205 h 267"/>
              <a:gd name="T118" fmla="*/ 1297 w 1440"/>
              <a:gd name="T119" fmla="*/ 226 h 267"/>
              <a:gd name="T120" fmla="*/ 1303 w 1440"/>
              <a:gd name="T121" fmla="*/ 243 h 267"/>
              <a:gd name="T122" fmla="*/ 1344 w 1440"/>
              <a:gd name="T123" fmla="*/ 229 h 267"/>
              <a:gd name="T124" fmla="*/ 1328 w 1440"/>
              <a:gd name="T125" fmla="*/ 239 h 267"/>
            </a:gdLst>
            <a:rect l="0" t="0" r="r" b="b"/>
            <a:pathLst>
              <a:path w="1440" h="267">
                <a:moveTo>
                  <a:pt x="17" y="110"/>
                </a:moveTo>
                <a:cubicBezTo>
                  <a:pt x="3" y="110"/>
                  <a:pt x="3" y="110"/>
                  <a:pt x="3" y="110"/>
                </a:cubicBezTo>
                <a:cubicBezTo>
                  <a:pt x="3" y="1"/>
                  <a:pt x="3" y="1"/>
                  <a:pt x="3" y="1"/>
                </a:cubicBezTo>
                <a:cubicBezTo>
                  <a:pt x="81" y="83"/>
                  <a:pt x="81" y="83"/>
                  <a:pt x="81" y="83"/>
                </a:cubicBezTo>
                <a:cubicBezTo>
                  <a:pt x="81" y="7"/>
                  <a:pt x="81" y="7"/>
                  <a:pt x="81" y="7"/>
                </a:cubicBezTo>
                <a:cubicBezTo>
                  <a:pt x="95" y="7"/>
                  <a:pt x="95" y="7"/>
                  <a:pt x="95" y="7"/>
                </a:cubicBezTo>
                <a:cubicBezTo>
                  <a:pt x="95" y="117"/>
                  <a:pt x="95" y="117"/>
                  <a:pt x="95" y="117"/>
                </a:cubicBezTo>
                <a:cubicBezTo>
                  <a:pt x="17" y="35"/>
                  <a:pt x="17" y="35"/>
                  <a:pt x="17" y="35"/>
                </a:cubicBezTo>
                <a:lnTo>
                  <a:pt x="17" y="110"/>
                </a:lnTo>
                <a:close/>
                <a:moveTo>
                  <a:pt x="130" y="110"/>
                </a:moveTo>
                <a:cubicBezTo>
                  <a:pt x="145" y="110"/>
                  <a:pt x="145" y="110"/>
                  <a:pt x="145" y="110"/>
                </a:cubicBezTo>
                <a:cubicBezTo>
                  <a:pt x="178" y="33"/>
                  <a:pt x="178" y="33"/>
                  <a:pt x="178" y="33"/>
                </a:cubicBezTo>
                <a:cubicBezTo>
                  <a:pt x="210" y="109"/>
                  <a:pt x="210" y="109"/>
                  <a:pt x="210" y="109"/>
                </a:cubicBezTo>
                <a:cubicBezTo>
                  <a:pt x="210" y="110"/>
                  <a:pt x="210" y="110"/>
                  <a:pt x="210" y="110"/>
                </a:cubicBezTo>
                <a:cubicBezTo>
                  <a:pt x="225" y="110"/>
                  <a:pt x="225" y="110"/>
                  <a:pt x="225" y="110"/>
                </a:cubicBezTo>
                <a:cubicBezTo>
                  <a:pt x="178" y="0"/>
                  <a:pt x="178" y="0"/>
                  <a:pt x="178" y="0"/>
                </a:cubicBezTo>
                <a:lnTo>
                  <a:pt x="130" y="110"/>
                </a:lnTo>
                <a:close/>
                <a:moveTo>
                  <a:pt x="700" y="110"/>
                </a:moveTo>
                <a:cubicBezTo>
                  <a:pt x="715" y="110"/>
                  <a:pt x="715" y="110"/>
                  <a:pt x="715" y="110"/>
                </a:cubicBezTo>
                <a:cubicBezTo>
                  <a:pt x="748" y="33"/>
                  <a:pt x="748" y="33"/>
                  <a:pt x="748" y="33"/>
                </a:cubicBezTo>
                <a:cubicBezTo>
                  <a:pt x="780" y="109"/>
                  <a:pt x="780" y="109"/>
                  <a:pt x="780" y="109"/>
                </a:cubicBezTo>
                <a:cubicBezTo>
                  <a:pt x="780" y="110"/>
                  <a:pt x="780" y="110"/>
                  <a:pt x="780" y="110"/>
                </a:cubicBezTo>
                <a:cubicBezTo>
                  <a:pt x="795" y="110"/>
                  <a:pt x="795" y="110"/>
                  <a:pt x="795" y="110"/>
                </a:cubicBezTo>
                <a:cubicBezTo>
                  <a:pt x="748" y="0"/>
                  <a:pt x="748" y="0"/>
                  <a:pt x="748" y="0"/>
                </a:cubicBezTo>
                <a:lnTo>
                  <a:pt x="700" y="110"/>
                </a:lnTo>
                <a:close/>
                <a:moveTo>
                  <a:pt x="273" y="110"/>
                </a:moveTo>
                <a:cubicBezTo>
                  <a:pt x="286" y="110"/>
                  <a:pt x="286" y="110"/>
                  <a:pt x="286" y="110"/>
                </a:cubicBezTo>
                <a:cubicBezTo>
                  <a:pt x="286" y="20"/>
                  <a:pt x="286" y="20"/>
                  <a:pt x="286" y="20"/>
                </a:cubicBezTo>
                <a:cubicBezTo>
                  <a:pt x="317" y="20"/>
                  <a:pt x="317" y="20"/>
                  <a:pt x="317" y="20"/>
                </a:cubicBezTo>
                <a:cubicBezTo>
                  <a:pt x="317" y="7"/>
                  <a:pt x="317" y="7"/>
                  <a:pt x="317" y="7"/>
                </a:cubicBezTo>
                <a:cubicBezTo>
                  <a:pt x="242" y="7"/>
                  <a:pt x="242" y="7"/>
                  <a:pt x="242" y="7"/>
                </a:cubicBezTo>
                <a:cubicBezTo>
                  <a:pt x="242" y="20"/>
                  <a:pt x="242" y="20"/>
                  <a:pt x="242" y="20"/>
                </a:cubicBezTo>
                <a:cubicBezTo>
                  <a:pt x="273" y="20"/>
                  <a:pt x="273" y="20"/>
                  <a:pt x="273" y="20"/>
                </a:cubicBezTo>
                <a:lnTo>
                  <a:pt x="273" y="110"/>
                </a:lnTo>
                <a:close/>
                <a:moveTo>
                  <a:pt x="374" y="7"/>
                </a:moveTo>
                <a:cubicBezTo>
                  <a:pt x="360" y="7"/>
                  <a:pt x="360" y="7"/>
                  <a:pt x="360" y="7"/>
                </a:cubicBezTo>
                <a:cubicBezTo>
                  <a:pt x="360" y="110"/>
                  <a:pt x="360" y="110"/>
                  <a:pt x="360" y="110"/>
                </a:cubicBezTo>
                <a:cubicBezTo>
                  <a:pt x="374" y="110"/>
                  <a:pt x="374" y="110"/>
                  <a:pt x="374" y="110"/>
                </a:cubicBezTo>
                <a:lnTo>
                  <a:pt x="374" y="7"/>
                </a:lnTo>
                <a:close/>
                <a:moveTo>
                  <a:pt x="475" y="112"/>
                </a:moveTo>
                <a:cubicBezTo>
                  <a:pt x="445" y="112"/>
                  <a:pt x="421" y="88"/>
                  <a:pt x="421" y="59"/>
                </a:cubicBezTo>
                <a:cubicBezTo>
                  <a:pt x="421" y="29"/>
                  <a:pt x="445" y="5"/>
                  <a:pt x="475" y="5"/>
                </a:cubicBezTo>
                <a:cubicBezTo>
                  <a:pt x="505" y="5"/>
                  <a:pt x="528" y="29"/>
                  <a:pt x="528" y="59"/>
                </a:cubicBezTo>
                <a:cubicBezTo>
                  <a:pt x="528" y="88"/>
                  <a:pt x="505" y="112"/>
                  <a:pt x="475" y="112"/>
                </a:cubicBezTo>
                <a:close/>
                <a:moveTo>
                  <a:pt x="475" y="19"/>
                </a:moveTo>
                <a:cubicBezTo>
                  <a:pt x="453" y="19"/>
                  <a:pt x="435" y="37"/>
                  <a:pt x="435" y="59"/>
                </a:cubicBezTo>
                <a:cubicBezTo>
                  <a:pt x="435" y="81"/>
                  <a:pt x="453" y="99"/>
                  <a:pt x="475" y="99"/>
                </a:cubicBezTo>
                <a:cubicBezTo>
                  <a:pt x="497" y="99"/>
                  <a:pt x="514" y="81"/>
                  <a:pt x="514" y="59"/>
                </a:cubicBezTo>
                <a:cubicBezTo>
                  <a:pt x="514" y="37"/>
                  <a:pt x="497" y="19"/>
                  <a:pt x="475" y="19"/>
                </a:cubicBezTo>
                <a:close/>
                <a:moveTo>
                  <a:pt x="586" y="35"/>
                </a:moveTo>
                <a:cubicBezTo>
                  <a:pt x="664" y="117"/>
                  <a:pt x="664" y="117"/>
                  <a:pt x="664" y="117"/>
                </a:cubicBezTo>
                <a:cubicBezTo>
                  <a:pt x="664" y="7"/>
                  <a:pt x="664" y="7"/>
                  <a:pt x="664" y="7"/>
                </a:cubicBezTo>
                <a:cubicBezTo>
                  <a:pt x="650" y="7"/>
                  <a:pt x="650" y="7"/>
                  <a:pt x="650" y="7"/>
                </a:cubicBezTo>
                <a:cubicBezTo>
                  <a:pt x="650" y="83"/>
                  <a:pt x="650" y="83"/>
                  <a:pt x="650" y="83"/>
                </a:cubicBezTo>
                <a:cubicBezTo>
                  <a:pt x="572" y="1"/>
                  <a:pt x="572" y="1"/>
                  <a:pt x="572" y="1"/>
                </a:cubicBezTo>
                <a:cubicBezTo>
                  <a:pt x="572" y="110"/>
                  <a:pt x="572" y="110"/>
                  <a:pt x="572" y="110"/>
                </a:cubicBezTo>
                <a:cubicBezTo>
                  <a:pt x="586" y="110"/>
                  <a:pt x="586" y="110"/>
                  <a:pt x="586" y="110"/>
                </a:cubicBezTo>
                <a:lnTo>
                  <a:pt x="586" y="35"/>
                </a:lnTo>
                <a:close/>
                <a:moveTo>
                  <a:pt x="843" y="7"/>
                </a:moveTo>
                <a:cubicBezTo>
                  <a:pt x="830" y="7"/>
                  <a:pt x="830" y="7"/>
                  <a:pt x="830" y="7"/>
                </a:cubicBezTo>
                <a:cubicBezTo>
                  <a:pt x="830" y="110"/>
                  <a:pt x="830" y="110"/>
                  <a:pt x="830" y="110"/>
                </a:cubicBezTo>
                <a:cubicBezTo>
                  <a:pt x="885" y="110"/>
                  <a:pt x="885" y="110"/>
                  <a:pt x="885" y="110"/>
                </a:cubicBezTo>
                <a:cubicBezTo>
                  <a:pt x="885" y="97"/>
                  <a:pt x="885" y="97"/>
                  <a:pt x="885" y="97"/>
                </a:cubicBezTo>
                <a:cubicBezTo>
                  <a:pt x="843" y="97"/>
                  <a:pt x="843" y="97"/>
                  <a:pt x="843" y="97"/>
                </a:cubicBezTo>
                <a:lnTo>
                  <a:pt x="843" y="7"/>
                </a:lnTo>
                <a:close/>
                <a:moveTo>
                  <a:pt x="169" y="156"/>
                </a:moveTo>
                <a:cubicBezTo>
                  <a:pt x="139" y="156"/>
                  <a:pt x="116" y="179"/>
                  <a:pt x="116" y="209"/>
                </a:cubicBezTo>
                <a:cubicBezTo>
                  <a:pt x="116" y="240"/>
                  <a:pt x="139" y="262"/>
                  <a:pt x="169" y="262"/>
                </a:cubicBezTo>
                <a:cubicBezTo>
                  <a:pt x="175" y="262"/>
                  <a:pt x="188" y="261"/>
                  <a:pt x="200" y="252"/>
                </a:cubicBezTo>
                <a:cubicBezTo>
                  <a:pt x="200" y="252"/>
                  <a:pt x="200" y="252"/>
                  <a:pt x="200" y="252"/>
                </a:cubicBezTo>
                <a:cubicBezTo>
                  <a:pt x="200" y="234"/>
                  <a:pt x="200" y="234"/>
                  <a:pt x="200" y="234"/>
                </a:cubicBezTo>
                <a:cubicBezTo>
                  <a:pt x="198" y="236"/>
                  <a:pt x="198" y="236"/>
                  <a:pt x="198" y="236"/>
                </a:cubicBezTo>
                <a:cubicBezTo>
                  <a:pt x="196" y="239"/>
                  <a:pt x="192" y="242"/>
                  <a:pt x="187" y="245"/>
                </a:cubicBezTo>
                <a:cubicBezTo>
                  <a:pt x="181" y="247"/>
                  <a:pt x="175" y="249"/>
                  <a:pt x="169" y="249"/>
                </a:cubicBezTo>
                <a:cubicBezTo>
                  <a:pt x="142" y="249"/>
                  <a:pt x="130" y="226"/>
                  <a:pt x="130" y="210"/>
                </a:cubicBezTo>
                <a:cubicBezTo>
                  <a:pt x="130" y="187"/>
                  <a:pt x="147" y="169"/>
                  <a:pt x="169" y="169"/>
                </a:cubicBezTo>
                <a:cubicBezTo>
                  <a:pt x="174" y="169"/>
                  <a:pt x="180" y="170"/>
                  <a:pt x="185" y="173"/>
                </a:cubicBezTo>
                <a:cubicBezTo>
                  <a:pt x="190" y="175"/>
                  <a:pt x="194" y="178"/>
                  <a:pt x="198" y="182"/>
                </a:cubicBezTo>
                <a:cubicBezTo>
                  <a:pt x="200" y="184"/>
                  <a:pt x="200" y="184"/>
                  <a:pt x="200" y="184"/>
                </a:cubicBezTo>
                <a:cubicBezTo>
                  <a:pt x="200" y="166"/>
                  <a:pt x="200" y="166"/>
                  <a:pt x="200" y="166"/>
                </a:cubicBezTo>
                <a:cubicBezTo>
                  <a:pt x="200" y="166"/>
                  <a:pt x="200" y="166"/>
                  <a:pt x="200" y="166"/>
                </a:cubicBezTo>
                <a:cubicBezTo>
                  <a:pt x="191" y="159"/>
                  <a:pt x="181" y="156"/>
                  <a:pt x="169" y="156"/>
                </a:cubicBezTo>
                <a:close/>
                <a:moveTo>
                  <a:pt x="437" y="209"/>
                </a:moveTo>
                <a:cubicBezTo>
                  <a:pt x="437" y="225"/>
                  <a:pt x="431" y="238"/>
                  <a:pt x="419" y="249"/>
                </a:cubicBezTo>
                <a:cubicBezTo>
                  <a:pt x="409" y="257"/>
                  <a:pt x="399" y="261"/>
                  <a:pt x="382" y="261"/>
                </a:cubicBezTo>
                <a:cubicBezTo>
                  <a:pt x="360" y="261"/>
                  <a:pt x="360" y="261"/>
                  <a:pt x="360" y="261"/>
                </a:cubicBezTo>
                <a:cubicBezTo>
                  <a:pt x="360" y="157"/>
                  <a:pt x="360" y="157"/>
                  <a:pt x="360" y="157"/>
                </a:cubicBezTo>
                <a:cubicBezTo>
                  <a:pt x="382" y="157"/>
                  <a:pt x="382" y="157"/>
                  <a:pt x="382" y="157"/>
                </a:cubicBezTo>
                <a:cubicBezTo>
                  <a:pt x="393" y="157"/>
                  <a:pt x="407" y="159"/>
                  <a:pt x="420" y="170"/>
                </a:cubicBezTo>
                <a:cubicBezTo>
                  <a:pt x="426" y="175"/>
                  <a:pt x="437" y="187"/>
                  <a:pt x="437" y="209"/>
                </a:cubicBezTo>
                <a:close/>
                <a:moveTo>
                  <a:pt x="423" y="209"/>
                </a:moveTo>
                <a:cubicBezTo>
                  <a:pt x="423" y="186"/>
                  <a:pt x="407" y="171"/>
                  <a:pt x="382" y="171"/>
                </a:cubicBezTo>
                <a:cubicBezTo>
                  <a:pt x="374" y="171"/>
                  <a:pt x="374" y="171"/>
                  <a:pt x="374" y="171"/>
                </a:cubicBezTo>
                <a:cubicBezTo>
                  <a:pt x="374" y="247"/>
                  <a:pt x="374" y="247"/>
                  <a:pt x="374" y="247"/>
                </a:cubicBezTo>
                <a:cubicBezTo>
                  <a:pt x="382" y="247"/>
                  <a:pt x="382" y="247"/>
                  <a:pt x="382" y="247"/>
                </a:cubicBezTo>
                <a:cubicBezTo>
                  <a:pt x="390" y="247"/>
                  <a:pt x="401" y="246"/>
                  <a:pt x="410" y="239"/>
                </a:cubicBezTo>
                <a:cubicBezTo>
                  <a:pt x="416" y="234"/>
                  <a:pt x="423" y="224"/>
                  <a:pt x="423" y="209"/>
                </a:cubicBezTo>
                <a:close/>
                <a:moveTo>
                  <a:pt x="479" y="261"/>
                </a:moveTo>
                <a:cubicBezTo>
                  <a:pt x="541" y="261"/>
                  <a:pt x="541" y="261"/>
                  <a:pt x="541" y="261"/>
                </a:cubicBezTo>
                <a:cubicBezTo>
                  <a:pt x="541" y="247"/>
                  <a:pt x="541" y="247"/>
                  <a:pt x="541" y="247"/>
                </a:cubicBezTo>
                <a:cubicBezTo>
                  <a:pt x="493" y="247"/>
                  <a:pt x="493" y="247"/>
                  <a:pt x="493" y="247"/>
                </a:cubicBezTo>
                <a:cubicBezTo>
                  <a:pt x="493" y="211"/>
                  <a:pt x="493" y="211"/>
                  <a:pt x="493" y="211"/>
                </a:cubicBezTo>
                <a:cubicBezTo>
                  <a:pt x="535" y="211"/>
                  <a:pt x="535" y="211"/>
                  <a:pt x="535" y="211"/>
                </a:cubicBezTo>
                <a:cubicBezTo>
                  <a:pt x="535" y="198"/>
                  <a:pt x="535" y="198"/>
                  <a:pt x="535" y="198"/>
                </a:cubicBezTo>
                <a:cubicBezTo>
                  <a:pt x="493" y="198"/>
                  <a:pt x="493" y="198"/>
                  <a:pt x="493" y="198"/>
                </a:cubicBezTo>
                <a:cubicBezTo>
                  <a:pt x="493" y="171"/>
                  <a:pt x="493" y="171"/>
                  <a:pt x="493" y="171"/>
                </a:cubicBezTo>
                <a:cubicBezTo>
                  <a:pt x="541" y="171"/>
                  <a:pt x="541" y="171"/>
                  <a:pt x="541" y="171"/>
                </a:cubicBezTo>
                <a:cubicBezTo>
                  <a:pt x="541" y="157"/>
                  <a:pt x="541" y="157"/>
                  <a:pt x="541" y="157"/>
                </a:cubicBezTo>
                <a:cubicBezTo>
                  <a:pt x="479" y="157"/>
                  <a:pt x="479" y="157"/>
                  <a:pt x="479" y="157"/>
                </a:cubicBezTo>
                <a:lnTo>
                  <a:pt x="479" y="261"/>
                </a:lnTo>
                <a:close/>
                <a:moveTo>
                  <a:pt x="805" y="261"/>
                </a:moveTo>
                <a:cubicBezTo>
                  <a:pt x="866" y="261"/>
                  <a:pt x="866" y="261"/>
                  <a:pt x="866" y="261"/>
                </a:cubicBezTo>
                <a:cubicBezTo>
                  <a:pt x="866" y="247"/>
                  <a:pt x="866" y="247"/>
                  <a:pt x="866" y="247"/>
                </a:cubicBezTo>
                <a:cubicBezTo>
                  <a:pt x="819" y="247"/>
                  <a:pt x="819" y="247"/>
                  <a:pt x="819" y="247"/>
                </a:cubicBezTo>
                <a:cubicBezTo>
                  <a:pt x="819" y="211"/>
                  <a:pt x="819" y="211"/>
                  <a:pt x="819" y="211"/>
                </a:cubicBezTo>
                <a:cubicBezTo>
                  <a:pt x="860" y="211"/>
                  <a:pt x="860" y="211"/>
                  <a:pt x="860" y="211"/>
                </a:cubicBezTo>
                <a:cubicBezTo>
                  <a:pt x="860" y="198"/>
                  <a:pt x="860" y="198"/>
                  <a:pt x="860" y="198"/>
                </a:cubicBezTo>
                <a:cubicBezTo>
                  <a:pt x="819" y="198"/>
                  <a:pt x="819" y="198"/>
                  <a:pt x="819" y="198"/>
                </a:cubicBezTo>
                <a:cubicBezTo>
                  <a:pt x="819" y="171"/>
                  <a:pt x="819" y="171"/>
                  <a:pt x="819" y="171"/>
                </a:cubicBezTo>
                <a:cubicBezTo>
                  <a:pt x="866" y="171"/>
                  <a:pt x="866" y="171"/>
                  <a:pt x="866" y="171"/>
                </a:cubicBezTo>
                <a:cubicBezTo>
                  <a:pt x="866" y="157"/>
                  <a:pt x="866" y="157"/>
                  <a:pt x="866" y="157"/>
                </a:cubicBezTo>
                <a:cubicBezTo>
                  <a:pt x="805" y="157"/>
                  <a:pt x="805" y="157"/>
                  <a:pt x="805" y="157"/>
                </a:cubicBezTo>
                <a:lnTo>
                  <a:pt x="805" y="261"/>
                </a:lnTo>
                <a:close/>
                <a:moveTo>
                  <a:pt x="634" y="235"/>
                </a:moveTo>
                <a:cubicBezTo>
                  <a:pt x="595" y="149"/>
                  <a:pt x="595" y="149"/>
                  <a:pt x="595" y="149"/>
                </a:cubicBezTo>
                <a:cubicBezTo>
                  <a:pt x="578" y="261"/>
                  <a:pt x="578" y="261"/>
                  <a:pt x="578" y="261"/>
                </a:cubicBezTo>
                <a:cubicBezTo>
                  <a:pt x="592" y="261"/>
                  <a:pt x="592" y="261"/>
                  <a:pt x="592" y="261"/>
                </a:cubicBezTo>
                <a:cubicBezTo>
                  <a:pt x="601" y="194"/>
                  <a:pt x="601" y="194"/>
                  <a:pt x="601" y="194"/>
                </a:cubicBezTo>
                <a:cubicBezTo>
                  <a:pt x="634" y="267"/>
                  <a:pt x="634" y="267"/>
                  <a:pt x="634" y="267"/>
                </a:cubicBezTo>
                <a:cubicBezTo>
                  <a:pt x="668" y="194"/>
                  <a:pt x="668" y="194"/>
                  <a:pt x="668" y="194"/>
                </a:cubicBezTo>
                <a:cubicBezTo>
                  <a:pt x="677" y="261"/>
                  <a:pt x="677" y="261"/>
                  <a:pt x="677" y="261"/>
                </a:cubicBezTo>
                <a:cubicBezTo>
                  <a:pt x="691" y="261"/>
                  <a:pt x="691" y="261"/>
                  <a:pt x="691" y="261"/>
                </a:cubicBezTo>
                <a:cubicBezTo>
                  <a:pt x="674" y="148"/>
                  <a:pt x="674" y="148"/>
                  <a:pt x="674" y="148"/>
                </a:cubicBezTo>
                <a:lnTo>
                  <a:pt x="634" y="235"/>
                </a:lnTo>
                <a:close/>
                <a:moveTo>
                  <a:pt x="737" y="261"/>
                </a:moveTo>
                <a:cubicBezTo>
                  <a:pt x="751" y="261"/>
                  <a:pt x="751" y="261"/>
                  <a:pt x="751" y="261"/>
                </a:cubicBezTo>
                <a:cubicBezTo>
                  <a:pt x="751" y="157"/>
                  <a:pt x="751" y="157"/>
                  <a:pt x="751" y="157"/>
                </a:cubicBezTo>
                <a:cubicBezTo>
                  <a:pt x="737" y="157"/>
                  <a:pt x="737" y="157"/>
                  <a:pt x="737" y="157"/>
                </a:cubicBezTo>
                <a:lnTo>
                  <a:pt x="737" y="261"/>
                </a:lnTo>
                <a:close/>
                <a:moveTo>
                  <a:pt x="955" y="211"/>
                </a:moveTo>
                <a:cubicBezTo>
                  <a:pt x="950" y="207"/>
                  <a:pt x="945" y="204"/>
                  <a:pt x="939" y="201"/>
                </a:cubicBezTo>
                <a:cubicBezTo>
                  <a:pt x="929" y="197"/>
                  <a:pt x="929" y="197"/>
                  <a:pt x="929" y="197"/>
                </a:cubicBezTo>
                <a:cubicBezTo>
                  <a:pt x="925" y="195"/>
                  <a:pt x="922" y="194"/>
                  <a:pt x="919" y="191"/>
                </a:cubicBezTo>
                <a:cubicBezTo>
                  <a:pt x="916" y="189"/>
                  <a:pt x="916" y="187"/>
                  <a:pt x="916" y="183"/>
                </a:cubicBezTo>
                <a:cubicBezTo>
                  <a:pt x="916" y="175"/>
                  <a:pt x="922" y="169"/>
                  <a:pt x="931" y="169"/>
                </a:cubicBezTo>
                <a:cubicBezTo>
                  <a:pt x="936" y="169"/>
                  <a:pt x="940" y="171"/>
                  <a:pt x="942" y="172"/>
                </a:cubicBezTo>
                <a:cubicBezTo>
                  <a:pt x="944" y="174"/>
                  <a:pt x="946" y="177"/>
                  <a:pt x="947" y="179"/>
                </a:cubicBezTo>
                <a:cubicBezTo>
                  <a:pt x="948" y="181"/>
                  <a:pt x="948" y="181"/>
                  <a:pt x="948" y="181"/>
                </a:cubicBezTo>
                <a:cubicBezTo>
                  <a:pt x="959" y="173"/>
                  <a:pt x="959" y="173"/>
                  <a:pt x="959" y="173"/>
                </a:cubicBezTo>
                <a:cubicBezTo>
                  <a:pt x="958" y="172"/>
                  <a:pt x="958" y="172"/>
                  <a:pt x="958" y="172"/>
                </a:cubicBezTo>
                <a:cubicBezTo>
                  <a:pt x="956" y="167"/>
                  <a:pt x="952" y="163"/>
                  <a:pt x="948" y="161"/>
                </a:cubicBezTo>
                <a:cubicBezTo>
                  <a:pt x="943" y="157"/>
                  <a:pt x="938" y="156"/>
                  <a:pt x="931" y="156"/>
                </a:cubicBezTo>
                <a:cubicBezTo>
                  <a:pt x="914" y="156"/>
                  <a:pt x="902" y="167"/>
                  <a:pt x="902" y="183"/>
                </a:cubicBezTo>
                <a:cubicBezTo>
                  <a:pt x="902" y="190"/>
                  <a:pt x="904" y="195"/>
                  <a:pt x="909" y="200"/>
                </a:cubicBezTo>
                <a:cubicBezTo>
                  <a:pt x="913" y="205"/>
                  <a:pt x="918" y="207"/>
                  <a:pt x="922" y="209"/>
                </a:cubicBezTo>
                <a:cubicBezTo>
                  <a:pt x="932" y="213"/>
                  <a:pt x="932" y="213"/>
                  <a:pt x="932" y="213"/>
                </a:cubicBezTo>
                <a:cubicBezTo>
                  <a:pt x="937" y="215"/>
                  <a:pt x="941" y="217"/>
                  <a:pt x="944" y="220"/>
                </a:cubicBezTo>
                <a:cubicBezTo>
                  <a:pt x="947" y="223"/>
                  <a:pt x="948" y="226"/>
                  <a:pt x="948" y="231"/>
                </a:cubicBezTo>
                <a:cubicBezTo>
                  <a:pt x="948" y="240"/>
                  <a:pt x="942" y="249"/>
                  <a:pt x="929" y="249"/>
                </a:cubicBezTo>
                <a:cubicBezTo>
                  <a:pt x="924" y="249"/>
                  <a:pt x="919" y="247"/>
                  <a:pt x="916" y="244"/>
                </a:cubicBezTo>
                <a:cubicBezTo>
                  <a:pt x="913" y="241"/>
                  <a:pt x="911" y="236"/>
                  <a:pt x="910" y="232"/>
                </a:cubicBezTo>
                <a:cubicBezTo>
                  <a:pt x="910" y="230"/>
                  <a:pt x="910" y="230"/>
                  <a:pt x="910" y="230"/>
                </a:cubicBezTo>
                <a:cubicBezTo>
                  <a:pt x="896" y="234"/>
                  <a:pt x="896" y="234"/>
                  <a:pt x="896" y="234"/>
                </a:cubicBezTo>
                <a:cubicBezTo>
                  <a:pt x="897" y="235"/>
                  <a:pt x="897" y="235"/>
                  <a:pt x="897" y="235"/>
                </a:cubicBezTo>
                <a:cubicBezTo>
                  <a:pt x="898" y="243"/>
                  <a:pt x="902" y="249"/>
                  <a:pt x="906" y="254"/>
                </a:cubicBezTo>
                <a:cubicBezTo>
                  <a:pt x="912" y="260"/>
                  <a:pt x="920" y="262"/>
                  <a:pt x="929" y="262"/>
                </a:cubicBezTo>
                <a:cubicBezTo>
                  <a:pt x="948" y="262"/>
                  <a:pt x="962" y="249"/>
                  <a:pt x="962" y="230"/>
                </a:cubicBezTo>
                <a:cubicBezTo>
                  <a:pt x="962" y="222"/>
                  <a:pt x="960" y="216"/>
                  <a:pt x="955" y="211"/>
                </a:cubicBezTo>
                <a:close/>
                <a:moveTo>
                  <a:pt x="0" y="261"/>
                </a:moveTo>
                <a:cubicBezTo>
                  <a:pt x="15" y="261"/>
                  <a:pt x="15" y="261"/>
                  <a:pt x="15" y="261"/>
                </a:cubicBezTo>
                <a:cubicBezTo>
                  <a:pt x="48" y="184"/>
                  <a:pt x="48" y="184"/>
                  <a:pt x="48" y="184"/>
                </a:cubicBezTo>
                <a:cubicBezTo>
                  <a:pt x="79" y="260"/>
                  <a:pt x="79" y="260"/>
                  <a:pt x="79" y="260"/>
                </a:cubicBezTo>
                <a:cubicBezTo>
                  <a:pt x="80" y="261"/>
                  <a:pt x="80" y="261"/>
                  <a:pt x="80" y="261"/>
                </a:cubicBezTo>
                <a:cubicBezTo>
                  <a:pt x="95" y="261"/>
                  <a:pt x="95" y="261"/>
                  <a:pt x="95" y="261"/>
                </a:cubicBezTo>
                <a:cubicBezTo>
                  <a:pt x="48" y="151"/>
                  <a:pt x="48" y="151"/>
                  <a:pt x="48" y="151"/>
                </a:cubicBezTo>
                <a:lnTo>
                  <a:pt x="0" y="261"/>
                </a:lnTo>
                <a:close/>
                <a:moveTo>
                  <a:pt x="229" y="261"/>
                </a:moveTo>
                <a:cubicBezTo>
                  <a:pt x="244" y="261"/>
                  <a:pt x="244" y="261"/>
                  <a:pt x="244" y="261"/>
                </a:cubicBezTo>
                <a:cubicBezTo>
                  <a:pt x="277" y="184"/>
                  <a:pt x="277" y="184"/>
                  <a:pt x="277" y="184"/>
                </a:cubicBezTo>
                <a:cubicBezTo>
                  <a:pt x="309" y="260"/>
                  <a:pt x="309" y="260"/>
                  <a:pt x="309" y="260"/>
                </a:cubicBezTo>
                <a:cubicBezTo>
                  <a:pt x="309" y="261"/>
                  <a:pt x="309" y="261"/>
                  <a:pt x="309" y="261"/>
                </a:cubicBezTo>
                <a:cubicBezTo>
                  <a:pt x="324" y="261"/>
                  <a:pt x="324" y="261"/>
                  <a:pt x="324" y="261"/>
                </a:cubicBezTo>
                <a:cubicBezTo>
                  <a:pt x="277" y="151"/>
                  <a:pt x="277" y="151"/>
                  <a:pt x="277" y="151"/>
                </a:cubicBezTo>
                <a:lnTo>
                  <a:pt x="229" y="261"/>
                </a:lnTo>
                <a:close/>
                <a:moveTo>
                  <a:pt x="1071" y="11"/>
                </a:moveTo>
                <a:cubicBezTo>
                  <a:pt x="1071" y="18"/>
                  <a:pt x="1071" y="18"/>
                  <a:pt x="1071" y="18"/>
                </a:cubicBezTo>
                <a:cubicBezTo>
                  <a:pt x="1075" y="18"/>
                  <a:pt x="1075" y="18"/>
                  <a:pt x="1075" y="18"/>
                </a:cubicBezTo>
                <a:cubicBezTo>
                  <a:pt x="1077" y="9"/>
                  <a:pt x="1077" y="9"/>
                  <a:pt x="1077" y="9"/>
                </a:cubicBezTo>
                <a:cubicBezTo>
                  <a:pt x="1076" y="8"/>
                  <a:pt x="1074" y="7"/>
                  <a:pt x="1072" y="6"/>
                </a:cubicBezTo>
                <a:cubicBezTo>
                  <a:pt x="1070" y="6"/>
                  <a:pt x="1067" y="6"/>
                  <a:pt x="1064" y="6"/>
                </a:cubicBezTo>
                <a:cubicBezTo>
                  <a:pt x="1061" y="6"/>
                  <a:pt x="1058" y="6"/>
                  <a:pt x="1056" y="7"/>
                </a:cubicBezTo>
                <a:cubicBezTo>
                  <a:pt x="1053" y="9"/>
                  <a:pt x="1051" y="10"/>
                  <a:pt x="1049" y="12"/>
                </a:cubicBezTo>
                <a:cubicBezTo>
                  <a:pt x="1048" y="14"/>
                  <a:pt x="1047" y="17"/>
                  <a:pt x="1047" y="20"/>
                </a:cubicBezTo>
                <a:cubicBezTo>
                  <a:pt x="1047" y="22"/>
                  <a:pt x="1048" y="24"/>
                  <a:pt x="1049" y="26"/>
                </a:cubicBezTo>
                <a:cubicBezTo>
                  <a:pt x="1050" y="28"/>
                  <a:pt x="1051" y="30"/>
                  <a:pt x="1053" y="31"/>
                </a:cubicBezTo>
                <a:cubicBezTo>
                  <a:pt x="1055" y="32"/>
                  <a:pt x="1057" y="34"/>
                  <a:pt x="1059" y="35"/>
                </a:cubicBezTo>
                <a:cubicBezTo>
                  <a:pt x="1062" y="37"/>
                  <a:pt x="1064" y="39"/>
                  <a:pt x="1066" y="40"/>
                </a:cubicBezTo>
                <a:cubicBezTo>
                  <a:pt x="1067" y="42"/>
                  <a:pt x="1068" y="44"/>
                  <a:pt x="1068" y="47"/>
                </a:cubicBezTo>
                <a:cubicBezTo>
                  <a:pt x="1068" y="49"/>
                  <a:pt x="1067" y="52"/>
                  <a:pt x="1065" y="53"/>
                </a:cubicBezTo>
                <a:cubicBezTo>
                  <a:pt x="1062" y="55"/>
                  <a:pt x="1060" y="56"/>
                  <a:pt x="1057" y="56"/>
                </a:cubicBezTo>
                <a:cubicBezTo>
                  <a:pt x="1055" y="56"/>
                  <a:pt x="1053" y="56"/>
                  <a:pt x="1052" y="55"/>
                </a:cubicBezTo>
                <a:cubicBezTo>
                  <a:pt x="1050" y="55"/>
                  <a:pt x="1049" y="54"/>
                  <a:pt x="1048" y="54"/>
                </a:cubicBezTo>
                <a:cubicBezTo>
                  <a:pt x="1048" y="46"/>
                  <a:pt x="1048" y="46"/>
                  <a:pt x="1048" y="46"/>
                </a:cubicBezTo>
                <a:cubicBezTo>
                  <a:pt x="1044" y="46"/>
                  <a:pt x="1044" y="46"/>
                  <a:pt x="1044" y="46"/>
                </a:cubicBezTo>
                <a:cubicBezTo>
                  <a:pt x="1042" y="56"/>
                  <a:pt x="1042" y="56"/>
                  <a:pt x="1042" y="56"/>
                </a:cubicBezTo>
                <a:cubicBezTo>
                  <a:pt x="1043" y="57"/>
                  <a:pt x="1045" y="58"/>
                  <a:pt x="1048" y="58"/>
                </a:cubicBezTo>
                <a:cubicBezTo>
                  <a:pt x="1051" y="59"/>
                  <a:pt x="1054" y="59"/>
                  <a:pt x="1057" y="59"/>
                </a:cubicBezTo>
                <a:cubicBezTo>
                  <a:pt x="1060" y="59"/>
                  <a:pt x="1063" y="59"/>
                  <a:pt x="1066" y="57"/>
                </a:cubicBezTo>
                <a:cubicBezTo>
                  <a:pt x="1069" y="56"/>
                  <a:pt x="1071" y="54"/>
                  <a:pt x="1073" y="52"/>
                </a:cubicBezTo>
                <a:cubicBezTo>
                  <a:pt x="1074" y="50"/>
                  <a:pt x="1075" y="47"/>
                  <a:pt x="1075" y="44"/>
                </a:cubicBezTo>
                <a:cubicBezTo>
                  <a:pt x="1075" y="42"/>
                  <a:pt x="1074" y="40"/>
                  <a:pt x="1073" y="38"/>
                </a:cubicBezTo>
                <a:cubicBezTo>
                  <a:pt x="1072" y="36"/>
                  <a:pt x="1071" y="35"/>
                  <a:pt x="1069" y="34"/>
                </a:cubicBezTo>
                <a:cubicBezTo>
                  <a:pt x="1068" y="32"/>
                  <a:pt x="1066" y="31"/>
                  <a:pt x="1064" y="29"/>
                </a:cubicBezTo>
                <a:cubicBezTo>
                  <a:pt x="1060" y="27"/>
                  <a:pt x="1058" y="25"/>
                  <a:pt x="1056" y="24"/>
                </a:cubicBezTo>
                <a:cubicBezTo>
                  <a:pt x="1055" y="22"/>
                  <a:pt x="1054" y="20"/>
                  <a:pt x="1054" y="17"/>
                </a:cubicBezTo>
                <a:cubicBezTo>
                  <a:pt x="1054" y="15"/>
                  <a:pt x="1055" y="13"/>
                  <a:pt x="1057" y="11"/>
                </a:cubicBezTo>
                <a:cubicBezTo>
                  <a:pt x="1059" y="10"/>
                  <a:pt x="1061" y="9"/>
                  <a:pt x="1064" y="9"/>
                </a:cubicBezTo>
                <a:cubicBezTo>
                  <a:pt x="1065" y="9"/>
                  <a:pt x="1067" y="9"/>
                  <a:pt x="1068" y="10"/>
                </a:cubicBezTo>
                <a:cubicBezTo>
                  <a:pt x="1069" y="10"/>
                  <a:pt x="1070" y="10"/>
                  <a:pt x="1071" y="11"/>
                </a:cubicBezTo>
                <a:close/>
                <a:moveTo>
                  <a:pt x="1107" y="27"/>
                </a:moveTo>
                <a:cubicBezTo>
                  <a:pt x="1108" y="27"/>
                  <a:pt x="1108" y="27"/>
                  <a:pt x="1108" y="27"/>
                </a:cubicBezTo>
                <a:cubicBezTo>
                  <a:pt x="1110" y="20"/>
                  <a:pt x="1110" y="20"/>
                  <a:pt x="1110" y="20"/>
                </a:cubicBezTo>
                <a:cubicBezTo>
                  <a:pt x="1109" y="20"/>
                  <a:pt x="1108" y="19"/>
                  <a:pt x="1107" y="19"/>
                </a:cubicBezTo>
                <a:cubicBezTo>
                  <a:pt x="1105" y="19"/>
                  <a:pt x="1104" y="19"/>
                  <a:pt x="1102" y="19"/>
                </a:cubicBezTo>
                <a:cubicBezTo>
                  <a:pt x="1098" y="19"/>
                  <a:pt x="1094" y="20"/>
                  <a:pt x="1091" y="22"/>
                </a:cubicBezTo>
                <a:cubicBezTo>
                  <a:pt x="1088" y="25"/>
                  <a:pt x="1086" y="28"/>
                  <a:pt x="1084" y="32"/>
                </a:cubicBezTo>
                <a:cubicBezTo>
                  <a:pt x="1083" y="36"/>
                  <a:pt x="1082" y="40"/>
                  <a:pt x="1082" y="43"/>
                </a:cubicBezTo>
                <a:cubicBezTo>
                  <a:pt x="1082" y="48"/>
                  <a:pt x="1083" y="52"/>
                  <a:pt x="1085" y="55"/>
                </a:cubicBezTo>
                <a:cubicBezTo>
                  <a:pt x="1087" y="58"/>
                  <a:pt x="1091" y="59"/>
                  <a:pt x="1094" y="59"/>
                </a:cubicBezTo>
                <a:cubicBezTo>
                  <a:pt x="1098" y="59"/>
                  <a:pt x="1100" y="59"/>
                  <a:pt x="1102" y="57"/>
                </a:cubicBezTo>
                <a:cubicBezTo>
                  <a:pt x="1105" y="56"/>
                  <a:pt x="1106" y="54"/>
                  <a:pt x="1108" y="53"/>
                </a:cubicBezTo>
                <a:cubicBezTo>
                  <a:pt x="1106" y="50"/>
                  <a:pt x="1106" y="50"/>
                  <a:pt x="1106" y="50"/>
                </a:cubicBezTo>
                <a:cubicBezTo>
                  <a:pt x="1105" y="52"/>
                  <a:pt x="1103" y="53"/>
                  <a:pt x="1102" y="54"/>
                </a:cubicBezTo>
                <a:cubicBezTo>
                  <a:pt x="1100" y="54"/>
                  <a:pt x="1099" y="55"/>
                  <a:pt x="1097" y="55"/>
                </a:cubicBezTo>
                <a:cubicBezTo>
                  <a:pt x="1094" y="55"/>
                  <a:pt x="1092" y="54"/>
                  <a:pt x="1091" y="52"/>
                </a:cubicBezTo>
                <a:cubicBezTo>
                  <a:pt x="1090" y="50"/>
                  <a:pt x="1089" y="47"/>
                  <a:pt x="1089" y="43"/>
                </a:cubicBezTo>
                <a:cubicBezTo>
                  <a:pt x="1089" y="39"/>
                  <a:pt x="1090" y="35"/>
                  <a:pt x="1091" y="32"/>
                </a:cubicBezTo>
                <a:cubicBezTo>
                  <a:pt x="1092" y="30"/>
                  <a:pt x="1093" y="27"/>
                  <a:pt x="1095" y="26"/>
                </a:cubicBezTo>
                <a:cubicBezTo>
                  <a:pt x="1097" y="24"/>
                  <a:pt x="1099" y="23"/>
                  <a:pt x="1101" y="23"/>
                </a:cubicBezTo>
                <a:cubicBezTo>
                  <a:pt x="1102" y="23"/>
                  <a:pt x="1105" y="24"/>
                  <a:pt x="1107" y="27"/>
                </a:cubicBezTo>
                <a:close/>
                <a:moveTo>
                  <a:pt x="1124" y="52"/>
                </a:moveTo>
                <a:cubicBezTo>
                  <a:pt x="1129" y="19"/>
                  <a:pt x="1129" y="19"/>
                  <a:pt x="1129" y="19"/>
                </a:cubicBezTo>
                <a:cubicBezTo>
                  <a:pt x="1128" y="19"/>
                  <a:pt x="1128" y="19"/>
                  <a:pt x="1128" y="19"/>
                </a:cubicBezTo>
                <a:cubicBezTo>
                  <a:pt x="1118" y="20"/>
                  <a:pt x="1118" y="20"/>
                  <a:pt x="1118" y="20"/>
                </a:cubicBezTo>
                <a:cubicBezTo>
                  <a:pt x="1117" y="23"/>
                  <a:pt x="1117" y="23"/>
                  <a:pt x="1117" y="23"/>
                </a:cubicBezTo>
                <a:cubicBezTo>
                  <a:pt x="1122" y="24"/>
                  <a:pt x="1122" y="24"/>
                  <a:pt x="1122" y="24"/>
                </a:cubicBezTo>
                <a:cubicBezTo>
                  <a:pt x="1121" y="31"/>
                  <a:pt x="1120" y="37"/>
                  <a:pt x="1119" y="41"/>
                </a:cubicBezTo>
                <a:cubicBezTo>
                  <a:pt x="1118" y="49"/>
                  <a:pt x="1117" y="54"/>
                  <a:pt x="1117" y="55"/>
                </a:cubicBezTo>
                <a:cubicBezTo>
                  <a:pt x="1117" y="56"/>
                  <a:pt x="1118" y="57"/>
                  <a:pt x="1118" y="58"/>
                </a:cubicBezTo>
                <a:cubicBezTo>
                  <a:pt x="1119" y="59"/>
                  <a:pt x="1120" y="59"/>
                  <a:pt x="1122" y="59"/>
                </a:cubicBezTo>
                <a:cubicBezTo>
                  <a:pt x="1124" y="59"/>
                  <a:pt x="1125" y="59"/>
                  <a:pt x="1127" y="58"/>
                </a:cubicBezTo>
                <a:cubicBezTo>
                  <a:pt x="1128" y="57"/>
                  <a:pt x="1129" y="55"/>
                  <a:pt x="1130" y="54"/>
                </a:cubicBezTo>
                <a:cubicBezTo>
                  <a:pt x="1129" y="53"/>
                  <a:pt x="1129" y="53"/>
                  <a:pt x="1129" y="53"/>
                </a:cubicBezTo>
                <a:cubicBezTo>
                  <a:pt x="1128" y="54"/>
                  <a:pt x="1128" y="54"/>
                  <a:pt x="1127" y="54"/>
                </a:cubicBezTo>
                <a:cubicBezTo>
                  <a:pt x="1126" y="55"/>
                  <a:pt x="1126" y="55"/>
                  <a:pt x="1125" y="55"/>
                </a:cubicBezTo>
                <a:cubicBezTo>
                  <a:pt x="1125" y="55"/>
                  <a:pt x="1125" y="55"/>
                  <a:pt x="1125" y="54"/>
                </a:cubicBezTo>
                <a:cubicBezTo>
                  <a:pt x="1124" y="54"/>
                  <a:pt x="1124" y="54"/>
                  <a:pt x="1124" y="53"/>
                </a:cubicBezTo>
                <a:lnTo>
                  <a:pt x="1124" y="52"/>
                </a:lnTo>
                <a:close/>
                <a:moveTo>
                  <a:pt x="1127" y="11"/>
                </a:moveTo>
                <a:cubicBezTo>
                  <a:pt x="1128" y="11"/>
                  <a:pt x="1129" y="11"/>
                  <a:pt x="1130" y="10"/>
                </a:cubicBezTo>
                <a:cubicBezTo>
                  <a:pt x="1131" y="9"/>
                  <a:pt x="1131" y="7"/>
                  <a:pt x="1131" y="6"/>
                </a:cubicBezTo>
                <a:cubicBezTo>
                  <a:pt x="1131" y="5"/>
                  <a:pt x="1131" y="4"/>
                  <a:pt x="1130" y="3"/>
                </a:cubicBezTo>
                <a:cubicBezTo>
                  <a:pt x="1130" y="3"/>
                  <a:pt x="1129" y="2"/>
                  <a:pt x="1128" y="2"/>
                </a:cubicBezTo>
                <a:cubicBezTo>
                  <a:pt x="1126" y="2"/>
                  <a:pt x="1125" y="3"/>
                  <a:pt x="1124" y="4"/>
                </a:cubicBezTo>
                <a:cubicBezTo>
                  <a:pt x="1123" y="5"/>
                  <a:pt x="1123" y="6"/>
                  <a:pt x="1123" y="7"/>
                </a:cubicBezTo>
                <a:cubicBezTo>
                  <a:pt x="1123" y="8"/>
                  <a:pt x="1123" y="9"/>
                  <a:pt x="1124" y="10"/>
                </a:cubicBezTo>
                <a:cubicBezTo>
                  <a:pt x="1125" y="11"/>
                  <a:pt x="1126" y="11"/>
                  <a:pt x="1127" y="11"/>
                </a:cubicBezTo>
                <a:close/>
                <a:moveTo>
                  <a:pt x="1166" y="52"/>
                </a:moveTo>
                <a:cubicBezTo>
                  <a:pt x="1165" y="49"/>
                  <a:pt x="1165" y="49"/>
                  <a:pt x="1165" y="49"/>
                </a:cubicBezTo>
                <a:cubicBezTo>
                  <a:pt x="1163" y="51"/>
                  <a:pt x="1161" y="52"/>
                  <a:pt x="1159" y="53"/>
                </a:cubicBezTo>
                <a:cubicBezTo>
                  <a:pt x="1157" y="54"/>
                  <a:pt x="1155" y="55"/>
                  <a:pt x="1153" y="55"/>
                </a:cubicBezTo>
                <a:cubicBezTo>
                  <a:pt x="1150" y="55"/>
                  <a:pt x="1148" y="54"/>
                  <a:pt x="1147" y="51"/>
                </a:cubicBezTo>
                <a:cubicBezTo>
                  <a:pt x="1145" y="49"/>
                  <a:pt x="1145" y="46"/>
                  <a:pt x="1145" y="43"/>
                </a:cubicBezTo>
                <a:cubicBezTo>
                  <a:pt x="1148" y="43"/>
                  <a:pt x="1151" y="42"/>
                  <a:pt x="1155" y="41"/>
                </a:cubicBezTo>
                <a:cubicBezTo>
                  <a:pt x="1158" y="40"/>
                  <a:pt x="1162" y="38"/>
                  <a:pt x="1164" y="36"/>
                </a:cubicBezTo>
                <a:cubicBezTo>
                  <a:pt x="1167" y="33"/>
                  <a:pt x="1168" y="31"/>
                  <a:pt x="1168" y="27"/>
                </a:cubicBezTo>
                <a:cubicBezTo>
                  <a:pt x="1168" y="25"/>
                  <a:pt x="1167" y="23"/>
                  <a:pt x="1166" y="21"/>
                </a:cubicBezTo>
                <a:cubicBezTo>
                  <a:pt x="1164" y="19"/>
                  <a:pt x="1162" y="19"/>
                  <a:pt x="1158" y="19"/>
                </a:cubicBezTo>
                <a:cubicBezTo>
                  <a:pt x="1154" y="19"/>
                  <a:pt x="1151" y="20"/>
                  <a:pt x="1148" y="22"/>
                </a:cubicBezTo>
                <a:cubicBezTo>
                  <a:pt x="1145" y="24"/>
                  <a:pt x="1142" y="28"/>
                  <a:pt x="1140" y="31"/>
                </a:cubicBezTo>
                <a:cubicBezTo>
                  <a:pt x="1138" y="35"/>
                  <a:pt x="1138" y="40"/>
                  <a:pt x="1138" y="44"/>
                </a:cubicBezTo>
                <a:cubicBezTo>
                  <a:pt x="1138" y="47"/>
                  <a:pt x="1138" y="49"/>
                  <a:pt x="1139" y="52"/>
                </a:cubicBezTo>
                <a:cubicBezTo>
                  <a:pt x="1140" y="54"/>
                  <a:pt x="1142" y="56"/>
                  <a:pt x="1144" y="57"/>
                </a:cubicBezTo>
                <a:cubicBezTo>
                  <a:pt x="1146" y="59"/>
                  <a:pt x="1148" y="59"/>
                  <a:pt x="1151" y="59"/>
                </a:cubicBezTo>
                <a:cubicBezTo>
                  <a:pt x="1155" y="59"/>
                  <a:pt x="1158" y="58"/>
                  <a:pt x="1160" y="57"/>
                </a:cubicBezTo>
                <a:cubicBezTo>
                  <a:pt x="1163" y="55"/>
                  <a:pt x="1165" y="54"/>
                  <a:pt x="1166" y="52"/>
                </a:cubicBezTo>
                <a:close/>
                <a:moveTo>
                  <a:pt x="1157" y="22"/>
                </a:moveTo>
                <a:cubicBezTo>
                  <a:pt x="1158" y="22"/>
                  <a:pt x="1159" y="23"/>
                  <a:pt x="1160" y="24"/>
                </a:cubicBezTo>
                <a:cubicBezTo>
                  <a:pt x="1161" y="25"/>
                  <a:pt x="1161" y="26"/>
                  <a:pt x="1161" y="28"/>
                </a:cubicBezTo>
                <a:cubicBezTo>
                  <a:pt x="1161" y="30"/>
                  <a:pt x="1161" y="32"/>
                  <a:pt x="1159" y="34"/>
                </a:cubicBezTo>
                <a:cubicBezTo>
                  <a:pt x="1157" y="35"/>
                  <a:pt x="1155" y="37"/>
                  <a:pt x="1152" y="38"/>
                </a:cubicBezTo>
                <a:cubicBezTo>
                  <a:pt x="1150" y="39"/>
                  <a:pt x="1147" y="39"/>
                  <a:pt x="1145" y="39"/>
                </a:cubicBezTo>
                <a:cubicBezTo>
                  <a:pt x="1145" y="37"/>
                  <a:pt x="1146" y="34"/>
                  <a:pt x="1147" y="32"/>
                </a:cubicBezTo>
                <a:cubicBezTo>
                  <a:pt x="1148" y="29"/>
                  <a:pt x="1149" y="27"/>
                  <a:pt x="1151" y="25"/>
                </a:cubicBezTo>
                <a:cubicBezTo>
                  <a:pt x="1152" y="23"/>
                  <a:pt x="1154" y="22"/>
                  <a:pt x="1157" y="22"/>
                </a:cubicBezTo>
                <a:close/>
                <a:moveTo>
                  <a:pt x="1187" y="28"/>
                </a:moveTo>
                <a:cubicBezTo>
                  <a:pt x="1188" y="19"/>
                  <a:pt x="1188" y="19"/>
                  <a:pt x="1188" y="19"/>
                </a:cubicBezTo>
                <a:cubicBezTo>
                  <a:pt x="1186" y="19"/>
                  <a:pt x="1186" y="19"/>
                  <a:pt x="1186" y="19"/>
                </a:cubicBezTo>
                <a:cubicBezTo>
                  <a:pt x="1178" y="20"/>
                  <a:pt x="1178" y="20"/>
                  <a:pt x="1178" y="20"/>
                </a:cubicBezTo>
                <a:cubicBezTo>
                  <a:pt x="1177" y="23"/>
                  <a:pt x="1177" y="23"/>
                  <a:pt x="1177" y="23"/>
                </a:cubicBezTo>
                <a:cubicBezTo>
                  <a:pt x="1180" y="25"/>
                  <a:pt x="1180" y="25"/>
                  <a:pt x="1180" y="25"/>
                </a:cubicBezTo>
                <a:cubicBezTo>
                  <a:pt x="1176" y="58"/>
                  <a:pt x="1176" y="58"/>
                  <a:pt x="1176" y="58"/>
                </a:cubicBezTo>
                <a:cubicBezTo>
                  <a:pt x="1183" y="58"/>
                  <a:pt x="1183" y="58"/>
                  <a:pt x="1183" y="58"/>
                </a:cubicBezTo>
                <a:cubicBezTo>
                  <a:pt x="1186" y="33"/>
                  <a:pt x="1186" y="33"/>
                  <a:pt x="1186" y="33"/>
                </a:cubicBezTo>
                <a:cubicBezTo>
                  <a:pt x="1188" y="31"/>
                  <a:pt x="1190" y="28"/>
                  <a:pt x="1192" y="26"/>
                </a:cubicBezTo>
                <a:cubicBezTo>
                  <a:pt x="1194" y="25"/>
                  <a:pt x="1196" y="24"/>
                  <a:pt x="1198" y="24"/>
                </a:cubicBezTo>
                <a:cubicBezTo>
                  <a:pt x="1200" y="24"/>
                  <a:pt x="1201" y="24"/>
                  <a:pt x="1202" y="25"/>
                </a:cubicBezTo>
                <a:cubicBezTo>
                  <a:pt x="1202" y="26"/>
                  <a:pt x="1203" y="27"/>
                  <a:pt x="1203" y="29"/>
                </a:cubicBezTo>
                <a:cubicBezTo>
                  <a:pt x="1203" y="31"/>
                  <a:pt x="1202" y="33"/>
                  <a:pt x="1202" y="35"/>
                </a:cubicBezTo>
                <a:cubicBezTo>
                  <a:pt x="1202" y="37"/>
                  <a:pt x="1201" y="39"/>
                  <a:pt x="1201" y="41"/>
                </a:cubicBezTo>
                <a:cubicBezTo>
                  <a:pt x="1201" y="43"/>
                  <a:pt x="1201" y="43"/>
                  <a:pt x="1201" y="43"/>
                </a:cubicBezTo>
                <a:cubicBezTo>
                  <a:pt x="1200" y="46"/>
                  <a:pt x="1200" y="46"/>
                  <a:pt x="1200" y="46"/>
                </a:cubicBezTo>
                <a:cubicBezTo>
                  <a:pt x="1199" y="51"/>
                  <a:pt x="1199" y="54"/>
                  <a:pt x="1199" y="55"/>
                </a:cubicBezTo>
                <a:cubicBezTo>
                  <a:pt x="1199" y="58"/>
                  <a:pt x="1200" y="59"/>
                  <a:pt x="1203" y="59"/>
                </a:cubicBezTo>
                <a:cubicBezTo>
                  <a:pt x="1205" y="59"/>
                  <a:pt x="1206" y="59"/>
                  <a:pt x="1207" y="58"/>
                </a:cubicBezTo>
                <a:cubicBezTo>
                  <a:pt x="1208" y="58"/>
                  <a:pt x="1209" y="57"/>
                  <a:pt x="1210" y="57"/>
                </a:cubicBezTo>
                <a:cubicBezTo>
                  <a:pt x="1210" y="56"/>
                  <a:pt x="1211" y="55"/>
                  <a:pt x="1211" y="55"/>
                </a:cubicBezTo>
                <a:cubicBezTo>
                  <a:pt x="1210" y="53"/>
                  <a:pt x="1210" y="53"/>
                  <a:pt x="1210" y="53"/>
                </a:cubicBezTo>
                <a:cubicBezTo>
                  <a:pt x="1209" y="54"/>
                  <a:pt x="1208" y="55"/>
                  <a:pt x="1207" y="55"/>
                </a:cubicBezTo>
                <a:cubicBezTo>
                  <a:pt x="1206" y="55"/>
                  <a:pt x="1206" y="54"/>
                  <a:pt x="1206" y="53"/>
                </a:cubicBezTo>
                <a:cubicBezTo>
                  <a:pt x="1206" y="51"/>
                  <a:pt x="1206" y="48"/>
                  <a:pt x="1207" y="45"/>
                </a:cubicBezTo>
                <a:cubicBezTo>
                  <a:pt x="1208" y="41"/>
                  <a:pt x="1208" y="41"/>
                  <a:pt x="1208" y="41"/>
                </a:cubicBezTo>
                <a:cubicBezTo>
                  <a:pt x="1208" y="40"/>
                  <a:pt x="1208" y="40"/>
                  <a:pt x="1208" y="40"/>
                </a:cubicBezTo>
                <a:cubicBezTo>
                  <a:pt x="1209" y="34"/>
                  <a:pt x="1210" y="31"/>
                  <a:pt x="1210" y="29"/>
                </a:cubicBezTo>
                <a:cubicBezTo>
                  <a:pt x="1210" y="25"/>
                  <a:pt x="1209" y="23"/>
                  <a:pt x="1207" y="21"/>
                </a:cubicBezTo>
                <a:cubicBezTo>
                  <a:pt x="1206" y="19"/>
                  <a:pt x="1204" y="19"/>
                  <a:pt x="1201" y="19"/>
                </a:cubicBezTo>
                <a:cubicBezTo>
                  <a:pt x="1199" y="19"/>
                  <a:pt x="1196" y="19"/>
                  <a:pt x="1193" y="21"/>
                </a:cubicBezTo>
                <a:cubicBezTo>
                  <a:pt x="1191" y="23"/>
                  <a:pt x="1189" y="25"/>
                  <a:pt x="1187" y="28"/>
                </a:cubicBezTo>
                <a:close/>
                <a:moveTo>
                  <a:pt x="1243" y="27"/>
                </a:moveTo>
                <a:cubicBezTo>
                  <a:pt x="1245" y="27"/>
                  <a:pt x="1245" y="27"/>
                  <a:pt x="1245" y="27"/>
                </a:cubicBezTo>
                <a:cubicBezTo>
                  <a:pt x="1247" y="20"/>
                  <a:pt x="1247" y="20"/>
                  <a:pt x="1247" y="20"/>
                </a:cubicBezTo>
                <a:cubicBezTo>
                  <a:pt x="1246" y="20"/>
                  <a:pt x="1244" y="19"/>
                  <a:pt x="1243" y="19"/>
                </a:cubicBezTo>
                <a:cubicBezTo>
                  <a:pt x="1241" y="19"/>
                  <a:pt x="1240" y="19"/>
                  <a:pt x="1239" y="19"/>
                </a:cubicBezTo>
                <a:cubicBezTo>
                  <a:pt x="1234" y="19"/>
                  <a:pt x="1231" y="20"/>
                  <a:pt x="1228" y="22"/>
                </a:cubicBezTo>
                <a:cubicBezTo>
                  <a:pt x="1224" y="25"/>
                  <a:pt x="1222" y="28"/>
                  <a:pt x="1220" y="32"/>
                </a:cubicBezTo>
                <a:cubicBezTo>
                  <a:pt x="1219" y="36"/>
                  <a:pt x="1218" y="40"/>
                  <a:pt x="1218" y="43"/>
                </a:cubicBezTo>
                <a:cubicBezTo>
                  <a:pt x="1218" y="48"/>
                  <a:pt x="1219" y="52"/>
                  <a:pt x="1221" y="55"/>
                </a:cubicBezTo>
                <a:cubicBezTo>
                  <a:pt x="1224" y="58"/>
                  <a:pt x="1227" y="59"/>
                  <a:pt x="1231" y="59"/>
                </a:cubicBezTo>
                <a:cubicBezTo>
                  <a:pt x="1234" y="59"/>
                  <a:pt x="1236" y="59"/>
                  <a:pt x="1239" y="57"/>
                </a:cubicBezTo>
                <a:cubicBezTo>
                  <a:pt x="1241" y="56"/>
                  <a:pt x="1243" y="54"/>
                  <a:pt x="1244" y="53"/>
                </a:cubicBezTo>
                <a:cubicBezTo>
                  <a:pt x="1242" y="50"/>
                  <a:pt x="1242" y="50"/>
                  <a:pt x="1242" y="50"/>
                </a:cubicBezTo>
                <a:cubicBezTo>
                  <a:pt x="1241" y="52"/>
                  <a:pt x="1239" y="53"/>
                  <a:pt x="1238" y="54"/>
                </a:cubicBezTo>
                <a:cubicBezTo>
                  <a:pt x="1236" y="54"/>
                  <a:pt x="1235" y="55"/>
                  <a:pt x="1233" y="55"/>
                </a:cubicBezTo>
                <a:cubicBezTo>
                  <a:pt x="1230" y="55"/>
                  <a:pt x="1228" y="54"/>
                  <a:pt x="1227" y="52"/>
                </a:cubicBezTo>
                <a:cubicBezTo>
                  <a:pt x="1226" y="50"/>
                  <a:pt x="1225" y="47"/>
                  <a:pt x="1225" y="43"/>
                </a:cubicBezTo>
                <a:cubicBezTo>
                  <a:pt x="1225" y="39"/>
                  <a:pt x="1226" y="35"/>
                  <a:pt x="1227" y="32"/>
                </a:cubicBezTo>
                <a:cubicBezTo>
                  <a:pt x="1228" y="30"/>
                  <a:pt x="1229" y="27"/>
                  <a:pt x="1231" y="26"/>
                </a:cubicBezTo>
                <a:cubicBezTo>
                  <a:pt x="1233" y="24"/>
                  <a:pt x="1235" y="23"/>
                  <a:pt x="1237" y="23"/>
                </a:cubicBezTo>
                <a:cubicBezTo>
                  <a:pt x="1239" y="23"/>
                  <a:pt x="1241" y="24"/>
                  <a:pt x="1243" y="27"/>
                </a:cubicBezTo>
                <a:close/>
                <a:moveTo>
                  <a:pt x="1279" y="52"/>
                </a:moveTo>
                <a:cubicBezTo>
                  <a:pt x="1277" y="49"/>
                  <a:pt x="1277" y="49"/>
                  <a:pt x="1277" y="49"/>
                </a:cubicBezTo>
                <a:cubicBezTo>
                  <a:pt x="1276" y="51"/>
                  <a:pt x="1274" y="52"/>
                  <a:pt x="1272" y="53"/>
                </a:cubicBezTo>
                <a:cubicBezTo>
                  <a:pt x="1270" y="54"/>
                  <a:pt x="1268" y="55"/>
                  <a:pt x="1266" y="55"/>
                </a:cubicBezTo>
                <a:cubicBezTo>
                  <a:pt x="1263" y="55"/>
                  <a:pt x="1261" y="54"/>
                  <a:pt x="1259" y="51"/>
                </a:cubicBezTo>
                <a:cubicBezTo>
                  <a:pt x="1258" y="49"/>
                  <a:pt x="1257" y="46"/>
                  <a:pt x="1258" y="43"/>
                </a:cubicBezTo>
                <a:cubicBezTo>
                  <a:pt x="1260" y="43"/>
                  <a:pt x="1264" y="42"/>
                  <a:pt x="1267" y="41"/>
                </a:cubicBezTo>
                <a:cubicBezTo>
                  <a:pt x="1271" y="40"/>
                  <a:pt x="1274" y="38"/>
                  <a:pt x="1277" y="36"/>
                </a:cubicBezTo>
                <a:cubicBezTo>
                  <a:pt x="1280" y="33"/>
                  <a:pt x="1281" y="31"/>
                  <a:pt x="1281" y="27"/>
                </a:cubicBezTo>
                <a:cubicBezTo>
                  <a:pt x="1281" y="25"/>
                  <a:pt x="1280" y="23"/>
                  <a:pt x="1278" y="21"/>
                </a:cubicBezTo>
                <a:cubicBezTo>
                  <a:pt x="1277" y="19"/>
                  <a:pt x="1274" y="19"/>
                  <a:pt x="1271" y="19"/>
                </a:cubicBezTo>
                <a:cubicBezTo>
                  <a:pt x="1267" y="19"/>
                  <a:pt x="1264" y="20"/>
                  <a:pt x="1260" y="22"/>
                </a:cubicBezTo>
                <a:cubicBezTo>
                  <a:pt x="1257" y="24"/>
                  <a:pt x="1255" y="28"/>
                  <a:pt x="1253" y="31"/>
                </a:cubicBezTo>
                <a:cubicBezTo>
                  <a:pt x="1251" y="35"/>
                  <a:pt x="1250" y="40"/>
                  <a:pt x="1250" y="44"/>
                </a:cubicBezTo>
                <a:cubicBezTo>
                  <a:pt x="1250" y="47"/>
                  <a:pt x="1251" y="49"/>
                  <a:pt x="1252" y="52"/>
                </a:cubicBezTo>
                <a:cubicBezTo>
                  <a:pt x="1253" y="54"/>
                  <a:pt x="1254" y="56"/>
                  <a:pt x="1256" y="57"/>
                </a:cubicBezTo>
                <a:cubicBezTo>
                  <a:pt x="1258" y="59"/>
                  <a:pt x="1261" y="59"/>
                  <a:pt x="1264" y="59"/>
                </a:cubicBezTo>
                <a:cubicBezTo>
                  <a:pt x="1267" y="59"/>
                  <a:pt x="1270" y="58"/>
                  <a:pt x="1273" y="57"/>
                </a:cubicBezTo>
                <a:cubicBezTo>
                  <a:pt x="1276" y="55"/>
                  <a:pt x="1278" y="54"/>
                  <a:pt x="1279" y="52"/>
                </a:cubicBezTo>
                <a:close/>
                <a:moveTo>
                  <a:pt x="1269" y="22"/>
                </a:moveTo>
                <a:cubicBezTo>
                  <a:pt x="1271" y="22"/>
                  <a:pt x="1272" y="23"/>
                  <a:pt x="1273" y="24"/>
                </a:cubicBezTo>
                <a:cubicBezTo>
                  <a:pt x="1274" y="25"/>
                  <a:pt x="1274" y="26"/>
                  <a:pt x="1274" y="28"/>
                </a:cubicBezTo>
                <a:cubicBezTo>
                  <a:pt x="1274" y="30"/>
                  <a:pt x="1273" y="32"/>
                  <a:pt x="1272" y="34"/>
                </a:cubicBezTo>
                <a:cubicBezTo>
                  <a:pt x="1270" y="35"/>
                  <a:pt x="1268" y="37"/>
                  <a:pt x="1265" y="38"/>
                </a:cubicBezTo>
                <a:cubicBezTo>
                  <a:pt x="1263" y="39"/>
                  <a:pt x="1260" y="39"/>
                  <a:pt x="1258" y="39"/>
                </a:cubicBezTo>
                <a:cubicBezTo>
                  <a:pt x="1258" y="37"/>
                  <a:pt x="1259" y="34"/>
                  <a:pt x="1259" y="32"/>
                </a:cubicBezTo>
                <a:cubicBezTo>
                  <a:pt x="1260" y="29"/>
                  <a:pt x="1262" y="27"/>
                  <a:pt x="1263" y="25"/>
                </a:cubicBezTo>
                <a:cubicBezTo>
                  <a:pt x="1265" y="23"/>
                  <a:pt x="1267" y="22"/>
                  <a:pt x="1269" y="22"/>
                </a:cubicBezTo>
                <a:close/>
                <a:moveTo>
                  <a:pt x="1310" y="25"/>
                </a:moveTo>
                <a:cubicBezTo>
                  <a:pt x="1311" y="20"/>
                  <a:pt x="1311" y="20"/>
                  <a:pt x="1311" y="20"/>
                </a:cubicBezTo>
                <a:cubicBezTo>
                  <a:pt x="1311" y="20"/>
                  <a:pt x="1309" y="19"/>
                  <a:pt x="1308" y="19"/>
                </a:cubicBezTo>
                <a:cubicBezTo>
                  <a:pt x="1306" y="19"/>
                  <a:pt x="1304" y="19"/>
                  <a:pt x="1303" y="19"/>
                </a:cubicBezTo>
                <a:cubicBezTo>
                  <a:pt x="1300" y="19"/>
                  <a:pt x="1298" y="19"/>
                  <a:pt x="1296" y="20"/>
                </a:cubicBezTo>
                <a:cubicBezTo>
                  <a:pt x="1293" y="21"/>
                  <a:pt x="1292" y="22"/>
                  <a:pt x="1291" y="24"/>
                </a:cubicBezTo>
                <a:cubicBezTo>
                  <a:pt x="1289" y="26"/>
                  <a:pt x="1289" y="27"/>
                  <a:pt x="1289" y="30"/>
                </a:cubicBezTo>
                <a:cubicBezTo>
                  <a:pt x="1289" y="34"/>
                  <a:pt x="1291" y="38"/>
                  <a:pt x="1296" y="41"/>
                </a:cubicBezTo>
                <a:cubicBezTo>
                  <a:pt x="1298" y="43"/>
                  <a:pt x="1300" y="44"/>
                  <a:pt x="1301" y="45"/>
                </a:cubicBezTo>
                <a:cubicBezTo>
                  <a:pt x="1302" y="46"/>
                  <a:pt x="1303" y="48"/>
                  <a:pt x="1303" y="50"/>
                </a:cubicBezTo>
                <a:cubicBezTo>
                  <a:pt x="1303" y="51"/>
                  <a:pt x="1302" y="53"/>
                  <a:pt x="1301" y="54"/>
                </a:cubicBezTo>
                <a:cubicBezTo>
                  <a:pt x="1299" y="55"/>
                  <a:pt x="1297" y="55"/>
                  <a:pt x="1295" y="55"/>
                </a:cubicBezTo>
                <a:cubicBezTo>
                  <a:pt x="1293" y="55"/>
                  <a:pt x="1292" y="55"/>
                  <a:pt x="1290" y="54"/>
                </a:cubicBezTo>
                <a:cubicBezTo>
                  <a:pt x="1288" y="53"/>
                  <a:pt x="1287" y="53"/>
                  <a:pt x="1286" y="52"/>
                </a:cubicBezTo>
                <a:cubicBezTo>
                  <a:pt x="1285" y="57"/>
                  <a:pt x="1285" y="57"/>
                  <a:pt x="1285" y="57"/>
                </a:cubicBezTo>
                <a:cubicBezTo>
                  <a:pt x="1285" y="58"/>
                  <a:pt x="1287" y="58"/>
                  <a:pt x="1289" y="58"/>
                </a:cubicBezTo>
                <a:cubicBezTo>
                  <a:pt x="1291" y="59"/>
                  <a:pt x="1293" y="59"/>
                  <a:pt x="1295" y="59"/>
                </a:cubicBezTo>
                <a:cubicBezTo>
                  <a:pt x="1299" y="59"/>
                  <a:pt x="1303" y="58"/>
                  <a:pt x="1305" y="56"/>
                </a:cubicBezTo>
                <a:cubicBezTo>
                  <a:pt x="1308" y="54"/>
                  <a:pt x="1309" y="52"/>
                  <a:pt x="1309" y="48"/>
                </a:cubicBezTo>
                <a:cubicBezTo>
                  <a:pt x="1309" y="46"/>
                  <a:pt x="1309" y="45"/>
                  <a:pt x="1308" y="43"/>
                </a:cubicBezTo>
                <a:cubicBezTo>
                  <a:pt x="1307" y="42"/>
                  <a:pt x="1306" y="41"/>
                  <a:pt x="1305" y="40"/>
                </a:cubicBezTo>
                <a:cubicBezTo>
                  <a:pt x="1304" y="39"/>
                  <a:pt x="1303" y="38"/>
                  <a:pt x="1301" y="36"/>
                </a:cubicBezTo>
                <a:cubicBezTo>
                  <a:pt x="1299" y="35"/>
                  <a:pt x="1298" y="34"/>
                  <a:pt x="1297" y="32"/>
                </a:cubicBezTo>
                <a:cubicBezTo>
                  <a:pt x="1296" y="31"/>
                  <a:pt x="1295" y="30"/>
                  <a:pt x="1295" y="28"/>
                </a:cubicBezTo>
                <a:cubicBezTo>
                  <a:pt x="1295" y="26"/>
                  <a:pt x="1296" y="25"/>
                  <a:pt x="1297" y="24"/>
                </a:cubicBezTo>
                <a:cubicBezTo>
                  <a:pt x="1299" y="23"/>
                  <a:pt x="1300" y="23"/>
                  <a:pt x="1303" y="23"/>
                </a:cubicBezTo>
                <a:cubicBezTo>
                  <a:pt x="1304" y="23"/>
                  <a:pt x="1306" y="23"/>
                  <a:pt x="1307" y="24"/>
                </a:cubicBezTo>
                <a:cubicBezTo>
                  <a:pt x="1309" y="24"/>
                  <a:pt x="1310" y="25"/>
                  <a:pt x="1310" y="25"/>
                </a:cubicBezTo>
                <a:close/>
                <a:moveTo>
                  <a:pt x="1047" y="110"/>
                </a:moveTo>
                <a:cubicBezTo>
                  <a:pt x="1052" y="111"/>
                  <a:pt x="1052" y="111"/>
                  <a:pt x="1052" y="111"/>
                </a:cubicBezTo>
                <a:cubicBezTo>
                  <a:pt x="1046" y="156"/>
                  <a:pt x="1046" y="156"/>
                  <a:pt x="1046" y="156"/>
                </a:cubicBezTo>
                <a:cubicBezTo>
                  <a:pt x="1041" y="157"/>
                  <a:pt x="1041" y="157"/>
                  <a:pt x="1041" y="157"/>
                </a:cubicBezTo>
                <a:cubicBezTo>
                  <a:pt x="1041" y="159"/>
                  <a:pt x="1041" y="159"/>
                  <a:pt x="1041" y="159"/>
                </a:cubicBezTo>
                <a:cubicBezTo>
                  <a:pt x="1078" y="159"/>
                  <a:pt x="1078" y="159"/>
                  <a:pt x="1078" y="159"/>
                </a:cubicBezTo>
                <a:cubicBezTo>
                  <a:pt x="1081" y="147"/>
                  <a:pt x="1081" y="147"/>
                  <a:pt x="1081" y="147"/>
                </a:cubicBezTo>
                <a:cubicBezTo>
                  <a:pt x="1077" y="146"/>
                  <a:pt x="1077" y="146"/>
                  <a:pt x="1077" y="146"/>
                </a:cubicBezTo>
                <a:cubicBezTo>
                  <a:pt x="1073" y="155"/>
                  <a:pt x="1073" y="155"/>
                  <a:pt x="1073" y="155"/>
                </a:cubicBezTo>
                <a:cubicBezTo>
                  <a:pt x="1053" y="156"/>
                  <a:pt x="1053" y="156"/>
                  <a:pt x="1053" y="156"/>
                </a:cubicBezTo>
                <a:cubicBezTo>
                  <a:pt x="1056" y="134"/>
                  <a:pt x="1056" y="134"/>
                  <a:pt x="1056" y="134"/>
                </a:cubicBezTo>
                <a:cubicBezTo>
                  <a:pt x="1072" y="135"/>
                  <a:pt x="1072" y="135"/>
                  <a:pt x="1072" y="135"/>
                </a:cubicBezTo>
                <a:cubicBezTo>
                  <a:pt x="1073" y="130"/>
                  <a:pt x="1073" y="130"/>
                  <a:pt x="1073" y="130"/>
                </a:cubicBezTo>
                <a:cubicBezTo>
                  <a:pt x="1057" y="130"/>
                  <a:pt x="1057" y="130"/>
                  <a:pt x="1057" y="130"/>
                </a:cubicBezTo>
                <a:cubicBezTo>
                  <a:pt x="1059" y="110"/>
                  <a:pt x="1059" y="110"/>
                  <a:pt x="1059" y="110"/>
                </a:cubicBezTo>
                <a:cubicBezTo>
                  <a:pt x="1075" y="111"/>
                  <a:pt x="1075" y="111"/>
                  <a:pt x="1075" y="111"/>
                </a:cubicBezTo>
                <a:cubicBezTo>
                  <a:pt x="1076" y="118"/>
                  <a:pt x="1076" y="118"/>
                  <a:pt x="1076" y="118"/>
                </a:cubicBezTo>
                <a:cubicBezTo>
                  <a:pt x="1080" y="118"/>
                  <a:pt x="1080" y="118"/>
                  <a:pt x="1080" y="118"/>
                </a:cubicBezTo>
                <a:cubicBezTo>
                  <a:pt x="1081" y="107"/>
                  <a:pt x="1081" y="107"/>
                  <a:pt x="1081" y="107"/>
                </a:cubicBezTo>
                <a:cubicBezTo>
                  <a:pt x="1048" y="107"/>
                  <a:pt x="1048" y="107"/>
                  <a:pt x="1048" y="107"/>
                </a:cubicBezTo>
                <a:lnTo>
                  <a:pt x="1047" y="110"/>
                </a:lnTo>
                <a:close/>
                <a:moveTo>
                  <a:pt x="1100" y="129"/>
                </a:moveTo>
                <a:cubicBezTo>
                  <a:pt x="1100" y="120"/>
                  <a:pt x="1100" y="120"/>
                  <a:pt x="1100" y="120"/>
                </a:cubicBezTo>
                <a:cubicBezTo>
                  <a:pt x="1099" y="119"/>
                  <a:pt x="1099" y="119"/>
                  <a:pt x="1099" y="119"/>
                </a:cubicBezTo>
                <a:cubicBezTo>
                  <a:pt x="1090" y="121"/>
                  <a:pt x="1090" y="121"/>
                  <a:pt x="1090" y="121"/>
                </a:cubicBezTo>
                <a:cubicBezTo>
                  <a:pt x="1090" y="124"/>
                  <a:pt x="1090" y="124"/>
                  <a:pt x="1090" y="124"/>
                </a:cubicBezTo>
                <a:cubicBezTo>
                  <a:pt x="1093" y="125"/>
                  <a:pt x="1093" y="125"/>
                  <a:pt x="1093" y="125"/>
                </a:cubicBezTo>
                <a:cubicBezTo>
                  <a:pt x="1089" y="159"/>
                  <a:pt x="1089" y="159"/>
                  <a:pt x="1089" y="159"/>
                </a:cubicBezTo>
                <a:cubicBezTo>
                  <a:pt x="1095" y="159"/>
                  <a:pt x="1095" y="159"/>
                  <a:pt x="1095" y="159"/>
                </a:cubicBezTo>
                <a:cubicBezTo>
                  <a:pt x="1099" y="134"/>
                  <a:pt x="1099" y="134"/>
                  <a:pt x="1099" y="134"/>
                </a:cubicBezTo>
                <a:cubicBezTo>
                  <a:pt x="1101" y="131"/>
                  <a:pt x="1103" y="129"/>
                  <a:pt x="1105" y="127"/>
                </a:cubicBezTo>
                <a:cubicBezTo>
                  <a:pt x="1107" y="125"/>
                  <a:pt x="1109" y="124"/>
                  <a:pt x="1111" y="124"/>
                </a:cubicBezTo>
                <a:cubicBezTo>
                  <a:pt x="1113" y="124"/>
                  <a:pt x="1114" y="125"/>
                  <a:pt x="1114" y="126"/>
                </a:cubicBezTo>
                <a:cubicBezTo>
                  <a:pt x="1115" y="127"/>
                  <a:pt x="1115" y="128"/>
                  <a:pt x="1115" y="130"/>
                </a:cubicBezTo>
                <a:cubicBezTo>
                  <a:pt x="1115" y="132"/>
                  <a:pt x="1115" y="134"/>
                  <a:pt x="1115" y="135"/>
                </a:cubicBezTo>
                <a:cubicBezTo>
                  <a:pt x="1115" y="137"/>
                  <a:pt x="1114" y="140"/>
                  <a:pt x="1114" y="142"/>
                </a:cubicBezTo>
                <a:cubicBezTo>
                  <a:pt x="1114" y="144"/>
                  <a:pt x="1114" y="144"/>
                  <a:pt x="1114" y="144"/>
                </a:cubicBezTo>
                <a:cubicBezTo>
                  <a:pt x="1113" y="147"/>
                  <a:pt x="1113" y="147"/>
                  <a:pt x="1113" y="147"/>
                </a:cubicBezTo>
                <a:cubicBezTo>
                  <a:pt x="1112" y="151"/>
                  <a:pt x="1112" y="154"/>
                  <a:pt x="1112" y="156"/>
                </a:cubicBezTo>
                <a:cubicBezTo>
                  <a:pt x="1112" y="159"/>
                  <a:pt x="1113" y="160"/>
                  <a:pt x="1116" y="160"/>
                </a:cubicBezTo>
                <a:cubicBezTo>
                  <a:pt x="1117" y="160"/>
                  <a:pt x="1119" y="160"/>
                  <a:pt x="1120" y="159"/>
                </a:cubicBezTo>
                <a:cubicBezTo>
                  <a:pt x="1121" y="159"/>
                  <a:pt x="1122" y="158"/>
                  <a:pt x="1123" y="157"/>
                </a:cubicBezTo>
                <a:cubicBezTo>
                  <a:pt x="1123" y="157"/>
                  <a:pt x="1124" y="156"/>
                  <a:pt x="1124" y="156"/>
                </a:cubicBezTo>
                <a:cubicBezTo>
                  <a:pt x="1123" y="154"/>
                  <a:pt x="1123" y="154"/>
                  <a:pt x="1123" y="154"/>
                </a:cubicBezTo>
                <a:cubicBezTo>
                  <a:pt x="1122" y="155"/>
                  <a:pt x="1121" y="156"/>
                  <a:pt x="1120" y="156"/>
                </a:cubicBezTo>
                <a:cubicBezTo>
                  <a:pt x="1119" y="156"/>
                  <a:pt x="1119" y="155"/>
                  <a:pt x="1119" y="154"/>
                </a:cubicBezTo>
                <a:cubicBezTo>
                  <a:pt x="1119" y="152"/>
                  <a:pt x="1119" y="149"/>
                  <a:pt x="1120" y="145"/>
                </a:cubicBezTo>
                <a:cubicBezTo>
                  <a:pt x="1121" y="142"/>
                  <a:pt x="1121" y="142"/>
                  <a:pt x="1121" y="142"/>
                </a:cubicBezTo>
                <a:cubicBezTo>
                  <a:pt x="1121" y="140"/>
                  <a:pt x="1121" y="140"/>
                  <a:pt x="1121" y="140"/>
                </a:cubicBezTo>
                <a:cubicBezTo>
                  <a:pt x="1122" y="135"/>
                  <a:pt x="1122" y="132"/>
                  <a:pt x="1122" y="130"/>
                </a:cubicBezTo>
                <a:cubicBezTo>
                  <a:pt x="1122" y="126"/>
                  <a:pt x="1122" y="123"/>
                  <a:pt x="1120" y="122"/>
                </a:cubicBezTo>
                <a:cubicBezTo>
                  <a:pt x="1119" y="120"/>
                  <a:pt x="1117" y="119"/>
                  <a:pt x="1114" y="119"/>
                </a:cubicBezTo>
                <a:cubicBezTo>
                  <a:pt x="1112" y="119"/>
                  <a:pt x="1109" y="120"/>
                  <a:pt x="1106" y="122"/>
                </a:cubicBezTo>
                <a:cubicBezTo>
                  <a:pt x="1104" y="124"/>
                  <a:pt x="1102" y="126"/>
                  <a:pt x="1100" y="129"/>
                </a:cubicBezTo>
                <a:close/>
                <a:moveTo>
                  <a:pt x="1159" y="162"/>
                </a:moveTo>
                <a:cubicBezTo>
                  <a:pt x="1165" y="119"/>
                  <a:pt x="1165" y="119"/>
                  <a:pt x="1165" y="119"/>
                </a:cubicBezTo>
                <a:cubicBezTo>
                  <a:pt x="1160" y="121"/>
                  <a:pt x="1160" y="121"/>
                  <a:pt x="1160" y="121"/>
                </a:cubicBezTo>
                <a:cubicBezTo>
                  <a:pt x="1159" y="121"/>
                  <a:pt x="1158" y="120"/>
                  <a:pt x="1157" y="120"/>
                </a:cubicBezTo>
                <a:cubicBezTo>
                  <a:pt x="1155" y="120"/>
                  <a:pt x="1154" y="119"/>
                  <a:pt x="1153" y="119"/>
                </a:cubicBezTo>
                <a:cubicBezTo>
                  <a:pt x="1148" y="119"/>
                  <a:pt x="1144" y="121"/>
                  <a:pt x="1141" y="123"/>
                </a:cubicBezTo>
                <a:cubicBezTo>
                  <a:pt x="1137" y="126"/>
                  <a:pt x="1135" y="129"/>
                  <a:pt x="1133" y="133"/>
                </a:cubicBezTo>
                <a:cubicBezTo>
                  <a:pt x="1131" y="137"/>
                  <a:pt x="1130" y="141"/>
                  <a:pt x="1130" y="145"/>
                </a:cubicBezTo>
                <a:cubicBezTo>
                  <a:pt x="1130" y="150"/>
                  <a:pt x="1131" y="153"/>
                  <a:pt x="1133" y="156"/>
                </a:cubicBezTo>
                <a:cubicBezTo>
                  <a:pt x="1135" y="159"/>
                  <a:pt x="1138" y="160"/>
                  <a:pt x="1142" y="160"/>
                </a:cubicBezTo>
                <a:cubicBezTo>
                  <a:pt x="1144" y="160"/>
                  <a:pt x="1146" y="159"/>
                  <a:pt x="1148" y="158"/>
                </a:cubicBezTo>
                <a:cubicBezTo>
                  <a:pt x="1150" y="157"/>
                  <a:pt x="1152" y="156"/>
                  <a:pt x="1153" y="155"/>
                </a:cubicBezTo>
                <a:cubicBezTo>
                  <a:pt x="1151" y="164"/>
                  <a:pt x="1151" y="164"/>
                  <a:pt x="1151" y="164"/>
                </a:cubicBezTo>
                <a:cubicBezTo>
                  <a:pt x="1151" y="167"/>
                  <a:pt x="1150" y="169"/>
                  <a:pt x="1149" y="170"/>
                </a:cubicBezTo>
                <a:cubicBezTo>
                  <a:pt x="1147" y="172"/>
                  <a:pt x="1145" y="172"/>
                  <a:pt x="1142" y="172"/>
                </a:cubicBezTo>
                <a:cubicBezTo>
                  <a:pt x="1140" y="172"/>
                  <a:pt x="1139" y="172"/>
                  <a:pt x="1137" y="171"/>
                </a:cubicBezTo>
                <a:cubicBezTo>
                  <a:pt x="1136" y="171"/>
                  <a:pt x="1134" y="170"/>
                  <a:pt x="1133" y="170"/>
                </a:cubicBezTo>
                <a:cubicBezTo>
                  <a:pt x="1132" y="175"/>
                  <a:pt x="1132" y="175"/>
                  <a:pt x="1132" y="175"/>
                </a:cubicBezTo>
                <a:cubicBezTo>
                  <a:pt x="1132" y="176"/>
                  <a:pt x="1134" y="176"/>
                  <a:pt x="1135" y="176"/>
                </a:cubicBezTo>
                <a:cubicBezTo>
                  <a:pt x="1137" y="177"/>
                  <a:pt x="1138" y="177"/>
                  <a:pt x="1140" y="177"/>
                </a:cubicBezTo>
                <a:cubicBezTo>
                  <a:pt x="1142" y="177"/>
                  <a:pt x="1145" y="176"/>
                  <a:pt x="1148" y="175"/>
                </a:cubicBezTo>
                <a:cubicBezTo>
                  <a:pt x="1150" y="174"/>
                  <a:pt x="1153" y="173"/>
                  <a:pt x="1155" y="170"/>
                </a:cubicBezTo>
                <a:cubicBezTo>
                  <a:pt x="1157" y="168"/>
                  <a:pt x="1158" y="165"/>
                  <a:pt x="1159" y="162"/>
                </a:cubicBezTo>
                <a:close/>
                <a:moveTo>
                  <a:pt x="1157" y="125"/>
                </a:moveTo>
                <a:cubicBezTo>
                  <a:pt x="1154" y="150"/>
                  <a:pt x="1154" y="150"/>
                  <a:pt x="1154" y="150"/>
                </a:cubicBezTo>
                <a:cubicBezTo>
                  <a:pt x="1152" y="151"/>
                  <a:pt x="1151" y="153"/>
                  <a:pt x="1149" y="154"/>
                </a:cubicBezTo>
                <a:cubicBezTo>
                  <a:pt x="1148" y="155"/>
                  <a:pt x="1146" y="155"/>
                  <a:pt x="1144" y="155"/>
                </a:cubicBezTo>
                <a:cubicBezTo>
                  <a:pt x="1142" y="155"/>
                  <a:pt x="1140" y="155"/>
                  <a:pt x="1139" y="153"/>
                </a:cubicBezTo>
                <a:cubicBezTo>
                  <a:pt x="1138" y="151"/>
                  <a:pt x="1138" y="148"/>
                  <a:pt x="1138" y="145"/>
                </a:cubicBezTo>
                <a:cubicBezTo>
                  <a:pt x="1138" y="142"/>
                  <a:pt x="1138" y="138"/>
                  <a:pt x="1139" y="135"/>
                </a:cubicBezTo>
                <a:cubicBezTo>
                  <a:pt x="1140" y="132"/>
                  <a:pt x="1142" y="129"/>
                  <a:pt x="1144" y="127"/>
                </a:cubicBezTo>
                <a:cubicBezTo>
                  <a:pt x="1146" y="124"/>
                  <a:pt x="1149" y="123"/>
                  <a:pt x="1152" y="123"/>
                </a:cubicBezTo>
                <a:cubicBezTo>
                  <a:pt x="1154" y="123"/>
                  <a:pt x="1156" y="124"/>
                  <a:pt x="1157" y="125"/>
                </a:cubicBezTo>
                <a:close/>
                <a:moveTo>
                  <a:pt x="1181" y="153"/>
                </a:moveTo>
                <a:cubicBezTo>
                  <a:pt x="1185" y="120"/>
                  <a:pt x="1185" y="120"/>
                  <a:pt x="1185" y="120"/>
                </a:cubicBezTo>
                <a:cubicBezTo>
                  <a:pt x="1184" y="119"/>
                  <a:pt x="1184" y="119"/>
                  <a:pt x="1184" y="119"/>
                </a:cubicBezTo>
                <a:cubicBezTo>
                  <a:pt x="1174" y="121"/>
                  <a:pt x="1174" y="121"/>
                  <a:pt x="1174" y="121"/>
                </a:cubicBezTo>
                <a:cubicBezTo>
                  <a:pt x="1173" y="123"/>
                  <a:pt x="1173" y="123"/>
                  <a:pt x="1173" y="123"/>
                </a:cubicBezTo>
                <a:cubicBezTo>
                  <a:pt x="1178" y="125"/>
                  <a:pt x="1178" y="125"/>
                  <a:pt x="1178" y="125"/>
                </a:cubicBezTo>
                <a:cubicBezTo>
                  <a:pt x="1177" y="132"/>
                  <a:pt x="1176" y="138"/>
                  <a:pt x="1175" y="142"/>
                </a:cubicBezTo>
                <a:cubicBezTo>
                  <a:pt x="1174" y="150"/>
                  <a:pt x="1174" y="154"/>
                  <a:pt x="1173" y="156"/>
                </a:cubicBezTo>
                <a:cubicBezTo>
                  <a:pt x="1173" y="157"/>
                  <a:pt x="1174" y="158"/>
                  <a:pt x="1174" y="159"/>
                </a:cubicBezTo>
                <a:cubicBezTo>
                  <a:pt x="1175" y="160"/>
                  <a:pt x="1176" y="160"/>
                  <a:pt x="1178" y="160"/>
                </a:cubicBezTo>
                <a:cubicBezTo>
                  <a:pt x="1180" y="160"/>
                  <a:pt x="1182" y="159"/>
                  <a:pt x="1183" y="158"/>
                </a:cubicBezTo>
                <a:cubicBezTo>
                  <a:pt x="1184" y="157"/>
                  <a:pt x="1185" y="156"/>
                  <a:pt x="1186" y="155"/>
                </a:cubicBezTo>
                <a:cubicBezTo>
                  <a:pt x="1185" y="154"/>
                  <a:pt x="1185" y="154"/>
                  <a:pt x="1185" y="154"/>
                </a:cubicBezTo>
                <a:cubicBezTo>
                  <a:pt x="1184" y="154"/>
                  <a:pt x="1184" y="155"/>
                  <a:pt x="1183" y="155"/>
                </a:cubicBezTo>
                <a:cubicBezTo>
                  <a:pt x="1183" y="156"/>
                  <a:pt x="1182" y="156"/>
                  <a:pt x="1182" y="156"/>
                </a:cubicBezTo>
                <a:cubicBezTo>
                  <a:pt x="1181" y="156"/>
                  <a:pt x="1181" y="156"/>
                  <a:pt x="1181" y="155"/>
                </a:cubicBezTo>
                <a:cubicBezTo>
                  <a:pt x="1181" y="155"/>
                  <a:pt x="1180" y="155"/>
                  <a:pt x="1180" y="154"/>
                </a:cubicBezTo>
                <a:lnTo>
                  <a:pt x="1181" y="153"/>
                </a:lnTo>
                <a:close/>
                <a:moveTo>
                  <a:pt x="1183" y="112"/>
                </a:moveTo>
                <a:cubicBezTo>
                  <a:pt x="1184" y="112"/>
                  <a:pt x="1185" y="111"/>
                  <a:pt x="1186" y="110"/>
                </a:cubicBezTo>
                <a:cubicBezTo>
                  <a:pt x="1187" y="109"/>
                  <a:pt x="1188" y="108"/>
                  <a:pt x="1188" y="107"/>
                </a:cubicBezTo>
                <a:cubicBezTo>
                  <a:pt x="1188" y="106"/>
                  <a:pt x="1187" y="105"/>
                  <a:pt x="1187" y="104"/>
                </a:cubicBezTo>
                <a:cubicBezTo>
                  <a:pt x="1186" y="103"/>
                  <a:pt x="1185" y="103"/>
                  <a:pt x="1184" y="103"/>
                </a:cubicBezTo>
                <a:cubicBezTo>
                  <a:pt x="1182" y="103"/>
                  <a:pt x="1181" y="103"/>
                  <a:pt x="1180" y="104"/>
                </a:cubicBezTo>
                <a:cubicBezTo>
                  <a:pt x="1180" y="105"/>
                  <a:pt x="1179" y="107"/>
                  <a:pt x="1179" y="108"/>
                </a:cubicBezTo>
                <a:cubicBezTo>
                  <a:pt x="1179" y="109"/>
                  <a:pt x="1179" y="110"/>
                  <a:pt x="1180" y="111"/>
                </a:cubicBezTo>
                <a:cubicBezTo>
                  <a:pt x="1181" y="111"/>
                  <a:pt x="1182" y="112"/>
                  <a:pt x="1183" y="112"/>
                </a:cubicBezTo>
                <a:close/>
                <a:moveTo>
                  <a:pt x="1207" y="129"/>
                </a:moveTo>
                <a:cubicBezTo>
                  <a:pt x="1208" y="120"/>
                  <a:pt x="1208" y="120"/>
                  <a:pt x="1208" y="120"/>
                </a:cubicBezTo>
                <a:cubicBezTo>
                  <a:pt x="1207" y="119"/>
                  <a:pt x="1207" y="119"/>
                  <a:pt x="1207" y="119"/>
                </a:cubicBezTo>
                <a:cubicBezTo>
                  <a:pt x="1198" y="121"/>
                  <a:pt x="1198" y="121"/>
                  <a:pt x="1198" y="121"/>
                </a:cubicBezTo>
                <a:cubicBezTo>
                  <a:pt x="1198" y="124"/>
                  <a:pt x="1198" y="124"/>
                  <a:pt x="1198" y="124"/>
                </a:cubicBezTo>
                <a:cubicBezTo>
                  <a:pt x="1201" y="125"/>
                  <a:pt x="1201" y="125"/>
                  <a:pt x="1201" y="125"/>
                </a:cubicBezTo>
                <a:cubicBezTo>
                  <a:pt x="1196" y="159"/>
                  <a:pt x="1196" y="159"/>
                  <a:pt x="1196" y="159"/>
                </a:cubicBezTo>
                <a:cubicBezTo>
                  <a:pt x="1203" y="159"/>
                  <a:pt x="1203" y="159"/>
                  <a:pt x="1203" y="159"/>
                </a:cubicBezTo>
                <a:cubicBezTo>
                  <a:pt x="1207" y="134"/>
                  <a:pt x="1207" y="134"/>
                  <a:pt x="1207" y="134"/>
                </a:cubicBezTo>
                <a:cubicBezTo>
                  <a:pt x="1208" y="131"/>
                  <a:pt x="1210" y="129"/>
                  <a:pt x="1213" y="127"/>
                </a:cubicBezTo>
                <a:cubicBezTo>
                  <a:pt x="1215" y="125"/>
                  <a:pt x="1217" y="124"/>
                  <a:pt x="1219" y="124"/>
                </a:cubicBezTo>
                <a:cubicBezTo>
                  <a:pt x="1220" y="124"/>
                  <a:pt x="1221" y="125"/>
                  <a:pt x="1222" y="126"/>
                </a:cubicBezTo>
                <a:cubicBezTo>
                  <a:pt x="1223" y="127"/>
                  <a:pt x="1223" y="128"/>
                  <a:pt x="1223" y="130"/>
                </a:cubicBezTo>
                <a:cubicBezTo>
                  <a:pt x="1223" y="132"/>
                  <a:pt x="1223" y="134"/>
                  <a:pt x="1223" y="135"/>
                </a:cubicBezTo>
                <a:cubicBezTo>
                  <a:pt x="1222" y="137"/>
                  <a:pt x="1222" y="140"/>
                  <a:pt x="1222" y="142"/>
                </a:cubicBezTo>
                <a:cubicBezTo>
                  <a:pt x="1221" y="144"/>
                  <a:pt x="1221" y="144"/>
                  <a:pt x="1221" y="144"/>
                </a:cubicBezTo>
                <a:cubicBezTo>
                  <a:pt x="1221" y="147"/>
                  <a:pt x="1221" y="147"/>
                  <a:pt x="1221" y="147"/>
                </a:cubicBezTo>
                <a:cubicBezTo>
                  <a:pt x="1220" y="151"/>
                  <a:pt x="1219" y="154"/>
                  <a:pt x="1219" y="156"/>
                </a:cubicBezTo>
                <a:cubicBezTo>
                  <a:pt x="1219" y="159"/>
                  <a:pt x="1221" y="160"/>
                  <a:pt x="1224" y="160"/>
                </a:cubicBezTo>
                <a:cubicBezTo>
                  <a:pt x="1225" y="160"/>
                  <a:pt x="1226" y="160"/>
                  <a:pt x="1227" y="159"/>
                </a:cubicBezTo>
                <a:cubicBezTo>
                  <a:pt x="1228" y="159"/>
                  <a:pt x="1229" y="158"/>
                  <a:pt x="1230" y="157"/>
                </a:cubicBezTo>
                <a:cubicBezTo>
                  <a:pt x="1231" y="157"/>
                  <a:pt x="1231" y="156"/>
                  <a:pt x="1232" y="156"/>
                </a:cubicBezTo>
                <a:cubicBezTo>
                  <a:pt x="1231" y="154"/>
                  <a:pt x="1231" y="154"/>
                  <a:pt x="1231" y="154"/>
                </a:cubicBezTo>
                <a:cubicBezTo>
                  <a:pt x="1229" y="155"/>
                  <a:pt x="1228" y="156"/>
                  <a:pt x="1227" y="156"/>
                </a:cubicBezTo>
                <a:cubicBezTo>
                  <a:pt x="1227" y="156"/>
                  <a:pt x="1227" y="155"/>
                  <a:pt x="1227" y="154"/>
                </a:cubicBezTo>
                <a:cubicBezTo>
                  <a:pt x="1227" y="152"/>
                  <a:pt x="1227" y="149"/>
                  <a:pt x="1228" y="145"/>
                </a:cubicBezTo>
                <a:cubicBezTo>
                  <a:pt x="1228" y="142"/>
                  <a:pt x="1228" y="142"/>
                  <a:pt x="1228" y="142"/>
                </a:cubicBezTo>
                <a:cubicBezTo>
                  <a:pt x="1229" y="140"/>
                  <a:pt x="1229" y="140"/>
                  <a:pt x="1229" y="140"/>
                </a:cubicBezTo>
                <a:cubicBezTo>
                  <a:pt x="1230" y="135"/>
                  <a:pt x="1230" y="132"/>
                  <a:pt x="1230" y="130"/>
                </a:cubicBezTo>
                <a:cubicBezTo>
                  <a:pt x="1230" y="126"/>
                  <a:pt x="1229" y="123"/>
                  <a:pt x="1228" y="122"/>
                </a:cubicBezTo>
                <a:cubicBezTo>
                  <a:pt x="1227" y="120"/>
                  <a:pt x="1225" y="119"/>
                  <a:pt x="1222" y="119"/>
                </a:cubicBezTo>
                <a:cubicBezTo>
                  <a:pt x="1219" y="119"/>
                  <a:pt x="1217" y="120"/>
                  <a:pt x="1214" y="122"/>
                </a:cubicBezTo>
                <a:cubicBezTo>
                  <a:pt x="1211" y="124"/>
                  <a:pt x="1209" y="126"/>
                  <a:pt x="1207" y="129"/>
                </a:cubicBezTo>
                <a:close/>
                <a:moveTo>
                  <a:pt x="1267" y="153"/>
                </a:moveTo>
                <a:cubicBezTo>
                  <a:pt x="1266" y="150"/>
                  <a:pt x="1266" y="150"/>
                  <a:pt x="1266" y="150"/>
                </a:cubicBezTo>
                <a:cubicBezTo>
                  <a:pt x="1264" y="152"/>
                  <a:pt x="1262" y="153"/>
                  <a:pt x="1260" y="154"/>
                </a:cubicBezTo>
                <a:cubicBezTo>
                  <a:pt x="1258" y="155"/>
                  <a:pt x="1256" y="156"/>
                  <a:pt x="1254" y="156"/>
                </a:cubicBezTo>
                <a:cubicBezTo>
                  <a:pt x="1251" y="156"/>
                  <a:pt x="1249" y="154"/>
                  <a:pt x="1248" y="152"/>
                </a:cubicBezTo>
                <a:cubicBezTo>
                  <a:pt x="1246" y="150"/>
                  <a:pt x="1246" y="147"/>
                  <a:pt x="1246" y="143"/>
                </a:cubicBezTo>
                <a:cubicBezTo>
                  <a:pt x="1249" y="143"/>
                  <a:pt x="1252" y="143"/>
                  <a:pt x="1256" y="142"/>
                </a:cubicBezTo>
                <a:cubicBezTo>
                  <a:pt x="1259" y="140"/>
                  <a:pt x="1263" y="139"/>
                  <a:pt x="1265" y="136"/>
                </a:cubicBezTo>
                <a:cubicBezTo>
                  <a:pt x="1268" y="134"/>
                  <a:pt x="1269" y="131"/>
                  <a:pt x="1269" y="128"/>
                </a:cubicBezTo>
                <a:cubicBezTo>
                  <a:pt x="1269" y="125"/>
                  <a:pt x="1268" y="123"/>
                  <a:pt x="1267" y="122"/>
                </a:cubicBezTo>
                <a:cubicBezTo>
                  <a:pt x="1265" y="120"/>
                  <a:pt x="1263" y="119"/>
                  <a:pt x="1259" y="119"/>
                </a:cubicBezTo>
                <a:cubicBezTo>
                  <a:pt x="1255" y="119"/>
                  <a:pt x="1252" y="121"/>
                  <a:pt x="1249" y="123"/>
                </a:cubicBezTo>
                <a:cubicBezTo>
                  <a:pt x="1246" y="125"/>
                  <a:pt x="1243" y="128"/>
                  <a:pt x="1241" y="132"/>
                </a:cubicBezTo>
                <a:cubicBezTo>
                  <a:pt x="1240" y="136"/>
                  <a:pt x="1239" y="140"/>
                  <a:pt x="1239" y="145"/>
                </a:cubicBezTo>
                <a:cubicBezTo>
                  <a:pt x="1239" y="147"/>
                  <a:pt x="1239" y="150"/>
                  <a:pt x="1240" y="152"/>
                </a:cubicBezTo>
                <a:cubicBezTo>
                  <a:pt x="1241" y="155"/>
                  <a:pt x="1243" y="156"/>
                  <a:pt x="1245" y="158"/>
                </a:cubicBezTo>
                <a:cubicBezTo>
                  <a:pt x="1247" y="159"/>
                  <a:pt x="1249" y="160"/>
                  <a:pt x="1253" y="160"/>
                </a:cubicBezTo>
                <a:cubicBezTo>
                  <a:pt x="1256" y="160"/>
                  <a:pt x="1259" y="159"/>
                  <a:pt x="1261" y="158"/>
                </a:cubicBezTo>
                <a:cubicBezTo>
                  <a:pt x="1264" y="156"/>
                  <a:pt x="1266" y="154"/>
                  <a:pt x="1267" y="153"/>
                </a:cubicBezTo>
                <a:close/>
                <a:moveTo>
                  <a:pt x="1258" y="123"/>
                </a:moveTo>
                <a:cubicBezTo>
                  <a:pt x="1259" y="123"/>
                  <a:pt x="1260" y="124"/>
                  <a:pt x="1261" y="125"/>
                </a:cubicBezTo>
                <a:cubicBezTo>
                  <a:pt x="1262" y="125"/>
                  <a:pt x="1263" y="127"/>
                  <a:pt x="1263" y="129"/>
                </a:cubicBezTo>
                <a:cubicBezTo>
                  <a:pt x="1263" y="131"/>
                  <a:pt x="1262" y="133"/>
                  <a:pt x="1260" y="135"/>
                </a:cubicBezTo>
                <a:cubicBezTo>
                  <a:pt x="1258" y="136"/>
                  <a:pt x="1256" y="138"/>
                  <a:pt x="1253" y="139"/>
                </a:cubicBezTo>
                <a:cubicBezTo>
                  <a:pt x="1251" y="139"/>
                  <a:pt x="1248" y="140"/>
                  <a:pt x="1246" y="140"/>
                </a:cubicBezTo>
                <a:cubicBezTo>
                  <a:pt x="1246" y="138"/>
                  <a:pt x="1247" y="135"/>
                  <a:pt x="1248" y="132"/>
                </a:cubicBezTo>
                <a:cubicBezTo>
                  <a:pt x="1249" y="130"/>
                  <a:pt x="1250" y="127"/>
                  <a:pt x="1252" y="126"/>
                </a:cubicBezTo>
                <a:cubicBezTo>
                  <a:pt x="1254" y="124"/>
                  <a:pt x="1255" y="123"/>
                  <a:pt x="1258" y="123"/>
                </a:cubicBezTo>
                <a:close/>
                <a:moveTo>
                  <a:pt x="1303" y="153"/>
                </a:moveTo>
                <a:cubicBezTo>
                  <a:pt x="1302" y="150"/>
                  <a:pt x="1302" y="150"/>
                  <a:pt x="1302" y="150"/>
                </a:cubicBezTo>
                <a:cubicBezTo>
                  <a:pt x="1300" y="152"/>
                  <a:pt x="1298" y="153"/>
                  <a:pt x="1296" y="154"/>
                </a:cubicBezTo>
                <a:cubicBezTo>
                  <a:pt x="1294" y="155"/>
                  <a:pt x="1292" y="156"/>
                  <a:pt x="1290" y="156"/>
                </a:cubicBezTo>
                <a:cubicBezTo>
                  <a:pt x="1287" y="156"/>
                  <a:pt x="1285" y="154"/>
                  <a:pt x="1284" y="152"/>
                </a:cubicBezTo>
                <a:cubicBezTo>
                  <a:pt x="1282" y="150"/>
                  <a:pt x="1282" y="147"/>
                  <a:pt x="1282" y="143"/>
                </a:cubicBezTo>
                <a:cubicBezTo>
                  <a:pt x="1285" y="143"/>
                  <a:pt x="1288" y="143"/>
                  <a:pt x="1292" y="142"/>
                </a:cubicBezTo>
                <a:cubicBezTo>
                  <a:pt x="1295" y="140"/>
                  <a:pt x="1299" y="139"/>
                  <a:pt x="1301" y="136"/>
                </a:cubicBezTo>
                <a:cubicBezTo>
                  <a:pt x="1304" y="134"/>
                  <a:pt x="1305" y="131"/>
                  <a:pt x="1305" y="128"/>
                </a:cubicBezTo>
                <a:cubicBezTo>
                  <a:pt x="1305" y="125"/>
                  <a:pt x="1304" y="123"/>
                  <a:pt x="1303" y="122"/>
                </a:cubicBezTo>
                <a:cubicBezTo>
                  <a:pt x="1301" y="120"/>
                  <a:pt x="1299" y="119"/>
                  <a:pt x="1295" y="119"/>
                </a:cubicBezTo>
                <a:cubicBezTo>
                  <a:pt x="1291" y="119"/>
                  <a:pt x="1288" y="121"/>
                  <a:pt x="1285" y="123"/>
                </a:cubicBezTo>
                <a:cubicBezTo>
                  <a:pt x="1282" y="125"/>
                  <a:pt x="1279" y="128"/>
                  <a:pt x="1277" y="132"/>
                </a:cubicBezTo>
                <a:cubicBezTo>
                  <a:pt x="1275" y="136"/>
                  <a:pt x="1275" y="140"/>
                  <a:pt x="1275" y="145"/>
                </a:cubicBezTo>
                <a:cubicBezTo>
                  <a:pt x="1275" y="147"/>
                  <a:pt x="1275" y="150"/>
                  <a:pt x="1276" y="152"/>
                </a:cubicBezTo>
                <a:cubicBezTo>
                  <a:pt x="1277" y="155"/>
                  <a:pt x="1279" y="156"/>
                  <a:pt x="1281" y="158"/>
                </a:cubicBezTo>
                <a:cubicBezTo>
                  <a:pt x="1283" y="159"/>
                  <a:pt x="1285" y="160"/>
                  <a:pt x="1288" y="160"/>
                </a:cubicBezTo>
                <a:cubicBezTo>
                  <a:pt x="1292" y="160"/>
                  <a:pt x="1295" y="159"/>
                  <a:pt x="1297" y="158"/>
                </a:cubicBezTo>
                <a:cubicBezTo>
                  <a:pt x="1300" y="156"/>
                  <a:pt x="1302" y="154"/>
                  <a:pt x="1303" y="153"/>
                </a:cubicBezTo>
                <a:close/>
                <a:moveTo>
                  <a:pt x="1294" y="123"/>
                </a:moveTo>
                <a:cubicBezTo>
                  <a:pt x="1295" y="123"/>
                  <a:pt x="1296" y="124"/>
                  <a:pt x="1297" y="125"/>
                </a:cubicBezTo>
                <a:cubicBezTo>
                  <a:pt x="1298" y="125"/>
                  <a:pt x="1298" y="127"/>
                  <a:pt x="1298" y="129"/>
                </a:cubicBezTo>
                <a:cubicBezTo>
                  <a:pt x="1298" y="131"/>
                  <a:pt x="1298" y="133"/>
                  <a:pt x="1296" y="135"/>
                </a:cubicBezTo>
                <a:cubicBezTo>
                  <a:pt x="1294" y="136"/>
                  <a:pt x="1292" y="138"/>
                  <a:pt x="1289" y="139"/>
                </a:cubicBezTo>
                <a:cubicBezTo>
                  <a:pt x="1287" y="139"/>
                  <a:pt x="1284" y="140"/>
                  <a:pt x="1282" y="140"/>
                </a:cubicBezTo>
                <a:cubicBezTo>
                  <a:pt x="1282" y="138"/>
                  <a:pt x="1283" y="135"/>
                  <a:pt x="1284" y="132"/>
                </a:cubicBezTo>
                <a:cubicBezTo>
                  <a:pt x="1285" y="130"/>
                  <a:pt x="1286" y="127"/>
                  <a:pt x="1288" y="126"/>
                </a:cubicBezTo>
                <a:cubicBezTo>
                  <a:pt x="1289" y="124"/>
                  <a:pt x="1291" y="123"/>
                  <a:pt x="1294" y="123"/>
                </a:cubicBezTo>
                <a:close/>
                <a:moveTo>
                  <a:pt x="1322" y="129"/>
                </a:moveTo>
                <a:cubicBezTo>
                  <a:pt x="1323" y="127"/>
                  <a:pt x="1323" y="127"/>
                  <a:pt x="1323" y="127"/>
                </a:cubicBezTo>
                <a:cubicBezTo>
                  <a:pt x="1323" y="120"/>
                  <a:pt x="1323" y="120"/>
                  <a:pt x="1323" y="120"/>
                </a:cubicBezTo>
                <a:cubicBezTo>
                  <a:pt x="1322" y="119"/>
                  <a:pt x="1322" y="119"/>
                  <a:pt x="1322" y="119"/>
                </a:cubicBezTo>
                <a:cubicBezTo>
                  <a:pt x="1314" y="121"/>
                  <a:pt x="1314" y="121"/>
                  <a:pt x="1314" y="121"/>
                </a:cubicBezTo>
                <a:cubicBezTo>
                  <a:pt x="1313" y="124"/>
                  <a:pt x="1313" y="124"/>
                  <a:pt x="1313" y="124"/>
                </a:cubicBezTo>
                <a:cubicBezTo>
                  <a:pt x="1317" y="125"/>
                  <a:pt x="1317" y="125"/>
                  <a:pt x="1317" y="125"/>
                </a:cubicBezTo>
                <a:cubicBezTo>
                  <a:pt x="1312" y="159"/>
                  <a:pt x="1312" y="159"/>
                  <a:pt x="1312" y="159"/>
                </a:cubicBezTo>
                <a:cubicBezTo>
                  <a:pt x="1319" y="159"/>
                  <a:pt x="1319" y="159"/>
                  <a:pt x="1319" y="159"/>
                </a:cubicBezTo>
                <a:cubicBezTo>
                  <a:pt x="1322" y="134"/>
                  <a:pt x="1322" y="134"/>
                  <a:pt x="1322" y="134"/>
                </a:cubicBezTo>
                <a:cubicBezTo>
                  <a:pt x="1323" y="132"/>
                  <a:pt x="1325" y="130"/>
                  <a:pt x="1327" y="129"/>
                </a:cubicBezTo>
                <a:cubicBezTo>
                  <a:pt x="1329" y="127"/>
                  <a:pt x="1331" y="127"/>
                  <a:pt x="1333" y="127"/>
                </a:cubicBezTo>
                <a:cubicBezTo>
                  <a:pt x="1334" y="127"/>
                  <a:pt x="1335" y="127"/>
                  <a:pt x="1336" y="127"/>
                </a:cubicBezTo>
                <a:cubicBezTo>
                  <a:pt x="1338" y="120"/>
                  <a:pt x="1338" y="120"/>
                  <a:pt x="1338" y="120"/>
                </a:cubicBezTo>
                <a:cubicBezTo>
                  <a:pt x="1337" y="120"/>
                  <a:pt x="1336" y="119"/>
                  <a:pt x="1335" y="119"/>
                </a:cubicBezTo>
                <a:cubicBezTo>
                  <a:pt x="1333" y="119"/>
                  <a:pt x="1331" y="120"/>
                  <a:pt x="1330" y="121"/>
                </a:cubicBezTo>
                <a:cubicBezTo>
                  <a:pt x="1328" y="122"/>
                  <a:pt x="1326" y="123"/>
                  <a:pt x="1325" y="125"/>
                </a:cubicBezTo>
                <a:cubicBezTo>
                  <a:pt x="1324" y="126"/>
                  <a:pt x="1323" y="128"/>
                  <a:pt x="1322" y="129"/>
                </a:cubicBezTo>
                <a:close/>
                <a:moveTo>
                  <a:pt x="1349" y="153"/>
                </a:moveTo>
                <a:cubicBezTo>
                  <a:pt x="1354" y="120"/>
                  <a:pt x="1354" y="120"/>
                  <a:pt x="1354" y="120"/>
                </a:cubicBezTo>
                <a:cubicBezTo>
                  <a:pt x="1352" y="119"/>
                  <a:pt x="1352" y="119"/>
                  <a:pt x="1352" y="119"/>
                </a:cubicBezTo>
                <a:cubicBezTo>
                  <a:pt x="1342" y="121"/>
                  <a:pt x="1342" y="121"/>
                  <a:pt x="1342" y="121"/>
                </a:cubicBezTo>
                <a:cubicBezTo>
                  <a:pt x="1342" y="123"/>
                  <a:pt x="1342" y="123"/>
                  <a:pt x="1342" y="123"/>
                </a:cubicBezTo>
                <a:cubicBezTo>
                  <a:pt x="1346" y="125"/>
                  <a:pt x="1346" y="125"/>
                  <a:pt x="1346" y="125"/>
                </a:cubicBezTo>
                <a:cubicBezTo>
                  <a:pt x="1345" y="132"/>
                  <a:pt x="1345" y="138"/>
                  <a:pt x="1344" y="142"/>
                </a:cubicBezTo>
                <a:cubicBezTo>
                  <a:pt x="1343" y="150"/>
                  <a:pt x="1342" y="154"/>
                  <a:pt x="1342" y="156"/>
                </a:cubicBezTo>
                <a:cubicBezTo>
                  <a:pt x="1342" y="157"/>
                  <a:pt x="1342" y="158"/>
                  <a:pt x="1343" y="159"/>
                </a:cubicBezTo>
                <a:cubicBezTo>
                  <a:pt x="1344" y="160"/>
                  <a:pt x="1345" y="160"/>
                  <a:pt x="1347" y="160"/>
                </a:cubicBezTo>
                <a:cubicBezTo>
                  <a:pt x="1349" y="160"/>
                  <a:pt x="1350" y="159"/>
                  <a:pt x="1352" y="158"/>
                </a:cubicBezTo>
                <a:cubicBezTo>
                  <a:pt x="1353" y="157"/>
                  <a:pt x="1354" y="156"/>
                  <a:pt x="1355" y="155"/>
                </a:cubicBezTo>
                <a:cubicBezTo>
                  <a:pt x="1354" y="154"/>
                  <a:pt x="1354" y="154"/>
                  <a:pt x="1354" y="154"/>
                </a:cubicBezTo>
                <a:cubicBezTo>
                  <a:pt x="1353" y="154"/>
                  <a:pt x="1352" y="155"/>
                  <a:pt x="1352" y="155"/>
                </a:cubicBezTo>
                <a:cubicBezTo>
                  <a:pt x="1351" y="156"/>
                  <a:pt x="1351" y="156"/>
                  <a:pt x="1350" y="156"/>
                </a:cubicBezTo>
                <a:cubicBezTo>
                  <a:pt x="1350" y="156"/>
                  <a:pt x="1350" y="156"/>
                  <a:pt x="1349" y="155"/>
                </a:cubicBezTo>
                <a:cubicBezTo>
                  <a:pt x="1349" y="155"/>
                  <a:pt x="1349" y="155"/>
                  <a:pt x="1349" y="154"/>
                </a:cubicBezTo>
                <a:lnTo>
                  <a:pt x="1349" y="153"/>
                </a:lnTo>
                <a:close/>
                <a:moveTo>
                  <a:pt x="1351" y="112"/>
                </a:moveTo>
                <a:cubicBezTo>
                  <a:pt x="1353" y="112"/>
                  <a:pt x="1354" y="111"/>
                  <a:pt x="1355" y="110"/>
                </a:cubicBezTo>
                <a:cubicBezTo>
                  <a:pt x="1356" y="109"/>
                  <a:pt x="1356" y="108"/>
                  <a:pt x="1356" y="107"/>
                </a:cubicBezTo>
                <a:cubicBezTo>
                  <a:pt x="1356" y="106"/>
                  <a:pt x="1356" y="105"/>
                  <a:pt x="1355" y="104"/>
                </a:cubicBezTo>
                <a:cubicBezTo>
                  <a:pt x="1354" y="103"/>
                  <a:pt x="1353" y="103"/>
                  <a:pt x="1352" y="103"/>
                </a:cubicBezTo>
                <a:cubicBezTo>
                  <a:pt x="1351" y="103"/>
                  <a:pt x="1350" y="103"/>
                  <a:pt x="1349" y="104"/>
                </a:cubicBezTo>
                <a:cubicBezTo>
                  <a:pt x="1348" y="105"/>
                  <a:pt x="1348" y="107"/>
                  <a:pt x="1348" y="108"/>
                </a:cubicBezTo>
                <a:cubicBezTo>
                  <a:pt x="1348" y="109"/>
                  <a:pt x="1348" y="110"/>
                  <a:pt x="1349" y="111"/>
                </a:cubicBezTo>
                <a:cubicBezTo>
                  <a:pt x="1350" y="111"/>
                  <a:pt x="1350" y="112"/>
                  <a:pt x="1351" y="112"/>
                </a:cubicBezTo>
                <a:close/>
                <a:moveTo>
                  <a:pt x="1374" y="129"/>
                </a:moveTo>
                <a:cubicBezTo>
                  <a:pt x="1375" y="120"/>
                  <a:pt x="1375" y="120"/>
                  <a:pt x="1375" y="120"/>
                </a:cubicBezTo>
                <a:cubicBezTo>
                  <a:pt x="1374" y="119"/>
                  <a:pt x="1374" y="119"/>
                  <a:pt x="1374" y="119"/>
                </a:cubicBezTo>
                <a:cubicBezTo>
                  <a:pt x="1365" y="121"/>
                  <a:pt x="1365" y="121"/>
                  <a:pt x="1365" y="121"/>
                </a:cubicBezTo>
                <a:cubicBezTo>
                  <a:pt x="1365" y="124"/>
                  <a:pt x="1365" y="124"/>
                  <a:pt x="1365" y="124"/>
                </a:cubicBezTo>
                <a:cubicBezTo>
                  <a:pt x="1368" y="125"/>
                  <a:pt x="1368" y="125"/>
                  <a:pt x="1368" y="125"/>
                </a:cubicBezTo>
                <a:cubicBezTo>
                  <a:pt x="1364" y="159"/>
                  <a:pt x="1364" y="159"/>
                  <a:pt x="1364" y="159"/>
                </a:cubicBezTo>
                <a:cubicBezTo>
                  <a:pt x="1370" y="159"/>
                  <a:pt x="1370" y="159"/>
                  <a:pt x="1370" y="159"/>
                </a:cubicBezTo>
                <a:cubicBezTo>
                  <a:pt x="1374" y="134"/>
                  <a:pt x="1374" y="134"/>
                  <a:pt x="1374" y="134"/>
                </a:cubicBezTo>
                <a:cubicBezTo>
                  <a:pt x="1375" y="131"/>
                  <a:pt x="1377" y="129"/>
                  <a:pt x="1380" y="127"/>
                </a:cubicBezTo>
                <a:cubicBezTo>
                  <a:pt x="1382" y="125"/>
                  <a:pt x="1384" y="124"/>
                  <a:pt x="1386" y="124"/>
                </a:cubicBezTo>
                <a:cubicBezTo>
                  <a:pt x="1388" y="124"/>
                  <a:pt x="1389" y="125"/>
                  <a:pt x="1389" y="126"/>
                </a:cubicBezTo>
                <a:cubicBezTo>
                  <a:pt x="1390" y="127"/>
                  <a:pt x="1390" y="128"/>
                  <a:pt x="1390" y="130"/>
                </a:cubicBezTo>
                <a:cubicBezTo>
                  <a:pt x="1390" y="132"/>
                  <a:pt x="1390" y="134"/>
                  <a:pt x="1390" y="135"/>
                </a:cubicBezTo>
                <a:cubicBezTo>
                  <a:pt x="1390" y="137"/>
                  <a:pt x="1389" y="140"/>
                  <a:pt x="1389" y="142"/>
                </a:cubicBezTo>
                <a:cubicBezTo>
                  <a:pt x="1388" y="144"/>
                  <a:pt x="1388" y="144"/>
                  <a:pt x="1388" y="144"/>
                </a:cubicBezTo>
                <a:cubicBezTo>
                  <a:pt x="1388" y="147"/>
                  <a:pt x="1388" y="147"/>
                  <a:pt x="1388" y="147"/>
                </a:cubicBezTo>
                <a:cubicBezTo>
                  <a:pt x="1387" y="151"/>
                  <a:pt x="1387" y="154"/>
                  <a:pt x="1387" y="156"/>
                </a:cubicBezTo>
                <a:cubicBezTo>
                  <a:pt x="1387" y="159"/>
                  <a:pt x="1388" y="160"/>
                  <a:pt x="1391" y="160"/>
                </a:cubicBezTo>
                <a:cubicBezTo>
                  <a:pt x="1392" y="160"/>
                  <a:pt x="1394" y="160"/>
                  <a:pt x="1395" y="159"/>
                </a:cubicBezTo>
                <a:cubicBezTo>
                  <a:pt x="1396" y="159"/>
                  <a:pt x="1397" y="158"/>
                  <a:pt x="1397" y="157"/>
                </a:cubicBezTo>
                <a:cubicBezTo>
                  <a:pt x="1398" y="157"/>
                  <a:pt x="1399" y="156"/>
                  <a:pt x="1399" y="156"/>
                </a:cubicBezTo>
                <a:cubicBezTo>
                  <a:pt x="1398" y="154"/>
                  <a:pt x="1398" y="154"/>
                  <a:pt x="1398" y="154"/>
                </a:cubicBezTo>
                <a:cubicBezTo>
                  <a:pt x="1397" y="155"/>
                  <a:pt x="1396" y="156"/>
                  <a:pt x="1395" y="156"/>
                </a:cubicBezTo>
                <a:cubicBezTo>
                  <a:pt x="1394" y="156"/>
                  <a:pt x="1394" y="155"/>
                  <a:pt x="1394" y="154"/>
                </a:cubicBezTo>
                <a:cubicBezTo>
                  <a:pt x="1394" y="152"/>
                  <a:pt x="1394" y="149"/>
                  <a:pt x="1395" y="145"/>
                </a:cubicBezTo>
                <a:cubicBezTo>
                  <a:pt x="1395" y="142"/>
                  <a:pt x="1395" y="142"/>
                  <a:pt x="1395" y="142"/>
                </a:cubicBezTo>
                <a:cubicBezTo>
                  <a:pt x="1396" y="140"/>
                  <a:pt x="1396" y="140"/>
                  <a:pt x="1396" y="140"/>
                </a:cubicBezTo>
                <a:cubicBezTo>
                  <a:pt x="1397" y="135"/>
                  <a:pt x="1397" y="132"/>
                  <a:pt x="1397" y="130"/>
                </a:cubicBezTo>
                <a:cubicBezTo>
                  <a:pt x="1397" y="126"/>
                  <a:pt x="1397" y="123"/>
                  <a:pt x="1395" y="122"/>
                </a:cubicBezTo>
                <a:cubicBezTo>
                  <a:pt x="1394" y="120"/>
                  <a:pt x="1392" y="119"/>
                  <a:pt x="1389" y="119"/>
                </a:cubicBezTo>
                <a:cubicBezTo>
                  <a:pt x="1386" y="119"/>
                  <a:pt x="1384" y="120"/>
                  <a:pt x="1381" y="122"/>
                </a:cubicBezTo>
                <a:cubicBezTo>
                  <a:pt x="1379" y="124"/>
                  <a:pt x="1376" y="126"/>
                  <a:pt x="1374" y="129"/>
                </a:cubicBezTo>
                <a:close/>
                <a:moveTo>
                  <a:pt x="1433" y="162"/>
                </a:moveTo>
                <a:cubicBezTo>
                  <a:pt x="1440" y="119"/>
                  <a:pt x="1440" y="119"/>
                  <a:pt x="1440" y="119"/>
                </a:cubicBezTo>
                <a:cubicBezTo>
                  <a:pt x="1435" y="121"/>
                  <a:pt x="1435" y="121"/>
                  <a:pt x="1435" y="121"/>
                </a:cubicBezTo>
                <a:cubicBezTo>
                  <a:pt x="1434" y="121"/>
                  <a:pt x="1433" y="120"/>
                  <a:pt x="1432" y="120"/>
                </a:cubicBezTo>
                <a:cubicBezTo>
                  <a:pt x="1430" y="120"/>
                  <a:pt x="1429" y="119"/>
                  <a:pt x="1428" y="119"/>
                </a:cubicBezTo>
                <a:cubicBezTo>
                  <a:pt x="1423" y="119"/>
                  <a:pt x="1419" y="121"/>
                  <a:pt x="1416" y="123"/>
                </a:cubicBezTo>
                <a:cubicBezTo>
                  <a:pt x="1412" y="126"/>
                  <a:pt x="1410" y="129"/>
                  <a:pt x="1408" y="133"/>
                </a:cubicBezTo>
                <a:cubicBezTo>
                  <a:pt x="1406" y="137"/>
                  <a:pt x="1405" y="141"/>
                  <a:pt x="1405" y="145"/>
                </a:cubicBezTo>
                <a:cubicBezTo>
                  <a:pt x="1405" y="150"/>
                  <a:pt x="1406" y="153"/>
                  <a:pt x="1408" y="156"/>
                </a:cubicBezTo>
                <a:cubicBezTo>
                  <a:pt x="1410" y="159"/>
                  <a:pt x="1413" y="160"/>
                  <a:pt x="1417" y="160"/>
                </a:cubicBezTo>
                <a:cubicBezTo>
                  <a:pt x="1419" y="160"/>
                  <a:pt x="1421" y="159"/>
                  <a:pt x="1423" y="158"/>
                </a:cubicBezTo>
                <a:cubicBezTo>
                  <a:pt x="1425" y="157"/>
                  <a:pt x="1426" y="156"/>
                  <a:pt x="1428" y="155"/>
                </a:cubicBezTo>
                <a:cubicBezTo>
                  <a:pt x="1426" y="164"/>
                  <a:pt x="1426" y="164"/>
                  <a:pt x="1426" y="164"/>
                </a:cubicBezTo>
                <a:cubicBezTo>
                  <a:pt x="1426" y="167"/>
                  <a:pt x="1425" y="169"/>
                  <a:pt x="1424" y="170"/>
                </a:cubicBezTo>
                <a:cubicBezTo>
                  <a:pt x="1422" y="172"/>
                  <a:pt x="1420" y="172"/>
                  <a:pt x="1417" y="172"/>
                </a:cubicBezTo>
                <a:cubicBezTo>
                  <a:pt x="1415" y="172"/>
                  <a:pt x="1414" y="172"/>
                  <a:pt x="1412" y="171"/>
                </a:cubicBezTo>
                <a:cubicBezTo>
                  <a:pt x="1410" y="171"/>
                  <a:pt x="1409" y="170"/>
                  <a:pt x="1408" y="170"/>
                </a:cubicBezTo>
                <a:cubicBezTo>
                  <a:pt x="1406" y="175"/>
                  <a:pt x="1406" y="175"/>
                  <a:pt x="1406" y="175"/>
                </a:cubicBezTo>
                <a:cubicBezTo>
                  <a:pt x="1407" y="176"/>
                  <a:pt x="1408" y="176"/>
                  <a:pt x="1410" y="176"/>
                </a:cubicBezTo>
                <a:cubicBezTo>
                  <a:pt x="1411" y="177"/>
                  <a:pt x="1413" y="177"/>
                  <a:pt x="1414" y="177"/>
                </a:cubicBezTo>
                <a:cubicBezTo>
                  <a:pt x="1417" y="177"/>
                  <a:pt x="1420" y="176"/>
                  <a:pt x="1423" y="175"/>
                </a:cubicBezTo>
                <a:cubicBezTo>
                  <a:pt x="1425" y="174"/>
                  <a:pt x="1428" y="173"/>
                  <a:pt x="1430" y="170"/>
                </a:cubicBezTo>
                <a:cubicBezTo>
                  <a:pt x="1432" y="168"/>
                  <a:pt x="1433" y="165"/>
                  <a:pt x="1433" y="162"/>
                </a:cubicBezTo>
                <a:close/>
                <a:moveTo>
                  <a:pt x="1432" y="125"/>
                </a:moveTo>
                <a:cubicBezTo>
                  <a:pt x="1428" y="150"/>
                  <a:pt x="1428" y="150"/>
                  <a:pt x="1428" y="150"/>
                </a:cubicBezTo>
                <a:cubicBezTo>
                  <a:pt x="1427" y="151"/>
                  <a:pt x="1426" y="153"/>
                  <a:pt x="1424" y="154"/>
                </a:cubicBezTo>
                <a:cubicBezTo>
                  <a:pt x="1423" y="155"/>
                  <a:pt x="1421" y="155"/>
                  <a:pt x="1419" y="155"/>
                </a:cubicBezTo>
                <a:cubicBezTo>
                  <a:pt x="1417" y="155"/>
                  <a:pt x="1415" y="155"/>
                  <a:pt x="1414" y="153"/>
                </a:cubicBezTo>
                <a:cubicBezTo>
                  <a:pt x="1413" y="151"/>
                  <a:pt x="1412" y="148"/>
                  <a:pt x="1412" y="145"/>
                </a:cubicBezTo>
                <a:cubicBezTo>
                  <a:pt x="1412" y="142"/>
                  <a:pt x="1413" y="138"/>
                  <a:pt x="1414" y="135"/>
                </a:cubicBezTo>
                <a:cubicBezTo>
                  <a:pt x="1415" y="132"/>
                  <a:pt x="1417" y="129"/>
                  <a:pt x="1419" y="127"/>
                </a:cubicBezTo>
                <a:cubicBezTo>
                  <a:pt x="1421" y="124"/>
                  <a:pt x="1424" y="123"/>
                  <a:pt x="1427" y="123"/>
                </a:cubicBezTo>
                <a:cubicBezTo>
                  <a:pt x="1429" y="123"/>
                  <a:pt x="1431" y="124"/>
                  <a:pt x="1432" y="125"/>
                </a:cubicBezTo>
                <a:close/>
                <a:moveTo>
                  <a:pt x="1076" y="242"/>
                </a:moveTo>
                <a:cubicBezTo>
                  <a:pt x="1072" y="249"/>
                  <a:pt x="1072" y="249"/>
                  <a:pt x="1072" y="249"/>
                </a:cubicBezTo>
                <a:cubicBezTo>
                  <a:pt x="1072" y="242"/>
                  <a:pt x="1072" y="242"/>
                  <a:pt x="1072" y="242"/>
                </a:cubicBezTo>
                <a:cubicBezTo>
                  <a:pt x="1066" y="208"/>
                  <a:pt x="1066" y="208"/>
                  <a:pt x="1066" y="208"/>
                </a:cubicBezTo>
                <a:cubicBezTo>
                  <a:pt x="1050" y="208"/>
                  <a:pt x="1050" y="208"/>
                  <a:pt x="1050" y="208"/>
                </a:cubicBezTo>
                <a:cubicBezTo>
                  <a:pt x="1049" y="211"/>
                  <a:pt x="1049" y="211"/>
                  <a:pt x="1049" y="211"/>
                </a:cubicBezTo>
                <a:cubicBezTo>
                  <a:pt x="1056" y="212"/>
                  <a:pt x="1056" y="212"/>
                  <a:pt x="1056" y="212"/>
                </a:cubicBezTo>
                <a:cubicBezTo>
                  <a:pt x="1045" y="256"/>
                  <a:pt x="1045" y="256"/>
                  <a:pt x="1045" y="256"/>
                </a:cubicBezTo>
                <a:cubicBezTo>
                  <a:pt x="1039" y="257"/>
                  <a:pt x="1039" y="257"/>
                  <a:pt x="1039" y="257"/>
                </a:cubicBezTo>
                <a:cubicBezTo>
                  <a:pt x="1039" y="260"/>
                  <a:pt x="1039" y="260"/>
                  <a:pt x="1039" y="260"/>
                </a:cubicBezTo>
                <a:cubicBezTo>
                  <a:pt x="1057" y="260"/>
                  <a:pt x="1057" y="260"/>
                  <a:pt x="1057" y="260"/>
                </a:cubicBezTo>
                <a:cubicBezTo>
                  <a:pt x="1057" y="257"/>
                  <a:pt x="1057" y="257"/>
                  <a:pt x="1057" y="257"/>
                </a:cubicBezTo>
                <a:cubicBezTo>
                  <a:pt x="1050" y="256"/>
                  <a:pt x="1050" y="256"/>
                  <a:pt x="1050" y="256"/>
                </a:cubicBezTo>
                <a:cubicBezTo>
                  <a:pt x="1057" y="225"/>
                  <a:pt x="1057" y="225"/>
                  <a:pt x="1057" y="225"/>
                </a:cubicBezTo>
                <a:cubicBezTo>
                  <a:pt x="1060" y="211"/>
                  <a:pt x="1060" y="211"/>
                  <a:pt x="1060" y="211"/>
                </a:cubicBezTo>
                <a:cubicBezTo>
                  <a:pt x="1062" y="225"/>
                  <a:pt x="1062" y="225"/>
                  <a:pt x="1062" y="225"/>
                </a:cubicBezTo>
                <a:cubicBezTo>
                  <a:pt x="1068" y="261"/>
                  <a:pt x="1068" y="261"/>
                  <a:pt x="1068" y="261"/>
                </a:cubicBezTo>
                <a:cubicBezTo>
                  <a:pt x="1072" y="260"/>
                  <a:pt x="1072" y="260"/>
                  <a:pt x="1072" y="260"/>
                </a:cubicBezTo>
                <a:cubicBezTo>
                  <a:pt x="1088" y="224"/>
                  <a:pt x="1088" y="224"/>
                  <a:pt x="1088" y="224"/>
                </a:cubicBezTo>
                <a:cubicBezTo>
                  <a:pt x="1094" y="211"/>
                  <a:pt x="1094" y="211"/>
                  <a:pt x="1094" y="211"/>
                </a:cubicBezTo>
                <a:cubicBezTo>
                  <a:pt x="1093" y="225"/>
                  <a:pt x="1093" y="225"/>
                  <a:pt x="1093" y="225"/>
                </a:cubicBezTo>
                <a:cubicBezTo>
                  <a:pt x="1091" y="256"/>
                  <a:pt x="1091" y="256"/>
                  <a:pt x="1091" y="256"/>
                </a:cubicBezTo>
                <a:cubicBezTo>
                  <a:pt x="1085" y="257"/>
                  <a:pt x="1085" y="257"/>
                  <a:pt x="1085" y="257"/>
                </a:cubicBezTo>
                <a:cubicBezTo>
                  <a:pt x="1084" y="260"/>
                  <a:pt x="1084" y="260"/>
                  <a:pt x="1084" y="260"/>
                </a:cubicBezTo>
                <a:cubicBezTo>
                  <a:pt x="1104" y="260"/>
                  <a:pt x="1104" y="260"/>
                  <a:pt x="1104" y="260"/>
                </a:cubicBezTo>
                <a:cubicBezTo>
                  <a:pt x="1104" y="257"/>
                  <a:pt x="1104" y="257"/>
                  <a:pt x="1104" y="257"/>
                </a:cubicBezTo>
                <a:cubicBezTo>
                  <a:pt x="1098" y="256"/>
                  <a:pt x="1098" y="256"/>
                  <a:pt x="1098" y="256"/>
                </a:cubicBezTo>
                <a:cubicBezTo>
                  <a:pt x="1099" y="212"/>
                  <a:pt x="1099" y="212"/>
                  <a:pt x="1099" y="212"/>
                </a:cubicBezTo>
                <a:cubicBezTo>
                  <a:pt x="1106" y="211"/>
                  <a:pt x="1106" y="211"/>
                  <a:pt x="1106" y="211"/>
                </a:cubicBezTo>
                <a:cubicBezTo>
                  <a:pt x="1106" y="208"/>
                  <a:pt x="1106" y="208"/>
                  <a:pt x="1106" y="208"/>
                </a:cubicBezTo>
                <a:cubicBezTo>
                  <a:pt x="1091" y="208"/>
                  <a:pt x="1091" y="208"/>
                  <a:pt x="1091" y="208"/>
                </a:cubicBezTo>
                <a:cubicBezTo>
                  <a:pt x="1090" y="211"/>
                  <a:pt x="1087" y="217"/>
                  <a:pt x="1083" y="225"/>
                </a:cubicBezTo>
                <a:cubicBezTo>
                  <a:pt x="1079" y="233"/>
                  <a:pt x="1077" y="239"/>
                  <a:pt x="1076" y="242"/>
                </a:cubicBezTo>
                <a:close/>
                <a:moveTo>
                  <a:pt x="1138" y="253"/>
                </a:moveTo>
                <a:cubicBezTo>
                  <a:pt x="1136" y="251"/>
                  <a:pt x="1136" y="251"/>
                  <a:pt x="1136" y="251"/>
                </a:cubicBezTo>
                <a:cubicBezTo>
                  <a:pt x="1134" y="253"/>
                  <a:pt x="1133" y="254"/>
                  <a:pt x="1131" y="255"/>
                </a:cubicBezTo>
                <a:cubicBezTo>
                  <a:pt x="1129" y="256"/>
                  <a:pt x="1126" y="256"/>
                  <a:pt x="1124" y="256"/>
                </a:cubicBezTo>
                <a:cubicBezTo>
                  <a:pt x="1121" y="256"/>
                  <a:pt x="1119" y="255"/>
                  <a:pt x="1118" y="253"/>
                </a:cubicBezTo>
                <a:cubicBezTo>
                  <a:pt x="1117" y="250"/>
                  <a:pt x="1116" y="247"/>
                  <a:pt x="1116" y="244"/>
                </a:cubicBezTo>
                <a:cubicBezTo>
                  <a:pt x="1119" y="244"/>
                  <a:pt x="1123" y="244"/>
                  <a:pt x="1126" y="242"/>
                </a:cubicBezTo>
                <a:cubicBezTo>
                  <a:pt x="1130" y="241"/>
                  <a:pt x="1133" y="240"/>
                  <a:pt x="1136" y="237"/>
                </a:cubicBezTo>
                <a:cubicBezTo>
                  <a:pt x="1138" y="235"/>
                  <a:pt x="1140" y="232"/>
                  <a:pt x="1140" y="229"/>
                </a:cubicBezTo>
                <a:cubicBezTo>
                  <a:pt x="1140" y="226"/>
                  <a:pt x="1139" y="224"/>
                  <a:pt x="1137" y="223"/>
                </a:cubicBezTo>
                <a:cubicBezTo>
                  <a:pt x="1135" y="221"/>
                  <a:pt x="1133" y="220"/>
                  <a:pt x="1130" y="220"/>
                </a:cubicBezTo>
                <a:cubicBezTo>
                  <a:pt x="1126" y="220"/>
                  <a:pt x="1122" y="221"/>
                  <a:pt x="1119" y="224"/>
                </a:cubicBezTo>
                <a:cubicBezTo>
                  <a:pt x="1116" y="226"/>
                  <a:pt x="1114" y="229"/>
                  <a:pt x="1112" y="233"/>
                </a:cubicBezTo>
                <a:cubicBezTo>
                  <a:pt x="1110" y="237"/>
                  <a:pt x="1109" y="241"/>
                  <a:pt x="1109" y="246"/>
                </a:cubicBezTo>
                <a:cubicBezTo>
                  <a:pt x="1109" y="248"/>
                  <a:pt x="1110" y="251"/>
                  <a:pt x="1111" y="253"/>
                </a:cubicBezTo>
                <a:cubicBezTo>
                  <a:pt x="1111" y="255"/>
                  <a:pt x="1113" y="257"/>
                  <a:pt x="1115" y="259"/>
                </a:cubicBezTo>
                <a:cubicBezTo>
                  <a:pt x="1117" y="260"/>
                  <a:pt x="1120" y="261"/>
                  <a:pt x="1123" y="261"/>
                </a:cubicBezTo>
                <a:cubicBezTo>
                  <a:pt x="1126" y="261"/>
                  <a:pt x="1129" y="260"/>
                  <a:pt x="1132" y="258"/>
                </a:cubicBezTo>
                <a:cubicBezTo>
                  <a:pt x="1135" y="257"/>
                  <a:pt x="1136" y="255"/>
                  <a:pt x="1138" y="253"/>
                </a:cubicBezTo>
                <a:close/>
                <a:moveTo>
                  <a:pt x="1128" y="224"/>
                </a:moveTo>
                <a:cubicBezTo>
                  <a:pt x="1130" y="224"/>
                  <a:pt x="1131" y="224"/>
                  <a:pt x="1132" y="225"/>
                </a:cubicBezTo>
                <a:cubicBezTo>
                  <a:pt x="1132" y="226"/>
                  <a:pt x="1133" y="228"/>
                  <a:pt x="1133" y="229"/>
                </a:cubicBezTo>
                <a:cubicBezTo>
                  <a:pt x="1133" y="232"/>
                  <a:pt x="1132" y="234"/>
                  <a:pt x="1130" y="235"/>
                </a:cubicBezTo>
                <a:cubicBezTo>
                  <a:pt x="1129" y="237"/>
                  <a:pt x="1126" y="238"/>
                  <a:pt x="1124" y="239"/>
                </a:cubicBezTo>
                <a:cubicBezTo>
                  <a:pt x="1121" y="240"/>
                  <a:pt x="1119" y="241"/>
                  <a:pt x="1116" y="241"/>
                </a:cubicBezTo>
                <a:cubicBezTo>
                  <a:pt x="1117" y="238"/>
                  <a:pt x="1117" y="236"/>
                  <a:pt x="1118" y="233"/>
                </a:cubicBezTo>
                <a:cubicBezTo>
                  <a:pt x="1119" y="230"/>
                  <a:pt x="1121" y="228"/>
                  <a:pt x="1122" y="226"/>
                </a:cubicBezTo>
                <a:cubicBezTo>
                  <a:pt x="1124" y="225"/>
                  <a:pt x="1126" y="224"/>
                  <a:pt x="1128" y="224"/>
                </a:cubicBezTo>
                <a:close/>
                <a:moveTo>
                  <a:pt x="1175" y="254"/>
                </a:moveTo>
                <a:cubicBezTo>
                  <a:pt x="1182" y="204"/>
                  <a:pt x="1182" y="204"/>
                  <a:pt x="1182" y="204"/>
                </a:cubicBezTo>
                <a:cubicBezTo>
                  <a:pt x="1181" y="204"/>
                  <a:pt x="1181" y="204"/>
                  <a:pt x="1181" y="204"/>
                </a:cubicBezTo>
                <a:cubicBezTo>
                  <a:pt x="1171" y="205"/>
                  <a:pt x="1171" y="205"/>
                  <a:pt x="1171" y="205"/>
                </a:cubicBezTo>
                <a:cubicBezTo>
                  <a:pt x="1170" y="207"/>
                  <a:pt x="1170" y="207"/>
                  <a:pt x="1170" y="207"/>
                </a:cubicBezTo>
                <a:cubicBezTo>
                  <a:pt x="1175" y="208"/>
                  <a:pt x="1175" y="208"/>
                  <a:pt x="1175" y="208"/>
                </a:cubicBezTo>
                <a:cubicBezTo>
                  <a:pt x="1173" y="221"/>
                  <a:pt x="1173" y="221"/>
                  <a:pt x="1173" y="221"/>
                </a:cubicBezTo>
                <a:cubicBezTo>
                  <a:pt x="1171" y="220"/>
                  <a:pt x="1169" y="220"/>
                  <a:pt x="1168" y="220"/>
                </a:cubicBezTo>
                <a:cubicBezTo>
                  <a:pt x="1163" y="220"/>
                  <a:pt x="1159" y="222"/>
                  <a:pt x="1156" y="224"/>
                </a:cubicBezTo>
                <a:cubicBezTo>
                  <a:pt x="1152" y="227"/>
                  <a:pt x="1150" y="230"/>
                  <a:pt x="1148" y="234"/>
                </a:cubicBezTo>
                <a:cubicBezTo>
                  <a:pt x="1146" y="238"/>
                  <a:pt x="1145" y="242"/>
                  <a:pt x="1145" y="246"/>
                </a:cubicBezTo>
                <a:cubicBezTo>
                  <a:pt x="1145" y="250"/>
                  <a:pt x="1146" y="254"/>
                  <a:pt x="1148" y="257"/>
                </a:cubicBezTo>
                <a:cubicBezTo>
                  <a:pt x="1150" y="259"/>
                  <a:pt x="1153" y="261"/>
                  <a:pt x="1157" y="261"/>
                </a:cubicBezTo>
                <a:cubicBezTo>
                  <a:pt x="1159" y="261"/>
                  <a:pt x="1162" y="260"/>
                  <a:pt x="1163" y="259"/>
                </a:cubicBezTo>
                <a:cubicBezTo>
                  <a:pt x="1165" y="258"/>
                  <a:pt x="1167" y="256"/>
                  <a:pt x="1168" y="255"/>
                </a:cubicBezTo>
                <a:cubicBezTo>
                  <a:pt x="1168" y="256"/>
                  <a:pt x="1168" y="256"/>
                  <a:pt x="1168" y="256"/>
                </a:cubicBezTo>
                <a:cubicBezTo>
                  <a:pt x="1168" y="259"/>
                  <a:pt x="1170" y="261"/>
                  <a:pt x="1173" y="261"/>
                </a:cubicBezTo>
                <a:cubicBezTo>
                  <a:pt x="1174" y="261"/>
                  <a:pt x="1176" y="260"/>
                  <a:pt x="1177" y="259"/>
                </a:cubicBezTo>
                <a:cubicBezTo>
                  <a:pt x="1178" y="258"/>
                  <a:pt x="1179" y="257"/>
                  <a:pt x="1180" y="256"/>
                </a:cubicBezTo>
                <a:cubicBezTo>
                  <a:pt x="1179" y="255"/>
                  <a:pt x="1179" y="255"/>
                  <a:pt x="1179" y="255"/>
                </a:cubicBezTo>
                <a:cubicBezTo>
                  <a:pt x="1178" y="256"/>
                  <a:pt x="1177" y="256"/>
                  <a:pt x="1176" y="256"/>
                </a:cubicBezTo>
                <a:cubicBezTo>
                  <a:pt x="1175" y="256"/>
                  <a:pt x="1175" y="256"/>
                  <a:pt x="1175" y="255"/>
                </a:cubicBezTo>
                <a:cubicBezTo>
                  <a:pt x="1175" y="254"/>
                  <a:pt x="1175" y="254"/>
                  <a:pt x="1175" y="254"/>
                </a:cubicBezTo>
                <a:close/>
                <a:moveTo>
                  <a:pt x="1172" y="225"/>
                </a:moveTo>
                <a:cubicBezTo>
                  <a:pt x="1169" y="250"/>
                  <a:pt x="1169" y="250"/>
                  <a:pt x="1169" y="250"/>
                </a:cubicBezTo>
                <a:cubicBezTo>
                  <a:pt x="1168" y="252"/>
                  <a:pt x="1166" y="253"/>
                  <a:pt x="1164" y="254"/>
                </a:cubicBezTo>
                <a:cubicBezTo>
                  <a:pt x="1163" y="256"/>
                  <a:pt x="1161" y="256"/>
                  <a:pt x="1159" y="256"/>
                </a:cubicBezTo>
                <a:cubicBezTo>
                  <a:pt x="1157" y="256"/>
                  <a:pt x="1155" y="255"/>
                  <a:pt x="1154" y="253"/>
                </a:cubicBezTo>
                <a:cubicBezTo>
                  <a:pt x="1153" y="252"/>
                  <a:pt x="1153" y="249"/>
                  <a:pt x="1153" y="246"/>
                </a:cubicBezTo>
                <a:cubicBezTo>
                  <a:pt x="1153" y="242"/>
                  <a:pt x="1153" y="239"/>
                  <a:pt x="1154" y="236"/>
                </a:cubicBezTo>
                <a:cubicBezTo>
                  <a:pt x="1155" y="232"/>
                  <a:pt x="1157" y="230"/>
                  <a:pt x="1159" y="227"/>
                </a:cubicBezTo>
                <a:cubicBezTo>
                  <a:pt x="1161" y="225"/>
                  <a:pt x="1164" y="224"/>
                  <a:pt x="1167" y="224"/>
                </a:cubicBezTo>
                <a:cubicBezTo>
                  <a:pt x="1169" y="224"/>
                  <a:pt x="1171" y="224"/>
                  <a:pt x="1172" y="225"/>
                </a:cubicBezTo>
                <a:close/>
                <a:moveTo>
                  <a:pt x="1198" y="254"/>
                </a:moveTo>
                <a:cubicBezTo>
                  <a:pt x="1202" y="221"/>
                  <a:pt x="1202" y="221"/>
                  <a:pt x="1202" y="221"/>
                </a:cubicBezTo>
                <a:cubicBezTo>
                  <a:pt x="1201" y="220"/>
                  <a:pt x="1201" y="220"/>
                  <a:pt x="1201" y="220"/>
                </a:cubicBezTo>
                <a:cubicBezTo>
                  <a:pt x="1191" y="222"/>
                  <a:pt x="1191" y="222"/>
                  <a:pt x="1191" y="222"/>
                </a:cubicBezTo>
                <a:cubicBezTo>
                  <a:pt x="1190" y="224"/>
                  <a:pt x="1190" y="224"/>
                  <a:pt x="1190" y="224"/>
                </a:cubicBezTo>
                <a:cubicBezTo>
                  <a:pt x="1195" y="226"/>
                  <a:pt x="1195" y="226"/>
                  <a:pt x="1195" y="226"/>
                </a:cubicBezTo>
                <a:cubicBezTo>
                  <a:pt x="1194" y="233"/>
                  <a:pt x="1193" y="239"/>
                  <a:pt x="1192" y="243"/>
                </a:cubicBezTo>
                <a:cubicBezTo>
                  <a:pt x="1191" y="251"/>
                  <a:pt x="1191" y="255"/>
                  <a:pt x="1191" y="256"/>
                </a:cubicBezTo>
                <a:cubicBezTo>
                  <a:pt x="1190" y="258"/>
                  <a:pt x="1191" y="259"/>
                  <a:pt x="1192" y="260"/>
                </a:cubicBezTo>
                <a:cubicBezTo>
                  <a:pt x="1192" y="260"/>
                  <a:pt x="1194" y="261"/>
                  <a:pt x="1195" y="261"/>
                </a:cubicBezTo>
                <a:cubicBezTo>
                  <a:pt x="1197" y="261"/>
                  <a:pt x="1199" y="260"/>
                  <a:pt x="1200" y="259"/>
                </a:cubicBezTo>
                <a:cubicBezTo>
                  <a:pt x="1202" y="258"/>
                  <a:pt x="1203" y="257"/>
                  <a:pt x="1203" y="256"/>
                </a:cubicBezTo>
                <a:cubicBezTo>
                  <a:pt x="1202" y="254"/>
                  <a:pt x="1202" y="254"/>
                  <a:pt x="1202" y="254"/>
                </a:cubicBezTo>
                <a:cubicBezTo>
                  <a:pt x="1202" y="255"/>
                  <a:pt x="1201" y="256"/>
                  <a:pt x="1200" y="256"/>
                </a:cubicBezTo>
                <a:cubicBezTo>
                  <a:pt x="1200" y="256"/>
                  <a:pt x="1199" y="256"/>
                  <a:pt x="1199" y="256"/>
                </a:cubicBezTo>
                <a:cubicBezTo>
                  <a:pt x="1198" y="256"/>
                  <a:pt x="1198" y="256"/>
                  <a:pt x="1198" y="256"/>
                </a:cubicBezTo>
                <a:cubicBezTo>
                  <a:pt x="1198" y="256"/>
                  <a:pt x="1198" y="255"/>
                  <a:pt x="1198" y="255"/>
                </a:cubicBezTo>
                <a:lnTo>
                  <a:pt x="1198" y="254"/>
                </a:lnTo>
                <a:close/>
                <a:moveTo>
                  <a:pt x="1200" y="213"/>
                </a:moveTo>
                <a:cubicBezTo>
                  <a:pt x="1201" y="213"/>
                  <a:pt x="1202" y="212"/>
                  <a:pt x="1203" y="211"/>
                </a:cubicBezTo>
                <a:cubicBezTo>
                  <a:pt x="1204" y="210"/>
                  <a:pt x="1205" y="209"/>
                  <a:pt x="1205" y="207"/>
                </a:cubicBezTo>
                <a:cubicBezTo>
                  <a:pt x="1205" y="206"/>
                  <a:pt x="1204" y="206"/>
                  <a:pt x="1204" y="205"/>
                </a:cubicBezTo>
                <a:cubicBezTo>
                  <a:pt x="1203" y="204"/>
                  <a:pt x="1202" y="204"/>
                  <a:pt x="1201" y="204"/>
                </a:cubicBezTo>
                <a:cubicBezTo>
                  <a:pt x="1200" y="204"/>
                  <a:pt x="1198" y="204"/>
                  <a:pt x="1198" y="205"/>
                </a:cubicBezTo>
                <a:cubicBezTo>
                  <a:pt x="1197" y="206"/>
                  <a:pt x="1196" y="207"/>
                  <a:pt x="1196" y="209"/>
                </a:cubicBezTo>
                <a:cubicBezTo>
                  <a:pt x="1196" y="210"/>
                  <a:pt x="1197" y="211"/>
                  <a:pt x="1197" y="212"/>
                </a:cubicBezTo>
                <a:cubicBezTo>
                  <a:pt x="1198" y="212"/>
                  <a:pt x="1199" y="213"/>
                  <a:pt x="1200" y="213"/>
                </a:cubicBezTo>
                <a:close/>
                <a:moveTo>
                  <a:pt x="1237" y="228"/>
                </a:moveTo>
                <a:cubicBezTo>
                  <a:pt x="1238" y="229"/>
                  <a:pt x="1238" y="229"/>
                  <a:pt x="1238" y="229"/>
                </a:cubicBezTo>
                <a:cubicBezTo>
                  <a:pt x="1240" y="222"/>
                  <a:pt x="1240" y="222"/>
                  <a:pt x="1240" y="222"/>
                </a:cubicBezTo>
                <a:cubicBezTo>
                  <a:pt x="1239" y="221"/>
                  <a:pt x="1238" y="221"/>
                  <a:pt x="1237" y="221"/>
                </a:cubicBezTo>
                <a:cubicBezTo>
                  <a:pt x="1235" y="220"/>
                  <a:pt x="1234" y="220"/>
                  <a:pt x="1232" y="220"/>
                </a:cubicBezTo>
                <a:cubicBezTo>
                  <a:pt x="1228" y="220"/>
                  <a:pt x="1224" y="221"/>
                  <a:pt x="1221" y="224"/>
                </a:cubicBezTo>
                <a:cubicBezTo>
                  <a:pt x="1218" y="227"/>
                  <a:pt x="1216" y="230"/>
                  <a:pt x="1214" y="234"/>
                </a:cubicBezTo>
                <a:cubicBezTo>
                  <a:pt x="1213" y="237"/>
                  <a:pt x="1212" y="241"/>
                  <a:pt x="1212" y="245"/>
                </a:cubicBezTo>
                <a:cubicBezTo>
                  <a:pt x="1212" y="250"/>
                  <a:pt x="1213" y="254"/>
                  <a:pt x="1215" y="257"/>
                </a:cubicBezTo>
                <a:cubicBezTo>
                  <a:pt x="1217" y="259"/>
                  <a:pt x="1220" y="261"/>
                  <a:pt x="1224" y="261"/>
                </a:cubicBezTo>
                <a:cubicBezTo>
                  <a:pt x="1227" y="261"/>
                  <a:pt x="1230" y="260"/>
                  <a:pt x="1232" y="259"/>
                </a:cubicBezTo>
                <a:cubicBezTo>
                  <a:pt x="1235" y="257"/>
                  <a:pt x="1236" y="256"/>
                  <a:pt x="1238" y="254"/>
                </a:cubicBezTo>
                <a:cubicBezTo>
                  <a:pt x="1236" y="252"/>
                  <a:pt x="1236" y="252"/>
                  <a:pt x="1236" y="252"/>
                </a:cubicBezTo>
                <a:cubicBezTo>
                  <a:pt x="1235" y="253"/>
                  <a:pt x="1233" y="254"/>
                  <a:pt x="1232" y="255"/>
                </a:cubicBezTo>
                <a:cubicBezTo>
                  <a:pt x="1230" y="256"/>
                  <a:pt x="1229" y="256"/>
                  <a:pt x="1227" y="256"/>
                </a:cubicBezTo>
                <a:cubicBezTo>
                  <a:pt x="1224" y="256"/>
                  <a:pt x="1222" y="255"/>
                  <a:pt x="1221" y="253"/>
                </a:cubicBezTo>
                <a:cubicBezTo>
                  <a:pt x="1220" y="251"/>
                  <a:pt x="1219" y="248"/>
                  <a:pt x="1219" y="244"/>
                </a:cubicBezTo>
                <a:cubicBezTo>
                  <a:pt x="1219" y="240"/>
                  <a:pt x="1219" y="237"/>
                  <a:pt x="1221" y="234"/>
                </a:cubicBezTo>
                <a:cubicBezTo>
                  <a:pt x="1222" y="231"/>
                  <a:pt x="1223" y="229"/>
                  <a:pt x="1225" y="227"/>
                </a:cubicBezTo>
                <a:cubicBezTo>
                  <a:pt x="1227" y="225"/>
                  <a:pt x="1229" y="225"/>
                  <a:pt x="1231" y="225"/>
                </a:cubicBezTo>
                <a:cubicBezTo>
                  <a:pt x="1232" y="225"/>
                  <a:pt x="1235" y="226"/>
                  <a:pt x="1237" y="228"/>
                </a:cubicBezTo>
                <a:close/>
                <a:moveTo>
                  <a:pt x="1255" y="254"/>
                </a:moveTo>
                <a:cubicBezTo>
                  <a:pt x="1260" y="221"/>
                  <a:pt x="1260" y="221"/>
                  <a:pt x="1260" y="221"/>
                </a:cubicBezTo>
                <a:cubicBezTo>
                  <a:pt x="1259" y="220"/>
                  <a:pt x="1259" y="220"/>
                  <a:pt x="1259" y="220"/>
                </a:cubicBezTo>
                <a:cubicBezTo>
                  <a:pt x="1249" y="222"/>
                  <a:pt x="1249" y="222"/>
                  <a:pt x="1249" y="222"/>
                </a:cubicBezTo>
                <a:cubicBezTo>
                  <a:pt x="1248" y="224"/>
                  <a:pt x="1248" y="224"/>
                  <a:pt x="1248" y="224"/>
                </a:cubicBezTo>
                <a:cubicBezTo>
                  <a:pt x="1253" y="226"/>
                  <a:pt x="1253" y="226"/>
                  <a:pt x="1253" y="226"/>
                </a:cubicBezTo>
                <a:cubicBezTo>
                  <a:pt x="1252" y="233"/>
                  <a:pt x="1251" y="239"/>
                  <a:pt x="1250" y="243"/>
                </a:cubicBezTo>
                <a:cubicBezTo>
                  <a:pt x="1249" y="251"/>
                  <a:pt x="1248" y="255"/>
                  <a:pt x="1248" y="256"/>
                </a:cubicBezTo>
                <a:cubicBezTo>
                  <a:pt x="1248" y="258"/>
                  <a:pt x="1249" y="259"/>
                  <a:pt x="1249" y="260"/>
                </a:cubicBezTo>
                <a:cubicBezTo>
                  <a:pt x="1250" y="260"/>
                  <a:pt x="1251" y="261"/>
                  <a:pt x="1253" y="261"/>
                </a:cubicBezTo>
                <a:cubicBezTo>
                  <a:pt x="1255" y="261"/>
                  <a:pt x="1256" y="260"/>
                  <a:pt x="1258" y="259"/>
                </a:cubicBezTo>
                <a:cubicBezTo>
                  <a:pt x="1259" y="258"/>
                  <a:pt x="1260" y="257"/>
                  <a:pt x="1261" y="256"/>
                </a:cubicBezTo>
                <a:cubicBezTo>
                  <a:pt x="1260" y="254"/>
                  <a:pt x="1260" y="254"/>
                  <a:pt x="1260" y="254"/>
                </a:cubicBezTo>
                <a:cubicBezTo>
                  <a:pt x="1259" y="255"/>
                  <a:pt x="1259" y="256"/>
                  <a:pt x="1258" y="256"/>
                </a:cubicBezTo>
                <a:cubicBezTo>
                  <a:pt x="1258" y="256"/>
                  <a:pt x="1257" y="256"/>
                  <a:pt x="1256" y="256"/>
                </a:cubicBezTo>
                <a:cubicBezTo>
                  <a:pt x="1256" y="256"/>
                  <a:pt x="1256" y="256"/>
                  <a:pt x="1256" y="256"/>
                </a:cubicBezTo>
                <a:cubicBezTo>
                  <a:pt x="1255" y="256"/>
                  <a:pt x="1255" y="255"/>
                  <a:pt x="1255" y="255"/>
                </a:cubicBezTo>
                <a:lnTo>
                  <a:pt x="1255" y="254"/>
                </a:lnTo>
                <a:close/>
                <a:moveTo>
                  <a:pt x="1258" y="213"/>
                </a:moveTo>
                <a:cubicBezTo>
                  <a:pt x="1259" y="213"/>
                  <a:pt x="1260" y="212"/>
                  <a:pt x="1261" y="211"/>
                </a:cubicBezTo>
                <a:cubicBezTo>
                  <a:pt x="1262" y="210"/>
                  <a:pt x="1262" y="209"/>
                  <a:pt x="1262" y="207"/>
                </a:cubicBezTo>
                <a:cubicBezTo>
                  <a:pt x="1262" y="206"/>
                  <a:pt x="1262" y="206"/>
                  <a:pt x="1261" y="205"/>
                </a:cubicBezTo>
                <a:cubicBezTo>
                  <a:pt x="1261" y="204"/>
                  <a:pt x="1260" y="204"/>
                  <a:pt x="1259" y="204"/>
                </a:cubicBezTo>
                <a:cubicBezTo>
                  <a:pt x="1257" y="204"/>
                  <a:pt x="1256" y="204"/>
                  <a:pt x="1255" y="205"/>
                </a:cubicBezTo>
                <a:cubicBezTo>
                  <a:pt x="1254" y="206"/>
                  <a:pt x="1254" y="207"/>
                  <a:pt x="1254" y="209"/>
                </a:cubicBezTo>
                <a:cubicBezTo>
                  <a:pt x="1254" y="210"/>
                  <a:pt x="1254" y="211"/>
                  <a:pt x="1255" y="212"/>
                </a:cubicBezTo>
                <a:cubicBezTo>
                  <a:pt x="1256" y="212"/>
                  <a:pt x="1257" y="213"/>
                  <a:pt x="1258" y="213"/>
                </a:cubicBezTo>
                <a:close/>
                <a:moveTo>
                  <a:pt x="1282" y="229"/>
                </a:moveTo>
                <a:cubicBezTo>
                  <a:pt x="1283" y="221"/>
                  <a:pt x="1283" y="221"/>
                  <a:pt x="1283" y="221"/>
                </a:cubicBezTo>
                <a:cubicBezTo>
                  <a:pt x="1281" y="220"/>
                  <a:pt x="1281" y="220"/>
                  <a:pt x="1281" y="220"/>
                </a:cubicBezTo>
                <a:cubicBezTo>
                  <a:pt x="1273" y="222"/>
                  <a:pt x="1273" y="222"/>
                  <a:pt x="1273" y="222"/>
                </a:cubicBezTo>
                <a:cubicBezTo>
                  <a:pt x="1272" y="224"/>
                  <a:pt x="1272" y="224"/>
                  <a:pt x="1272" y="224"/>
                </a:cubicBezTo>
                <a:cubicBezTo>
                  <a:pt x="1275" y="226"/>
                  <a:pt x="1275" y="226"/>
                  <a:pt x="1275" y="226"/>
                </a:cubicBezTo>
                <a:cubicBezTo>
                  <a:pt x="1271" y="260"/>
                  <a:pt x="1271" y="260"/>
                  <a:pt x="1271" y="260"/>
                </a:cubicBezTo>
                <a:cubicBezTo>
                  <a:pt x="1278" y="260"/>
                  <a:pt x="1278" y="260"/>
                  <a:pt x="1278" y="260"/>
                </a:cubicBezTo>
                <a:cubicBezTo>
                  <a:pt x="1281" y="235"/>
                  <a:pt x="1281" y="235"/>
                  <a:pt x="1281" y="235"/>
                </a:cubicBezTo>
                <a:cubicBezTo>
                  <a:pt x="1283" y="232"/>
                  <a:pt x="1285" y="230"/>
                  <a:pt x="1287" y="228"/>
                </a:cubicBezTo>
                <a:cubicBezTo>
                  <a:pt x="1289" y="226"/>
                  <a:pt x="1291" y="225"/>
                  <a:pt x="1293" y="225"/>
                </a:cubicBezTo>
                <a:cubicBezTo>
                  <a:pt x="1295" y="225"/>
                  <a:pt x="1296" y="226"/>
                  <a:pt x="1297" y="226"/>
                </a:cubicBezTo>
                <a:cubicBezTo>
                  <a:pt x="1297" y="227"/>
                  <a:pt x="1298" y="229"/>
                  <a:pt x="1298" y="231"/>
                </a:cubicBezTo>
                <a:cubicBezTo>
                  <a:pt x="1298" y="233"/>
                  <a:pt x="1297" y="234"/>
                  <a:pt x="1297" y="236"/>
                </a:cubicBezTo>
                <a:cubicBezTo>
                  <a:pt x="1297" y="238"/>
                  <a:pt x="1297" y="240"/>
                  <a:pt x="1296" y="243"/>
                </a:cubicBezTo>
                <a:cubicBezTo>
                  <a:pt x="1296" y="245"/>
                  <a:pt x="1296" y="245"/>
                  <a:pt x="1296" y="245"/>
                </a:cubicBezTo>
                <a:cubicBezTo>
                  <a:pt x="1295" y="248"/>
                  <a:pt x="1295" y="248"/>
                  <a:pt x="1295" y="248"/>
                </a:cubicBezTo>
                <a:cubicBezTo>
                  <a:pt x="1294" y="252"/>
                  <a:pt x="1294" y="255"/>
                  <a:pt x="1294" y="256"/>
                </a:cubicBezTo>
                <a:cubicBezTo>
                  <a:pt x="1294" y="259"/>
                  <a:pt x="1295" y="261"/>
                  <a:pt x="1298" y="261"/>
                </a:cubicBezTo>
                <a:cubicBezTo>
                  <a:pt x="1300" y="261"/>
                  <a:pt x="1301" y="260"/>
                  <a:pt x="1302" y="260"/>
                </a:cubicBezTo>
                <a:cubicBezTo>
                  <a:pt x="1303" y="259"/>
                  <a:pt x="1304" y="259"/>
                  <a:pt x="1305" y="258"/>
                </a:cubicBezTo>
                <a:cubicBezTo>
                  <a:pt x="1305" y="258"/>
                  <a:pt x="1306" y="257"/>
                  <a:pt x="1306" y="257"/>
                </a:cubicBezTo>
                <a:cubicBezTo>
                  <a:pt x="1305" y="255"/>
                  <a:pt x="1305" y="255"/>
                  <a:pt x="1305" y="255"/>
                </a:cubicBezTo>
                <a:cubicBezTo>
                  <a:pt x="1304" y="256"/>
                  <a:pt x="1303" y="256"/>
                  <a:pt x="1302" y="256"/>
                </a:cubicBezTo>
                <a:cubicBezTo>
                  <a:pt x="1301" y="256"/>
                  <a:pt x="1301" y="256"/>
                  <a:pt x="1301" y="255"/>
                </a:cubicBezTo>
                <a:cubicBezTo>
                  <a:pt x="1301" y="253"/>
                  <a:pt x="1301" y="250"/>
                  <a:pt x="1302" y="246"/>
                </a:cubicBezTo>
                <a:cubicBezTo>
                  <a:pt x="1303" y="243"/>
                  <a:pt x="1303" y="243"/>
                  <a:pt x="1303" y="243"/>
                </a:cubicBezTo>
                <a:cubicBezTo>
                  <a:pt x="1303" y="241"/>
                  <a:pt x="1303" y="241"/>
                  <a:pt x="1303" y="241"/>
                </a:cubicBezTo>
                <a:cubicBezTo>
                  <a:pt x="1304" y="236"/>
                  <a:pt x="1305" y="232"/>
                  <a:pt x="1305" y="230"/>
                </a:cubicBezTo>
                <a:cubicBezTo>
                  <a:pt x="1305" y="227"/>
                  <a:pt x="1304" y="224"/>
                  <a:pt x="1302" y="223"/>
                </a:cubicBezTo>
                <a:cubicBezTo>
                  <a:pt x="1301" y="221"/>
                  <a:pt x="1299" y="220"/>
                  <a:pt x="1296" y="220"/>
                </a:cubicBezTo>
                <a:cubicBezTo>
                  <a:pt x="1294" y="220"/>
                  <a:pt x="1291" y="221"/>
                  <a:pt x="1289" y="223"/>
                </a:cubicBezTo>
                <a:cubicBezTo>
                  <a:pt x="1286" y="224"/>
                  <a:pt x="1284" y="227"/>
                  <a:pt x="1282" y="229"/>
                </a:cubicBezTo>
                <a:close/>
                <a:moveTo>
                  <a:pt x="1342" y="253"/>
                </a:moveTo>
                <a:cubicBezTo>
                  <a:pt x="1340" y="251"/>
                  <a:pt x="1340" y="251"/>
                  <a:pt x="1340" y="251"/>
                </a:cubicBezTo>
                <a:cubicBezTo>
                  <a:pt x="1339" y="253"/>
                  <a:pt x="1337" y="254"/>
                  <a:pt x="1335" y="255"/>
                </a:cubicBezTo>
                <a:cubicBezTo>
                  <a:pt x="1333" y="256"/>
                  <a:pt x="1331" y="256"/>
                  <a:pt x="1329" y="256"/>
                </a:cubicBezTo>
                <a:cubicBezTo>
                  <a:pt x="1326" y="256"/>
                  <a:pt x="1323" y="255"/>
                  <a:pt x="1322" y="253"/>
                </a:cubicBezTo>
                <a:cubicBezTo>
                  <a:pt x="1321" y="250"/>
                  <a:pt x="1320" y="247"/>
                  <a:pt x="1320" y="244"/>
                </a:cubicBezTo>
                <a:cubicBezTo>
                  <a:pt x="1323" y="244"/>
                  <a:pt x="1327" y="244"/>
                  <a:pt x="1330" y="242"/>
                </a:cubicBezTo>
                <a:cubicBezTo>
                  <a:pt x="1334" y="241"/>
                  <a:pt x="1337" y="240"/>
                  <a:pt x="1340" y="237"/>
                </a:cubicBezTo>
                <a:cubicBezTo>
                  <a:pt x="1342" y="235"/>
                  <a:pt x="1344" y="232"/>
                  <a:pt x="1344" y="229"/>
                </a:cubicBezTo>
                <a:cubicBezTo>
                  <a:pt x="1344" y="226"/>
                  <a:pt x="1343" y="224"/>
                  <a:pt x="1341" y="223"/>
                </a:cubicBezTo>
                <a:cubicBezTo>
                  <a:pt x="1340" y="221"/>
                  <a:pt x="1337" y="220"/>
                  <a:pt x="1334" y="220"/>
                </a:cubicBezTo>
                <a:cubicBezTo>
                  <a:pt x="1330" y="220"/>
                  <a:pt x="1326" y="221"/>
                  <a:pt x="1323" y="224"/>
                </a:cubicBezTo>
                <a:cubicBezTo>
                  <a:pt x="1320" y="226"/>
                  <a:pt x="1318" y="229"/>
                  <a:pt x="1316" y="233"/>
                </a:cubicBezTo>
                <a:cubicBezTo>
                  <a:pt x="1314" y="237"/>
                  <a:pt x="1313" y="241"/>
                  <a:pt x="1313" y="246"/>
                </a:cubicBezTo>
                <a:cubicBezTo>
                  <a:pt x="1313" y="248"/>
                  <a:pt x="1314" y="251"/>
                  <a:pt x="1315" y="253"/>
                </a:cubicBezTo>
                <a:cubicBezTo>
                  <a:pt x="1316" y="255"/>
                  <a:pt x="1317" y="257"/>
                  <a:pt x="1319" y="259"/>
                </a:cubicBezTo>
                <a:cubicBezTo>
                  <a:pt x="1321" y="260"/>
                  <a:pt x="1324" y="261"/>
                  <a:pt x="1327" y="261"/>
                </a:cubicBezTo>
                <a:cubicBezTo>
                  <a:pt x="1330" y="261"/>
                  <a:pt x="1333" y="260"/>
                  <a:pt x="1336" y="258"/>
                </a:cubicBezTo>
                <a:cubicBezTo>
                  <a:pt x="1339" y="257"/>
                  <a:pt x="1341" y="255"/>
                  <a:pt x="1342" y="253"/>
                </a:cubicBezTo>
                <a:close/>
                <a:moveTo>
                  <a:pt x="1332" y="224"/>
                </a:moveTo>
                <a:cubicBezTo>
                  <a:pt x="1334" y="224"/>
                  <a:pt x="1335" y="224"/>
                  <a:pt x="1336" y="225"/>
                </a:cubicBezTo>
                <a:cubicBezTo>
                  <a:pt x="1337" y="226"/>
                  <a:pt x="1337" y="228"/>
                  <a:pt x="1337" y="229"/>
                </a:cubicBezTo>
                <a:cubicBezTo>
                  <a:pt x="1337" y="232"/>
                  <a:pt x="1336" y="234"/>
                  <a:pt x="1334" y="235"/>
                </a:cubicBezTo>
                <a:cubicBezTo>
                  <a:pt x="1333" y="237"/>
                  <a:pt x="1331" y="238"/>
                  <a:pt x="1328" y="239"/>
                </a:cubicBezTo>
                <a:cubicBezTo>
                  <a:pt x="1325" y="240"/>
                  <a:pt x="1323" y="241"/>
                  <a:pt x="1321" y="241"/>
                </a:cubicBezTo>
                <a:cubicBezTo>
                  <a:pt x="1321" y="238"/>
                  <a:pt x="1321" y="236"/>
                  <a:pt x="1322" y="233"/>
                </a:cubicBezTo>
                <a:cubicBezTo>
                  <a:pt x="1323" y="230"/>
                  <a:pt x="1325" y="228"/>
                  <a:pt x="1326" y="226"/>
                </a:cubicBezTo>
                <a:cubicBezTo>
                  <a:pt x="1328" y="225"/>
                  <a:pt x="1330" y="224"/>
                  <a:pt x="1332" y="224"/>
                </a:cubicBezTo>
                <a:close/>
              </a:path>
            </a:pathLst>
          </a:custGeom>
          <a:solidFill xmlns:a="http://schemas.openxmlformats.org/drawingml/2006/main">
            <a:schemeClr val="bg1"/>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sz="1800"/>
          </a:p>
        </p:txBody>
      </p:sp>
      <p:sp>
        <p:nvSpPr>
          <p:cNvPr id="17" name="Text Placeholder 16">
            <a:extLst xmlns:a="http://schemas.openxmlformats.org/drawingml/2006/main">
              <a:ext uri="{FF2B5EF4-FFF2-40B4-BE49-F238E27FC236}">
                <a16:creationId xmlns:a16="http://schemas.microsoft.com/office/drawing/2014/main" id="{FCA018DF-7EFB-4D08-89D5-E61FB47F425E}"/>
              </a:ext>
            </a:extLst>
          </p:cNvPr>
          <p:cNvSpPr>
            <a:spLocks xmlns:a="http://schemas.openxmlformats.org/drawingml/2006/main" noGrp="1"/>
          </p:cNvSpPr>
          <p:nvPr>
            <p:ph type="body" idx="12" hasCustomPrompt="1"/>
          </p:nvPr>
        </p:nvSpPr>
        <p:spPr>
          <a:xfrm xmlns:a="http://schemas.openxmlformats.org/drawingml/2006/main">
            <a:off x="5996940" y="4886690"/>
            <a:ext cx="2416810" cy="117148"/>
          </a:xfrm>
        </p:spPr>
        <p:txBody>
          <a:bodyPr xmlns:a="http://schemas.openxmlformats.org/drawingml/2006/main" wrap="square">
            <a:spAutoFit/>
          </a:bodyPr>
          <a:lstStyle xmlns:a="http://schemas.openxmlformats.org/drawingml/2006/main">
            <a:lvl1pPr marL="0" indent="0">
              <a:buNone/>
              <a:defRPr sz="750" cap="all" spc="110" baseline="0">
                <a:solidFill>
                  <a:schemeClr val="tx2"/>
                </a:solidFill>
              </a:defRPr>
            </a:lvl1pPr>
          </a:lstStyle>
          <a:p xmlns:a="http://schemas.openxmlformats.org/drawingml/2006/main">
            <a:pPr lvl="0">
              <a:buNone/>
            </a:pPr>
            <a:r>
              <a:t>CLICK TO EDIT MASTER TEXT</a:t>
            </a:r>
          </a:p>
        </p:txBody>
      </p:sp>
    </p:spTree>
  </p:cSld>
</p:sldLayout>
</file>

<file path=ppt/slideLayouts/slideLayout45.xml><?xml version="1.0" encoding="utf-8"?>
<p:sldLayout xmlns:p="http://schemas.openxmlformats.org/presentationml/2006/main" showMasterSp="0" preserve="1">
  <p:cSld name="Title Slide - Light Teal">
    <p:spTree>
      <p:nvGrpSpPr>
        <p:cNvPr id="1" name=""/>
        <p:cNvGrpSpPr/>
        <p:nvPr/>
      </p:nvGrpSpPr>
      <p:grpSpPr>
        <a:xfrm xmlns:a="http://schemas.openxmlformats.org/drawingml/2006/main"/>
      </p:grpSpPr>
      <p:sp>
        <p:nvSpPr>
          <p:cNvPr id="15" name="Picture Placeholder 14">
            <a:extLst xmlns:a="http://schemas.openxmlformats.org/drawingml/2006/main">
              <a:ext uri="{FF2B5EF4-FFF2-40B4-BE49-F238E27FC236}">
                <a16:creationId xmlns:a16="http://schemas.microsoft.com/office/drawing/2014/main" id="{42927F7C-53AC-400F-8DAD-235A2AF61FB8}"/>
              </a:ext>
            </a:extLst>
          </p:cNvPr>
          <p:cNvSpPr>
            <a:spLocks xmlns:a="http://schemas.openxmlformats.org/drawingml/2006/main" noGrp="1"/>
          </p:cNvSpPr>
          <p:nvPr>
            <p:ph type="pic" idx="11"/>
          </p:nvPr>
        </p:nvSpPr>
        <p:spPr>
          <a:xfrm xmlns:a="http://schemas.openxmlformats.org/drawingml/2006/main">
            <a:off x="0" y="1"/>
            <a:ext cx="9144000" cy="4710113"/>
          </a:xfrm>
          <a:prstGeom xmlns:a="http://schemas.openxmlformats.org/drawingml/2006/main" prst="rect">
            <a:avLst/>
          </a:prstGeom>
          <a:solidFill xmlns:a="http://schemas.openxmlformats.org/drawingml/2006/main">
            <a:schemeClr val="bg2">
              <a:lumMod val="90000"/>
            </a:schemeClr>
          </a:solidFill>
        </p:spPr>
        <p:txBody>
          <a:bodyPr xmlns:a="http://schemas.openxmlformats.org/drawingml/2006/main"/>
          <a:lstStyle xmlns:a="http://schemas.openxmlformats.org/drawingml/2006/main"/>
          <a:p xmlns:a="http://schemas.openxmlformats.org/drawingml/2006/main">
            <a:r>
              <a:t>Click icon to add picture</a:t>
            </a:r>
          </a:p>
        </p:txBody>
      </p:sp>
      <p:sp>
        <p:nvSpPr>
          <p:cNvPr id="13" name="Text Placeholder 12">
            <a:extLst xmlns:a="http://schemas.openxmlformats.org/drawingml/2006/main">
              <a:ext uri="{FF2B5EF4-FFF2-40B4-BE49-F238E27FC236}">
                <a16:creationId xmlns:a16="http://schemas.microsoft.com/office/drawing/2014/main" id="{D2D74F39-96DB-4808-8693-9F55A9D7DB98}"/>
              </a:ext>
            </a:extLst>
          </p:cNvPr>
          <p:cNvSpPr>
            <a:spLocks xmlns:a="http://schemas.openxmlformats.org/drawingml/2006/main" noGrp="1"/>
          </p:cNvSpPr>
          <p:nvPr>
            <p:ph type="body" idx="10"/>
          </p:nvPr>
        </p:nvSpPr>
        <p:spPr>
          <a:xfrm xmlns:a="http://schemas.openxmlformats.org/drawingml/2006/main">
            <a:off x="2" y="1172309"/>
            <a:ext cx="5802922" cy="3971191"/>
          </a:xfrm>
          <a:prstGeom xmlns:a="http://schemas.openxmlformats.org/drawingml/2006/main" prst="rect">
            <a:avLst/>
          </a:prstGeom>
          <a:solidFill xmlns:a="http://schemas.openxmlformats.org/drawingml/2006/main">
            <a:srgbClr val="DEE5EA"/>
          </a:solidFill>
        </p:spPr>
        <p:txBody>
          <a:bodyPr xmlns:a="http://schemas.openxmlformats.org/drawingml/2006/main" lIns="502920" tIns="274320" rIns="457200" bIns="457200"/>
          <a:lstStyle xmlns:a="http://schemas.openxmlformats.org/drawingml/2006/main">
            <a:lvl1pPr marL="0" indent="0">
              <a:lnSpc>
                <a:spcPct val="100000"/>
              </a:lnSpc>
              <a:buNone/>
              <a:defRPr sz="3000">
                <a:solidFill>
                  <a:schemeClr val="tx2"/>
                </a:solidFill>
                <a:latin typeface="+mj-lt"/>
                <a:ea typeface="+mj-lt"/>
                <a:cs typeface="+mj-lt"/>
              </a:defRPr>
            </a:lvl1pPr>
            <a:lvl2pPr marL="0" indent="0">
              <a:spcBef>
                <a:spcPts val="900"/>
              </a:spcBef>
              <a:buNone/>
              <a:defRPr sz="1500">
                <a:solidFill>
                  <a:schemeClr val="tx2"/>
                </a:solidFill>
                <a:latin typeface="+mj-lt"/>
                <a:ea typeface="+mj-lt"/>
                <a:cs typeface="+mj-lt"/>
              </a:defRPr>
            </a:lvl2pPr>
            <a:lvl3pPr marL="457189" indent="0">
              <a:buNone/>
              <a:defRPr>
                <a:solidFill>
                  <a:schemeClr val="bg1"/>
                </a:solidFill>
                <a:latin typeface="+mj-lt"/>
                <a:ea typeface="+mj-lt"/>
                <a:cs typeface="+mj-lt"/>
              </a:defRPr>
            </a:lvl3pPr>
            <a:lvl4pPr marL="692133" indent="0">
              <a:buNone/>
              <a:defRPr>
                <a:solidFill>
                  <a:schemeClr val="bg1"/>
                </a:solidFill>
                <a:latin typeface="+mj-lt"/>
                <a:ea typeface="+mj-lt"/>
                <a:cs typeface="+mj-lt"/>
              </a:defRPr>
            </a:lvl4pPr>
            <a:lvl5pPr marL="914378" indent="0">
              <a:buNone/>
              <a:defRPr>
                <a:solidFill>
                  <a:schemeClr val="bg1"/>
                </a:solidFill>
                <a:latin typeface="+mj-lt"/>
                <a:ea typeface="+mj-lt"/>
                <a:cs typeface="+mj-lt"/>
              </a:defRPr>
            </a:lvl5pPr>
          </a:lstStyle>
          <a:p xmlns:a="http://schemas.openxmlformats.org/drawingml/2006/main">
            <a:pPr lvl="0">
              <a:buNone/>
            </a:pPr>
            <a:r>
              <a:t>Click to edit Master text styles</a:t>
            </a:r>
          </a:p>
          <a:p xmlns:a="http://schemas.openxmlformats.org/drawingml/2006/main">
            <a:pPr lvl="1">
              <a:buNone/>
            </a:pPr>
            <a:r>
              <a:t>Second level</a:t>
            </a:r>
          </a:p>
        </p:txBody>
      </p:sp>
      <p:sp>
        <p:nvSpPr>
          <p:cNvPr id="3" name="Subtitle 2">
            <a:extLst xmlns:a="http://schemas.openxmlformats.org/drawingml/2006/main">
              <a:ext uri="{FF2B5EF4-FFF2-40B4-BE49-F238E27FC236}">
                <a16:creationId xmlns:a16="http://schemas.microsoft.com/office/drawing/2014/main" id="{EDF8FDAB-4A08-464C-A100-FEC37566A54E}"/>
              </a:ext>
            </a:extLst>
          </p:cNvPr>
          <p:cNvSpPr>
            <a:spLocks xmlns:a="http://schemas.openxmlformats.org/drawingml/2006/main" noGrp="1"/>
          </p:cNvSpPr>
          <p:nvPr>
            <p:ph type="subTitle" idx="1"/>
          </p:nvPr>
        </p:nvSpPr>
        <p:spPr>
          <a:xfrm xmlns:a="http://schemas.openxmlformats.org/drawingml/2006/main">
            <a:off x="525780" y="3566160"/>
            <a:ext cx="4846320" cy="156646"/>
          </a:xfrm>
        </p:spPr>
        <p:txBody>
          <a:bodyPr xmlns:a="http://schemas.openxmlformats.org/drawingml/2006/main" anchor="b">
            <a:spAutoFit/>
          </a:bodyPr>
          <a:lstStyle xmlns:a="http://schemas.openxmlformats.org/drawingml/2006/main">
            <a:lvl1pPr marL="0" indent="0" algn="l">
              <a:buNone/>
              <a:defRPr sz="1000" i="1">
                <a:solidFill>
                  <a:schemeClr val="tx1"/>
                </a:solidFill>
                <a:latin typeface="+mj-lt"/>
                <a:ea typeface="+mj-lt"/>
                <a:cs typeface="+mj-lt"/>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xmlns:a="http://schemas.openxmlformats.org/drawingml/2006/main">
            <a:r>
              <a:t>Click to edit Master subtitle style</a:t>
            </a:r>
          </a:p>
        </p:txBody>
      </p:sp>
      <p:sp>
        <p:nvSpPr>
          <p:cNvPr id="9" name="Freeform 5">
            <a:extLst xmlns:a="http://schemas.openxmlformats.org/drawingml/2006/main">
              <a:ext uri="{FF2B5EF4-FFF2-40B4-BE49-F238E27FC236}">
                <a16:creationId xmlns:a16="http://schemas.microsoft.com/office/drawing/2014/main" id="{6EF64205-A64B-4137-BA41-5E5CFE0F359E}"/>
              </a:ext>
            </a:extLst>
          </p:cNvPr>
          <p:cNvSpPr>
            <a:spLocks xmlns:a="http://schemas.openxmlformats.org/drawingml/2006/main" noGrp="1"/>
          </p:cNvSpPr>
          <p:nvPr/>
        </p:nvSpPr>
        <p:spPr>
          <a:xfrm xmlns:a="http://schemas.openxmlformats.org/drawingml/2006/main">
            <a:off x="482707" y="433839"/>
            <a:ext cx="2192207" cy="410518"/>
          </a:xfrm>
          <a:custGeom xmlns:a="http://schemas.openxmlformats.org/drawingml/2006/main">
            <a:gdLst>
              <a:gd name="T0" fmla="*/ 225 w 1440"/>
              <a:gd name="T1" fmla="*/ 110 h 267"/>
              <a:gd name="T2" fmla="*/ 317 w 1440"/>
              <a:gd name="T3" fmla="*/ 7 h 267"/>
              <a:gd name="T4" fmla="*/ 475 w 1440"/>
              <a:gd name="T5" fmla="*/ 19 h 267"/>
              <a:gd name="T6" fmla="*/ 830 w 1440"/>
              <a:gd name="T7" fmla="*/ 7 h 267"/>
              <a:gd name="T8" fmla="*/ 130 w 1440"/>
              <a:gd name="T9" fmla="*/ 210 h 267"/>
              <a:gd name="T10" fmla="*/ 437 w 1440"/>
              <a:gd name="T11" fmla="*/ 209 h 267"/>
              <a:gd name="T12" fmla="*/ 493 w 1440"/>
              <a:gd name="T13" fmla="*/ 198 h 267"/>
              <a:gd name="T14" fmla="*/ 866 w 1440"/>
              <a:gd name="T15" fmla="*/ 171 h 267"/>
              <a:gd name="T16" fmla="*/ 737 w 1440"/>
              <a:gd name="T17" fmla="*/ 261 h 267"/>
              <a:gd name="T18" fmla="*/ 958 w 1440"/>
              <a:gd name="T19" fmla="*/ 172 h 267"/>
              <a:gd name="T20" fmla="*/ 906 w 1440"/>
              <a:gd name="T21" fmla="*/ 254 h 267"/>
              <a:gd name="T22" fmla="*/ 309 w 1440"/>
              <a:gd name="T23" fmla="*/ 260 h 267"/>
              <a:gd name="T24" fmla="*/ 1053 w 1440"/>
              <a:gd name="T25" fmla="*/ 31 h 267"/>
              <a:gd name="T26" fmla="*/ 1075 w 1440"/>
              <a:gd name="T27" fmla="*/ 44 h 267"/>
              <a:gd name="T28" fmla="*/ 1091 w 1440"/>
              <a:gd name="T29" fmla="*/ 22 h 267"/>
              <a:gd name="T30" fmla="*/ 1107 w 1440"/>
              <a:gd name="T31" fmla="*/ 27 h 267"/>
              <a:gd name="T32" fmla="*/ 1125 w 1440"/>
              <a:gd name="T33" fmla="*/ 55 h 267"/>
              <a:gd name="T34" fmla="*/ 1159 w 1440"/>
              <a:gd name="T35" fmla="*/ 53 h 267"/>
              <a:gd name="T36" fmla="*/ 1160 w 1440"/>
              <a:gd name="T37" fmla="*/ 57 h 267"/>
              <a:gd name="T38" fmla="*/ 1177 w 1440"/>
              <a:gd name="T39" fmla="*/ 23 h 267"/>
              <a:gd name="T40" fmla="*/ 1207 w 1440"/>
              <a:gd name="T41" fmla="*/ 58 h 267"/>
              <a:gd name="T42" fmla="*/ 1245 w 1440"/>
              <a:gd name="T43" fmla="*/ 27 h 267"/>
              <a:gd name="T44" fmla="*/ 1225 w 1440"/>
              <a:gd name="T45" fmla="*/ 43 h 267"/>
              <a:gd name="T46" fmla="*/ 1271 w 1440"/>
              <a:gd name="T47" fmla="*/ 19 h 267"/>
              <a:gd name="T48" fmla="*/ 1259 w 1440"/>
              <a:gd name="T49" fmla="*/ 32 h 267"/>
              <a:gd name="T50" fmla="*/ 1290 w 1440"/>
              <a:gd name="T51" fmla="*/ 54 h 267"/>
              <a:gd name="T52" fmla="*/ 1310 w 1440"/>
              <a:gd name="T53" fmla="*/ 25 h 267"/>
              <a:gd name="T54" fmla="*/ 1059 w 1440"/>
              <a:gd name="T55" fmla="*/ 110 h 267"/>
              <a:gd name="T56" fmla="*/ 1099 w 1440"/>
              <a:gd name="T57" fmla="*/ 134 h 267"/>
              <a:gd name="T58" fmla="*/ 1120 w 1440"/>
              <a:gd name="T59" fmla="*/ 156 h 267"/>
              <a:gd name="T60" fmla="*/ 1141 w 1440"/>
              <a:gd name="T61" fmla="*/ 123 h 267"/>
              <a:gd name="T62" fmla="*/ 1148 w 1440"/>
              <a:gd name="T63" fmla="*/ 175 h 267"/>
              <a:gd name="T64" fmla="*/ 1184 w 1440"/>
              <a:gd name="T65" fmla="*/ 119 h 267"/>
              <a:gd name="T66" fmla="*/ 1181 w 1440"/>
              <a:gd name="T67" fmla="*/ 153 h 267"/>
              <a:gd name="T68" fmla="*/ 1201 w 1440"/>
              <a:gd name="T69" fmla="*/ 125 h 267"/>
              <a:gd name="T70" fmla="*/ 1230 w 1440"/>
              <a:gd name="T71" fmla="*/ 157 h 267"/>
              <a:gd name="T72" fmla="*/ 1260 w 1440"/>
              <a:gd name="T73" fmla="*/ 154 h 267"/>
              <a:gd name="T74" fmla="*/ 1261 w 1440"/>
              <a:gd name="T75" fmla="*/ 158 h 267"/>
              <a:gd name="T76" fmla="*/ 1284 w 1440"/>
              <a:gd name="T77" fmla="*/ 152 h 267"/>
              <a:gd name="T78" fmla="*/ 1294 w 1440"/>
              <a:gd name="T79" fmla="*/ 123 h 267"/>
              <a:gd name="T80" fmla="*/ 1317 w 1440"/>
              <a:gd name="T81" fmla="*/ 125 h 267"/>
              <a:gd name="T82" fmla="*/ 1342 w 1440"/>
              <a:gd name="T83" fmla="*/ 121 h 267"/>
              <a:gd name="T84" fmla="*/ 1351 w 1440"/>
              <a:gd name="T85" fmla="*/ 112 h 267"/>
              <a:gd name="T86" fmla="*/ 1364 w 1440"/>
              <a:gd name="T87" fmla="*/ 159 h 267"/>
              <a:gd name="T88" fmla="*/ 1399 w 1440"/>
              <a:gd name="T89" fmla="*/ 156 h 267"/>
              <a:gd name="T90" fmla="*/ 1432 w 1440"/>
              <a:gd name="T91" fmla="*/ 120 h 267"/>
              <a:gd name="T92" fmla="*/ 1410 w 1440"/>
              <a:gd name="T93" fmla="*/ 176 h 267"/>
              <a:gd name="T94" fmla="*/ 1076 w 1440"/>
              <a:gd name="T95" fmla="*/ 242 h 267"/>
              <a:gd name="T96" fmla="*/ 1062 w 1440"/>
              <a:gd name="T97" fmla="*/ 225 h 267"/>
              <a:gd name="T98" fmla="*/ 1091 w 1440"/>
              <a:gd name="T99" fmla="*/ 208 h 267"/>
              <a:gd name="T100" fmla="*/ 1112 w 1440"/>
              <a:gd name="T101" fmla="*/ 233 h 267"/>
              <a:gd name="T102" fmla="*/ 1128 w 1440"/>
              <a:gd name="T103" fmla="*/ 224 h 267"/>
              <a:gd name="T104" fmla="*/ 1168 w 1440"/>
              <a:gd name="T105" fmla="*/ 255 h 267"/>
              <a:gd name="T106" fmla="*/ 1154 w 1440"/>
              <a:gd name="T107" fmla="*/ 236 h 267"/>
              <a:gd name="T108" fmla="*/ 1203 w 1440"/>
              <a:gd name="T109" fmla="*/ 256 h 267"/>
              <a:gd name="T110" fmla="*/ 1200 w 1440"/>
              <a:gd name="T111" fmla="*/ 213 h 267"/>
              <a:gd name="T112" fmla="*/ 1227 w 1440"/>
              <a:gd name="T113" fmla="*/ 256 h 267"/>
              <a:gd name="T114" fmla="*/ 1249 w 1440"/>
              <a:gd name="T115" fmla="*/ 260 h 267"/>
              <a:gd name="T116" fmla="*/ 1255 w 1440"/>
              <a:gd name="T117" fmla="*/ 205 h 267"/>
              <a:gd name="T118" fmla="*/ 1297 w 1440"/>
              <a:gd name="T119" fmla="*/ 226 h 267"/>
              <a:gd name="T120" fmla="*/ 1303 w 1440"/>
              <a:gd name="T121" fmla="*/ 243 h 267"/>
              <a:gd name="T122" fmla="*/ 1344 w 1440"/>
              <a:gd name="T123" fmla="*/ 229 h 267"/>
              <a:gd name="T124" fmla="*/ 1328 w 1440"/>
              <a:gd name="T125" fmla="*/ 239 h 267"/>
            </a:gdLst>
            <a:rect l="0" t="0" r="r" b="b"/>
            <a:pathLst>
              <a:path w="1440" h="267">
                <a:moveTo>
                  <a:pt x="17" y="110"/>
                </a:moveTo>
                <a:cubicBezTo>
                  <a:pt x="3" y="110"/>
                  <a:pt x="3" y="110"/>
                  <a:pt x="3" y="110"/>
                </a:cubicBezTo>
                <a:cubicBezTo>
                  <a:pt x="3" y="1"/>
                  <a:pt x="3" y="1"/>
                  <a:pt x="3" y="1"/>
                </a:cubicBezTo>
                <a:cubicBezTo>
                  <a:pt x="81" y="83"/>
                  <a:pt x="81" y="83"/>
                  <a:pt x="81" y="83"/>
                </a:cubicBezTo>
                <a:cubicBezTo>
                  <a:pt x="81" y="7"/>
                  <a:pt x="81" y="7"/>
                  <a:pt x="81" y="7"/>
                </a:cubicBezTo>
                <a:cubicBezTo>
                  <a:pt x="95" y="7"/>
                  <a:pt x="95" y="7"/>
                  <a:pt x="95" y="7"/>
                </a:cubicBezTo>
                <a:cubicBezTo>
                  <a:pt x="95" y="117"/>
                  <a:pt x="95" y="117"/>
                  <a:pt x="95" y="117"/>
                </a:cubicBezTo>
                <a:cubicBezTo>
                  <a:pt x="17" y="35"/>
                  <a:pt x="17" y="35"/>
                  <a:pt x="17" y="35"/>
                </a:cubicBezTo>
                <a:lnTo>
                  <a:pt x="17" y="110"/>
                </a:lnTo>
                <a:close/>
                <a:moveTo>
                  <a:pt x="130" y="110"/>
                </a:moveTo>
                <a:cubicBezTo>
                  <a:pt x="145" y="110"/>
                  <a:pt x="145" y="110"/>
                  <a:pt x="145" y="110"/>
                </a:cubicBezTo>
                <a:cubicBezTo>
                  <a:pt x="178" y="33"/>
                  <a:pt x="178" y="33"/>
                  <a:pt x="178" y="33"/>
                </a:cubicBezTo>
                <a:cubicBezTo>
                  <a:pt x="210" y="109"/>
                  <a:pt x="210" y="109"/>
                  <a:pt x="210" y="109"/>
                </a:cubicBezTo>
                <a:cubicBezTo>
                  <a:pt x="210" y="110"/>
                  <a:pt x="210" y="110"/>
                  <a:pt x="210" y="110"/>
                </a:cubicBezTo>
                <a:cubicBezTo>
                  <a:pt x="225" y="110"/>
                  <a:pt x="225" y="110"/>
                  <a:pt x="225" y="110"/>
                </a:cubicBezTo>
                <a:cubicBezTo>
                  <a:pt x="178" y="0"/>
                  <a:pt x="178" y="0"/>
                  <a:pt x="178" y="0"/>
                </a:cubicBezTo>
                <a:lnTo>
                  <a:pt x="130" y="110"/>
                </a:lnTo>
                <a:close/>
                <a:moveTo>
                  <a:pt x="700" y="110"/>
                </a:moveTo>
                <a:cubicBezTo>
                  <a:pt x="715" y="110"/>
                  <a:pt x="715" y="110"/>
                  <a:pt x="715" y="110"/>
                </a:cubicBezTo>
                <a:cubicBezTo>
                  <a:pt x="748" y="33"/>
                  <a:pt x="748" y="33"/>
                  <a:pt x="748" y="33"/>
                </a:cubicBezTo>
                <a:cubicBezTo>
                  <a:pt x="780" y="109"/>
                  <a:pt x="780" y="109"/>
                  <a:pt x="780" y="109"/>
                </a:cubicBezTo>
                <a:cubicBezTo>
                  <a:pt x="780" y="110"/>
                  <a:pt x="780" y="110"/>
                  <a:pt x="780" y="110"/>
                </a:cubicBezTo>
                <a:cubicBezTo>
                  <a:pt x="795" y="110"/>
                  <a:pt x="795" y="110"/>
                  <a:pt x="795" y="110"/>
                </a:cubicBezTo>
                <a:cubicBezTo>
                  <a:pt x="748" y="0"/>
                  <a:pt x="748" y="0"/>
                  <a:pt x="748" y="0"/>
                </a:cubicBezTo>
                <a:lnTo>
                  <a:pt x="700" y="110"/>
                </a:lnTo>
                <a:close/>
                <a:moveTo>
                  <a:pt x="273" y="110"/>
                </a:moveTo>
                <a:cubicBezTo>
                  <a:pt x="286" y="110"/>
                  <a:pt x="286" y="110"/>
                  <a:pt x="286" y="110"/>
                </a:cubicBezTo>
                <a:cubicBezTo>
                  <a:pt x="286" y="20"/>
                  <a:pt x="286" y="20"/>
                  <a:pt x="286" y="20"/>
                </a:cubicBezTo>
                <a:cubicBezTo>
                  <a:pt x="317" y="20"/>
                  <a:pt x="317" y="20"/>
                  <a:pt x="317" y="20"/>
                </a:cubicBezTo>
                <a:cubicBezTo>
                  <a:pt x="317" y="7"/>
                  <a:pt x="317" y="7"/>
                  <a:pt x="317" y="7"/>
                </a:cubicBezTo>
                <a:cubicBezTo>
                  <a:pt x="242" y="7"/>
                  <a:pt x="242" y="7"/>
                  <a:pt x="242" y="7"/>
                </a:cubicBezTo>
                <a:cubicBezTo>
                  <a:pt x="242" y="20"/>
                  <a:pt x="242" y="20"/>
                  <a:pt x="242" y="20"/>
                </a:cubicBezTo>
                <a:cubicBezTo>
                  <a:pt x="273" y="20"/>
                  <a:pt x="273" y="20"/>
                  <a:pt x="273" y="20"/>
                </a:cubicBezTo>
                <a:lnTo>
                  <a:pt x="273" y="110"/>
                </a:lnTo>
                <a:close/>
                <a:moveTo>
                  <a:pt x="374" y="7"/>
                </a:moveTo>
                <a:cubicBezTo>
                  <a:pt x="360" y="7"/>
                  <a:pt x="360" y="7"/>
                  <a:pt x="360" y="7"/>
                </a:cubicBezTo>
                <a:cubicBezTo>
                  <a:pt x="360" y="110"/>
                  <a:pt x="360" y="110"/>
                  <a:pt x="360" y="110"/>
                </a:cubicBezTo>
                <a:cubicBezTo>
                  <a:pt x="374" y="110"/>
                  <a:pt x="374" y="110"/>
                  <a:pt x="374" y="110"/>
                </a:cubicBezTo>
                <a:lnTo>
                  <a:pt x="374" y="7"/>
                </a:lnTo>
                <a:close/>
                <a:moveTo>
                  <a:pt x="475" y="112"/>
                </a:moveTo>
                <a:cubicBezTo>
                  <a:pt x="445" y="112"/>
                  <a:pt x="421" y="88"/>
                  <a:pt x="421" y="59"/>
                </a:cubicBezTo>
                <a:cubicBezTo>
                  <a:pt x="421" y="29"/>
                  <a:pt x="445" y="5"/>
                  <a:pt x="475" y="5"/>
                </a:cubicBezTo>
                <a:cubicBezTo>
                  <a:pt x="505" y="5"/>
                  <a:pt x="528" y="29"/>
                  <a:pt x="528" y="59"/>
                </a:cubicBezTo>
                <a:cubicBezTo>
                  <a:pt x="528" y="88"/>
                  <a:pt x="505" y="112"/>
                  <a:pt x="475" y="112"/>
                </a:cubicBezTo>
                <a:close/>
                <a:moveTo>
                  <a:pt x="475" y="19"/>
                </a:moveTo>
                <a:cubicBezTo>
                  <a:pt x="453" y="19"/>
                  <a:pt x="435" y="37"/>
                  <a:pt x="435" y="59"/>
                </a:cubicBezTo>
                <a:cubicBezTo>
                  <a:pt x="435" y="81"/>
                  <a:pt x="453" y="99"/>
                  <a:pt x="475" y="99"/>
                </a:cubicBezTo>
                <a:cubicBezTo>
                  <a:pt x="497" y="99"/>
                  <a:pt x="514" y="81"/>
                  <a:pt x="514" y="59"/>
                </a:cubicBezTo>
                <a:cubicBezTo>
                  <a:pt x="514" y="37"/>
                  <a:pt x="497" y="19"/>
                  <a:pt x="475" y="19"/>
                </a:cubicBezTo>
                <a:close/>
                <a:moveTo>
                  <a:pt x="586" y="35"/>
                </a:moveTo>
                <a:cubicBezTo>
                  <a:pt x="664" y="117"/>
                  <a:pt x="664" y="117"/>
                  <a:pt x="664" y="117"/>
                </a:cubicBezTo>
                <a:cubicBezTo>
                  <a:pt x="664" y="7"/>
                  <a:pt x="664" y="7"/>
                  <a:pt x="664" y="7"/>
                </a:cubicBezTo>
                <a:cubicBezTo>
                  <a:pt x="650" y="7"/>
                  <a:pt x="650" y="7"/>
                  <a:pt x="650" y="7"/>
                </a:cubicBezTo>
                <a:cubicBezTo>
                  <a:pt x="650" y="83"/>
                  <a:pt x="650" y="83"/>
                  <a:pt x="650" y="83"/>
                </a:cubicBezTo>
                <a:cubicBezTo>
                  <a:pt x="572" y="1"/>
                  <a:pt x="572" y="1"/>
                  <a:pt x="572" y="1"/>
                </a:cubicBezTo>
                <a:cubicBezTo>
                  <a:pt x="572" y="110"/>
                  <a:pt x="572" y="110"/>
                  <a:pt x="572" y="110"/>
                </a:cubicBezTo>
                <a:cubicBezTo>
                  <a:pt x="586" y="110"/>
                  <a:pt x="586" y="110"/>
                  <a:pt x="586" y="110"/>
                </a:cubicBezTo>
                <a:lnTo>
                  <a:pt x="586" y="35"/>
                </a:lnTo>
                <a:close/>
                <a:moveTo>
                  <a:pt x="843" y="7"/>
                </a:moveTo>
                <a:cubicBezTo>
                  <a:pt x="830" y="7"/>
                  <a:pt x="830" y="7"/>
                  <a:pt x="830" y="7"/>
                </a:cubicBezTo>
                <a:cubicBezTo>
                  <a:pt x="830" y="110"/>
                  <a:pt x="830" y="110"/>
                  <a:pt x="830" y="110"/>
                </a:cubicBezTo>
                <a:cubicBezTo>
                  <a:pt x="885" y="110"/>
                  <a:pt x="885" y="110"/>
                  <a:pt x="885" y="110"/>
                </a:cubicBezTo>
                <a:cubicBezTo>
                  <a:pt x="885" y="97"/>
                  <a:pt x="885" y="97"/>
                  <a:pt x="885" y="97"/>
                </a:cubicBezTo>
                <a:cubicBezTo>
                  <a:pt x="843" y="97"/>
                  <a:pt x="843" y="97"/>
                  <a:pt x="843" y="97"/>
                </a:cubicBezTo>
                <a:lnTo>
                  <a:pt x="843" y="7"/>
                </a:lnTo>
                <a:close/>
                <a:moveTo>
                  <a:pt x="169" y="156"/>
                </a:moveTo>
                <a:cubicBezTo>
                  <a:pt x="139" y="156"/>
                  <a:pt x="116" y="179"/>
                  <a:pt x="116" y="209"/>
                </a:cubicBezTo>
                <a:cubicBezTo>
                  <a:pt x="116" y="240"/>
                  <a:pt x="139" y="262"/>
                  <a:pt x="169" y="262"/>
                </a:cubicBezTo>
                <a:cubicBezTo>
                  <a:pt x="175" y="262"/>
                  <a:pt x="188" y="261"/>
                  <a:pt x="200" y="252"/>
                </a:cubicBezTo>
                <a:cubicBezTo>
                  <a:pt x="200" y="252"/>
                  <a:pt x="200" y="252"/>
                  <a:pt x="200" y="252"/>
                </a:cubicBezTo>
                <a:cubicBezTo>
                  <a:pt x="200" y="234"/>
                  <a:pt x="200" y="234"/>
                  <a:pt x="200" y="234"/>
                </a:cubicBezTo>
                <a:cubicBezTo>
                  <a:pt x="198" y="236"/>
                  <a:pt x="198" y="236"/>
                  <a:pt x="198" y="236"/>
                </a:cubicBezTo>
                <a:cubicBezTo>
                  <a:pt x="196" y="239"/>
                  <a:pt x="192" y="242"/>
                  <a:pt x="187" y="245"/>
                </a:cubicBezTo>
                <a:cubicBezTo>
                  <a:pt x="181" y="247"/>
                  <a:pt x="175" y="249"/>
                  <a:pt x="169" y="249"/>
                </a:cubicBezTo>
                <a:cubicBezTo>
                  <a:pt x="142" y="249"/>
                  <a:pt x="130" y="226"/>
                  <a:pt x="130" y="210"/>
                </a:cubicBezTo>
                <a:cubicBezTo>
                  <a:pt x="130" y="187"/>
                  <a:pt x="147" y="169"/>
                  <a:pt x="169" y="169"/>
                </a:cubicBezTo>
                <a:cubicBezTo>
                  <a:pt x="174" y="169"/>
                  <a:pt x="180" y="170"/>
                  <a:pt x="185" y="173"/>
                </a:cubicBezTo>
                <a:cubicBezTo>
                  <a:pt x="190" y="175"/>
                  <a:pt x="194" y="178"/>
                  <a:pt x="198" y="182"/>
                </a:cubicBezTo>
                <a:cubicBezTo>
                  <a:pt x="200" y="184"/>
                  <a:pt x="200" y="184"/>
                  <a:pt x="200" y="184"/>
                </a:cubicBezTo>
                <a:cubicBezTo>
                  <a:pt x="200" y="166"/>
                  <a:pt x="200" y="166"/>
                  <a:pt x="200" y="166"/>
                </a:cubicBezTo>
                <a:cubicBezTo>
                  <a:pt x="200" y="166"/>
                  <a:pt x="200" y="166"/>
                  <a:pt x="200" y="166"/>
                </a:cubicBezTo>
                <a:cubicBezTo>
                  <a:pt x="191" y="159"/>
                  <a:pt x="181" y="156"/>
                  <a:pt x="169" y="156"/>
                </a:cubicBezTo>
                <a:close/>
                <a:moveTo>
                  <a:pt x="437" y="209"/>
                </a:moveTo>
                <a:cubicBezTo>
                  <a:pt x="437" y="225"/>
                  <a:pt x="431" y="238"/>
                  <a:pt x="419" y="249"/>
                </a:cubicBezTo>
                <a:cubicBezTo>
                  <a:pt x="409" y="257"/>
                  <a:pt x="399" y="261"/>
                  <a:pt x="382" y="261"/>
                </a:cubicBezTo>
                <a:cubicBezTo>
                  <a:pt x="360" y="261"/>
                  <a:pt x="360" y="261"/>
                  <a:pt x="360" y="261"/>
                </a:cubicBezTo>
                <a:cubicBezTo>
                  <a:pt x="360" y="157"/>
                  <a:pt x="360" y="157"/>
                  <a:pt x="360" y="157"/>
                </a:cubicBezTo>
                <a:cubicBezTo>
                  <a:pt x="382" y="157"/>
                  <a:pt x="382" y="157"/>
                  <a:pt x="382" y="157"/>
                </a:cubicBezTo>
                <a:cubicBezTo>
                  <a:pt x="393" y="157"/>
                  <a:pt x="407" y="159"/>
                  <a:pt x="420" y="170"/>
                </a:cubicBezTo>
                <a:cubicBezTo>
                  <a:pt x="426" y="175"/>
                  <a:pt x="437" y="187"/>
                  <a:pt x="437" y="209"/>
                </a:cubicBezTo>
                <a:close/>
                <a:moveTo>
                  <a:pt x="423" y="209"/>
                </a:moveTo>
                <a:cubicBezTo>
                  <a:pt x="423" y="186"/>
                  <a:pt x="407" y="171"/>
                  <a:pt x="382" y="171"/>
                </a:cubicBezTo>
                <a:cubicBezTo>
                  <a:pt x="374" y="171"/>
                  <a:pt x="374" y="171"/>
                  <a:pt x="374" y="171"/>
                </a:cubicBezTo>
                <a:cubicBezTo>
                  <a:pt x="374" y="247"/>
                  <a:pt x="374" y="247"/>
                  <a:pt x="374" y="247"/>
                </a:cubicBezTo>
                <a:cubicBezTo>
                  <a:pt x="382" y="247"/>
                  <a:pt x="382" y="247"/>
                  <a:pt x="382" y="247"/>
                </a:cubicBezTo>
                <a:cubicBezTo>
                  <a:pt x="390" y="247"/>
                  <a:pt x="401" y="246"/>
                  <a:pt x="410" y="239"/>
                </a:cubicBezTo>
                <a:cubicBezTo>
                  <a:pt x="416" y="234"/>
                  <a:pt x="423" y="224"/>
                  <a:pt x="423" y="209"/>
                </a:cubicBezTo>
                <a:close/>
                <a:moveTo>
                  <a:pt x="479" y="261"/>
                </a:moveTo>
                <a:cubicBezTo>
                  <a:pt x="541" y="261"/>
                  <a:pt x="541" y="261"/>
                  <a:pt x="541" y="261"/>
                </a:cubicBezTo>
                <a:cubicBezTo>
                  <a:pt x="541" y="247"/>
                  <a:pt x="541" y="247"/>
                  <a:pt x="541" y="247"/>
                </a:cubicBezTo>
                <a:cubicBezTo>
                  <a:pt x="493" y="247"/>
                  <a:pt x="493" y="247"/>
                  <a:pt x="493" y="247"/>
                </a:cubicBezTo>
                <a:cubicBezTo>
                  <a:pt x="493" y="211"/>
                  <a:pt x="493" y="211"/>
                  <a:pt x="493" y="211"/>
                </a:cubicBezTo>
                <a:cubicBezTo>
                  <a:pt x="535" y="211"/>
                  <a:pt x="535" y="211"/>
                  <a:pt x="535" y="211"/>
                </a:cubicBezTo>
                <a:cubicBezTo>
                  <a:pt x="535" y="198"/>
                  <a:pt x="535" y="198"/>
                  <a:pt x="535" y="198"/>
                </a:cubicBezTo>
                <a:cubicBezTo>
                  <a:pt x="493" y="198"/>
                  <a:pt x="493" y="198"/>
                  <a:pt x="493" y="198"/>
                </a:cubicBezTo>
                <a:cubicBezTo>
                  <a:pt x="493" y="171"/>
                  <a:pt x="493" y="171"/>
                  <a:pt x="493" y="171"/>
                </a:cubicBezTo>
                <a:cubicBezTo>
                  <a:pt x="541" y="171"/>
                  <a:pt x="541" y="171"/>
                  <a:pt x="541" y="171"/>
                </a:cubicBezTo>
                <a:cubicBezTo>
                  <a:pt x="541" y="157"/>
                  <a:pt x="541" y="157"/>
                  <a:pt x="541" y="157"/>
                </a:cubicBezTo>
                <a:cubicBezTo>
                  <a:pt x="479" y="157"/>
                  <a:pt x="479" y="157"/>
                  <a:pt x="479" y="157"/>
                </a:cubicBezTo>
                <a:lnTo>
                  <a:pt x="479" y="261"/>
                </a:lnTo>
                <a:close/>
                <a:moveTo>
                  <a:pt x="805" y="261"/>
                </a:moveTo>
                <a:cubicBezTo>
                  <a:pt x="866" y="261"/>
                  <a:pt x="866" y="261"/>
                  <a:pt x="866" y="261"/>
                </a:cubicBezTo>
                <a:cubicBezTo>
                  <a:pt x="866" y="247"/>
                  <a:pt x="866" y="247"/>
                  <a:pt x="866" y="247"/>
                </a:cubicBezTo>
                <a:cubicBezTo>
                  <a:pt x="819" y="247"/>
                  <a:pt x="819" y="247"/>
                  <a:pt x="819" y="247"/>
                </a:cubicBezTo>
                <a:cubicBezTo>
                  <a:pt x="819" y="211"/>
                  <a:pt x="819" y="211"/>
                  <a:pt x="819" y="211"/>
                </a:cubicBezTo>
                <a:cubicBezTo>
                  <a:pt x="860" y="211"/>
                  <a:pt x="860" y="211"/>
                  <a:pt x="860" y="211"/>
                </a:cubicBezTo>
                <a:cubicBezTo>
                  <a:pt x="860" y="198"/>
                  <a:pt x="860" y="198"/>
                  <a:pt x="860" y="198"/>
                </a:cubicBezTo>
                <a:cubicBezTo>
                  <a:pt x="819" y="198"/>
                  <a:pt x="819" y="198"/>
                  <a:pt x="819" y="198"/>
                </a:cubicBezTo>
                <a:cubicBezTo>
                  <a:pt x="819" y="171"/>
                  <a:pt x="819" y="171"/>
                  <a:pt x="819" y="171"/>
                </a:cubicBezTo>
                <a:cubicBezTo>
                  <a:pt x="866" y="171"/>
                  <a:pt x="866" y="171"/>
                  <a:pt x="866" y="171"/>
                </a:cubicBezTo>
                <a:cubicBezTo>
                  <a:pt x="866" y="157"/>
                  <a:pt x="866" y="157"/>
                  <a:pt x="866" y="157"/>
                </a:cubicBezTo>
                <a:cubicBezTo>
                  <a:pt x="805" y="157"/>
                  <a:pt x="805" y="157"/>
                  <a:pt x="805" y="157"/>
                </a:cubicBezTo>
                <a:lnTo>
                  <a:pt x="805" y="261"/>
                </a:lnTo>
                <a:close/>
                <a:moveTo>
                  <a:pt x="634" y="235"/>
                </a:moveTo>
                <a:cubicBezTo>
                  <a:pt x="595" y="149"/>
                  <a:pt x="595" y="149"/>
                  <a:pt x="595" y="149"/>
                </a:cubicBezTo>
                <a:cubicBezTo>
                  <a:pt x="578" y="261"/>
                  <a:pt x="578" y="261"/>
                  <a:pt x="578" y="261"/>
                </a:cubicBezTo>
                <a:cubicBezTo>
                  <a:pt x="592" y="261"/>
                  <a:pt x="592" y="261"/>
                  <a:pt x="592" y="261"/>
                </a:cubicBezTo>
                <a:cubicBezTo>
                  <a:pt x="601" y="194"/>
                  <a:pt x="601" y="194"/>
                  <a:pt x="601" y="194"/>
                </a:cubicBezTo>
                <a:cubicBezTo>
                  <a:pt x="634" y="267"/>
                  <a:pt x="634" y="267"/>
                  <a:pt x="634" y="267"/>
                </a:cubicBezTo>
                <a:cubicBezTo>
                  <a:pt x="668" y="194"/>
                  <a:pt x="668" y="194"/>
                  <a:pt x="668" y="194"/>
                </a:cubicBezTo>
                <a:cubicBezTo>
                  <a:pt x="677" y="261"/>
                  <a:pt x="677" y="261"/>
                  <a:pt x="677" y="261"/>
                </a:cubicBezTo>
                <a:cubicBezTo>
                  <a:pt x="691" y="261"/>
                  <a:pt x="691" y="261"/>
                  <a:pt x="691" y="261"/>
                </a:cubicBezTo>
                <a:cubicBezTo>
                  <a:pt x="674" y="148"/>
                  <a:pt x="674" y="148"/>
                  <a:pt x="674" y="148"/>
                </a:cubicBezTo>
                <a:lnTo>
                  <a:pt x="634" y="235"/>
                </a:lnTo>
                <a:close/>
                <a:moveTo>
                  <a:pt x="737" y="261"/>
                </a:moveTo>
                <a:cubicBezTo>
                  <a:pt x="751" y="261"/>
                  <a:pt x="751" y="261"/>
                  <a:pt x="751" y="261"/>
                </a:cubicBezTo>
                <a:cubicBezTo>
                  <a:pt x="751" y="157"/>
                  <a:pt x="751" y="157"/>
                  <a:pt x="751" y="157"/>
                </a:cubicBezTo>
                <a:cubicBezTo>
                  <a:pt x="737" y="157"/>
                  <a:pt x="737" y="157"/>
                  <a:pt x="737" y="157"/>
                </a:cubicBezTo>
                <a:lnTo>
                  <a:pt x="737" y="261"/>
                </a:lnTo>
                <a:close/>
                <a:moveTo>
                  <a:pt x="955" y="211"/>
                </a:moveTo>
                <a:cubicBezTo>
                  <a:pt x="950" y="207"/>
                  <a:pt x="945" y="204"/>
                  <a:pt x="939" y="201"/>
                </a:cubicBezTo>
                <a:cubicBezTo>
                  <a:pt x="929" y="197"/>
                  <a:pt x="929" y="197"/>
                  <a:pt x="929" y="197"/>
                </a:cubicBezTo>
                <a:cubicBezTo>
                  <a:pt x="925" y="195"/>
                  <a:pt x="922" y="194"/>
                  <a:pt x="919" y="191"/>
                </a:cubicBezTo>
                <a:cubicBezTo>
                  <a:pt x="916" y="189"/>
                  <a:pt x="916" y="187"/>
                  <a:pt x="916" y="183"/>
                </a:cubicBezTo>
                <a:cubicBezTo>
                  <a:pt x="916" y="175"/>
                  <a:pt x="922" y="169"/>
                  <a:pt x="931" y="169"/>
                </a:cubicBezTo>
                <a:cubicBezTo>
                  <a:pt x="936" y="169"/>
                  <a:pt x="940" y="171"/>
                  <a:pt x="942" y="172"/>
                </a:cubicBezTo>
                <a:cubicBezTo>
                  <a:pt x="944" y="174"/>
                  <a:pt x="946" y="177"/>
                  <a:pt x="947" y="179"/>
                </a:cubicBezTo>
                <a:cubicBezTo>
                  <a:pt x="948" y="181"/>
                  <a:pt x="948" y="181"/>
                  <a:pt x="948" y="181"/>
                </a:cubicBezTo>
                <a:cubicBezTo>
                  <a:pt x="959" y="173"/>
                  <a:pt x="959" y="173"/>
                  <a:pt x="959" y="173"/>
                </a:cubicBezTo>
                <a:cubicBezTo>
                  <a:pt x="958" y="172"/>
                  <a:pt x="958" y="172"/>
                  <a:pt x="958" y="172"/>
                </a:cubicBezTo>
                <a:cubicBezTo>
                  <a:pt x="956" y="167"/>
                  <a:pt x="952" y="163"/>
                  <a:pt x="948" y="161"/>
                </a:cubicBezTo>
                <a:cubicBezTo>
                  <a:pt x="943" y="157"/>
                  <a:pt x="938" y="156"/>
                  <a:pt x="931" y="156"/>
                </a:cubicBezTo>
                <a:cubicBezTo>
                  <a:pt x="914" y="156"/>
                  <a:pt x="902" y="167"/>
                  <a:pt x="902" y="183"/>
                </a:cubicBezTo>
                <a:cubicBezTo>
                  <a:pt x="902" y="190"/>
                  <a:pt x="904" y="195"/>
                  <a:pt x="909" y="200"/>
                </a:cubicBezTo>
                <a:cubicBezTo>
                  <a:pt x="913" y="205"/>
                  <a:pt x="918" y="207"/>
                  <a:pt x="922" y="209"/>
                </a:cubicBezTo>
                <a:cubicBezTo>
                  <a:pt x="932" y="213"/>
                  <a:pt x="932" y="213"/>
                  <a:pt x="932" y="213"/>
                </a:cubicBezTo>
                <a:cubicBezTo>
                  <a:pt x="937" y="215"/>
                  <a:pt x="941" y="217"/>
                  <a:pt x="944" y="220"/>
                </a:cubicBezTo>
                <a:cubicBezTo>
                  <a:pt x="947" y="223"/>
                  <a:pt x="948" y="226"/>
                  <a:pt x="948" y="231"/>
                </a:cubicBezTo>
                <a:cubicBezTo>
                  <a:pt x="948" y="240"/>
                  <a:pt x="942" y="249"/>
                  <a:pt x="929" y="249"/>
                </a:cubicBezTo>
                <a:cubicBezTo>
                  <a:pt x="924" y="249"/>
                  <a:pt x="919" y="247"/>
                  <a:pt x="916" y="244"/>
                </a:cubicBezTo>
                <a:cubicBezTo>
                  <a:pt x="913" y="241"/>
                  <a:pt x="911" y="236"/>
                  <a:pt x="910" y="232"/>
                </a:cubicBezTo>
                <a:cubicBezTo>
                  <a:pt x="910" y="230"/>
                  <a:pt x="910" y="230"/>
                  <a:pt x="910" y="230"/>
                </a:cubicBezTo>
                <a:cubicBezTo>
                  <a:pt x="896" y="234"/>
                  <a:pt x="896" y="234"/>
                  <a:pt x="896" y="234"/>
                </a:cubicBezTo>
                <a:cubicBezTo>
                  <a:pt x="897" y="235"/>
                  <a:pt x="897" y="235"/>
                  <a:pt x="897" y="235"/>
                </a:cubicBezTo>
                <a:cubicBezTo>
                  <a:pt x="898" y="243"/>
                  <a:pt x="902" y="249"/>
                  <a:pt x="906" y="254"/>
                </a:cubicBezTo>
                <a:cubicBezTo>
                  <a:pt x="912" y="260"/>
                  <a:pt x="920" y="262"/>
                  <a:pt x="929" y="262"/>
                </a:cubicBezTo>
                <a:cubicBezTo>
                  <a:pt x="948" y="262"/>
                  <a:pt x="962" y="249"/>
                  <a:pt x="962" y="230"/>
                </a:cubicBezTo>
                <a:cubicBezTo>
                  <a:pt x="962" y="222"/>
                  <a:pt x="960" y="216"/>
                  <a:pt x="955" y="211"/>
                </a:cubicBezTo>
                <a:close/>
                <a:moveTo>
                  <a:pt x="0" y="261"/>
                </a:moveTo>
                <a:cubicBezTo>
                  <a:pt x="15" y="261"/>
                  <a:pt x="15" y="261"/>
                  <a:pt x="15" y="261"/>
                </a:cubicBezTo>
                <a:cubicBezTo>
                  <a:pt x="48" y="184"/>
                  <a:pt x="48" y="184"/>
                  <a:pt x="48" y="184"/>
                </a:cubicBezTo>
                <a:cubicBezTo>
                  <a:pt x="79" y="260"/>
                  <a:pt x="79" y="260"/>
                  <a:pt x="79" y="260"/>
                </a:cubicBezTo>
                <a:cubicBezTo>
                  <a:pt x="80" y="261"/>
                  <a:pt x="80" y="261"/>
                  <a:pt x="80" y="261"/>
                </a:cubicBezTo>
                <a:cubicBezTo>
                  <a:pt x="95" y="261"/>
                  <a:pt x="95" y="261"/>
                  <a:pt x="95" y="261"/>
                </a:cubicBezTo>
                <a:cubicBezTo>
                  <a:pt x="48" y="151"/>
                  <a:pt x="48" y="151"/>
                  <a:pt x="48" y="151"/>
                </a:cubicBezTo>
                <a:lnTo>
                  <a:pt x="0" y="261"/>
                </a:lnTo>
                <a:close/>
                <a:moveTo>
                  <a:pt x="229" y="261"/>
                </a:moveTo>
                <a:cubicBezTo>
                  <a:pt x="244" y="261"/>
                  <a:pt x="244" y="261"/>
                  <a:pt x="244" y="261"/>
                </a:cubicBezTo>
                <a:cubicBezTo>
                  <a:pt x="277" y="184"/>
                  <a:pt x="277" y="184"/>
                  <a:pt x="277" y="184"/>
                </a:cubicBezTo>
                <a:cubicBezTo>
                  <a:pt x="309" y="260"/>
                  <a:pt x="309" y="260"/>
                  <a:pt x="309" y="260"/>
                </a:cubicBezTo>
                <a:cubicBezTo>
                  <a:pt x="309" y="261"/>
                  <a:pt x="309" y="261"/>
                  <a:pt x="309" y="261"/>
                </a:cubicBezTo>
                <a:cubicBezTo>
                  <a:pt x="324" y="261"/>
                  <a:pt x="324" y="261"/>
                  <a:pt x="324" y="261"/>
                </a:cubicBezTo>
                <a:cubicBezTo>
                  <a:pt x="277" y="151"/>
                  <a:pt x="277" y="151"/>
                  <a:pt x="277" y="151"/>
                </a:cubicBezTo>
                <a:lnTo>
                  <a:pt x="229" y="261"/>
                </a:lnTo>
                <a:close/>
                <a:moveTo>
                  <a:pt x="1071" y="11"/>
                </a:moveTo>
                <a:cubicBezTo>
                  <a:pt x="1071" y="18"/>
                  <a:pt x="1071" y="18"/>
                  <a:pt x="1071" y="18"/>
                </a:cubicBezTo>
                <a:cubicBezTo>
                  <a:pt x="1075" y="18"/>
                  <a:pt x="1075" y="18"/>
                  <a:pt x="1075" y="18"/>
                </a:cubicBezTo>
                <a:cubicBezTo>
                  <a:pt x="1077" y="9"/>
                  <a:pt x="1077" y="9"/>
                  <a:pt x="1077" y="9"/>
                </a:cubicBezTo>
                <a:cubicBezTo>
                  <a:pt x="1076" y="8"/>
                  <a:pt x="1074" y="7"/>
                  <a:pt x="1072" y="6"/>
                </a:cubicBezTo>
                <a:cubicBezTo>
                  <a:pt x="1070" y="6"/>
                  <a:pt x="1067" y="6"/>
                  <a:pt x="1064" y="6"/>
                </a:cubicBezTo>
                <a:cubicBezTo>
                  <a:pt x="1061" y="6"/>
                  <a:pt x="1058" y="6"/>
                  <a:pt x="1056" y="7"/>
                </a:cubicBezTo>
                <a:cubicBezTo>
                  <a:pt x="1053" y="9"/>
                  <a:pt x="1051" y="10"/>
                  <a:pt x="1049" y="12"/>
                </a:cubicBezTo>
                <a:cubicBezTo>
                  <a:pt x="1048" y="14"/>
                  <a:pt x="1047" y="17"/>
                  <a:pt x="1047" y="20"/>
                </a:cubicBezTo>
                <a:cubicBezTo>
                  <a:pt x="1047" y="22"/>
                  <a:pt x="1048" y="24"/>
                  <a:pt x="1049" y="26"/>
                </a:cubicBezTo>
                <a:cubicBezTo>
                  <a:pt x="1050" y="28"/>
                  <a:pt x="1051" y="30"/>
                  <a:pt x="1053" y="31"/>
                </a:cubicBezTo>
                <a:cubicBezTo>
                  <a:pt x="1055" y="32"/>
                  <a:pt x="1057" y="34"/>
                  <a:pt x="1059" y="35"/>
                </a:cubicBezTo>
                <a:cubicBezTo>
                  <a:pt x="1062" y="37"/>
                  <a:pt x="1064" y="39"/>
                  <a:pt x="1066" y="40"/>
                </a:cubicBezTo>
                <a:cubicBezTo>
                  <a:pt x="1067" y="42"/>
                  <a:pt x="1068" y="44"/>
                  <a:pt x="1068" y="47"/>
                </a:cubicBezTo>
                <a:cubicBezTo>
                  <a:pt x="1068" y="49"/>
                  <a:pt x="1067" y="52"/>
                  <a:pt x="1065" y="53"/>
                </a:cubicBezTo>
                <a:cubicBezTo>
                  <a:pt x="1062" y="55"/>
                  <a:pt x="1060" y="56"/>
                  <a:pt x="1057" y="56"/>
                </a:cubicBezTo>
                <a:cubicBezTo>
                  <a:pt x="1055" y="56"/>
                  <a:pt x="1053" y="56"/>
                  <a:pt x="1052" y="55"/>
                </a:cubicBezTo>
                <a:cubicBezTo>
                  <a:pt x="1050" y="55"/>
                  <a:pt x="1049" y="54"/>
                  <a:pt x="1048" y="54"/>
                </a:cubicBezTo>
                <a:cubicBezTo>
                  <a:pt x="1048" y="46"/>
                  <a:pt x="1048" y="46"/>
                  <a:pt x="1048" y="46"/>
                </a:cubicBezTo>
                <a:cubicBezTo>
                  <a:pt x="1044" y="46"/>
                  <a:pt x="1044" y="46"/>
                  <a:pt x="1044" y="46"/>
                </a:cubicBezTo>
                <a:cubicBezTo>
                  <a:pt x="1042" y="56"/>
                  <a:pt x="1042" y="56"/>
                  <a:pt x="1042" y="56"/>
                </a:cubicBezTo>
                <a:cubicBezTo>
                  <a:pt x="1043" y="57"/>
                  <a:pt x="1045" y="58"/>
                  <a:pt x="1048" y="58"/>
                </a:cubicBezTo>
                <a:cubicBezTo>
                  <a:pt x="1051" y="59"/>
                  <a:pt x="1054" y="59"/>
                  <a:pt x="1057" y="59"/>
                </a:cubicBezTo>
                <a:cubicBezTo>
                  <a:pt x="1060" y="59"/>
                  <a:pt x="1063" y="59"/>
                  <a:pt x="1066" y="57"/>
                </a:cubicBezTo>
                <a:cubicBezTo>
                  <a:pt x="1069" y="56"/>
                  <a:pt x="1071" y="54"/>
                  <a:pt x="1073" y="52"/>
                </a:cubicBezTo>
                <a:cubicBezTo>
                  <a:pt x="1074" y="50"/>
                  <a:pt x="1075" y="47"/>
                  <a:pt x="1075" y="44"/>
                </a:cubicBezTo>
                <a:cubicBezTo>
                  <a:pt x="1075" y="42"/>
                  <a:pt x="1074" y="40"/>
                  <a:pt x="1073" y="38"/>
                </a:cubicBezTo>
                <a:cubicBezTo>
                  <a:pt x="1072" y="36"/>
                  <a:pt x="1071" y="35"/>
                  <a:pt x="1069" y="34"/>
                </a:cubicBezTo>
                <a:cubicBezTo>
                  <a:pt x="1068" y="32"/>
                  <a:pt x="1066" y="31"/>
                  <a:pt x="1064" y="29"/>
                </a:cubicBezTo>
                <a:cubicBezTo>
                  <a:pt x="1060" y="27"/>
                  <a:pt x="1058" y="25"/>
                  <a:pt x="1056" y="24"/>
                </a:cubicBezTo>
                <a:cubicBezTo>
                  <a:pt x="1055" y="22"/>
                  <a:pt x="1054" y="20"/>
                  <a:pt x="1054" y="17"/>
                </a:cubicBezTo>
                <a:cubicBezTo>
                  <a:pt x="1054" y="15"/>
                  <a:pt x="1055" y="13"/>
                  <a:pt x="1057" y="11"/>
                </a:cubicBezTo>
                <a:cubicBezTo>
                  <a:pt x="1059" y="10"/>
                  <a:pt x="1061" y="9"/>
                  <a:pt x="1064" y="9"/>
                </a:cubicBezTo>
                <a:cubicBezTo>
                  <a:pt x="1065" y="9"/>
                  <a:pt x="1067" y="9"/>
                  <a:pt x="1068" y="10"/>
                </a:cubicBezTo>
                <a:cubicBezTo>
                  <a:pt x="1069" y="10"/>
                  <a:pt x="1070" y="10"/>
                  <a:pt x="1071" y="11"/>
                </a:cubicBezTo>
                <a:close/>
                <a:moveTo>
                  <a:pt x="1107" y="27"/>
                </a:moveTo>
                <a:cubicBezTo>
                  <a:pt x="1108" y="27"/>
                  <a:pt x="1108" y="27"/>
                  <a:pt x="1108" y="27"/>
                </a:cubicBezTo>
                <a:cubicBezTo>
                  <a:pt x="1110" y="20"/>
                  <a:pt x="1110" y="20"/>
                  <a:pt x="1110" y="20"/>
                </a:cubicBezTo>
                <a:cubicBezTo>
                  <a:pt x="1109" y="20"/>
                  <a:pt x="1108" y="19"/>
                  <a:pt x="1107" y="19"/>
                </a:cubicBezTo>
                <a:cubicBezTo>
                  <a:pt x="1105" y="19"/>
                  <a:pt x="1104" y="19"/>
                  <a:pt x="1102" y="19"/>
                </a:cubicBezTo>
                <a:cubicBezTo>
                  <a:pt x="1098" y="19"/>
                  <a:pt x="1094" y="20"/>
                  <a:pt x="1091" y="22"/>
                </a:cubicBezTo>
                <a:cubicBezTo>
                  <a:pt x="1088" y="25"/>
                  <a:pt x="1086" y="28"/>
                  <a:pt x="1084" y="32"/>
                </a:cubicBezTo>
                <a:cubicBezTo>
                  <a:pt x="1083" y="36"/>
                  <a:pt x="1082" y="40"/>
                  <a:pt x="1082" y="43"/>
                </a:cubicBezTo>
                <a:cubicBezTo>
                  <a:pt x="1082" y="48"/>
                  <a:pt x="1083" y="52"/>
                  <a:pt x="1085" y="55"/>
                </a:cubicBezTo>
                <a:cubicBezTo>
                  <a:pt x="1087" y="58"/>
                  <a:pt x="1091" y="59"/>
                  <a:pt x="1094" y="59"/>
                </a:cubicBezTo>
                <a:cubicBezTo>
                  <a:pt x="1098" y="59"/>
                  <a:pt x="1100" y="59"/>
                  <a:pt x="1102" y="57"/>
                </a:cubicBezTo>
                <a:cubicBezTo>
                  <a:pt x="1105" y="56"/>
                  <a:pt x="1106" y="54"/>
                  <a:pt x="1108" y="53"/>
                </a:cubicBezTo>
                <a:cubicBezTo>
                  <a:pt x="1106" y="50"/>
                  <a:pt x="1106" y="50"/>
                  <a:pt x="1106" y="50"/>
                </a:cubicBezTo>
                <a:cubicBezTo>
                  <a:pt x="1105" y="52"/>
                  <a:pt x="1103" y="53"/>
                  <a:pt x="1102" y="54"/>
                </a:cubicBezTo>
                <a:cubicBezTo>
                  <a:pt x="1100" y="54"/>
                  <a:pt x="1099" y="55"/>
                  <a:pt x="1097" y="55"/>
                </a:cubicBezTo>
                <a:cubicBezTo>
                  <a:pt x="1094" y="55"/>
                  <a:pt x="1092" y="54"/>
                  <a:pt x="1091" y="52"/>
                </a:cubicBezTo>
                <a:cubicBezTo>
                  <a:pt x="1090" y="50"/>
                  <a:pt x="1089" y="47"/>
                  <a:pt x="1089" y="43"/>
                </a:cubicBezTo>
                <a:cubicBezTo>
                  <a:pt x="1089" y="39"/>
                  <a:pt x="1090" y="35"/>
                  <a:pt x="1091" y="32"/>
                </a:cubicBezTo>
                <a:cubicBezTo>
                  <a:pt x="1092" y="30"/>
                  <a:pt x="1093" y="27"/>
                  <a:pt x="1095" y="26"/>
                </a:cubicBezTo>
                <a:cubicBezTo>
                  <a:pt x="1097" y="24"/>
                  <a:pt x="1099" y="23"/>
                  <a:pt x="1101" y="23"/>
                </a:cubicBezTo>
                <a:cubicBezTo>
                  <a:pt x="1102" y="23"/>
                  <a:pt x="1105" y="24"/>
                  <a:pt x="1107" y="27"/>
                </a:cubicBezTo>
                <a:close/>
                <a:moveTo>
                  <a:pt x="1124" y="52"/>
                </a:moveTo>
                <a:cubicBezTo>
                  <a:pt x="1129" y="19"/>
                  <a:pt x="1129" y="19"/>
                  <a:pt x="1129" y="19"/>
                </a:cubicBezTo>
                <a:cubicBezTo>
                  <a:pt x="1128" y="19"/>
                  <a:pt x="1128" y="19"/>
                  <a:pt x="1128" y="19"/>
                </a:cubicBezTo>
                <a:cubicBezTo>
                  <a:pt x="1118" y="20"/>
                  <a:pt x="1118" y="20"/>
                  <a:pt x="1118" y="20"/>
                </a:cubicBezTo>
                <a:cubicBezTo>
                  <a:pt x="1117" y="23"/>
                  <a:pt x="1117" y="23"/>
                  <a:pt x="1117" y="23"/>
                </a:cubicBezTo>
                <a:cubicBezTo>
                  <a:pt x="1122" y="24"/>
                  <a:pt x="1122" y="24"/>
                  <a:pt x="1122" y="24"/>
                </a:cubicBezTo>
                <a:cubicBezTo>
                  <a:pt x="1121" y="31"/>
                  <a:pt x="1120" y="37"/>
                  <a:pt x="1119" y="41"/>
                </a:cubicBezTo>
                <a:cubicBezTo>
                  <a:pt x="1118" y="49"/>
                  <a:pt x="1117" y="54"/>
                  <a:pt x="1117" y="55"/>
                </a:cubicBezTo>
                <a:cubicBezTo>
                  <a:pt x="1117" y="56"/>
                  <a:pt x="1118" y="57"/>
                  <a:pt x="1118" y="58"/>
                </a:cubicBezTo>
                <a:cubicBezTo>
                  <a:pt x="1119" y="59"/>
                  <a:pt x="1120" y="59"/>
                  <a:pt x="1122" y="59"/>
                </a:cubicBezTo>
                <a:cubicBezTo>
                  <a:pt x="1124" y="59"/>
                  <a:pt x="1125" y="59"/>
                  <a:pt x="1127" y="58"/>
                </a:cubicBezTo>
                <a:cubicBezTo>
                  <a:pt x="1128" y="57"/>
                  <a:pt x="1129" y="55"/>
                  <a:pt x="1130" y="54"/>
                </a:cubicBezTo>
                <a:cubicBezTo>
                  <a:pt x="1129" y="53"/>
                  <a:pt x="1129" y="53"/>
                  <a:pt x="1129" y="53"/>
                </a:cubicBezTo>
                <a:cubicBezTo>
                  <a:pt x="1128" y="54"/>
                  <a:pt x="1128" y="54"/>
                  <a:pt x="1127" y="54"/>
                </a:cubicBezTo>
                <a:cubicBezTo>
                  <a:pt x="1126" y="55"/>
                  <a:pt x="1126" y="55"/>
                  <a:pt x="1125" y="55"/>
                </a:cubicBezTo>
                <a:cubicBezTo>
                  <a:pt x="1125" y="55"/>
                  <a:pt x="1125" y="55"/>
                  <a:pt x="1125" y="54"/>
                </a:cubicBezTo>
                <a:cubicBezTo>
                  <a:pt x="1124" y="54"/>
                  <a:pt x="1124" y="54"/>
                  <a:pt x="1124" y="53"/>
                </a:cubicBezTo>
                <a:lnTo>
                  <a:pt x="1124" y="52"/>
                </a:lnTo>
                <a:close/>
                <a:moveTo>
                  <a:pt x="1127" y="11"/>
                </a:moveTo>
                <a:cubicBezTo>
                  <a:pt x="1128" y="11"/>
                  <a:pt x="1129" y="11"/>
                  <a:pt x="1130" y="10"/>
                </a:cubicBezTo>
                <a:cubicBezTo>
                  <a:pt x="1131" y="9"/>
                  <a:pt x="1131" y="7"/>
                  <a:pt x="1131" y="6"/>
                </a:cubicBezTo>
                <a:cubicBezTo>
                  <a:pt x="1131" y="5"/>
                  <a:pt x="1131" y="4"/>
                  <a:pt x="1130" y="3"/>
                </a:cubicBezTo>
                <a:cubicBezTo>
                  <a:pt x="1130" y="3"/>
                  <a:pt x="1129" y="2"/>
                  <a:pt x="1128" y="2"/>
                </a:cubicBezTo>
                <a:cubicBezTo>
                  <a:pt x="1126" y="2"/>
                  <a:pt x="1125" y="3"/>
                  <a:pt x="1124" y="4"/>
                </a:cubicBezTo>
                <a:cubicBezTo>
                  <a:pt x="1123" y="5"/>
                  <a:pt x="1123" y="6"/>
                  <a:pt x="1123" y="7"/>
                </a:cubicBezTo>
                <a:cubicBezTo>
                  <a:pt x="1123" y="8"/>
                  <a:pt x="1123" y="9"/>
                  <a:pt x="1124" y="10"/>
                </a:cubicBezTo>
                <a:cubicBezTo>
                  <a:pt x="1125" y="11"/>
                  <a:pt x="1126" y="11"/>
                  <a:pt x="1127" y="11"/>
                </a:cubicBezTo>
                <a:close/>
                <a:moveTo>
                  <a:pt x="1166" y="52"/>
                </a:moveTo>
                <a:cubicBezTo>
                  <a:pt x="1165" y="49"/>
                  <a:pt x="1165" y="49"/>
                  <a:pt x="1165" y="49"/>
                </a:cubicBezTo>
                <a:cubicBezTo>
                  <a:pt x="1163" y="51"/>
                  <a:pt x="1161" y="52"/>
                  <a:pt x="1159" y="53"/>
                </a:cubicBezTo>
                <a:cubicBezTo>
                  <a:pt x="1157" y="54"/>
                  <a:pt x="1155" y="55"/>
                  <a:pt x="1153" y="55"/>
                </a:cubicBezTo>
                <a:cubicBezTo>
                  <a:pt x="1150" y="55"/>
                  <a:pt x="1148" y="54"/>
                  <a:pt x="1147" y="51"/>
                </a:cubicBezTo>
                <a:cubicBezTo>
                  <a:pt x="1145" y="49"/>
                  <a:pt x="1145" y="46"/>
                  <a:pt x="1145" y="43"/>
                </a:cubicBezTo>
                <a:cubicBezTo>
                  <a:pt x="1148" y="43"/>
                  <a:pt x="1151" y="42"/>
                  <a:pt x="1155" y="41"/>
                </a:cubicBezTo>
                <a:cubicBezTo>
                  <a:pt x="1158" y="40"/>
                  <a:pt x="1162" y="38"/>
                  <a:pt x="1164" y="36"/>
                </a:cubicBezTo>
                <a:cubicBezTo>
                  <a:pt x="1167" y="33"/>
                  <a:pt x="1168" y="31"/>
                  <a:pt x="1168" y="27"/>
                </a:cubicBezTo>
                <a:cubicBezTo>
                  <a:pt x="1168" y="25"/>
                  <a:pt x="1167" y="23"/>
                  <a:pt x="1166" y="21"/>
                </a:cubicBezTo>
                <a:cubicBezTo>
                  <a:pt x="1164" y="19"/>
                  <a:pt x="1162" y="19"/>
                  <a:pt x="1158" y="19"/>
                </a:cubicBezTo>
                <a:cubicBezTo>
                  <a:pt x="1154" y="19"/>
                  <a:pt x="1151" y="20"/>
                  <a:pt x="1148" y="22"/>
                </a:cubicBezTo>
                <a:cubicBezTo>
                  <a:pt x="1145" y="24"/>
                  <a:pt x="1142" y="28"/>
                  <a:pt x="1140" y="31"/>
                </a:cubicBezTo>
                <a:cubicBezTo>
                  <a:pt x="1138" y="35"/>
                  <a:pt x="1138" y="40"/>
                  <a:pt x="1138" y="44"/>
                </a:cubicBezTo>
                <a:cubicBezTo>
                  <a:pt x="1138" y="47"/>
                  <a:pt x="1138" y="49"/>
                  <a:pt x="1139" y="52"/>
                </a:cubicBezTo>
                <a:cubicBezTo>
                  <a:pt x="1140" y="54"/>
                  <a:pt x="1142" y="56"/>
                  <a:pt x="1144" y="57"/>
                </a:cubicBezTo>
                <a:cubicBezTo>
                  <a:pt x="1146" y="59"/>
                  <a:pt x="1148" y="59"/>
                  <a:pt x="1151" y="59"/>
                </a:cubicBezTo>
                <a:cubicBezTo>
                  <a:pt x="1155" y="59"/>
                  <a:pt x="1158" y="58"/>
                  <a:pt x="1160" y="57"/>
                </a:cubicBezTo>
                <a:cubicBezTo>
                  <a:pt x="1163" y="55"/>
                  <a:pt x="1165" y="54"/>
                  <a:pt x="1166" y="52"/>
                </a:cubicBezTo>
                <a:close/>
                <a:moveTo>
                  <a:pt x="1157" y="22"/>
                </a:moveTo>
                <a:cubicBezTo>
                  <a:pt x="1158" y="22"/>
                  <a:pt x="1159" y="23"/>
                  <a:pt x="1160" y="24"/>
                </a:cubicBezTo>
                <a:cubicBezTo>
                  <a:pt x="1161" y="25"/>
                  <a:pt x="1161" y="26"/>
                  <a:pt x="1161" y="28"/>
                </a:cubicBezTo>
                <a:cubicBezTo>
                  <a:pt x="1161" y="30"/>
                  <a:pt x="1161" y="32"/>
                  <a:pt x="1159" y="34"/>
                </a:cubicBezTo>
                <a:cubicBezTo>
                  <a:pt x="1157" y="35"/>
                  <a:pt x="1155" y="37"/>
                  <a:pt x="1152" y="38"/>
                </a:cubicBezTo>
                <a:cubicBezTo>
                  <a:pt x="1150" y="39"/>
                  <a:pt x="1147" y="39"/>
                  <a:pt x="1145" y="39"/>
                </a:cubicBezTo>
                <a:cubicBezTo>
                  <a:pt x="1145" y="37"/>
                  <a:pt x="1146" y="34"/>
                  <a:pt x="1147" y="32"/>
                </a:cubicBezTo>
                <a:cubicBezTo>
                  <a:pt x="1148" y="29"/>
                  <a:pt x="1149" y="27"/>
                  <a:pt x="1151" y="25"/>
                </a:cubicBezTo>
                <a:cubicBezTo>
                  <a:pt x="1152" y="23"/>
                  <a:pt x="1154" y="22"/>
                  <a:pt x="1157" y="22"/>
                </a:cubicBezTo>
                <a:close/>
                <a:moveTo>
                  <a:pt x="1187" y="28"/>
                </a:moveTo>
                <a:cubicBezTo>
                  <a:pt x="1188" y="19"/>
                  <a:pt x="1188" y="19"/>
                  <a:pt x="1188" y="19"/>
                </a:cubicBezTo>
                <a:cubicBezTo>
                  <a:pt x="1186" y="19"/>
                  <a:pt x="1186" y="19"/>
                  <a:pt x="1186" y="19"/>
                </a:cubicBezTo>
                <a:cubicBezTo>
                  <a:pt x="1178" y="20"/>
                  <a:pt x="1178" y="20"/>
                  <a:pt x="1178" y="20"/>
                </a:cubicBezTo>
                <a:cubicBezTo>
                  <a:pt x="1177" y="23"/>
                  <a:pt x="1177" y="23"/>
                  <a:pt x="1177" y="23"/>
                </a:cubicBezTo>
                <a:cubicBezTo>
                  <a:pt x="1180" y="25"/>
                  <a:pt x="1180" y="25"/>
                  <a:pt x="1180" y="25"/>
                </a:cubicBezTo>
                <a:cubicBezTo>
                  <a:pt x="1176" y="58"/>
                  <a:pt x="1176" y="58"/>
                  <a:pt x="1176" y="58"/>
                </a:cubicBezTo>
                <a:cubicBezTo>
                  <a:pt x="1183" y="58"/>
                  <a:pt x="1183" y="58"/>
                  <a:pt x="1183" y="58"/>
                </a:cubicBezTo>
                <a:cubicBezTo>
                  <a:pt x="1186" y="33"/>
                  <a:pt x="1186" y="33"/>
                  <a:pt x="1186" y="33"/>
                </a:cubicBezTo>
                <a:cubicBezTo>
                  <a:pt x="1188" y="31"/>
                  <a:pt x="1190" y="28"/>
                  <a:pt x="1192" y="26"/>
                </a:cubicBezTo>
                <a:cubicBezTo>
                  <a:pt x="1194" y="25"/>
                  <a:pt x="1196" y="24"/>
                  <a:pt x="1198" y="24"/>
                </a:cubicBezTo>
                <a:cubicBezTo>
                  <a:pt x="1200" y="24"/>
                  <a:pt x="1201" y="24"/>
                  <a:pt x="1202" y="25"/>
                </a:cubicBezTo>
                <a:cubicBezTo>
                  <a:pt x="1202" y="26"/>
                  <a:pt x="1203" y="27"/>
                  <a:pt x="1203" y="29"/>
                </a:cubicBezTo>
                <a:cubicBezTo>
                  <a:pt x="1203" y="31"/>
                  <a:pt x="1202" y="33"/>
                  <a:pt x="1202" y="35"/>
                </a:cubicBezTo>
                <a:cubicBezTo>
                  <a:pt x="1202" y="37"/>
                  <a:pt x="1201" y="39"/>
                  <a:pt x="1201" y="41"/>
                </a:cubicBezTo>
                <a:cubicBezTo>
                  <a:pt x="1201" y="43"/>
                  <a:pt x="1201" y="43"/>
                  <a:pt x="1201" y="43"/>
                </a:cubicBezTo>
                <a:cubicBezTo>
                  <a:pt x="1200" y="46"/>
                  <a:pt x="1200" y="46"/>
                  <a:pt x="1200" y="46"/>
                </a:cubicBezTo>
                <a:cubicBezTo>
                  <a:pt x="1199" y="51"/>
                  <a:pt x="1199" y="54"/>
                  <a:pt x="1199" y="55"/>
                </a:cubicBezTo>
                <a:cubicBezTo>
                  <a:pt x="1199" y="58"/>
                  <a:pt x="1200" y="59"/>
                  <a:pt x="1203" y="59"/>
                </a:cubicBezTo>
                <a:cubicBezTo>
                  <a:pt x="1205" y="59"/>
                  <a:pt x="1206" y="59"/>
                  <a:pt x="1207" y="58"/>
                </a:cubicBezTo>
                <a:cubicBezTo>
                  <a:pt x="1208" y="58"/>
                  <a:pt x="1209" y="57"/>
                  <a:pt x="1210" y="57"/>
                </a:cubicBezTo>
                <a:cubicBezTo>
                  <a:pt x="1210" y="56"/>
                  <a:pt x="1211" y="55"/>
                  <a:pt x="1211" y="55"/>
                </a:cubicBezTo>
                <a:cubicBezTo>
                  <a:pt x="1210" y="53"/>
                  <a:pt x="1210" y="53"/>
                  <a:pt x="1210" y="53"/>
                </a:cubicBezTo>
                <a:cubicBezTo>
                  <a:pt x="1209" y="54"/>
                  <a:pt x="1208" y="55"/>
                  <a:pt x="1207" y="55"/>
                </a:cubicBezTo>
                <a:cubicBezTo>
                  <a:pt x="1206" y="55"/>
                  <a:pt x="1206" y="54"/>
                  <a:pt x="1206" y="53"/>
                </a:cubicBezTo>
                <a:cubicBezTo>
                  <a:pt x="1206" y="51"/>
                  <a:pt x="1206" y="48"/>
                  <a:pt x="1207" y="45"/>
                </a:cubicBezTo>
                <a:cubicBezTo>
                  <a:pt x="1208" y="41"/>
                  <a:pt x="1208" y="41"/>
                  <a:pt x="1208" y="41"/>
                </a:cubicBezTo>
                <a:cubicBezTo>
                  <a:pt x="1208" y="40"/>
                  <a:pt x="1208" y="40"/>
                  <a:pt x="1208" y="40"/>
                </a:cubicBezTo>
                <a:cubicBezTo>
                  <a:pt x="1209" y="34"/>
                  <a:pt x="1210" y="31"/>
                  <a:pt x="1210" y="29"/>
                </a:cubicBezTo>
                <a:cubicBezTo>
                  <a:pt x="1210" y="25"/>
                  <a:pt x="1209" y="23"/>
                  <a:pt x="1207" y="21"/>
                </a:cubicBezTo>
                <a:cubicBezTo>
                  <a:pt x="1206" y="19"/>
                  <a:pt x="1204" y="19"/>
                  <a:pt x="1201" y="19"/>
                </a:cubicBezTo>
                <a:cubicBezTo>
                  <a:pt x="1199" y="19"/>
                  <a:pt x="1196" y="19"/>
                  <a:pt x="1193" y="21"/>
                </a:cubicBezTo>
                <a:cubicBezTo>
                  <a:pt x="1191" y="23"/>
                  <a:pt x="1189" y="25"/>
                  <a:pt x="1187" y="28"/>
                </a:cubicBezTo>
                <a:close/>
                <a:moveTo>
                  <a:pt x="1243" y="27"/>
                </a:moveTo>
                <a:cubicBezTo>
                  <a:pt x="1245" y="27"/>
                  <a:pt x="1245" y="27"/>
                  <a:pt x="1245" y="27"/>
                </a:cubicBezTo>
                <a:cubicBezTo>
                  <a:pt x="1247" y="20"/>
                  <a:pt x="1247" y="20"/>
                  <a:pt x="1247" y="20"/>
                </a:cubicBezTo>
                <a:cubicBezTo>
                  <a:pt x="1246" y="20"/>
                  <a:pt x="1244" y="19"/>
                  <a:pt x="1243" y="19"/>
                </a:cubicBezTo>
                <a:cubicBezTo>
                  <a:pt x="1241" y="19"/>
                  <a:pt x="1240" y="19"/>
                  <a:pt x="1239" y="19"/>
                </a:cubicBezTo>
                <a:cubicBezTo>
                  <a:pt x="1234" y="19"/>
                  <a:pt x="1231" y="20"/>
                  <a:pt x="1228" y="22"/>
                </a:cubicBezTo>
                <a:cubicBezTo>
                  <a:pt x="1224" y="25"/>
                  <a:pt x="1222" y="28"/>
                  <a:pt x="1220" y="32"/>
                </a:cubicBezTo>
                <a:cubicBezTo>
                  <a:pt x="1219" y="36"/>
                  <a:pt x="1218" y="40"/>
                  <a:pt x="1218" y="43"/>
                </a:cubicBezTo>
                <a:cubicBezTo>
                  <a:pt x="1218" y="48"/>
                  <a:pt x="1219" y="52"/>
                  <a:pt x="1221" y="55"/>
                </a:cubicBezTo>
                <a:cubicBezTo>
                  <a:pt x="1224" y="58"/>
                  <a:pt x="1227" y="59"/>
                  <a:pt x="1231" y="59"/>
                </a:cubicBezTo>
                <a:cubicBezTo>
                  <a:pt x="1234" y="59"/>
                  <a:pt x="1236" y="59"/>
                  <a:pt x="1239" y="57"/>
                </a:cubicBezTo>
                <a:cubicBezTo>
                  <a:pt x="1241" y="56"/>
                  <a:pt x="1243" y="54"/>
                  <a:pt x="1244" y="53"/>
                </a:cubicBezTo>
                <a:cubicBezTo>
                  <a:pt x="1242" y="50"/>
                  <a:pt x="1242" y="50"/>
                  <a:pt x="1242" y="50"/>
                </a:cubicBezTo>
                <a:cubicBezTo>
                  <a:pt x="1241" y="52"/>
                  <a:pt x="1239" y="53"/>
                  <a:pt x="1238" y="54"/>
                </a:cubicBezTo>
                <a:cubicBezTo>
                  <a:pt x="1236" y="54"/>
                  <a:pt x="1235" y="55"/>
                  <a:pt x="1233" y="55"/>
                </a:cubicBezTo>
                <a:cubicBezTo>
                  <a:pt x="1230" y="55"/>
                  <a:pt x="1228" y="54"/>
                  <a:pt x="1227" y="52"/>
                </a:cubicBezTo>
                <a:cubicBezTo>
                  <a:pt x="1226" y="50"/>
                  <a:pt x="1225" y="47"/>
                  <a:pt x="1225" y="43"/>
                </a:cubicBezTo>
                <a:cubicBezTo>
                  <a:pt x="1225" y="39"/>
                  <a:pt x="1226" y="35"/>
                  <a:pt x="1227" y="32"/>
                </a:cubicBezTo>
                <a:cubicBezTo>
                  <a:pt x="1228" y="30"/>
                  <a:pt x="1229" y="27"/>
                  <a:pt x="1231" y="26"/>
                </a:cubicBezTo>
                <a:cubicBezTo>
                  <a:pt x="1233" y="24"/>
                  <a:pt x="1235" y="23"/>
                  <a:pt x="1237" y="23"/>
                </a:cubicBezTo>
                <a:cubicBezTo>
                  <a:pt x="1239" y="23"/>
                  <a:pt x="1241" y="24"/>
                  <a:pt x="1243" y="27"/>
                </a:cubicBezTo>
                <a:close/>
                <a:moveTo>
                  <a:pt x="1279" y="52"/>
                </a:moveTo>
                <a:cubicBezTo>
                  <a:pt x="1277" y="49"/>
                  <a:pt x="1277" y="49"/>
                  <a:pt x="1277" y="49"/>
                </a:cubicBezTo>
                <a:cubicBezTo>
                  <a:pt x="1276" y="51"/>
                  <a:pt x="1274" y="52"/>
                  <a:pt x="1272" y="53"/>
                </a:cubicBezTo>
                <a:cubicBezTo>
                  <a:pt x="1270" y="54"/>
                  <a:pt x="1268" y="55"/>
                  <a:pt x="1266" y="55"/>
                </a:cubicBezTo>
                <a:cubicBezTo>
                  <a:pt x="1263" y="55"/>
                  <a:pt x="1261" y="54"/>
                  <a:pt x="1259" y="51"/>
                </a:cubicBezTo>
                <a:cubicBezTo>
                  <a:pt x="1258" y="49"/>
                  <a:pt x="1257" y="46"/>
                  <a:pt x="1258" y="43"/>
                </a:cubicBezTo>
                <a:cubicBezTo>
                  <a:pt x="1260" y="43"/>
                  <a:pt x="1264" y="42"/>
                  <a:pt x="1267" y="41"/>
                </a:cubicBezTo>
                <a:cubicBezTo>
                  <a:pt x="1271" y="40"/>
                  <a:pt x="1274" y="38"/>
                  <a:pt x="1277" y="36"/>
                </a:cubicBezTo>
                <a:cubicBezTo>
                  <a:pt x="1280" y="33"/>
                  <a:pt x="1281" y="31"/>
                  <a:pt x="1281" y="27"/>
                </a:cubicBezTo>
                <a:cubicBezTo>
                  <a:pt x="1281" y="25"/>
                  <a:pt x="1280" y="23"/>
                  <a:pt x="1278" y="21"/>
                </a:cubicBezTo>
                <a:cubicBezTo>
                  <a:pt x="1277" y="19"/>
                  <a:pt x="1274" y="19"/>
                  <a:pt x="1271" y="19"/>
                </a:cubicBezTo>
                <a:cubicBezTo>
                  <a:pt x="1267" y="19"/>
                  <a:pt x="1264" y="20"/>
                  <a:pt x="1260" y="22"/>
                </a:cubicBezTo>
                <a:cubicBezTo>
                  <a:pt x="1257" y="24"/>
                  <a:pt x="1255" y="28"/>
                  <a:pt x="1253" y="31"/>
                </a:cubicBezTo>
                <a:cubicBezTo>
                  <a:pt x="1251" y="35"/>
                  <a:pt x="1250" y="40"/>
                  <a:pt x="1250" y="44"/>
                </a:cubicBezTo>
                <a:cubicBezTo>
                  <a:pt x="1250" y="47"/>
                  <a:pt x="1251" y="49"/>
                  <a:pt x="1252" y="52"/>
                </a:cubicBezTo>
                <a:cubicBezTo>
                  <a:pt x="1253" y="54"/>
                  <a:pt x="1254" y="56"/>
                  <a:pt x="1256" y="57"/>
                </a:cubicBezTo>
                <a:cubicBezTo>
                  <a:pt x="1258" y="59"/>
                  <a:pt x="1261" y="59"/>
                  <a:pt x="1264" y="59"/>
                </a:cubicBezTo>
                <a:cubicBezTo>
                  <a:pt x="1267" y="59"/>
                  <a:pt x="1270" y="58"/>
                  <a:pt x="1273" y="57"/>
                </a:cubicBezTo>
                <a:cubicBezTo>
                  <a:pt x="1276" y="55"/>
                  <a:pt x="1278" y="54"/>
                  <a:pt x="1279" y="52"/>
                </a:cubicBezTo>
                <a:close/>
                <a:moveTo>
                  <a:pt x="1269" y="22"/>
                </a:moveTo>
                <a:cubicBezTo>
                  <a:pt x="1271" y="22"/>
                  <a:pt x="1272" y="23"/>
                  <a:pt x="1273" y="24"/>
                </a:cubicBezTo>
                <a:cubicBezTo>
                  <a:pt x="1274" y="25"/>
                  <a:pt x="1274" y="26"/>
                  <a:pt x="1274" y="28"/>
                </a:cubicBezTo>
                <a:cubicBezTo>
                  <a:pt x="1274" y="30"/>
                  <a:pt x="1273" y="32"/>
                  <a:pt x="1272" y="34"/>
                </a:cubicBezTo>
                <a:cubicBezTo>
                  <a:pt x="1270" y="35"/>
                  <a:pt x="1268" y="37"/>
                  <a:pt x="1265" y="38"/>
                </a:cubicBezTo>
                <a:cubicBezTo>
                  <a:pt x="1263" y="39"/>
                  <a:pt x="1260" y="39"/>
                  <a:pt x="1258" y="39"/>
                </a:cubicBezTo>
                <a:cubicBezTo>
                  <a:pt x="1258" y="37"/>
                  <a:pt x="1259" y="34"/>
                  <a:pt x="1259" y="32"/>
                </a:cubicBezTo>
                <a:cubicBezTo>
                  <a:pt x="1260" y="29"/>
                  <a:pt x="1262" y="27"/>
                  <a:pt x="1263" y="25"/>
                </a:cubicBezTo>
                <a:cubicBezTo>
                  <a:pt x="1265" y="23"/>
                  <a:pt x="1267" y="22"/>
                  <a:pt x="1269" y="22"/>
                </a:cubicBezTo>
                <a:close/>
                <a:moveTo>
                  <a:pt x="1310" y="25"/>
                </a:moveTo>
                <a:cubicBezTo>
                  <a:pt x="1311" y="20"/>
                  <a:pt x="1311" y="20"/>
                  <a:pt x="1311" y="20"/>
                </a:cubicBezTo>
                <a:cubicBezTo>
                  <a:pt x="1311" y="20"/>
                  <a:pt x="1309" y="19"/>
                  <a:pt x="1308" y="19"/>
                </a:cubicBezTo>
                <a:cubicBezTo>
                  <a:pt x="1306" y="19"/>
                  <a:pt x="1304" y="19"/>
                  <a:pt x="1303" y="19"/>
                </a:cubicBezTo>
                <a:cubicBezTo>
                  <a:pt x="1300" y="19"/>
                  <a:pt x="1298" y="19"/>
                  <a:pt x="1296" y="20"/>
                </a:cubicBezTo>
                <a:cubicBezTo>
                  <a:pt x="1293" y="21"/>
                  <a:pt x="1292" y="22"/>
                  <a:pt x="1291" y="24"/>
                </a:cubicBezTo>
                <a:cubicBezTo>
                  <a:pt x="1289" y="26"/>
                  <a:pt x="1289" y="27"/>
                  <a:pt x="1289" y="30"/>
                </a:cubicBezTo>
                <a:cubicBezTo>
                  <a:pt x="1289" y="34"/>
                  <a:pt x="1291" y="38"/>
                  <a:pt x="1296" y="41"/>
                </a:cubicBezTo>
                <a:cubicBezTo>
                  <a:pt x="1298" y="43"/>
                  <a:pt x="1300" y="44"/>
                  <a:pt x="1301" y="45"/>
                </a:cubicBezTo>
                <a:cubicBezTo>
                  <a:pt x="1302" y="46"/>
                  <a:pt x="1303" y="48"/>
                  <a:pt x="1303" y="50"/>
                </a:cubicBezTo>
                <a:cubicBezTo>
                  <a:pt x="1303" y="51"/>
                  <a:pt x="1302" y="53"/>
                  <a:pt x="1301" y="54"/>
                </a:cubicBezTo>
                <a:cubicBezTo>
                  <a:pt x="1299" y="55"/>
                  <a:pt x="1297" y="55"/>
                  <a:pt x="1295" y="55"/>
                </a:cubicBezTo>
                <a:cubicBezTo>
                  <a:pt x="1293" y="55"/>
                  <a:pt x="1292" y="55"/>
                  <a:pt x="1290" y="54"/>
                </a:cubicBezTo>
                <a:cubicBezTo>
                  <a:pt x="1288" y="53"/>
                  <a:pt x="1287" y="53"/>
                  <a:pt x="1286" y="52"/>
                </a:cubicBezTo>
                <a:cubicBezTo>
                  <a:pt x="1285" y="57"/>
                  <a:pt x="1285" y="57"/>
                  <a:pt x="1285" y="57"/>
                </a:cubicBezTo>
                <a:cubicBezTo>
                  <a:pt x="1285" y="58"/>
                  <a:pt x="1287" y="58"/>
                  <a:pt x="1289" y="58"/>
                </a:cubicBezTo>
                <a:cubicBezTo>
                  <a:pt x="1291" y="59"/>
                  <a:pt x="1293" y="59"/>
                  <a:pt x="1295" y="59"/>
                </a:cubicBezTo>
                <a:cubicBezTo>
                  <a:pt x="1299" y="59"/>
                  <a:pt x="1303" y="58"/>
                  <a:pt x="1305" y="56"/>
                </a:cubicBezTo>
                <a:cubicBezTo>
                  <a:pt x="1308" y="54"/>
                  <a:pt x="1309" y="52"/>
                  <a:pt x="1309" y="48"/>
                </a:cubicBezTo>
                <a:cubicBezTo>
                  <a:pt x="1309" y="46"/>
                  <a:pt x="1309" y="45"/>
                  <a:pt x="1308" y="43"/>
                </a:cubicBezTo>
                <a:cubicBezTo>
                  <a:pt x="1307" y="42"/>
                  <a:pt x="1306" y="41"/>
                  <a:pt x="1305" y="40"/>
                </a:cubicBezTo>
                <a:cubicBezTo>
                  <a:pt x="1304" y="39"/>
                  <a:pt x="1303" y="38"/>
                  <a:pt x="1301" y="36"/>
                </a:cubicBezTo>
                <a:cubicBezTo>
                  <a:pt x="1299" y="35"/>
                  <a:pt x="1298" y="34"/>
                  <a:pt x="1297" y="32"/>
                </a:cubicBezTo>
                <a:cubicBezTo>
                  <a:pt x="1296" y="31"/>
                  <a:pt x="1295" y="30"/>
                  <a:pt x="1295" y="28"/>
                </a:cubicBezTo>
                <a:cubicBezTo>
                  <a:pt x="1295" y="26"/>
                  <a:pt x="1296" y="25"/>
                  <a:pt x="1297" y="24"/>
                </a:cubicBezTo>
                <a:cubicBezTo>
                  <a:pt x="1299" y="23"/>
                  <a:pt x="1300" y="23"/>
                  <a:pt x="1303" y="23"/>
                </a:cubicBezTo>
                <a:cubicBezTo>
                  <a:pt x="1304" y="23"/>
                  <a:pt x="1306" y="23"/>
                  <a:pt x="1307" y="24"/>
                </a:cubicBezTo>
                <a:cubicBezTo>
                  <a:pt x="1309" y="24"/>
                  <a:pt x="1310" y="25"/>
                  <a:pt x="1310" y="25"/>
                </a:cubicBezTo>
                <a:close/>
                <a:moveTo>
                  <a:pt x="1047" y="110"/>
                </a:moveTo>
                <a:cubicBezTo>
                  <a:pt x="1052" y="111"/>
                  <a:pt x="1052" y="111"/>
                  <a:pt x="1052" y="111"/>
                </a:cubicBezTo>
                <a:cubicBezTo>
                  <a:pt x="1046" y="156"/>
                  <a:pt x="1046" y="156"/>
                  <a:pt x="1046" y="156"/>
                </a:cubicBezTo>
                <a:cubicBezTo>
                  <a:pt x="1041" y="157"/>
                  <a:pt x="1041" y="157"/>
                  <a:pt x="1041" y="157"/>
                </a:cubicBezTo>
                <a:cubicBezTo>
                  <a:pt x="1041" y="159"/>
                  <a:pt x="1041" y="159"/>
                  <a:pt x="1041" y="159"/>
                </a:cubicBezTo>
                <a:cubicBezTo>
                  <a:pt x="1078" y="159"/>
                  <a:pt x="1078" y="159"/>
                  <a:pt x="1078" y="159"/>
                </a:cubicBezTo>
                <a:cubicBezTo>
                  <a:pt x="1081" y="147"/>
                  <a:pt x="1081" y="147"/>
                  <a:pt x="1081" y="147"/>
                </a:cubicBezTo>
                <a:cubicBezTo>
                  <a:pt x="1077" y="146"/>
                  <a:pt x="1077" y="146"/>
                  <a:pt x="1077" y="146"/>
                </a:cubicBezTo>
                <a:cubicBezTo>
                  <a:pt x="1073" y="155"/>
                  <a:pt x="1073" y="155"/>
                  <a:pt x="1073" y="155"/>
                </a:cubicBezTo>
                <a:cubicBezTo>
                  <a:pt x="1053" y="156"/>
                  <a:pt x="1053" y="156"/>
                  <a:pt x="1053" y="156"/>
                </a:cubicBezTo>
                <a:cubicBezTo>
                  <a:pt x="1056" y="134"/>
                  <a:pt x="1056" y="134"/>
                  <a:pt x="1056" y="134"/>
                </a:cubicBezTo>
                <a:cubicBezTo>
                  <a:pt x="1072" y="135"/>
                  <a:pt x="1072" y="135"/>
                  <a:pt x="1072" y="135"/>
                </a:cubicBezTo>
                <a:cubicBezTo>
                  <a:pt x="1073" y="130"/>
                  <a:pt x="1073" y="130"/>
                  <a:pt x="1073" y="130"/>
                </a:cubicBezTo>
                <a:cubicBezTo>
                  <a:pt x="1057" y="130"/>
                  <a:pt x="1057" y="130"/>
                  <a:pt x="1057" y="130"/>
                </a:cubicBezTo>
                <a:cubicBezTo>
                  <a:pt x="1059" y="110"/>
                  <a:pt x="1059" y="110"/>
                  <a:pt x="1059" y="110"/>
                </a:cubicBezTo>
                <a:cubicBezTo>
                  <a:pt x="1075" y="111"/>
                  <a:pt x="1075" y="111"/>
                  <a:pt x="1075" y="111"/>
                </a:cubicBezTo>
                <a:cubicBezTo>
                  <a:pt x="1076" y="118"/>
                  <a:pt x="1076" y="118"/>
                  <a:pt x="1076" y="118"/>
                </a:cubicBezTo>
                <a:cubicBezTo>
                  <a:pt x="1080" y="118"/>
                  <a:pt x="1080" y="118"/>
                  <a:pt x="1080" y="118"/>
                </a:cubicBezTo>
                <a:cubicBezTo>
                  <a:pt x="1081" y="107"/>
                  <a:pt x="1081" y="107"/>
                  <a:pt x="1081" y="107"/>
                </a:cubicBezTo>
                <a:cubicBezTo>
                  <a:pt x="1048" y="107"/>
                  <a:pt x="1048" y="107"/>
                  <a:pt x="1048" y="107"/>
                </a:cubicBezTo>
                <a:lnTo>
                  <a:pt x="1047" y="110"/>
                </a:lnTo>
                <a:close/>
                <a:moveTo>
                  <a:pt x="1100" y="129"/>
                </a:moveTo>
                <a:cubicBezTo>
                  <a:pt x="1100" y="120"/>
                  <a:pt x="1100" y="120"/>
                  <a:pt x="1100" y="120"/>
                </a:cubicBezTo>
                <a:cubicBezTo>
                  <a:pt x="1099" y="119"/>
                  <a:pt x="1099" y="119"/>
                  <a:pt x="1099" y="119"/>
                </a:cubicBezTo>
                <a:cubicBezTo>
                  <a:pt x="1090" y="121"/>
                  <a:pt x="1090" y="121"/>
                  <a:pt x="1090" y="121"/>
                </a:cubicBezTo>
                <a:cubicBezTo>
                  <a:pt x="1090" y="124"/>
                  <a:pt x="1090" y="124"/>
                  <a:pt x="1090" y="124"/>
                </a:cubicBezTo>
                <a:cubicBezTo>
                  <a:pt x="1093" y="125"/>
                  <a:pt x="1093" y="125"/>
                  <a:pt x="1093" y="125"/>
                </a:cubicBezTo>
                <a:cubicBezTo>
                  <a:pt x="1089" y="159"/>
                  <a:pt x="1089" y="159"/>
                  <a:pt x="1089" y="159"/>
                </a:cubicBezTo>
                <a:cubicBezTo>
                  <a:pt x="1095" y="159"/>
                  <a:pt x="1095" y="159"/>
                  <a:pt x="1095" y="159"/>
                </a:cubicBezTo>
                <a:cubicBezTo>
                  <a:pt x="1099" y="134"/>
                  <a:pt x="1099" y="134"/>
                  <a:pt x="1099" y="134"/>
                </a:cubicBezTo>
                <a:cubicBezTo>
                  <a:pt x="1101" y="131"/>
                  <a:pt x="1103" y="129"/>
                  <a:pt x="1105" y="127"/>
                </a:cubicBezTo>
                <a:cubicBezTo>
                  <a:pt x="1107" y="125"/>
                  <a:pt x="1109" y="124"/>
                  <a:pt x="1111" y="124"/>
                </a:cubicBezTo>
                <a:cubicBezTo>
                  <a:pt x="1113" y="124"/>
                  <a:pt x="1114" y="125"/>
                  <a:pt x="1114" y="126"/>
                </a:cubicBezTo>
                <a:cubicBezTo>
                  <a:pt x="1115" y="127"/>
                  <a:pt x="1115" y="128"/>
                  <a:pt x="1115" y="130"/>
                </a:cubicBezTo>
                <a:cubicBezTo>
                  <a:pt x="1115" y="132"/>
                  <a:pt x="1115" y="134"/>
                  <a:pt x="1115" y="135"/>
                </a:cubicBezTo>
                <a:cubicBezTo>
                  <a:pt x="1115" y="137"/>
                  <a:pt x="1114" y="140"/>
                  <a:pt x="1114" y="142"/>
                </a:cubicBezTo>
                <a:cubicBezTo>
                  <a:pt x="1114" y="144"/>
                  <a:pt x="1114" y="144"/>
                  <a:pt x="1114" y="144"/>
                </a:cubicBezTo>
                <a:cubicBezTo>
                  <a:pt x="1113" y="147"/>
                  <a:pt x="1113" y="147"/>
                  <a:pt x="1113" y="147"/>
                </a:cubicBezTo>
                <a:cubicBezTo>
                  <a:pt x="1112" y="151"/>
                  <a:pt x="1112" y="154"/>
                  <a:pt x="1112" y="156"/>
                </a:cubicBezTo>
                <a:cubicBezTo>
                  <a:pt x="1112" y="159"/>
                  <a:pt x="1113" y="160"/>
                  <a:pt x="1116" y="160"/>
                </a:cubicBezTo>
                <a:cubicBezTo>
                  <a:pt x="1117" y="160"/>
                  <a:pt x="1119" y="160"/>
                  <a:pt x="1120" y="159"/>
                </a:cubicBezTo>
                <a:cubicBezTo>
                  <a:pt x="1121" y="159"/>
                  <a:pt x="1122" y="158"/>
                  <a:pt x="1123" y="157"/>
                </a:cubicBezTo>
                <a:cubicBezTo>
                  <a:pt x="1123" y="157"/>
                  <a:pt x="1124" y="156"/>
                  <a:pt x="1124" y="156"/>
                </a:cubicBezTo>
                <a:cubicBezTo>
                  <a:pt x="1123" y="154"/>
                  <a:pt x="1123" y="154"/>
                  <a:pt x="1123" y="154"/>
                </a:cubicBezTo>
                <a:cubicBezTo>
                  <a:pt x="1122" y="155"/>
                  <a:pt x="1121" y="156"/>
                  <a:pt x="1120" y="156"/>
                </a:cubicBezTo>
                <a:cubicBezTo>
                  <a:pt x="1119" y="156"/>
                  <a:pt x="1119" y="155"/>
                  <a:pt x="1119" y="154"/>
                </a:cubicBezTo>
                <a:cubicBezTo>
                  <a:pt x="1119" y="152"/>
                  <a:pt x="1119" y="149"/>
                  <a:pt x="1120" y="145"/>
                </a:cubicBezTo>
                <a:cubicBezTo>
                  <a:pt x="1121" y="142"/>
                  <a:pt x="1121" y="142"/>
                  <a:pt x="1121" y="142"/>
                </a:cubicBezTo>
                <a:cubicBezTo>
                  <a:pt x="1121" y="140"/>
                  <a:pt x="1121" y="140"/>
                  <a:pt x="1121" y="140"/>
                </a:cubicBezTo>
                <a:cubicBezTo>
                  <a:pt x="1122" y="135"/>
                  <a:pt x="1122" y="132"/>
                  <a:pt x="1122" y="130"/>
                </a:cubicBezTo>
                <a:cubicBezTo>
                  <a:pt x="1122" y="126"/>
                  <a:pt x="1122" y="123"/>
                  <a:pt x="1120" y="122"/>
                </a:cubicBezTo>
                <a:cubicBezTo>
                  <a:pt x="1119" y="120"/>
                  <a:pt x="1117" y="119"/>
                  <a:pt x="1114" y="119"/>
                </a:cubicBezTo>
                <a:cubicBezTo>
                  <a:pt x="1112" y="119"/>
                  <a:pt x="1109" y="120"/>
                  <a:pt x="1106" y="122"/>
                </a:cubicBezTo>
                <a:cubicBezTo>
                  <a:pt x="1104" y="124"/>
                  <a:pt x="1102" y="126"/>
                  <a:pt x="1100" y="129"/>
                </a:cubicBezTo>
                <a:close/>
                <a:moveTo>
                  <a:pt x="1159" y="162"/>
                </a:moveTo>
                <a:cubicBezTo>
                  <a:pt x="1165" y="119"/>
                  <a:pt x="1165" y="119"/>
                  <a:pt x="1165" y="119"/>
                </a:cubicBezTo>
                <a:cubicBezTo>
                  <a:pt x="1160" y="121"/>
                  <a:pt x="1160" y="121"/>
                  <a:pt x="1160" y="121"/>
                </a:cubicBezTo>
                <a:cubicBezTo>
                  <a:pt x="1159" y="121"/>
                  <a:pt x="1158" y="120"/>
                  <a:pt x="1157" y="120"/>
                </a:cubicBezTo>
                <a:cubicBezTo>
                  <a:pt x="1155" y="120"/>
                  <a:pt x="1154" y="119"/>
                  <a:pt x="1153" y="119"/>
                </a:cubicBezTo>
                <a:cubicBezTo>
                  <a:pt x="1148" y="119"/>
                  <a:pt x="1144" y="121"/>
                  <a:pt x="1141" y="123"/>
                </a:cubicBezTo>
                <a:cubicBezTo>
                  <a:pt x="1137" y="126"/>
                  <a:pt x="1135" y="129"/>
                  <a:pt x="1133" y="133"/>
                </a:cubicBezTo>
                <a:cubicBezTo>
                  <a:pt x="1131" y="137"/>
                  <a:pt x="1130" y="141"/>
                  <a:pt x="1130" y="145"/>
                </a:cubicBezTo>
                <a:cubicBezTo>
                  <a:pt x="1130" y="150"/>
                  <a:pt x="1131" y="153"/>
                  <a:pt x="1133" y="156"/>
                </a:cubicBezTo>
                <a:cubicBezTo>
                  <a:pt x="1135" y="159"/>
                  <a:pt x="1138" y="160"/>
                  <a:pt x="1142" y="160"/>
                </a:cubicBezTo>
                <a:cubicBezTo>
                  <a:pt x="1144" y="160"/>
                  <a:pt x="1146" y="159"/>
                  <a:pt x="1148" y="158"/>
                </a:cubicBezTo>
                <a:cubicBezTo>
                  <a:pt x="1150" y="157"/>
                  <a:pt x="1152" y="156"/>
                  <a:pt x="1153" y="155"/>
                </a:cubicBezTo>
                <a:cubicBezTo>
                  <a:pt x="1151" y="164"/>
                  <a:pt x="1151" y="164"/>
                  <a:pt x="1151" y="164"/>
                </a:cubicBezTo>
                <a:cubicBezTo>
                  <a:pt x="1151" y="167"/>
                  <a:pt x="1150" y="169"/>
                  <a:pt x="1149" y="170"/>
                </a:cubicBezTo>
                <a:cubicBezTo>
                  <a:pt x="1147" y="172"/>
                  <a:pt x="1145" y="172"/>
                  <a:pt x="1142" y="172"/>
                </a:cubicBezTo>
                <a:cubicBezTo>
                  <a:pt x="1140" y="172"/>
                  <a:pt x="1139" y="172"/>
                  <a:pt x="1137" y="171"/>
                </a:cubicBezTo>
                <a:cubicBezTo>
                  <a:pt x="1136" y="171"/>
                  <a:pt x="1134" y="170"/>
                  <a:pt x="1133" y="170"/>
                </a:cubicBezTo>
                <a:cubicBezTo>
                  <a:pt x="1132" y="175"/>
                  <a:pt x="1132" y="175"/>
                  <a:pt x="1132" y="175"/>
                </a:cubicBezTo>
                <a:cubicBezTo>
                  <a:pt x="1132" y="176"/>
                  <a:pt x="1134" y="176"/>
                  <a:pt x="1135" y="176"/>
                </a:cubicBezTo>
                <a:cubicBezTo>
                  <a:pt x="1137" y="177"/>
                  <a:pt x="1138" y="177"/>
                  <a:pt x="1140" y="177"/>
                </a:cubicBezTo>
                <a:cubicBezTo>
                  <a:pt x="1142" y="177"/>
                  <a:pt x="1145" y="176"/>
                  <a:pt x="1148" y="175"/>
                </a:cubicBezTo>
                <a:cubicBezTo>
                  <a:pt x="1150" y="174"/>
                  <a:pt x="1153" y="173"/>
                  <a:pt x="1155" y="170"/>
                </a:cubicBezTo>
                <a:cubicBezTo>
                  <a:pt x="1157" y="168"/>
                  <a:pt x="1158" y="165"/>
                  <a:pt x="1159" y="162"/>
                </a:cubicBezTo>
                <a:close/>
                <a:moveTo>
                  <a:pt x="1157" y="125"/>
                </a:moveTo>
                <a:cubicBezTo>
                  <a:pt x="1154" y="150"/>
                  <a:pt x="1154" y="150"/>
                  <a:pt x="1154" y="150"/>
                </a:cubicBezTo>
                <a:cubicBezTo>
                  <a:pt x="1152" y="151"/>
                  <a:pt x="1151" y="153"/>
                  <a:pt x="1149" y="154"/>
                </a:cubicBezTo>
                <a:cubicBezTo>
                  <a:pt x="1148" y="155"/>
                  <a:pt x="1146" y="155"/>
                  <a:pt x="1144" y="155"/>
                </a:cubicBezTo>
                <a:cubicBezTo>
                  <a:pt x="1142" y="155"/>
                  <a:pt x="1140" y="155"/>
                  <a:pt x="1139" y="153"/>
                </a:cubicBezTo>
                <a:cubicBezTo>
                  <a:pt x="1138" y="151"/>
                  <a:pt x="1138" y="148"/>
                  <a:pt x="1138" y="145"/>
                </a:cubicBezTo>
                <a:cubicBezTo>
                  <a:pt x="1138" y="142"/>
                  <a:pt x="1138" y="138"/>
                  <a:pt x="1139" y="135"/>
                </a:cubicBezTo>
                <a:cubicBezTo>
                  <a:pt x="1140" y="132"/>
                  <a:pt x="1142" y="129"/>
                  <a:pt x="1144" y="127"/>
                </a:cubicBezTo>
                <a:cubicBezTo>
                  <a:pt x="1146" y="124"/>
                  <a:pt x="1149" y="123"/>
                  <a:pt x="1152" y="123"/>
                </a:cubicBezTo>
                <a:cubicBezTo>
                  <a:pt x="1154" y="123"/>
                  <a:pt x="1156" y="124"/>
                  <a:pt x="1157" y="125"/>
                </a:cubicBezTo>
                <a:close/>
                <a:moveTo>
                  <a:pt x="1181" y="153"/>
                </a:moveTo>
                <a:cubicBezTo>
                  <a:pt x="1185" y="120"/>
                  <a:pt x="1185" y="120"/>
                  <a:pt x="1185" y="120"/>
                </a:cubicBezTo>
                <a:cubicBezTo>
                  <a:pt x="1184" y="119"/>
                  <a:pt x="1184" y="119"/>
                  <a:pt x="1184" y="119"/>
                </a:cubicBezTo>
                <a:cubicBezTo>
                  <a:pt x="1174" y="121"/>
                  <a:pt x="1174" y="121"/>
                  <a:pt x="1174" y="121"/>
                </a:cubicBezTo>
                <a:cubicBezTo>
                  <a:pt x="1173" y="123"/>
                  <a:pt x="1173" y="123"/>
                  <a:pt x="1173" y="123"/>
                </a:cubicBezTo>
                <a:cubicBezTo>
                  <a:pt x="1178" y="125"/>
                  <a:pt x="1178" y="125"/>
                  <a:pt x="1178" y="125"/>
                </a:cubicBezTo>
                <a:cubicBezTo>
                  <a:pt x="1177" y="132"/>
                  <a:pt x="1176" y="138"/>
                  <a:pt x="1175" y="142"/>
                </a:cubicBezTo>
                <a:cubicBezTo>
                  <a:pt x="1174" y="150"/>
                  <a:pt x="1174" y="154"/>
                  <a:pt x="1173" y="156"/>
                </a:cubicBezTo>
                <a:cubicBezTo>
                  <a:pt x="1173" y="157"/>
                  <a:pt x="1174" y="158"/>
                  <a:pt x="1174" y="159"/>
                </a:cubicBezTo>
                <a:cubicBezTo>
                  <a:pt x="1175" y="160"/>
                  <a:pt x="1176" y="160"/>
                  <a:pt x="1178" y="160"/>
                </a:cubicBezTo>
                <a:cubicBezTo>
                  <a:pt x="1180" y="160"/>
                  <a:pt x="1182" y="159"/>
                  <a:pt x="1183" y="158"/>
                </a:cubicBezTo>
                <a:cubicBezTo>
                  <a:pt x="1184" y="157"/>
                  <a:pt x="1185" y="156"/>
                  <a:pt x="1186" y="155"/>
                </a:cubicBezTo>
                <a:cubicBezTo>
                  <a:pt x="1185" y="154"/>
                  <a:pt x="1185" y="154"/>
                  <a:pt x="1185" y="154"/>
                </a:cubicBezTo>
                <a:cubicBezTo>
                  <a:pt x="1184" y="154"/>
                  <a:pt x="1184" y="155"/>
                  <a:pt x="1183" y="155"/>
                </a:cubicBezTo>
                <a:cubicBezTo>
                  <a:pt x="1183" y="156"/>
                  <a:pt x="1182" y="156"/>
                  <a:pt x="1182" y="156"/>
                </a:cubicBezTo>
                <a:cubicBezTo>
                  <a:pt x="1181" y="156"/>
                  <a:pt x="1181" y="156"/>
                  <a:pt x="1181" y="155"/>
                </a:cubicBezTo>
                <a:cubicBezTo>
                  <a:pt x="1181" y="155"/>
                  <a:pt x="1180" y="155"/>
                  <a:pt x="1180" y="154"/>
                </a:cubicBezTo>
                <a:lnTo>
                  <a:pt x="1181" y="153"/>
                </a:lnTo>
                <a:close/>
                <a:moveTo>
                  <a:pt x="1183" y="112"/>
                </a:moveTo>
                <a:cubicBezTo>
                  <a:pt x="1184" y="112"/>
                  <a:pt x="1185" y="111"/>
                  <a:pt x="1186" y="110"/>
                </a:cubicBezTo>
                <a:cubicBezTo>
                  <a:pt x="1187" y="109"/>
                  <a:pt x="1188" y="108"/>
                  <a:pt x="1188" y="107"/>
                </a:cubicBezTo>
                <a:cubicBezTo>
                  <a:pt x="1188" y="106"/>
                  <a:pt x="1187" y="105"/>
                  <a:pt x="1187" y="104"/>
                </a:cubicBezTo>
                <a:cubicBezTo>
                  <a:pt x="1186" y="103"/>
                  <a:pt x="1185" y="103"/>
                  <a:pt x="1184" y="103"/>
                </a:cubicBezTo>
                <a:cubicBezTo>
                  <a:pt x="1182" y="103"/>
                  <a:pt x="1181" y="103"/>
                  <a:pt x="1180" y="104"/>
                </a:cubicBezTo>
                <a:cubicBezTo>
                  <a:pt x="1180" y="105"/>
                  <a:pt x="1179" y="107"/>
                  <a:pt x="1179" y="108"/>
                </a:cubicBezTo>
                <a:cubicBezTo>
                  <a:pt x="1179" y="109"/>
                  <a:pt x="1179" y="110"/>
                  <a:pt x="1180" y="111"/>
                </a:cubicBezTo>
                <a:cubicBezTo>
                  <a:pt x="1181" y="111"/>
                  <a:pt x="1182" y="112"/>
                  <a:pt x="1183" y="112"/>
                </a:cubicBezTo>
                <a:close/>
                <a:moveTo>
                  <a:pt x="1207" y="129"/>
                </a:moveTo>
                <a:cubicBezTo>
                  <a:pt x="1208" y="120"/>
                  <a:pt x="1208" y="120"/>
                  <a:pt x="1208" y="120"/>
                </a:cubicBezTo>
                <a:cubicBezTo>
                  <a:pt x="1207" y="119"/>
                  <a:pt x="1207" y="119"/>
                  <a:pt x="1207" y="119"/>
                </a:cubicBezTo>
                <a:cubicBezTo>
                  <a:pt x="1198" y="121"/>
                  <a:pt x="1198" y="121"/>
                  <a:pt x="1198" y="121"/>
                </a:cubicBezTo>
                <a:cubicBezTo>
                  <a:pt x="1198" y="124"/>
                  <a:pt x="1198" y="124"/>
                  <a:pt x="1198" y="124"/>
                </a:cubicBezTo>
                <a:cubicBezTo>
                  <a:pt x="1201" y="125"/>
                  <a:pt x="1201" y="125"/>
                  <a:pt x="1201" y="125"/>
                </a:cubicBezTo>
                <a:cubicBezTo>
                  <a:pt x="1196" y="159"/>
                  <a:pt x="1196" y="159"/>
                  <a:pt x="1196" y="159"/>
                </a:cubicBezTo>
                <a:cubicBezTo>
                  <a:pt x="1203" y="159"/>
                  <a:pt x="1203" y="159"/>
                  <a:pt x="1203" y="159"/>
                </a:cubicBezTo>
                <a:cubicBezTo>
                  <a:pt x="1207" y="134"/>
                  <a:pt x="1207" y="134"/>
                  <a:pt x="1207" y="134"/>
                </a:cubicBezTo>
                <a:cubicBezTo>
                  <a:pt x="1208" y="131"/>
                  <a:pt x="1210" y="129"/>
                  <a:pt x="1213" y="127"/>
                </a:cubicBezTo>
                <a:cubicBezTo>
                  <a:pt x="1215" y="125"/>
                  <a:pt x="1217" y="124"/>
                  <a:pt x="1219" y="124"/>
                </a:cubicBezTo>
                <a:cubicBezTo>
                  <a:pt x="1220" y="124"/>
                  <a:pt x="1221" y="125"/>
                  <a:pt x="1222" y="126"/>
                </a:cubicBezTo>
                <a:cubicBezTo>
                  <a:pt x="1223" y="127"/>
                  <a:pt x="1223" y="128"/>
                  <a:pt x="1223" y="130"/>
                </a:cubicBezTo>
                <a:cubicBezTo>
                  <a:pt x="1223" y="132"/>
                  <a:pt x="1223" y="134"/>
                  <a:pt x="1223" y="135"/>
                </a:cubicBezTo>
                <a:cubicBezTo>
                  <a:pt x="1222" y="137"/>
                  <a:pt x="1222" y="140"/>
                  <a:pt x="1222" y="142"/>
                </a:cubicBezTo>
                <a:cubicBezTo>
                  <a:pt x="1221" y="144"/>
                  <a:pt x="1221" y="144"/>
                  <a:pt x="1221" y="144"/>
                </a:cubicBezTo>
                <a:cubicBezTo>
                  <a:pt x="1221" y="147"/>
                  <a:pt x="1221" y="147"/>
                  <a:pt x="1221" y="147"/>
                </a:cubicBezTo>
                <a:cubicBezTo>
                  <a:pt x="1220" y="151"/>
                  <a:pt x="1219" y="154"/>
                  <a:pt x="1219" y="156"/>
                </a:cubicBezTo>
                <a:cubicBezTo>
                  <a:pt x="1219" y="159"/>
                  <a:pt x="1221" y="160"/>
                  <a:pt x="1224" y="160"/>
                </a:cubicBezTo>
                <a:cubicBezTo>
                  <a:pt x="1225" y="160"/>
                  <a:pt x="1226" y="160"/>
                  <a:pt x="1227" y="159"/>
                </a:cubicBezTo>
                <a:cubicBezTo>
                  <a:pt x="1228" y="159"/>
                  <a:pt x="1229" y="158"/>
                  <a:pt x="1230" y="157"/>
                </a:cubicBezTo>
                <a:cubicBezTo>
                  <a:pt x="1231" y="157"/>
                  <a:pt x="1231" y="156"/>
                  <a:pt x="1232" y="156"/>
                </a:cubicBezTo>
                <a:cubicBezTo>
                  <a:pt x="1231" y="154"/>
                  <a:pt x="1231" y="154"/>
                  <a:pt x="1231" y="154"/>
                </a:cubicBezTo>
                <a:cubicBezTo>
                  <a:pt x="1229" y="155"/>
                  <a:pt x="1228" y="156"/>
                  <a:pt x="1227" y="156"/>
                </a:cubicBezTo>
                <a:cubicBezTo>
                  <a:pt x="1227" y="156"/>
                  <a:pt x="1227" y="155"/>
                  <a:pt x="1227" y="154"/>
                </a:cubicBezTo>
                <a:cubicBezTo>
                  <a:pt x="1227" y="152"/>
                  <a:pt x="1227" y="149"/>
                  <a:pt x="1228" y="145"/>
                </a:cubicBezTo>
                <a:cubicBezTo>
                  <a:pt x="1228" y="142"/>
                  <a:pt x="1228" y="142"/>
                  <a:pt x="1228" y="142"/>
                </a:cubicBezTo>
                <a:cubicBezTo>
                  <a:pt x="1229" y="140"/>
                  <a:pt x="1229" y="140"/>
                  <a:pt x="1229" y="140"/>
                </a:cubicBezTo>
                <a:cubicBezTo>
                  <a:pt x="1230" y="135"/>
                  <a:pt x="1230" y="132"/>
                  <a:pt x="1230" y="130"/>
                </a:cubicBezTo>
                <a:cubicBezTo>
                  <a:pt x="1230" y="126"/>
                  <a:pt x="1229" y="123"/>
                  <a:pt x="1228" y="122"/>
                </a:cubicBezTo>
                <a:cubicBezTo>
                  <a:pt x="1227" y="120"/>
                  <a:pt x="1225" y="119"/>
                  <a:pt x="1222" y="119"/>
                </a:cubicBezTo>
                <a:cubicBezTo>
                  <a:pt x="1219" y="119"/>
                  <a:pt x="1217" y="120"/>
                  <a:pt x="1214" y="122"/>
                </a:cubicBezTo>
                <a:cubicBezTo>
                  <a:pt x="1211" y="124"/>
                  <a:pt x="1209" y="126"/>
                  <a:pt x="1207" y="129"/>
                </a:cubicBezTo>
                <a:close/>
                <a:moveTo>
                  <a:pt x="1267" y="153"/>
                </a:moveTo>
                <a:cubicBezTo>
                  <a:pt x="1266" y="150"/>
                  <a:pt x="1266" y="150"/>
                  <a:pt x="1266" y="150"/>
                </a:cubicBezTo>
                <a:cubicBezTo>
                  <a:pt x="1264" y="152"/>
                  <a:pt x="1262" y="153"/>
                  <a:pt x="1260" y="154"/>
                </a:cubicBezTo>
                <a:cubicBezTo>
                  <a:pt x="1258" y="155"/>
                  <a:pt x="1256" y="156"/>
                  <a:pt x="1254" y="156"/>
                </a:cubicBezTo>
                <a:cubicBezTo>
                  <a:pt x="1251" y="156"/>
                  <a:pt x="1249" y="154"/>
                  <a:pt x="1248" y="152"/>
                </a:cubicBezTo>
                <a:cubicBezTo>
                  <a:pt x="1246" y="150"/>
                  <a:pt x="1246" y="147"/>
                  <a:pt x="1246" y="143"/>
                </a:cubicBezTo>
                <a:cubicBezTo>
                  <a:pt x="1249" y="143"/>
                  <a:pt x="1252" y="143"/>
                  <a:pt x="1256" y="142"/>
                </a:cubicBezTo>
                <a:cubicBezTo>
                  <a:pt x="1259" y="140"/>
                  <a:pt x="1263" y="139"/>
                  <a:pt x="1265" y="136"/>
                </a:cubicBezTo>
                <a:cubicBezTo>
                  <a:pt x="1268" y="134"/>
                  <a:pt x="1269" y="131"/>
                  <a:pt x="1269" y="128"/>
                </a:cubicBezTo>
                <a:cubicBezTo>
                  <a:pt x="1269" y="125"/>
                  <a:pt x="1268" y="123"/>
                  <a:pt x="1267" y="122"/>
                </a:cubicBezTo>
                <a:cubicBezTo>
                  <a:pt x="1265" y="120"/>
                  <a:pt x="1263" y="119"/>
                  <a:pt x="1259" y="119"/>
                </a:cubicBezTo>
                <a:cubicBezTo>
                  <a:pt x="1255" y="119"/>
                  <a:pt x="1252" y="121"/>
                  <a:pt x="1249" y="123"/>
                </a:cubicBezTo>
                <a:cubicBezTo>
                  <a:pt x="1246" y="125"/>
                  <a:pt x="1243" y="128"/>
                  <a:pt x="1241" y="132"/>
                </a:cubicBezTo>
                <a:cubicBezTo>
                  <a:pt x="1240" y="136"/>
                  <a:pt x="1239" y="140"/>
                  <a:pt x="1239" y="145"/>
                </a:cubicBezTo>
                <a:cubicBezTo>
                  <a:pt x="1239" y="147"/>
                  <a:pt x="1239" y="150"/>
                  <a:pt x="1240" y="152"/>
                </a:cubicBezTo>
                <a:cubicBezTo>
                  <a:pt x="1241" y="155"/>
                  <a:pt x="1243" y="156"/>
                  <a:pt x="1245" y="158"/>
                </a:cubicBezTo>
                <a:cubicBezTo>
                  <a:pt x="1247" y="159"/>
                  <a:pt x="1249" y="160"/>
                  <a:pt x="1253" y="160"/>
                </a:cubicBezTo>
                <a:cubicBezTo>
                  <a:pt x="1256" y="160"/>
                  <a:pt x="1259" y="159"/>
                  <a:pt x="1261" y="158"/>
                </a:cubicBezTo>
                <a:cubicBezTo>
                  <a:pt x="1264" y="156"/>
                  <a:pt x="1266" y="154"/>
                  <a:pt x="1267" y="153"/>
                </a:cubicBezTo>
                <a:close/>
                <a:moveTo>
                  <a:pt x="1258" y="123"/>
                </a:moveTo>
                <a:cubicBezTo>
                  <a:pt x="1259" y="123"/>
                  <a:pt x="1260" y="124"/>
                  <a:pt x="1261" y="125"/>
                </a:cubicBezTo>
                <a:cubicBezTo>
                  <a:pt x="1262" y="125"/>
                  <a:pt x="1263" y="127"/>
                  <a:pt x="1263" y="129"/>
                </a:cubicBezTo>
                <a:cubicBezTo>
                  <a:pt x="1263" y="131"/>
                  <a:pt x="1262" y="133"/>
                  <a:pt x="1260" y="135"/>
                </a:cubicBezTo>
                <a:cubicBezTo>
                  <a:pt x="1258" y="136"/>
                  <a:pt x="1256" y="138"/>
                  <a:pt x="1253" y="139"/>
                </a:cubicBezTo>
                <a:cubicBezTo>
                  <a:pt x="1251" y="139"/>
                  <a:pt x="1248" y="140"/>
                  <a:pt x="1246" y="140"/>
                </a:cubicBezTo>
                <a:cubicBezTo>
                  <a:pt x="1246" y="138"/>
                  <a:pt x="1247" y="135"/>
                  <a:pt x="1248" y="132"/>
                </a:cubicBezTo>
                <a:cubicBezTo>
                  <a:pt x="1249" y="130"/>
                  <a:pt x="1250" y="127"/>
                  <a:pt x="1252" y="126"/>
                </a:cubicBezTo>
                <a:cubicBezTo>
                  <a:pt x="1254" y="124"/>
                  <a:pt x="1255" y="123"/>
                  <a:pt x="1258" y="123"/>
                </a:cubicBezTo>
                <a:close/>
                <a:moveTo>
                  <a:pt x="1303" y="153"/>
                </a:moveTo>
                <a:cubicBezTo>
                  <a:pt x="1302" y="150"/>
                  <a:pt x="1302" y="150"/>
                  <a:pt x="1302" y="150"/>
                </a:cubicBezTo>
                <a:cubicBezTo>
                  <a:pt x="1300" y="152"/>
                  <a:pt x="1298" y="153"/>
                  <a:pt x="1296" y="154"/>
                </a:cubicBezTo>
                <a:cubicBezTo>
                  <a:pt x="1294" y="155"/>
                  <a:pt x="1292" y="156"/>
                  <a:pt x="1290" y="156"/>
                </a:cubicBezTo>
                <a:cubicBezTo>
                  <a:pt x="1287" y="156"/>
                  <a:pt x="1285" y="154"/>
                  <a:pt x="1284" y="152"/>
                </a:cubicBezTo>
                <a:cubicBezTo>
                  <a:pt x="1282" y="150"/>
                  <a:pt x="1282" y="147"/>
                  <a:pt x="1282" y="143"/>
                </a:cubicBezTo>
                <a:cubicBezTo>
                  <a:pt x="1285" y="143"/>
                  <a:pt x="1288" y="143"/>
                  <a:pt x="1292" y="142"/>
                </a:cubicBezTo>
                <a:cubicBezTo>
                  <a:pt x="1295" y="140"/>
                  <a:pt x="1299" y="139"/>
                  <a:pt x="1301" y="136"/>
                </a:cubicBezTo>
                <a:cubicBezTo>
                  <a:pt x="1304" y="134"/>
                  <a:pt x="1305" y="131"/>
                  <a:pt x="1305" y="128"/>
                </a:cubicBezTo>
                <a:cubicBezTo>
                  <a:pt x="1305" y="125"/>
                  <a:pt x="1304" y="123"/>
                  <a:pt x="1303" y="122"/>
                </a:cubicBezTo>
                <a:cubicBezTo>
                  <a:pt x="1301" y="120"/>
                  <a:pt x="1299" y="119"/>
                  <a:pt x="1295" y="119"/>
                </a:cubicBezTo>
                <a:cubicBezTo>
                  <a:pt x="1291" y="119"/>
                  <a:pt x="1288" y="121"/>
                  <a:pt x="1285" y="123"/>
                </a:cubicBezTo>
                <a:cubicBezTo>
                  <a:pt x="1282" y="125"/>
                  <a:pt x="1279" y="128"/>
                  <a:pt x="1277" y="132"/>
                </a:cubicBezTo>
                <a:cubicBezTo>
                  <a:pt x="1275" y="136"/>
                  <a:pt x="1275" y="140"/>
                  <a:pt x="1275" y="145"/>
                </a:cubicBezTo>
                <a:cubicBezTo>
                  <a:pt x="1275" y="147"/>
                  <a:pt x="1275" y="150"/>
                  <a:pt x="1276" y="152"/>
                </a:cubicBezTo>
                <a:cubicBezTo>
                  <a:pt x="1277" y="155"/>
                  <a:pt x="1279" y="156"/>
                  <a:pt x="1281" y="158"/>
                </a:cubicBezTo>
                <a:cubicBezTo>
                  <a:pt x="1283" y="159"/>
                  <a:pt x="1285" y="160"/>
                  <a:pt x="1288" y="160"/>
                </a:cubicBezTo>
                <a:cubicBezTo>
                  <a:pt x="1292" y="160"/>
                  <a:pt x="1295" y="159"/>
                  <a:pt x="1297" y="158"/>
                </a:cubicBezTo>
                <a:cubicBezTo>
                  <a:pt x="1300" y="156"/>
                  <a:pt x="1302" y="154"/>
                  <a:pt x="1303" y="153"/>
                </a:cubicBezTo>
                <a:close/>
                <a:moveTo>
                  <a:pt x="1294" y="123"/>
                </a:moveTo>
                <a:cubicBezTo>
                  <a:pt x="1295" y="123"/>
                  <a:pt x="1296" y="124"/>
                  <a:pt x="1297" y="125"/>
                </a:cubicBezTo>
                <a:cubicBezTo>
                  <a:pt x="1298" y="125"/>
                  <a:pt x="1298" y="127"/>
                  <a:pt x="1298" y="129"/>
                </a:cubicBezTo>
                <a:cubicBezTo>
                  <a:pt x="1298" y="131"/>
                  <a:pt x="1298" y="133"/>
                  <a:pt x="1296" y="135"/>
                </a:cubicBezTo>
                <a:cubicBezTo>
                  <a:pt x="1294" y="136"/>
                  <a:pt x="1292" y="138"/>
                  <a:pt x="1289" y="139"/>
                </a:cubicBezTo>
                <a:cubicBezTo>
                  <a:pt x="1287" y="139"/>
                  <a:pt x="1284" y="140"/>
                  <a:pt x="1282" y="140"/>
                </a:cubicBezTo>
                <a:cubicBezTo>
                  <a:pt x="1282" y="138"/>
                  <a:pt x="1283" y="135"/>
                  <a:pt x="1284" y="132"/>
                </a:cubicBezTo>
                <a:cubicBezTo>
                  <a:pt x="1285" y="130"/>
                  <a:pt x="1286" y="127"/>
                  <a:pt x="1288" y="126"/>
                </a:cubicBezTo>
                <a:cubicBezTo>
                  <a:pt x="1289" y="124"/>
                  <a:pt x="1291" y="123"/>
                  <a:pt x="1294" y="123"/>
                </a:cubicBezTo>
                <a:close/>
                <a:moveTo>
                  <a:pt x="1322" y="129"/>
                </a:moveTo>
                <a:cubicBezTo>
                  <a:pt x="1323" y="127"/>
                  <a:pt x="1323" y="127"/>
                  <a:pt x="1323" y="127"/>
                </a:cubicBezTo>
                <a:cubicBezTo>
                  <a:pt x="1323" y="120"/>
                  <a:pt x="1323" y="120"/>
                  <a:pt x="1323" y="120"/>
                </a:cubicBezTo>
                <a:cubicBezTo>
                  <a:pt x="1322" y="119"/>
                  <a:pt x="1322" y="119"/>
                  <a:pt x="1322" y="119"/>
                </a:cubicBezTo>
                <a:cubicBezTo>
                  <a:pt x="1314" y="121"/>
                  <a:pt x="1314" y="121"/>
                  <a:pt x="1314" y="121"/>
                </a:cubicBezTo>
                <a:cubicBezTo>
                  <a:pt x="1313" y="124"/>
                  <a:pt x="1313" y="124"/>
                  <a:pt x="1313" y="124"/>
                </a:cubicBezTo>
                <a:cubicBezTo>
                  <a:pt x="1317" y="125"/>
                  <a:pt x="1317" y="125"/>
                  <a:pt x="1317" y="125"/>
                </a:cubicBezTo>
                <a:cubicBezTo>
                  <a:pt x="1312" y="159"/>
                  <a:pt x="1312" y="159"/>
                  <a:pt x="1312" y="159"/>
                </a:cubicBezTo>
                <a:cubicBezTo>
                  <a:pt x="1319" y="159"/>
                  <a:pt x="1319" y="159"/>
                  <a:pt x="1319" y="159"/>
                </a:cubicBezTo>
                <a:cubicBezTo>
                  <a:pt x="1322" y="134"/>
                  <a:pt x="1322" y="134"/>
                  <a:pt x="1322" y="134"/>
                </a:cubicBezTo>
                <a:cubicBezTo>
                  <a:pt x="1323" y="132"/>
                  <a:pt x="1325" y="130"/>
                  <a:pt x="1327" y="129"/>
                </a:cubicBezTo>
                <a:cubicBezTo>
                  <a:pt x="1329" y="127"/>
                  <a:pt x="1331" y="127"/>
                  <a:pt x="1333" y="127"/>
                </a:cubicBezTo>
                <a:cubicBezTo>
                  <a:pt x="1334" y="127"/>
                  <a:pt x="1335" y="127"/>
                  <a:pt x="1336" y="127"/>
                </a:cubicBezTo>
                <a:cubicBezTo>
                  <a:pt x="1338" y="120"/>
                  <a:pt x="1338" y="120"/>
                  <a:pt x="1338" y="120"/>
                </a:cubicBezTo>
                <a:cubicBezTo>
                  <a:pt x="1337" y="120"/>
                  <a:pt x="1336" y="119"/>
                  <a:pt x="1335" y="119"/>
                </a:cubicBezTo>
                <a:cubicBezTo>
                  <a:pt x="1333" y="119"/>
                  <a:pt x="1331" y="120"/>
                  <a:pt x="1330" y="121"/>
                </a:cubicBezTo>
                <a:cubicBezTo>
                  <a:pt x="1328" y="122"/>
                  <a:pt x="1326" y="123"/>
                  <a:pt x="1325" y="125"/>
                </a:cubicBezTo>
                <a:cubicBezTo>
                  <a:pt x="1324" y="126"/>
                  <a:pt x="1323" y="128"/>
                  <a:pt x="1322" y="129"/>
                </a:cubicBezTo>
                <a:close/>
                <a:moveTo>
                  <a:pt x="1349" y="153"/>
                </a:moveTo>
                <a:cubicBezTo>
                  <a:pt x="1354" y="120"/>
                  <a:pt x="1354" y="120"/>
                  <a:pt x="1354" y="120"/>
                </a:cubicBezTo>
                <a:cubicBezTo>
                  <a:pt x="1352" y="119"/>
                  <a:pt x="1352" y="119"/>
                  <a:pt x="1352" y="119"/>
                </a:cubicBezTo>
                <a:cubicBezTo>
                  <a:pt x="1342" y="121"/>
                  <a:pt x="1342" y="121"/>
                  <a:pt x="1342" y="121"/>
                </a:cubicBezTo>
                <a:cubicBezTo>
                  <a:pt x="1342" y="123"/>
                  <a:pt x="1342" y="123"/>
                  <a:pt x="1342" y="123"/>
                </a:cubicBezTo>
                <a:cubicBezTo>
                  <a:pt x="1346" y="125"/>
                  <a:pt x="1346" y="125"/>
                  <a:pt x="1346" y="125"/>
                </a:cubicBezTo>
                <a:cubicBezTo>
                  <a:pt x="1345" y="132"/>
                  <a:pt x="1345" y="138"/>
                  <a:pt x="1344" y="142"/>
                </a:cubicBezTo>
                <a:cubicBezTo>
                  <a:pt x="1343" y="150"/>
                  <a:pt x="1342" y="154"/>
                  <a:pt x="1342" y="156"/>
                </a:cubicBezTo>
                <a:cubicBezTo>
                  <a:pt x="1342" y="157"/>
                  <a:pt x="1342" y="158"/>
                  <a:pt x="1343" y="159"/>
                </a:cubicBezTo>
                <a:cubicBezTo>
                  <a:pt x="1344" y="160"/>
                  <a:pt x="1345" y="160"/>
                  <a:pt x="1347" y="160"/>
                </a:cubicBezTo>
                <a:cubicBezTo>
                  <a:pt x="1349" y="160"/>
                  <a:pt x="1350" y="159"/>
                  <a:pt x="1352" y="158"/>
                </a:cubicBezTo>
                <a:cubicBezTo>
                  <a:pt x="1353" y="157"/>
                  <a:pt x="1354" y="156"/>
                  <a:pt x="1355" y="155"/>
                </a:cubicBezTo>
                <a:cubicBezTo>
                  <a:pt x="1354" y="154"/>
                  <a:pt x="1354" y="154"/>
                  <a:pt x="1354" y="154"/>
                </a:cubicBezTo>
                <a:cubicBezTo>
                  <a:pt x="1353" y="154"/>
                  <a:pt x="1352" y="155"/>
                  <a:pt x="1352" y="155"/>
                </a:cubicBezTo>
                <a:cubicBezTo>
                  <a:pt x="1351" y="156"/>
                  <a:pt x="1351" y="156"/>
                  <a:pt x="1350" y="156"/>
                </a:cubicBezTo>
                <a:cubicBezTo>
                  <a:pt x="1350" y="156"/>
                  <a:pt x="1350" y="156"/>
                  <a:pt x="1349" y="155"/>
                </a:cubicBezTo>
                <a:cubicBezTo>
                  <a:pt x="1349" y="155"/>
                  <a:pt x="1349" y="155"/>
                  <a:pt x="1349" y="154"/>
                </a:cubicBezTo>
                <a:lnTo>
                  <a:pt x="1349" y="153"/>
                </a:lnTo>
                <a:close/>
                <a:moveTo>
                  <a:pt x="1351" y="112"/>
                </a:moveTo>
                <a:cubicBezTo>
                  <a:pt x="1353" y="112"/>
                  <a:pt x="1354" y="111"/>
                  <a:pt x="1355" y="110"/>
                </a:cubicBezTo>
                <a:cubicBezTo>
                  <a:pt x="1356" y="109"/>
                  <a:pt x="1356" y="108"/>
                  <a:pt x="1356" y="107"/>
                </a:cubicBezTo>
                <a:cubicBezTo>
                  <a:pt x="1356" y="106"/>
                  <a:pt x="1356" y="105"/>
                  <a:pt x="1355" y="104"/>
                </a:cubicBezTo>
                <a:cubicBezTo>
                  <a:pt x="1354" y="103"/>
                  <a:pt x="1353" y="103"/>
                  <a:pt x="1352" y="103"/>
                </a:cubicBezTo>
                <a:cubicBezTo>
                  <a:pt x="1351" y="103"/>
                  <a:pt x="1350" y="103"/>
                  <a:pt x="1349" y="104"/>
                </a:cubicBezTo>
                <a:cubicBezTo>
                  <a:pt x="1348" y="105"/>
                  <a:pt x="1348" y="107"/>
                  <a:pt x="1348" y="108"/>
                </a:cubicBezTo>
                <a:cubicBezTo>
                  <a:pt x="1348" y="109"/>
                  <a:pt x="1348" y="110"/>
                  <a:pt x="1349" y="111"/>
                </a:cubicBezTo>
                <a:cubicBezTo>
                  <a:pt x="1350" y="111"/>
                  <a:pt x="1350" y="112"/>
                  <a:pt x="1351" y="112"/>
                </a:cubicBezTo>
                <a:close/>
                <a:moveTo>
                  <a:pt x="1374" y="129"/>
                </a:moveTo>
                <a:cubicBezTo>
                  <a:pt x="1375" y="120"/>
                  <a:pt x="1375" y="120"/>
                  <a:pt x="1375" y="120"/>
                </a:cubicBezTo>
                <a:cubicBezTo>
                  <a:pt x="1374" y="119"/>
                  <a:pt x="1374" y="119"/>
                  <a:pt x="1374" y="119"/>
                </a:cubicBezTo>
                <a:cubicBezTo>
                  <a:pt x="1365" y="121"/>
                  <a:pt x="1365" y="121"/>
                  <a:pt x="1365" y="121"/>
                </a:cubicBezTo>
                <a:cubicBezTo>
                  <a:pt x="1365" y="124"/>
                  <a:pt x="1365" y="124"/>
                  <a:pt x="1365" y="124"/>
                </a:cubicBezTo>
                <a:cubicBezTo>
                  <a:pt x="1368" y="125"/>
                  <a:pt x="1368" y="125"/>
                  <a:pt x="1368" y="125"/>
                </a:cubicBezTo>
                <a:cubicBezTo>
                  <a:pt x="1364" y="159"/>
                  <a:pt x="1364" y="159"/>
                  <a:pt x="1364" y="159"/>
                </a:cubicBezTo>
                <a:cubicBezTo>
                  <a:pt x="1370" y="159"/>
                  <a:pt x="1370" y="159"/>
                  <a:pt x="1370" y="159"/>
                </a:cubicBezTo>
                <a:cubicBezTo>
                  <a:pt x="1374" y="134"/>
                  <a:pt x="1374" y="134"/>
                  <a:pt x="1374" y="134"/>
                </a:cubicBezTo>
                <a:cubicBezTo>
                  <a:pt x="1375" y="131"/>
                  <a:pt x="1377" y="129"/>
                  <a:pt x="1380" y="127"/>
                </a:cubicBezTo>
                <a:cubicBezTo>
                  <a:pt x="1382" y="125"/>
                  <a:pt x="1384" y="124"/>
                  <a:pt x="1386" y="124"/>
                </a:cubicBezTo>
                <a:cubicBezTo>
                  <a:pt x="1388" y="124"/>
                  <a:pt x="1389" y="125"/>
                  <a:pt x="1389" y="126"/>
                </a:cubicBezTo>
                <a:cubicBezTo>
                  <a:pt x="1390" y="127"/>
                  <a:pt x="1390" y="128"/>
                  <a:pt x="1390" y="130"/>
                </a:cubicBezTo>
                <a:cubicBezTo>
                  <a:pt x="1390" y="132"/>
                  <a:pt x="1390" y="134"/>
                  <a:pt x="1390" y="135"/>
                </a:cubicBezTo>
                <a:cubicBezTo>
                  <a:pt x="1390" y="137"/>
                  <a:pt x="1389" y="140"/>
                  <a:pt x="1389" y="142"/>
                </a:cubicBezTo>
                <a:cubicBezTo>
                  <a:pt x="1388" y="144"/>
                  <a:pt x="1388" y="144"/>
                  <a:pt x="1388" y="144"/>
                </a:cubicBezTo>
                <a:cubicBezTo>
                  <a:pt x="1388" y="147"/>
                  <a:pt x="1388" y="147"/>
                  <a:pt x="1388" y="147"/>
                </a:cubicBezTo>
                <a:cubicBezTo>
                  <a:pt x="1387" y="151"/>
                  <a:pt x="1387" y="154"/>
                  <a:pt x="1387" y="156"/>
                </a:cubicBezTo>
                <a:cubicBezTo>
                  <a:pt x="1387" y="159"/>
                  <a:pt x="1388" y="160"/>
                  <a:pt x="1391" y="160"/>
                </a:cubicBezTo>
                <a:cubicBezTo>
                  <a:pt x="1392" y="160"/>
                  <a:pt x="1394" y="160"/>
                  <a:pt x="1395" y="159"/>
                </a:cubicBezTo>
                <a:cubicBezTo>
                  <a:pt x="1396" y="159"/>
                  <a:pt x="1397" y="158"/>
                  <a:pt x="1397" y="157"/>
                </a:cubicBezTo>
                <a:cubicBezTo>
                  <a:pt x="1398" y="157"/>
                  <a:pt x="1399" y="156"/>
                  <a:pt x="1399" y="156"/>
                </a:cubicBezTo>
                <a:cubicBezTo>
                  <a:pt x="1398" y="154"/>
                  <a:pt x="1398" y="154"/>
                  <a:pt x="1398" y="154"/>
                </a:cubicBezTo>
                <a:cubicBezTo>
                  <a:pt x="1397" y="155"/>
                  <a:pt x="1396" y="156"/>
                  <a:pt x="1395" y="156"/>
                </a:cubicBezTo>
                <a:cubicBezTo>
                  <a:pt x="1394" y="156"/>
                  <a:pt x="1394" y="155"/>
                  <a:pt x="1394" y="154"/>
                </a:cubicBezTo>
                <a:cubicBezTo>
                  <a:pt x="1394" y="152"/>
                  <a:pt x="1394" y="149"/>
                  <a:pt x="1395" y="145"/>
                </a:cubicBezTo>
                <a:cubicBezTo>
                  <a:pt x="1395" y="142"/>
                  <a:pt x="1395" y="142"/>
                  <a:pt x="1395" y="142"/>
                </a:cubicBezTo>
                <a:cubicBezTo>
                  <a:pt x="1396" y="140"/>
                  <a:pt x="1396" y="140"/>
                  <a:pt x="1396" y="140"/>
                </a:cubicBezTo>
                <a:cubicBezTo>
                  <a:pt x="1397" y="135"/>
                  <a:pt x="1397" y="132"/>
                  <a:pt x="1397" y="130"/>
                </a:cubicBezTo>
                <a:cubicBezTo>
                  <a:pt x="1397" y="126"/>
                  <a:pt x="1397" y="123"/>
                  <a:pt x="1395" y="122"/>
                </a:cubicBezTo>
                <a:cubicBezTo>
                  <a:pt x="1394" y="120"/>
                  <a:pt x="1392" y="119"/>
                  <a:pt x="1389" y="119"/>
                </a:cubicBezTo>
                <a:cubicBezTo>
                  <a:pt x="1386" y="119"/>
                  <a:pt x="1384" y="120"/>
                  <a:pt x="1381" y="122"/>
                </a:cubicBezTo>
                <a:cubicBezTo>
                  <a:pt x="1379" y="124"/>
                  <a:pt x="1376" y="126"/>
                  <a:pt x="1374" y="129"/>
                </a:cubicBezTo>
                <a:close/>
                <a:moveTo>
                  <a:pt x="1433" y="162"/>
                </a:moveTo>
                <a:cubicBezTo>
                  <a:pt x="1440" y="119"/>
                  <a:pt x="1440" y="119"/>
                  <a:pt x="1440" y="119"/>
                </a:cubicBezTo>
                <a:cubicBezTo>
                  <a:pt x="1435" y="121"/>
                  <a:pt x="1435" y="121"/>
                  <a:pt x="1435" y="121"/>
                </a:cubicBezTo>
                <a:cubicBezTo>
                  <a:pt x="1434" y="121"/>
                  <a:pt x="1433" y="120"/>
                  <a:pt x="1432" y="120"/>
                </a:cubicBezTo>
                <a:cubicBezTo>
                  <a:pt x="1430" y="120"/>
                  <a:pt x="1429" y="119"/>
                  <a:pt x="1428" y="119"/>
                </a:cubicBezTo>
                <a:cubicBezTo>
                  <a:pt x="1423" y="119"/>
                  <a:pt x="1419" y="121"/>
                  <a:pt x="1416" y="123"/>
                </a:cubicBezTo>
                <a:cubicBezTo>
                  <a:pt x="1412" y="126"/>
                  <a:pt x="1410" y="129"/>
                  <a:pt x="1408" y="133"/>
                </a:cubicBezTo>
                <a:cubicBezTo>
                  <a:pt x="1406" y="137"/>
                  <a:pt x="1405" y="141"/>
                  <a:pt x="1405" y="145"/>
                </a:cubicBezTo>
                <a:cubicBezTo>
                  <a:pt x="1405" y="150"/>
                  <a:pt x="1406" y="153"/>
                  <a:pt x="1408" y="156"/>
                </a:cubicBezTo>
                <a:cubicBezTo>
                  <a:pt x="1410" y="159"/>
                  <a:pt x="1413" y="160"/>
                  <a:pt x="1417" y="160"/>
                </a:cubicBezTo>
                <a:cubicBezTo>
                  <a:pt x="1419" y="160"/>
                  <a:pt x="1421" y="159"/>
                  <a:pt x="1423" y="158"/>
                </a:cubicBezTo>
                <a:cubicBezTo>
                  <a:pt x="1425" y="157"/>
                  <a:pt x="1426" y="156"/>
                  <a:pt x="1428" y="155"/>
                </a:cubicBezTo>
                <a:cubicBezTo>
                  <a:pt x="1426" y="164"/>
                  <a:pt x="1426" y="164"/>
                  <a:pt x="1426" y="164"/>
                </a:cubicBezTo>
                <a:cubicBezTo>
                  <a:pt x="1426" y="167"/>
                  <a:pt x="1425" y="169"/>
                  <a:pt x="1424" y="170"/>
                </a:cubicBezTo>
                <a:cubicBezTo>
                  <a:pt x="1422" y="172"/>
                  <a:pt x="1420" y="172"/>
                  <a:pt x="1417" y="172"/>
                </a:cubicBezTo>
                <a:cubicBezTo>
                  <a:pt x="1415" y="172"/>
                  <a:pt x="1414" y="172"/>
                  <a:pt x="1412" y="171"/>
                </a:cubicBezTo>
                <a:cubicBezTo>
                  <a:pt x="1410" y="171"/>
                  <a:pt x="1409" y="170"/>
                  <a:pt x="1408" y="170"/>
                </a:cubicBezTo>
                <a:cubicBezTo>
                  <a:pt x="1406" y="175"/>
                  <a:pt x="1406" y="175"/>
                  <a:pt x="1406" y="175"/>
                </a:cubicBezTo>
                <a:cubicBezTo>
                  <a:pt x="1407" y="176"/>
                  <a:pt x="1408" y="176"/>
                  <a:pt x="1410" y="176"/>
                </a:cubicBezTo>
                <a:cubicBezTo>
                  <a:pt x="1411" y="177"/>
                  <a:pt x="1413" y="177"/>
                  <a:pt x="1414" y="177"/>
                </a:cubicBezTo>
                <a:cubicBezTo>
                  <a:pt x="1417" y="177"/>
                  <a:pt x="1420" y="176"/>
                  <a:pt x="1423" y="175"/>
                </a:cubicBezTo>
                <a:cubicBezTo>
                  <a:pt x="1425" y="174"/>
                  <a:pt x="1428" y="173"/>
                  <a:pt x="1430" y="170"/>
                </a:cubicBezTo>
                <a:cubicBezTo>
                  <a:pt x="1432" y="168"/>
                  <a:pt x="1433" y="165"/>
                  <a:pt x="1433" y="162"/>
                </a:cubicBezTo>
                <a:close/>
                <a:moveTo>
                  <a:pt x="1432" y="125"/>
                </a:moveTo>
                <a:cubicBezTo>
                  <a:pt x="1428" y="150"/>
                  <a:pt x="1428" y="150"/>
                  <a:pt x="1428" y="150"/>
                </a:cubicBezTo>
                <a:cubicBezTo>
                  <a:pt x="1427" y="151"/>
                  <a:pt x="1426" y="153"/>
                  <a:pt x="1424" y="154"/>
                </a:cubicBezTo>
                <a:cubicBezTo>
                  <a:pt x="1423" y="155"/>
                  <a:pt x="1421" y="155"/>
                  <a:pt x="1419" y="155"/>
                </a:cubicBezTo>
                <a:cubicBezTo>
                  <a:pt x="1417" y="155"/>
                  <a:pt x="1415" y="155"/>
                  <a:pt x="1414" y="153"/>
                </a:cubicBezTo>
                <a:cubicBezTo>
                  <a:pt x="1413" y="151"/>
                  <a:pt x="1412" y="148"/>
                  <a:pt x="1412" y="145"/>
                </a:cubicBezTo>
                <a:cubicBezTo>
                  <a:pt x="1412" y="142"/>
                  <a:pt x="1413" y="138"/>
                  <a:pt x="1414" y="135"/>
                </a:cubicBezTo>
                <a:cubicBezTo>
                  <a:pt x="1415" y="132"/>
                  <a:pt x="1417" y="129"/>
                  <a:pt x="1419" y="127"/>
                </a:cubicBezTo>
                <a:cubicBezTo>
                  <a:pt x="1421" y="124"/>
                  <a:pt x="1424" y="123"/>
                  <a:pt x="1427" y="123"/>
                </a:cubicBezTo>
                <a:cubicBezTo>
                  <a:pt x="1429" y="123"/>
                  <a:pt x="1431" y="124"/>
                  <a:pt x="1432" y="125"/>
                </a:cubicBezTo>
                <a:close/>
                <a:moveTo>
                  <a:pt x="1076" y="242"/>
                </a:moveTo>
                <a:cubicBezTo>
                  <a:pt x="1072" y="249"/>
                  <a:pt x="1072" y="249"/>
                  <a:pt x="1072" y="249"/>
                </a:cubicBezTo>
                <a:cubicBezTo>
                  <a:pt x="1072" y="242"/>
                  <a:pt x="1072" y="242"/>
                  <a:pt x="1072" y="242"/>
                </a:cubicBezTo>
                <a:cubicBezTo>
                  <a:pt x="1066" y="208"/>
                  <a:pt x="1066" y="208"/>
                  <a:pt x="1066" y="208"/>
                </a:cubicBezTo>
                <a:cubicBezTo>
                  <a:pt x="1050" y="208"/>
                  <a:pt x="1050" y="208"/>
                  <a:pt x="1050" y="208"/>
                </a:cubicBezTo>
                <a:cubicBezTo>
                  <a:pt x="1049" y="211"/>
                  <a:pt x="1049" y="211"/>
                  <a:pt x="1049" y="211"/>
                </a:cubicBezTo>
                <a:cubicBezTo>
                  <a:pt x="1056" y="212"/>
                  <a:pt x="1056" y="212"/>
                  <a:pt x="1056" y="212"/>
                </a:cubicBezTo>
                <a:cubicBezTo>
                  <a:pt x="1045" y="256"/>
                  <a:pt x="1045" y="256"/>
                  <a:pt x="1045" y="256"/>
                </a:cubicBezTo>
                <a:cubicBezTo>
                  <a:pt x="1039" y="257"/>
                  <a:pt x="1039" y="257"/>
                  <a:pt x="1039" y="257"/>
                </a:cubicBezTo>
                <a:cubicBezTo>
                  <a:pt x="1039" y="260"/>
                  <a:pt x="1039" y="260"/>
                  <a:pt x="1039" y="260"/>
                </a:cubicBezTo>
                <a:cubicBezTo>
                  <a:pt x="1057" y="260"/>
                  <a:pt x="1057" y="260"/>
                  <a:pt x="1057" y="260"/>
                </a:cubicBezTo>
                <a:cubicBezTo>
                  <a:pt x="1057" y="257"/>
                  <a:pt x="1057" y="257"/>
                  <a:pt x="1057" y="257"/>
                </a:cubicBezTo>
                <a:cubicBezTo>
                  <a:pt x="1050" y="256"/>
                  <a:pt x="1050" y="256"/>
                  <a:pt x="1050" y="256"/>
                </a:cubicBezTo>
                <a:cubicBezTo>
                  <a:pt x="1057" y="225"/>
                  <a:pt x="1057" y="225"/>
                  <a:pt x="1057" y="225"/>
                </a:cubicBezTo>
                <a:cubicBezTo>
                  <a:pt x="1060" y="211"/>
                  <a:pt x="1060" y="211"/>
                  <a:pt x="1060" y="211"/>
                </a:cubicBezTo>
                <a:cubicBezTo>
                  <a:pt x="1062" y="225"/>
                  <a:pt x="1062" y="225"/>
                  <a:pt x="1062" y="225"/>
                </a:cubicBezTo>
                <a:cubicBezTo>
                  <a:pt x="1068" y="261"/>
                  <a:pt x="1068" y="261"/>
                  <a:pt x="1068" y="261"/>
                </a:cubicBezTo>
                <a:cubicBezTo>
                  <a:pt x="1072" y="260"/>
                  <a:pt x="1072" y="260"/>
                  <a:pt x="1072" y="260"/>
                </a:cubicBezTo>
                <a:cubicBezTo>
                  <a:pt x="1088" y="224"/>
                  <a:pt x="1088" y="224"/>
                  <a:pt x="1088" y="224"/>
                </a:cubicBezTo>
                <a:cubicBezTo>
                  <a:pt x="1094" y="211"/>
                  <a:pt x="1094" y="211"/>
                  <a:pt x="1094" y="211"/>
                </a:cubicBezTo>
                <a:cubicBezTo>
                  <a:pt x="1093" y="225"/>
                  <a:pt x="1093" y="225"/>
                  <a:pt x="1093" y="225"/>
                </a:cubicBezTo>
                <a:cubicBezTo>
                  <a:pt x="1091" y="256"/>
                  <a:pt x="1091" y="256"/>
                  <a:pt x="1091" y="256"/>
                </a:cubicBezTo>
                <a:cubicBezTo>
                  <a:pt x="1085" y="257"/>
                  <a:pt x="1085" y="257"/>
                  <a:pt x="1085" y="257"/>
                </a:cubicBezTo>
                <a:cubicBezTo>
                  <a:pt x="1084" y="260"/>
                  <a:pt x="1084" y="260"/>
                  <a:pt x="1084" y="260"/>
                </a:cubicBezTo>
                <a:cubicBezTo>
                  <a:pt x="1104" y="260"/>
                  <a:pt x="1104" y="260"/>
                  <a:pt x="1104" y="260"/>
                </a:cubicBezTo>
                <a:cubicBezTo>
                  <a:pt x="1104" y="257"/>
                  <a:pt x="1104" y="257"/>
                  <a:pt x="1104" y="257"/>
                </a:cubicBezTo>
                <a:cubicBezTo>
                  <a:pt x="1098" y="256"/>
                  <a:pt x="1098" y="256"/>
                  <a:pt x="1098" y="256"/>
                </a:cubicBezTo>
                <a:cubicBezTo>
                  <a:pt x="1099" y="212"/>
                  <a:pt x="1099" y="212"/>
                  <a:pt x="1099" y="212"/>
                </a:cubicBezTo>
                <a:cubicBezTo>
                  <a:pt x="1106" y="211"/>
                  <a:pt x="1106" y="211"/>
                  <a:pt x="1106" y="211"/>
                </a:cubicBezTo>
                <a:cubicBezTo>
                  <a:pt x="1106" y="208"/>
                  <a:pt x="1106" y="208"/>
                  <a:pt x="1106" y="208"/>
                </a:cubicBezTo>
                <a:cubicBezTo>
                  <a:pt x="1091" y="208"/>
                  <a:pt x="1091" y="208"/>
                  <a:pt x="1091" y="208"/>
                </a:cubicBezTo>
                <a:cubicBezTo>
                  <a:pt x="1090" y="211"/>
                  <a:pt x="1087" y="217"/>
                  <a:pt x="1083" y="225"/>
                </a:cubicBezTo>
                <a:cubicBezTo>
                  <a:pt x="1079" y="233"/>
                  <a:pt x="1077" y="239"/>
                  <a:pt x="1076" y="242"/>
                </a:cubicBezTo>
                <a:close/>
                <a:moveTo>
                  <a:pt x="1138" y="253"/>
                </a:moveTo>
                <a:cubicBezTo>
                  <a:pt x="1136" y="251"/>
                  <a:pt x="1136" y="251"/>
                  <a:pt x="1136" y="251"/>
                </a:cubicBezTo>
                <a:cubicBezTo>
                  <a:pt x="1134" y="253"/>
                  <a:pt x="1133" y="254"/>
                  <a:pt x="1131" y="255"/>
                </a:cubicBezTo>
                <a:cubicBezTo>
                  <a:pt x="1129" y="256"/>
                  <a:pt x="1126" y="256"/>
                  <a:pt x="1124" y="256"/>
                </a:cubicBezTo>
                <a:cubicBezTo>
                  <a:pt x="1121" y="256"/>
                  <a:pt x="1119" y="255"/>
                  <a:pt x="1118" y="253"/>
                </a:cubicBezTo>
                <a:cubicBezTo>
                  <a:pt x="1117" y="250"/>
                  <a:pt x="1116" y="247"/>
                  <a:pt x="1116" y="244"/>
                </a:cubicBezTo>
                <a:cubicBezTo>
                  <a:pt x="1119" y="244"/>
                  <a:pt x="1123" y="244"/>
                  <a:pt x="1126" y="242"/>
                </a:cubicBezTo>
                <a:cubicBezTo>
                  <a:pt x="1130" y="241"/>
                  <a:pt x="1133" y="240"/>
                  <a:pt x="1136" y="237"/>
                </a:cubicBezTo>
                <a:cubicBezTo>
                  <a:pt x="1138" y="235"/>
                  <a:pt x="1140" y="232"/>
                  <a:pt x="1140" y="229"/>
                </a:cubicBezTo>
                <a:cubicBezTo>
                  <a:pt x="1140" y="226"/>
                  <a:pt x="1139" y="224"/>
                  <a:pt x="1137" y="223"/>
                </a:cubicBezTo>
                <a:cubicBezTo>
                  <a:pt x="1135" y="221"/>
                  <a:pt x="1133" y="220"/>
                  <a:pt x="1130" y="220"/>
                </a:cubicBezTo>
                <a:cubicBezTo>
                  <a:pt x="1126" y="220"/>
                  <a:pt x="1122" y="221"/>
                  <a:pt x="1119" y="224"/>
                </a:cubicBezTo>
                <a:cubicBezTo>
                  <a:pt x="1116" y="226"/>
                  <a:pt x="1114" y="229"/>
                  <a:pt x="1112" y="233"/>
                </a:cubicBezTo>
                <a:cubicBezTo>
                  <a:pt x="1110" y="237"/>
                  <a:pt x="1109" y="241"/>
                  <a:pt x="1109" y="246"/>
                </a:cubicBezTo>
                <a:cubicBezTo>
                  <a:pt x="1109" y="248"/>
                  <a:pt x="1110" y="251"/>
                  <a:pt x="1111" y="253"/>
                </a:cubicBezTo>
                <a:cubicBezTo>
                  <a:pt x="1111" y="255"/>
                  <a:pt x="1113" y="257"/>
                  <a:pt x="1115" y="259"/>
                </a:cubicBezTo>
                <a:cubicBezTo>
                  <a:pt x="1117" y="260"/>
                  <a:pt x="1120" y="261"/>
                  <a:pt x="1123" y="261"/>
                </a:cubicBezTo>
                <a:cubicBezTo>
                  <a:pt x="1126" y="261"/>
                  <a:pt x="1129" y="260"/>
                  <a:pt x="1132" y="258"/>
                </a:cubicBezTo>
                <a:cubicBezTo>
                  <a:pt x="1135" y="257"/>
                  <a:pt x="1136" y="255"/>
                  <a:pt x="1138" y="253"/>
                </a:cubicBezTo>
                <a:close/>
                <a:moveTo>
                  <a:pt x="1128" y="224"/>
                </a:moveTo>
                <a:cubicBezTo>
                  <a:pt x="1130" y="224"/>
                  <a:pt x="1131" y="224"/>
                  <a:pt x="1132" y="225"/>
                </a:cubicBezTo>
                <a:cubicBezTo>
                  <a:pt x="1132" y="226"/>
                  <a:pt x="1133" y="228"/>
                  <a:pt x="1133" y="229"/>
                </a:cubicBezTo>
                <a:cubicBezTo>
                  <a:pt x="1133" y="232"/>
                  <a:pt x="1132" y="234"/>
                  <a:pt x="1130" y="235"/>
                </a:cubicBezTo>
                <a:cubicBezTo>
                  <a:pt x="1129" y="237"/>
                  <a:pt x="1126" y="238"/>
                  <a:pt x="1124" y="239"/>
                </a:cubicBezTo>
                <a:cubicBezTo>
                  <a:pt x="1121" y="240"/>
                  <a:pt x="1119" y="241"/>
                  <a:pt x="1116" y="241"/>
                </a:cubicBezTo>
                <a:cubicBezTo>
                  <a:pt x="1117" y="238"/>
                  <a:pt x="1117" y="236"/>
                  <a:pt x="1118" y="233"/>
                </a:cubicBezTo>
                <a:cubicBezTo>
                  <a:pt x="1119" y="230"/>
                  <a:pt x="1121" y="228"/>
                  <a:pt x="1122" y="226"/>
                </a:cubicBezTo>
                <a:cubicBezTo>
                  <a:pt x="1124" y="225"/>
                  <a:pt x="1126" y="224"/>
                  <a:pt x="1128" y="224"/>
                </a:cubicBezTo>
                <a:close/>
                <a:moveTo>
                  <a:pt x="1175" y="254"/>
                </a:moveTo>
                <a:cubicBezTo>
                  <a:pt x="1182" y="204"/>
                  <a:pt x="1182" y="204"/>
                  <a:pt x="1182" y="204"/>
                </a:cubicBezTo>
                <a:cubicBezTo>
                  <a:pt x="1181" y="204"/>
                  <a:pt x="1181" y="204"/>
                  <a:pt x="1181" y="204"/>
                </a:cubicBezTo>
                <a:cubicBezTo>
                  <a:pt x="1171" y="205"/>
                  <a:pt x="1171" y="205"/>
                  <a:pt x="1171" y="205"/>
                </a:cubicBezTo>
                <a:cubicBezTo>
                  <a:pt x="1170" y="207"/>
                  <a:pt x="1170" y="207"/>
                  <a:pt x="1170" y="207"/>
                </a:cubicBezTo>
                <a:cubicBezTo>
                  <a:pt x="1175" y="208"/>
                  <a:pt x="1175" y="208"/>
                  <a:pt x="1175" y="208"/>
                </a:cubicBezTo>
                <a:cubicBezTo>
                  <a:pt x="1173" y="221"/>
                  <a:pt x="1173" y="221"/>
                  <a:pt x="1173" y="221"/>
                </a:cubicBezTo>
                <a:cubicBezTo>
                  <a:pt x="1171" y="220"/>
                  <a:pt x="1169" y="220"/>
                  <a:pt x="1168" y="220"/>
                </a:cubicBezTo>
                <a:cubicBezTo>
                  <a:pt x="1163" y="220"/>
                  <a:pt x="1159" y="222"/>
                  <a:pt x="1156" y="224"/>
                </a:cubicBezTo>
                <a:cubicBezTo>
                  <a:pt x="1152" y="227"/>
                  <a:pt x="1150" y="230"/>
                  <a:pt x="1148" y="234"/>
                </a:cubicBezTo>
                <a:cubicBezTo>
                  <a:pt x="1146" y="238"/>
                  <a:pt x="1145" y="242"/>
                  <a:pt x="1145" y="246"/>
                </a:cubicBezTo>
                <a:cubicBezTo>
                  <a:pt x="1145" y="250"/>
                  <a:pt x="1146" y="254"/>
                  <a:pt x="1148" y="257"/>
                </a:cubicBezTo>
                <a:cubicBezTo>
                  <a:pt x="1150" y="259"/>
                  <a:pt x="1153" y="261"/>
                  <a:pt x="1157" y="261"/>
                </a:cubicBezTo>
                <a:cubicBezTo>
                  <a:pt x="1159" y="261"/>
                  <a:pt x="1162" y="260"/>
                  <a:pt x="1163" y="259"/>
                </a:cubicBezTo>
                <a:cubicBezTo>
                  <a:pt x="1165" y="258"/>
                  <a:pt x="1167" y="256"/>
                  <a:pt x="1168" y="255"/>
                </a:cubicBezTo>
                <a:cubicBezTo>
                  <a:pt x="1168" y="256"/>
                  <a:pt x="1168" y="256"/>
                  <a:pt x="1168" y="256"/>
                </a:cubicBezTo>
                <a:cubicBezTo>
                  <a:pt x="1168" y="259"/>
                  <a:pt x="1170" y="261"/>
                  <a:pt x="1173" y="261"/>
                </a:cubicBezTo>
                <a:cubicBezTo>
                  <a:pt x="1174" y="261"/>
                  <a:pt x="1176" y="260"/>
                  <a:pt x="1177" y="259"/>
                </a:cubicBezTo>
                <a:cubicBezTo>
                  <a:pt x="1178" y="258"/>
                  <a:pt x="1179" y="257"/>
                  <a:pt x="1180" y="256"/>
                </a:cubicBezTo>
                <a:cubicBezTo>
                  <a:pt x="1179" y="255"/>
                  <a:pt x="1179" y="255"/>
                  <a:pt x="1179" y="255"/>
                </a:cubicBezTo>
                <a:cubicBezTo>
                  <a:pt x="1178" y="256"/>
                  <a:pt x="1177" y="256"/>
                  <a:pt x="1176" y="256"/>
                </a:cubicBezTo>
                <a:cubicBezTo>
                  <a:pt x="1175" y="256"/>
                  <a:pt x="1175" y="256"/>
                  <a:pt x="1175" y="255"/>
                </a:cubicBezTo>
                <a:cubicBezTo>
                  <a:pt x="1175" y="254"/>
                  <a:pt x="1175" y="254"/>
                  <a:pt x="1175" y="254"/>
                </a:cubicBezTo>
                <a:close/>
                <a:moveTo>
                  <a:pt x="1172" y="225"/>
                </a:moveTo>
                <a:cubicBezTo>
                  <a:pt x="1169" y="250"/>
                  <a:pt x="1169" y="250"/>
                  <a:pt x="1169" y="250"/>
                </a:cubicBezTo>
                <a:cubicBezTo>
                  <a:pt x="1168" y="252"/>
                  <a:pt x="1166" y="253"/>
                  <a:pt x="1164" y="254"/>
                </a:cubicBezTo>
                <a:cubicBezTo>
                  <a:pt x="1163" y="256"/>
                  <a:pt x="1161" y="256"/>
                  <a:pt x="1159" y="256"/>
                </a:cubicBezTo>
                <a:cubicBezTo>
                  <a:pt x="1157" y="256"/>
                  <a:pt x="1155" y="255"/>
                  <a:pt x="1154" y="253"/>
                </a:cubicBezTo>
                <a:cubicBezTo>
                  <a:pt x="1153" y="252"/>
                  <a:pt x="1153" y="249"/>
                  <a:pt x="1153" y="246"/>
                </a:cubicBezTo>
                <a:cubicBezTo>
                  <a:pt x="1153" y="242"/>
                  <a:pt x="1153" y="239"/>
                  <a:pt x="1154" y="236"/>
                </a:cubicBezTo>
                <a:cubicBezTo>
                  <a:pt x="1155" y="232"/>
                  <a:pt x="1157" y="230"/>
                  <a:pt x="1159" y="227"/>
                </a:cubicBezTo>
                <a:cubicBezTo>
                  <a:pt x="1161" y="225"/>
                  <a:pt x="1164" y="224"/>
                  <a:pt x="1167" y="224"/>
                </a:cubicBezTo>
                <a:cubicBezTo>
                  <a:pt x="1169" y="224"/>
                  <a:pt x="1171" y="224"/>
                  <a:pt x="1172" y="225"/>
                </a:cubicBezTo>
                <a:close/>
                <a:moveTo>
                  <a:pt x="1198" y="254"/>
                </a:moveTo>
                <a:cubicBezTo>
                  <a:pt x="1202" y="221"/>
                  <a:pt x="1202" y="221"/>
                  <a:pt x="1202" y="221"/>
                </a:cubicBezTo>
                <a:cubicBezTo>
                  <a:pt x="1201" y="220"/>
                  <a:pt x="1201" y="220"/>
                  <a:pt x="1201" y="220"/>
                </a:cubicBezTo>
                <a:cubicBezTo>
                  <a:pt x="1191" y="222"/>
                  <a:pt x="1191" y="222"/>
                  <a:pt x="1191" y="222"/>
                </a:cubicBezTo>
                <a:cubicBezTo>
                  <a:pt x="1190" y="224"/>
                  <a:pt x="1190" y="224"/>
                  <a:pt x="1190" y="224"/>
                </a:cubicBezTo>
                <a:cubicBezTo>
                  <a:pt x="1195" y="226"/>
                  <a:pt x="1195" y="226"/>
                  <a:pt x="1195" y="226"/>
                </a:cubicBezTo>
                <a:cubicBezTo>
                  <a:pt x="1194" y="233"/>
                  <a:pt x="1193" y="239"/>
                  <a:pt x="1192" y="243"/>
                </a:cubicBezTo>
                <a:cubicBezTo>
                  <a:pt x="1191" y="251"/>
                  <a:pt x="1191" y="255"/>
                  <a:pt x="1191" y="256"/>
                </a:cubicBezTo>
                <a:cubicBezTo>
                  <a:pt x="1190" y="258"/>
                  <a:pt x="1191" y="259"/>
                  <a:pt x="1192" y="260"/>
                </a:cubicBezTo>
                <a:cubicBezTo>
                  <a:pt x="1192" y="260"/>
                  <a:pt x="1194" y="261"/>
                  <a:pt x="1195" y="261"/>
                </a:cubicBezTo>
                <a:cubicBezTo>
                  <a:pt x="1197" y="261"/>
                  <a:pt x="1199" y="260"/>
                  <a:pt x="1200" y="259"/>
                </a:cubicBezTo>
                <a:cubicBezTo>
                  <a:pt x="1202" y="258"/>
                  <a:pt x="1203" y="257"/>
                  <a:pt x="1203" y="256"/>
                </a:cubicBezTo>
                <a:cubicBezTo>
                  <a:pt x="1202" y="254"/>
                  <a:pt x="1202" y="254"/>
                  <a:pt x="1202" y="254"/>
                </a:cubicBezTo>
                <a:cubicBezTo>
                  <a:pt x="1202" y="255"/>
                  <a:pt x="1201" y="256"/>
                  <a:pt x="1200" y="256"/>
                </a:cubicBezTo>
                <a:cubicBezTo>
                  <a:pt x="1200" y="256"/>
                  <a:pt x="1199" y="256"/>
                  <a:pt x="1199" y="256"/>
                </a:cubicBezTo>
                <a:cubicBezTo>
                  <a:pt x="1198" y="256"/>
                  <a:pt x="1198" y="256"/>
                  <a:pt x="1198" y="256"/>
                </a:cubicBezTo>
                <a:cubicBezTo>
                  <a:pt x="1198" y="256"/>
                  <a:pt x="1198" y="255"/>
                  <a:pt x="1198" y="255"/>
                </a:cubicBezTo>
                <a:lnTo>
                  <a:pt x="1198" y="254"/>
                </a:lnTo>
                <a:close/>
                <a:moveTo>
                  <a:pt x="1200" y="213"/>
                </a:moveTo>
                <a:cubicBezTo>
                  <a:pt x="1201" y="213"/>
                  <a:pt x="1202" y="212"/>
                  <a:pt x="1203" y="211"/>
                </a:cubicBezTo>
                <a:cubicBezTo>
                  <a:pt x="1204" y="210"/>
                  <a:pt x="1205" y="209"/>
                  <a:pt x="1205" y="207"/>
                </a:cubicBezTo>
                <a:cubicBezTo>
                  <a:pt x="1205" y="206"/>
                  <a:pt x="1204" y="206"/>
                  <a:pt x="1204" y="205"/>
                </a:cubicBezTo>
                <a:cubicBezTo>
                  <a:pt x="1203" y="204"/>
                  <a:pt x="1202" y="204"/>
                  <a:pt x="1201" y="204"/>
                </a:cubicBezTo>
                <a:cubicBezTo>
                  <a:pt x="1200" y="204"/>
                  <a:pt x="1198" y="204"/>
                  <a:pt x="1198" y="205"/>
                </a:cubicBezTo>
                <a:cubicBezTo>
                  <a:pt x="1197" y="206"/>
                  <a:pt x="1196" y="207"/>
                  <a:pt x="1196" y="209"/>
                </a:cubicBezTo>
                <a:cubicBezTo>
                  <a:pt x="1196" y="210"/>
                  <a:pt x="1197" y="211"/>
                  <a:pt x="1197" y="212"/>
                </a:cubicBezTo>
                <a:cubicBezTo>
                  <a:pt x="1198" y="212"/>
                  <a:pt x="1199" y="213"/>
                  <a:pt x="1200" y="213"/>
                </a:cubicBezTo>
                <a:close/>
                <a:moveTo>
                  <a:pt x="1237" y="228"/>
                </a:moveTo>
                <a:cubicBezTo>
                  <a:pt x="1238" y="229"/>
                  <a:pt x="1238" y="229"/>
                  <a:pt x="1238" y="229"/>
                </a:cubicBezTo>
                <a:cubicBezTo>
                  <a:pt x="1240" y="222"/>
                  <a:pt x="1240" y="222"/>
                  <a:pt x="1240" y="222"/>
                </a:cubicBezTo>
                <a:cubicBezTo>
                  <a:pt x="1239" y="221"/>
                  <a:pt x="1238" y="221"/>
                  <a:pt x="1237" y="221"/>
                </a:cubicBezTo>
                <a:cubicBezTo>
                  <a:pt x="1235" y="220"/>
                  <a:pt x="1234" y="220"/>
                  <a:pt x="1232" y="220"/>
                </a:cubicBezTo>
                <a:cubicBezTo>
                  <a:pt x="1228" y="220"/>
                  <a:pt x="1224" y="221"/>
                  <a:pt x="1221" y="224"/>
                </a:cubicBezTo>
                <a:cubicBezTo>
                  <a:pt x="1218" y="227"/>
                  <a:pt x="1216" y="230"/>
                  <a:pt x="1214" y="234"/>
                </a:cubicBezTo>
                <a:cubicBezTo>
                  <a:pt x="1213" y="237"/>
                  <a:pt x="1212" y="241"/>
                  <a:pt x="1212" y="245"/>
                </a:cubicBezTo>
                <a:cubicBezTo>
                  <a:pt x="1212" y="250"/>
                  <a:pt x="1213" y="254"/>
                  <a:pt x="1215" y="257"/>
                </a:cubicBezTo>
                <a:cubicBezTo>
                  <a:pt x="1217" y="259"/>
                  <a:pt x="1220" y="261"/>
                  <a:pt x="1224" y="261"/>
                </a:cubicBezTo>
                <a:cubicBezTo>
                  <a:pt x="1227" y="261"/>
                  <a:pt x="1230" y="260"/>
                  <a:pt x="1232" y="259"/>
                </a:cubicBezTo>
                <a:cubicBezTo>
                  <a:pt x="1235" y="257"/>
                  <a:pt x="1236" y="256"/>
                  <a:pt x="1238" y="254"/>
                </a:cubicBezTo>
                <a:cubicBezTo>
                  <a:pt x="1236" y="252"/>
                  <a:pt x="1236" y="252"/>
                  <a:pt x="1236" y="252"/>
                </a:cubicBezTo>
                <a:cubicBezTo>
                  <a:pt x="1235" y="253"/>
                  <a:pt x="1233" y="254"/>
                  <a:pt x="1232" y="255"/>
                </a:cubicBezTo>
                <a:cubicBezTo>
                  <a:pt x="1230" y="256"/>
                  <a:pt x="1229" y="256"/>
                  <a:pt x="1227" y="256"/>
                </a:cubicBezTo>
                <a:cubicBezTo>
                  <a:pt x="1224" y="256"/>
                  <a:pt x="1222" y="255"/>
                  <a:pt x="1221" y="253"/>
                </a:cubicBezTo>
                <a:cubicBezTo>
                  <a:pt x="1220" y="251"/>
                  <a:pt x="1219" y="248"/>
                  <a:pt x="1219" y="244"/>
                </a:cubicBezTo>
                <a:cubicBezTo>
                  <a:pt x="1219" y="240"/>
                  <a:pt x="1219" y="237"/>
                  <a:pt x="1221" y="234"/>
                </a:cubicBezTo>
                <a:cubicBezTo>
                  <a:pt x="1222" y="231"/>
                  <a:pt x="1223" y="229"/>
                  <a:pt x="1225" y="227"/>
                </a:cubicBezTo>
                <a:cubicBezTo>
                  <a:pt x="1227" y="225"/>
                  <a:pt x="1229" y="225"/>
                  <a:pt x="1231" y="225"/>
                </a:cubicBezTo>
                <a:cubicBezTo>
                  <a:pt x="1232" y="225"/>
                  <a:pt x="1235" y="226"/>
                  <a:pt x="1237" y="228"/>
                </a:cubicBezTo>
                <a:close/>
                <a:moveTo>
                  <a:pt x="1255" y="254"/>
                </a:moveTo>
                <a:cubicBezTo>
                  <a:pt x="1260" y="221"/>
                  <a:pt x="1260" y="221"/>
                  <a:pt x="1260" y="221"/>
                </a:cubicBezTo>
                <a:cubicBezTo>
                  <a:pt x="1259" y="220"/>
                  <a:pt x="1259" y="220"/>
                  <a:pt x="1259" y="220"/>
                </a:cubicBezTo>
                <a:cubicBezTo>
                  <a:pt x="1249" y="222"/>
                  <a:pt x="1249" y="222"/>
                  <a:pt x="1249" y="222"/>
                </a:cubicBezTo>
                <a:cubicBezTo>
                  <a:pt x="1248" y="224"/>
                  <a:pt x="1248" y="224"/>
                  <a:pt x="1248" y="224"/>
                </a:cubicBezTo>
                <a:cubicBezTo>
                  <a:pt x="1253" y="226"/>
                  <a:pt x="1253" y="226"/>
                  <a:pt x="1253" y="226"/>
                </a:cubicBezTo>
                <a:cubicBezTo>
                  <a:pt x="1252" y="233"/>
                  <a:pt x="1251" y="239"/>
                  <a:pt x="1250" y="243"/>
                </a:cubicBezTo>
                <a:cubicBezTo>
                  <a:pt x="1249" y="251"/>
                  <a:pt x="1248" y="255"/>
                  <a:pt x="1248" y="256"/>
                </a:cubicBezTo>
                <a:cubicBezTo>
                  <a:pt x="1248" y="258"/>
                  <a:pt x="1249" y="259"/>
                  <a:pt x="1249" y="260"/>
                </a:cubicBezTo>
                <a:cubicBezTo>
                  <a:pt x="1250" y="260"/>
                  <a:pt x="1251" y="261"/>
                  <a:pt x="1253" y="261"/>
                </a:cubicBezTo>
                <a:cubicBezTo>
                  <a:pt x="1255" y="261"/>
                  <a:pt x="1256" y="260"/>
                  <a:pt x="1258" y="259"/>
                </a:cubicBezTo>
                <a:cubicBezTo>
                  <a:pt x="1259" y="258"/>
                  <a:pt x="1260" y="257"/>
                  <a:pt x="1261" y="256"/>
                </a:cubicBezTo>
                <a:cubicBezTo>
                  <a:pt x="1260" y="254"/>
                  <a:pt x="1260" y="254"/>
                  <a:pt x="1260" y="254"/>
                </a:cubicBezTo>
                <a:cubicBezTo>
                  <a:pt x="1259" y="255"/>
                  <a:pt x="1259" y="256"/>
                  <a:pt x="1258" y="256"/>
                </a:cubicBezTo>
                <a:cubicBezTo>
                  <a:pt x="1258" y="256"/>
                  <a:pt x="1257" y="256"/>
                  <a:pt x="1256" y="256"/>
                </a:cubicBezTo>
                <a:cubicBezTo>
                  <a:pt x="1256" y="256"/>
                  <a:pt x="1256" y="256"/>
                  <a:pt x="1256" y="256"/>
                </a:cubicBezTo>
                <a:cubicBezTo>
                  <a:pt x="1255" y="256"/>
                  <a:pt x="1255" y="255"/>
                  <a:pt x="1255" y="255"/>
                </a:cubicBezTo>
                <a:lnTo>
                  <a:pt x="1255" y="254"/>
                </a:lnTo>
                <a:close/>
                <a:moveTo>
                  <a:pt x="1258" y="213"/>
                </a:moveTo>
                <a:cubicBezTo>
                  <a:pt x="1259" y="213"/>
                  <a:pt x="1260" y="212"/>
                  <a:pt x="1261" y="211"/>
                </a:cubicBezTo>
                <a:cubicBezTo>
                  <a:pt x="1262" y="210"/>
                  <a:pt x="1262" y="209"/>
                  <a:pt x="1262" y="207"/>
                </a:cubicBezTo>
                <a:cubicBezTo>
                  <a:pt x="1262" y="206"/>
                  <a:pt x="1262" y="206"/>
                  <a:pt x="1261" y="205"/>
                </a:cubicBezTo>
                <a:cubicBezTo>
                  <a:pt x="1261" y="204"/>
                  <a:pt x="1260" y="204"/>
                  <a:pt x="1259" y="204"/>
                </a:cubicBezTo>
                <a:cubicBezTo>
                  <a:pt x="1257" y="204"/>
                  <a:pt x="1256" y="204"/>
                  <a:pt x="1255" y="205"/>
                </a:cubicBezTo>
                <a:cubicBezTo>
                  <a:pt x="1254" y="206"/>
                  <a:pt x="1254" y="207"/>
                  <a:pt x="1254" y="209"/>
                </a:cubicBezTo>
                <a:cubicBezTo>
                  <a:pt x="1254" y="210"/>
                  <a:pt x="1254" y="211"/>
                  <a:pt x="1255" y="212"/>
                </a:cubicBezTo>
                <a:cubicBezTo>
                  <a:pt x="1256" y="212"/>
                  <a:pt x="1257" y="213"/>
                  <a:pt x="1258" y="213"/>
                </a:cubicBezTo>
                <a:close/>
                <a:moveTo>
                  <a:pt x="1282" y="229"/>
                </a:moveTo>
                <a:cubicBezTo>
                  <a:pt x="1283" y="221"/>
                  <a:pt x="1283" y="221"/>
                  <a:pt x="1283" y="221"/>
                </a:cubicBezTo>
                <a:cubicBezTo>
                  <a:pt x="1281" y="220"/>
                  <a:pt x="1281" y="220"/>
                  <a:pt x="1281" y="220"/>
                </a:cubicBezTo>
                <a:cubicBezTo>
                  <a:pt x="1273" y="222"/>
                  <a:pt x="1273" y="222"/>
                  <a:pt x="1273" y="222"/>
                </a:cubicBezTo>
                <a:cubicBezTo>
                  <a:pt x="1272" y="224"/>
                  <a:pt x="1272" y="224"/>
                  <a:pt x="1272" y="224"/>
                </a:cubicBezTo>
                <a:cubicBezTo>
                  <a:pt x="1275" y="226"/>
                  <a:pt x="1275" y="226"/>
                  <a:pt x="1275" y="226"/>
                </a:cubicBezTo>
                <a:cubicBezTo>
                  <a:pt x="1271" y="260"/>
                  <a:pt x="1271" y="260"/>
                  <a:pt x="1271" y="260"/>
                </a:cubicBezTo>
                <a:cubicBezTo>
                  <a:pt x="1278" y="260"/>
                  <a:pt x="1278" y="260"/>
                  <a:pt x="1278" y="260"/>
                </a:cubicBezTo>
                <a:cubicBezTo>
                  <a:pt x="1281" y="235"/>
                  <a:pt x="1281" y="235"/>
                  <a:pt x="1281" y="235"/>
                </a:cubicBezTo>
                <a:cubicBezTo>
                  <a:pt x="1283" y="232"/>
                  <a:pt x="1285" y="230"/>
                  <a:pt x="1287" y="228"/>
                </a:cubicBezTo>
                <a:cubicBezTo>
                  <a:pt x="1289" y="226"/>
                  <a:pt x="1291" y="225"/>
                  <a:pt x="1293" y="225"/>
                </a:cubicBezTo>
                <a:cubicBezTo>
                  <a:pt x="1295" y="225"/>
                  <a:pt x="1296" y="226"/>
                  <a:pt x="1297" y="226"/>
                </a:cubicBezTo>
                <a:cubicBezTo>
                  <a:pt x="1297" y="227"/>
                  <a:pt x="1298" y="229"/>
                  <a:pt x="1298" y="231"/>
                </a:cubicBezTo>
                <a:cubicBezTo>
                  <a:pt x="1298" y="233"/>
                  <a:pt x="1297" y="234"/>
                  <a:pt x="1297" y="236"/>
                </a:cubicBezTo>
                <a:cubicBezTo>
                  <a:pt x="1297" y="238"/>
                  <a:pt x="1297" y="240"/>
                  <a:pt x="1296" y="243"/>
                </a:cubicBezTo>
                <a:cubicBezTo>
                  <a:pt x="1296" y="245"/>
                  <a:pt x="1296" y="245"/>
                  <a:pt x="1296" y="245"/>
                </a:cubicBezTo>
                <a:cubicBezTo>
                  <a:pt x="1295" y="248"/>
                  <a:pt x="1295" y="248"/>
                  <a:pt x="1295" y="248"/>
                </a:cubicBezTo>
                <a:cubicBezTo>
                  <a:pt x="1294" y="252"/>
                  <a:pt x="1294" y="255"/>
                  <a:pt x="1294" y="256"/>
                </a:cubicBezTo>
                <a:cubicBezTo>
                  <a:pt x="1294" y="259"/>
                  <a:pt x="1295" y="261"/>
                  <a:pt x="1298" y="261"/>
                </a:cubicBezTo>
                <a:cubicBezTo>
                  <a:pt x="1300" y="261"/>
                  <a:pt x="1301" y="260"/>
                  <a:pt x="1302" y="260"/>
                </a:cubicBezTo>
                <a:cubicBezTo>
                  <a:pt x="1303" y="259"/>
                  <a:pt x="1304" y="259"/>
                  <a:pt x="1305" y="258"/>
                </a:cubicBezTo>
                <a:cubicBezTo>
                  <a:pt x="1305" y="258"/>
                  <a:pt x="1306" y="257"/>
                  <a:pt x="1306" y="257"/>
                </a:cubicBezTo>
                <a:cubicBezTo>
                  <a:pt x="1305" y="255"/>
                  <a:pt x="1305" y="255"/>
                  <a:pt x="1305" y="255"/>
                </a:cubicBezTo>
                <a:cubicBezTo>
                  <a:pt x="1304" y="256"/>
                  <a:pt x="1303" y="256"/>
                  <a:pt x="1302" y="256"/>
                </a:cubicBezTo>
                <a:cubicBezTo>
                  <a:pt x="1301" y="256"/>
                  <a:pt x="1301" y="256"/>
                  <a:pt x="1301" y="255"/>
                </a:cubicBezTo>
                <a:cubicBezTo>
                  <a:pt x="1301" y="253"/>
                  <a:pt x="1301" y="250"/>
                  <a:pt x="1302" y="246"/>
                </a:cubicBezTo>
                <a:cubicBezTo>
                  <a:pt x="1303" y="243"/>
                  <a:pt x="1303" y="243"/>
                  <a:pt x="1303" y="243"/>
                </a:cubicBezTo>
                <a:cubicBezTo>
                  <a:pt x="1303" y="241"/>
                  <a:pt x="1303" y="241"/>
                  <a:pt x="1303" y="241"/>
                </a:cubicBezTo>
                <a:cubicBezTo>
                  <a:pt x="1304" y="236"/>
                  <a:pt x="1305" y="232"/>
                  <a:pt x="1305" y="230"/>
                </a:cubicBezTo>
                <a:cubicBezTo>
                  <a:pt x="1305" y="227"/>
                  <a:pt x="1304" y="224"/>
                  <a:pt x="1302" y="223"/>
                </a:cubicBezTo>
                <a:cubicBezTo>
                  <a:pt x="1301" y="221"/>
                  <a:pt x="1299" y="220"/>
                  <a:pt x="1296" y="220"/>
                </a:cubicBezTo>
                <a:cubicBezTo>
                  <a:pt x="1294" y="220"/>
                  <a:pt x="1291" y="221"/>
                  <a:pt x="1289" y="223"/>
                </a:cubicBezTo>
                <a:cubicBezTo>
                  <a:pt x="1286" y="224"/>
                  <a:pt x="1284" y="227"/>
                  <a:pt x="1282" y="229"/>
                </a:cubicBezTo>
                <a:close/>
                <a:moveTo>
                  <a:pt x="1342" y="253"/>
                </a:moveTo>
                <a:cubicBezTo>
                  <a:pt x="1340" y="251"/>
                  <a:pt x="1340" y="251"/>
                  <a:pt x="1340" y="251"/>
                </a:cubicBezTo>
                <a:cubicBezTo>
                  <a:pt x="1339" y="253"/>
                  <a:pt x="1337" y="254"/>
                  <a:pt x="1335" y="255"/>
                </a:cubicBezTo>
                <a:cubicBezTo>
                  <a:pt x="1333" y="256"/>
                  <a:pt x="1331" y="256"/>
                  <a:pt x="1329" y="256"/>
                </a:cubicBezTo>
                <a:cubicBezTo>
                  <a:pt x="1326" y="256"/>
                  <a:pt x="1323" y="255"/>
                  <a:pt x="1322" y="253"/>
                </a:cubicBezTo>
                <a:cubicBezTo>
                  <a:pt x="1321" y="250"/>
                  <a:pt x="1320" y="247"/>
                  <a:pt x="1320" y="244"/>
                </a:cubicBezTo>
                <a:cubicBezTo>
                  <a:pt x="1323" y="244"/>
                  <a:pt x="1327" y="244"/>
                  <a:pt x="1330" y="242"/>
                </a:cubicBezTo>
                <a:cubicBezTo>
                  <a:pt x="1334" y="241"/>
                  <a:pt x="1337" y="240"/>
                  <a:pt x="1340" y="237"/>
                </a:cubicBezTo>
                <a:cubicBezTo>
                  <a:pt x="1342" y="235"/>
                  <a:pt x="1344" y="232"/>
                  <a:pt x="1344" y="229"/>
                </a:cubicBezTo>
                <a:cubicBezTo>
                  <a:pt x="1344" y="226"/>
                  <a:pt x="1343" y="224"/>
                  <a:pt x="1341" y="223"/>
                </a:cubicBezTo>
                <a:cubicBezTo>
                  <a:pt x="1340" y="221"/>
                  <a:pt x="1337" y="220"/>
                  <a:pt x="1334" y="220"/>
                </a:cubicBezTo>
                <a:cubicBezTo>
                  <a:pt x="1330" y="220"/>
                  <a:pt x="1326" y="221"/>
                  <a:pt x="1323" y="224"/>
                </a:cubicBezTo>
                <a:cubicBezTo>
                  <a:pt x="1320" y="226"/>
                  <a:pt x="1318" y="229"/>
                  <a:pt x="1316" y="233"/>
                </a:cubicBezTo>
                <a:cubicBezTo>
                  <a:pt x="1314" y="237"/>
                  <a:pt x="1313" y="241"/>
                  <a:pt x="1313" y="246"/>
                </a:cubicBezTo>
                <a:cubicBezTo>
                  <a:pt x="1313" y="248"/>
                  <a:pt x="1314" y="251"/>
                  <a:pt x="1315" y="253"/>
                </a:cubicBezTo>
                <a:cubicBezTo>
                  <a:pt x="1316" y="255"/>
                  <a:pt x="1317" y="257"/>
                  <a:pt x="1319" y="259"/>
                </a:cubicBezTo>
                <a:cubicBezTo>
                  <a:pt x="1321" y="260"/>
                  <a:pt x="1324" y="261"/>
                  <a:pt x="1327" y="261"/>
                </a:cubicBezTo>
                <a:cubicBezTo>
                  <a:pt x="1330" y="261"/>
                  <a:pt x="1333" y="260"/>
                  <a:pt x="1336" y="258"/>
                </a:cubicBezTo>
                <a:cubicBezTo>
                  <a:pt x="1339" y="257"/>
                  <a:pt x="1341" y="255"/>
                  <a:pt x="1342" y="253"/>
                </a:cubicBezTo>
                <a:close/>
                <a:moveTo>
                  <a:pt x="1332" y="224"/>
                </a:moveTo>
                <a:cubicBezTo>
                  <a:pt x="1334" y="224"/>
                  <a:pt x="1335" y="224"/>
                  <a:pt x="1336" y="225"/>
                </a:cubicBezTo>
                <a:cubicBezTo>
                  <a:pt x="1337" y="226"/>
                  <a:pt x="1337" y="228"/>
                  <a:pt x="1337" y="229"/>
                </a:cubicBezTo>
                <a:cubicBezTo>
                  <a:pt x="1337" y="232"/>
                  <a:pt x="1336" y="234"/>
                  <a:pt x="1334" y="235"/>
                </a:cubicBezTo>
                <a:cubicBezTo>
                  <a:pt x="1333" y="237"/>
                  <a:pt x="1331" y="238"/>
                  <a:pt x="1328" y="239"/>
                </a:cubicBezTo>
                <a:cubicBezTo>
                  <a:pt x="1325" y="240"/>
                  <a:pt x="1323" y="241"/>
                  <a:pt x="1321" y="241"/>
                </a:cubicBezTo>
                <a:cubicBezTo>
                  <a:pt x="1321" y="238"/>
                  <a:pt x="1321" y="236"/>
                  <a:pt x="1322" y="233"/>
                </a:cubicBezTo>
                <a:cubicBezTo>
                  <a:pt x="1323" y="230"/>
                  <a:pt x="1325" y="228"/>
                  <a:pt x="1326" y="226"/>
                </a:cubicBezTo>
                <a:cubicBezTo>
                  <a:pt x="1328" y="225"/>
                  <a:pt x="1330" y="224"/>
                  <a:pt x="1332" y="224"/>
                </a:cubicBezTo>
                <a:close/>
              </a:path>
            </a:pathLst>
          </a:custGeom>
          <a:solidFill xmlns:a="http://schemas.openxmlformats.org/drawingml/2006/main">
            <a:schemeClr val="bg1"/>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sz="1800"/>
          </a:p>
        </p:txBody>
      </p:sp>
      <p:sp>
        <p:nvSpPr>
          <p:cNvPr id="17" name="Text Placeholder 16">
            <a:extLst xmlns:a="http://schemas.openxmlformats.org/drawingml/2006/main">
              <a:ext uri="{FF2B5EF4-FFF2-40B4-BE49-F238E27FC236}">
                <a16:creationId xmlns:a16="http://schemas.microsoft.com/office/drawing/2014/main" id="{FCA018DF-7EFB-4D08-89D5-E61FB47F425E}"/>
              </a:ext>
            </a:extLst>
          </p:cNvPr>
          <p:cNvSpPr>
            <a:spLocks xmlns:a="http://schemas.openxmlformats.org/drawingml/2006/main" noGrp="1"/>
          </p:cNvSpPr>
          <p:nvPr>
            <p:ph type="body" idx="12" hasCustomPrompt="1"/>
          </p:nvPr>
        </p:nvSpPr>
        <p:spPr>
          <a:xfrm xmlns:a="http://schemas.openxmlformats.org/drawingml/2006/main">
            <a:off x="5996940" y="4886690"/>
            <a:ext cx="2416810" cy="117148"/>
          </a:xfrm>
        </p:spPr>
        <p:txBody>
          <a:bodyPr xmlns:a="http://schemas.openxmlformats.org/drawingml/2006/main" wrap="square">
            <a:spAutoFit/>
          </a:bodyPr>
          <a:lstStyle xmlns:a="http://schemas.openxmlformats.org/drawingml/2006/main">
            <a:lvl1pPr marL="0" indent="0">
              <a:buNone/>
              <a:defRPr sz="750" cap="all" spc="110" baseline="0">
                <a:solidFill>
                  <a:schemeClr val="tx2"/>
                </a:solidFill>
              </a:defRPr>
            </a:lvl1pPr>
          </a:lstStyle>
          <a:p xmlns:a="http://schemas.openxmlformats.org/drawingml/2006/main">
            <a:pPr lvl="0">
              <a:buNone/>
            </a:pPr>
            <a:r>
              <a:t>CLICK TO EDIT MASTER TEXT</a:t>
            </a:r>
          </a:p>
        </p:txBody>
      </p:sp>
    </p:spTree>
  </p:cSld>
</p:sldLayout>
</file>

<file path=ppt/slideLayouts/slideLayout46.xml><?xml version="1.0" encoding="utf-8"?>
<p:sldLayout xmlns:p="http://schemas.openxmlformats.org/presentationml/2006/main" showMasterSp="0" preserve="1">
  <p:cSld name="Title Slide - Light Purple">
    <p:spTree>
      <p:nvGrpSpPr>
        <p:cNvPr id="1" name=""/>
        <p:cNvGrpSpPr/>
        <p:nvPr/>
      </p:nvGrpSpPr>
      <p:grpSpPr>
        <a:xfrm xmlns:a="http://schemas.openxmlformats.org/drawingml/2006/main"/>
      </p:grpSpPr>
      <p:sp>
        <p:nvSpPr>
          <p:cNvPr id="15" name="Picture Placeholder 14">
            <a:extLst xmlns:a="http://schemas.openxmlformats.org/drawingml/2006/main">
              <a:ext uri="{FF2B5EF4-FFF2-40B4-BE49-F238E27FC236}">
                <a16:creationId xmlns:a16="http://schemas.microsoft.com/office/drawing/2014/main" id="{42927F7C-53AC-400F-8DAD-235A2AF61FB8}"/>
              </a:ext>
            </a:extLst>
          </p:cNvPr>
          <p:cNvSpPr>
            <a:spLocks xmlns:a="http://schemas.openxmlformats.org/drawingml/2006/main" noGrp="1"/>
          </p:cNvSpPr>
          <p:nvPr>
            <p:ph type="pic" idx="11"/>
          </p:nvPr>
        </p:nvSpPr>
        <p:spPr>
          <a:xfrm xmlns:a="http://schemas.openxmlformats.org/drawingml/2006/main">
            <a:off x="0" y="1"/>
            <a:ext cx="9144000" cy="4710113"/>
          </a:xfrm>
          <a:prstGeom xmlns:a="http://schemas.openxmlformats.org/drawingml/2006/main" prst="rect">
            <a:avLst/>
          </a:prstGeom>
          <a:solidFill xmlns:a="http://schemas.openxmlformats.org/drawingml/2006/main">
            <a:schemeClr val="bg2">
              <a:lumMod val="90000"/>
            </a:schemeClr>
          </a:solidFill>
        </p:spPr>
        <p:txBody>
          <a:bodyPr xmlns:a="http://schemas.openxmlformats.org/drawingml/2006/main"/>
          <a:lstStyle xmlns:a="http://schemas.openxmlformats.org/drawingml/2006/main"/>
          <a:p xmlns:a="http://schemas.openxmlformats.org/drawingml/2006/main">
            <a:r>
              <a:t>Click icon to add picture</a:t>
            </a:r>
          </a:p>
        </p:txBody>
      </p:sp>
      <p:sp>
        <p:nvSpPr>
          <p:cNvPr id="13" name="Text Placeholder 12">
            <a:extLst xmlns:a="http://schemas.openxmlformats.org/drawingml/2006/main">
              <a:ext uri="{FF2B5EF4-FFF2-40B4-BE49-F238E27FC236}">
                <a16:creationId xmlns:a16="http://schemas.microsoft.com/office/drawing/2014/main" id="{D2D74F39-96DB-4808-8693-9F55A9D7DB98}"/>
              </a:ext>
            </a:extLst>
          </p:cNvPr>
          <p:cNvSpPr>
            <a:spLocks xmlns:a="http://schemas.openxmlformats.org/drawingml/2006/main" noGrp="1"/>
          </p:cNvSpPr>
          <p:nvPr>
            <p:ph type="body" idx="10"/>
          </p:nvPr>
        </p:nvSpPr>
        <p:spPr>
          <a:xfrm xmlns:a="http://schemas.openxmlformats.org/drawingml/2006/main">
            <a:off x="2" y="1172309"/>
            <a:ext cx="5802922" cy="3971191"/>
          </a:xfrm>
          <a:prstGeom xmlns:a="http://schemas.openxmlformats.org/drawingml/2006/main" prst="rect">
            <a:avLst/>
          </a:prstGeom>
          <a:solidFill xmlns:a="http://schemas.openxmlformats.org/drawingml/2006/main">
            <a:srgbClr val="E2E1E7"/>
          </a:solidFill>
        </p:spPr>
        <p:txBody>
          <a:bodyPr xmlns:a="http://schemas.openxmlformats.org/drawingml/2006/main" lIns="502920" tIns="274320" rIns="457200" bIns="457200"/>
          <a:lstStyle xmlns:a="http://schemas.openxmlformats.org/drawingml/2006/main">
            <a:lvl1pPr marL="0" indent="0">
              <a:lnSpc>
                <a:spcPct val="100000"/>
              </a:lnSpc>
              <a:buNone/>
              <a:defRPr sz="3000">
                <a:solidFill>
                  <a:schemeClr val="tx2"/>
                </a:solidFill>
                <a:latin typeface="+mj-lt"/>
                <a:ea typeface="+mj-lt"/>
                <a:cs typeface="+mj-lt"/>
              </a:defRPr>
            </a:lvl1pPr>
            <a:lvl2pPr marL="0" indent="0">
              <a:spcBef>
                <a:spcPts val="900"/>
              </a:spcBef>
              <a:buNone/>
              <a:defRPr sz="1500">
                <a:solidFill>
                  <a:schemeClr val="tx2"/>
                </a:solidFill>
                <a:latin typeface="+mj-lt"/>
                <a:ea typeface="+mj-lt"/>
                <a:cs typeface="+mj-lt"/>
              </a:defRPr>
            </a:lvl2pPr>
            <a:lvl3pPr marL="457189" indent="0">
              <a:buNone/>
              <a:defRPr>
                <a:solidFill>
                  <a:schemeClr val="bg1"/>
                </a:solidFill>
                <a:latin typeface="+mj-lt"/>
                <a:ea typeface="+mj-lt"/>
                <a:cs typeface="+mj-lt"/>
              </a:defRPr>
            </a:lvl3pPr>
            <a:lvl4pPr marL="692133" indent="0">
              <a:buNone/>
              <a:defRPr>
                <a:solidFill>
                  <a:schemeClr val="bg1"/>
                </a:solidFill>
                <a:latin typeface="+mj-lt"/>
                <a:ea typeface="+mj-lt"/>
                <a:cs typeface="+mj-lt"/>
              </a:defRPr>
            </a:lvl4pPr>
            <a:lvl5pPr marL="914378" indent="0">
              <a:buNone/>
              <a:defRPr>
                <a:solidFill>
                  <a:schemeClr val="bg1"/>
                </a:solidFill>
                <a:latin typeface="+mj-lt"/>
                <a:ea typeface="+mj-lt"/>
                <a:cs typeface="+mj-lt"/>
              </a:defRPr>
            </a:lvl5pPr>
          </a:lstStyle>
          <a:p xmlns:a="http://schemas.openxmlformats.org/drawingml/2006/main">
            <a:pPr lvl="0">
              <a:buNone/>
            </a:pPr>
            <a:r>
              <a:t>Click to edit Master text styles</a:t>
            </a:r>
          </a:p>
          <a:p xmlns:a="http://schemas.openxmlformats.org/drawingml/2006/main">
            <a:pPr lvl="1">
              <a:buNone/>
            </a:pPr>
            <a:r>
              <a:t>Second level</a:t>
            </a:r>
          </a:p>
        </p:txBody>
      </p:sp>
      <p:sp>
        <p:nvSpPr>
          <p:cNvPr id="3" name="Subtitle 2">
            <a:extLst xmlns:a="http://schemas.openxmlformats.org/drawingml/2006/main">
              <a:ext uri="{FF2B5EF4-FFF2-40B4-BE49-F238E27FC236}">
                <a16:creationId xmlns:a16="http://schemas.microsoft.com/office/drawing/2014/main" id="{DEF4989A-12A1-47D7-BC5C-7725062A721C}"/>
              </a:ext>
            </a:extLst>
          </p:cNvPr>
          <p:cNvSpPr>
            <a:spLocks xmlns:a="http://schemas.openxmlformats.org/drawingml/2006/main" noGrp="1"/>
          </p:cNvSpPr>
          <p:nvPr>
            <p:ph type="subTitle" idx="1"/>
          </p:nvPr>
        </p:nvSpPr>
        <p:spPr>
          <a:xfrm xmlns:a="http://schemas.openxmlformats.org/drawingml/2006/main">
            <a:off x="525780" y="3566160"/>
            <a:ext cx="4846320" cy="156646"/>
          </a:xfrm>
        </p:spPr>
        <p:txBody>
          <a:bodyPr xmlns:a="http://schemas.openxmlformats.org/drawingml/2006/main" anchor="b">
            <a:spAutoFit/>
          </a:bodyPr>
          <a:lstStyle xmlns:a="http://schemas.openxmlformats.org/drawingml/2006/main">
            <a:lvl1pPr marL="0" indent="0" algn="l">
              <a:buNone/>
              <a:defRPr sz="1000" i="1">
                <a:solidFill>
                  <a:schemeClr val="tx1"/>
                </a:solidFill>
                <a:latin typeface="+mj-lt"/>
                <a:ea typeface="+mj-lt"/>
                <a:cs typeface="+mj-lt"/>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xmlns:a="http://schemas.openxmlformats.org/drawingml/2006/main">
            <a:r>
              <a:t>Click to edit Master subtitle style</a:t>
            </a:r>
          </a:p>
        </p:txBody>
      </p:sp>
      <p:sp>
        <p:nvSpPr>
          <p:cNvPr id="9" name="Freeform 5">
            <a:extLst xmlns:a="http://schemas.openxmlformats.org/drawingml/2006/main">
              <a:ext uri="{FF2B5EF4-FFF2-40B4-BE49-F238E27FC236}">
                <a16:creationId xmlns:a16="http://schemas.microsoft.com/office/drawing/2014/main" id="{6EF64205-A64B-4137-BA41-5E5CFE0F359E}"/>
              </a:ext>
            </a:extLst>
          </p:cNvPr>
          <p:cNvSpPr>
            <a:spLocks xmlns:a="http://schemas.openxmlformats.org/drawingml/2006/main" noGrp="1"/>
          </p:cNvSpPr>
          <p:nvPr/>
        </p:nvSpPr>
        <p:spPr>
          <a:xfrm xmlns:a="http://schemas.openxmlformats.org/drawingml/2006/main">
            <a:off x="482707" y="433839"/>
            <a:ext cx="2192207" cy="410518"/>
          </a:xfrm>
          <a:custGeom xmlns:a="http://schemas.openxmlformats.org/drawingml/2006/main">
            <a:gdLst>
              <a:gd name="T0" fmla="*/ 225 w 1440"/>
              <a:gd name="T1" fmla="*/ 110 h 267"/>
              <a:gd name="T2" fmla="*/ 317 w 1440"/>
              <a:gd name="T3" fmla="*/ 7 h 267"/>
              <a:gd name="T4" fmla="*/ 475 w 1440"/>
              <a:gd name="T5" fmla="*/ 19 h 267"/>
              <a:gd name="T6" fmla="*/ 830 w 1440"/>
              <a:gd name="T7" fmla="*/ 7 h 267"/>
              <a:gd name="T8" fmla="*/ 130 w 1440"/>
              <a:gd name="T9" fmla="*/ 210 h 267"/>
              <a:gd name="T10" fmla="*/ 437 w 1440"/>
              <a:gd name="T11" fmla="*/ 209 h 267"/>
              <a:gd name="T12" fmla="*/ 493 w 1440"/>
              <a:gd name="T13" fmla="*/ 198 h 267"/>
              <a:gd name="T14" fmla="*/ 866 w 1440"/>
              <a:gd name="T15" fmla="*/ 171 h 267"/>
              <a:gd name="T16" fmla="*/ 737 w 1440"/>
              <a:gd name="T17" fmla="*/ 261 h 267"/>
              <a:gd name="T18" fmla="*/ 958 w 1440"/>
              <a:gd name="T19" fmla="*/ 172 h 267"/>
              <a:gd name="T20" fmla="*/ 906 w 1440"/>
              <a:gd name="T21" fmla="*/ 254 h 267"/>
              <a:gd name="T22" fmla="*/ 309 w 1440"/>
              <a:gd name="T23" fmla="*/ 260 h 267"/>
              <a:gd name="T24" fmla="*/ 1053 w 1440"/>
              <a:gd name="T25" fmla="*/ 31 h 267"/>
              <a:gd name="T26" fmla="*/ 1075 w 1440"/>
              <a:gd name="T27" fmla="*/ 44 h 267"/>
              <a:gd name="T28" fmla="*/ 1091 w 1440"/>
              <a:gd name="T29" fmla="*/ 22 h 267"/>
              <a:gd name="T30" fmla="*/ 1107 w 1440"/>
              <a:gd name="T31" fmla="*/ 27 h 267"/>
              <a:gd name="T32" fmla="*/ 1125 w 1440"/>
              <a:gd name="T33" fmla="*/ 55 h 267"/>
              <a:gd name="T34" fmla="*/ 1159 w 1440"/>
              <a:gd name="T35" fmla="*/ 53 h 267"/>
              <a:gd name="T36" fmla="*/ 1160 w 1440"/>
              <a:gd name="T37" fmla="*/ 57 h 267"/>
              <a:gd name="T38" fmla="*/ 1177 w 1440"/>
              <a:gd name="T39" fmla="*/ 23 h 267"/>
              <a:gd name="T40" fmla="*/ 1207 w 1440"/>
              <a:gd name="T41" fmla="*/ 58 h 267"/>
              <a:gd name="T42" fmla="*/ 1245 w 1440"/>
              <a:gd name="T43" fmla="*/ 27 h 267"/>
              <a:gd name="T44" fmla="*/ 1225 w 1440"/>
              <a:gd name="T45" fmla="*/ 43 h 267"/>
              <a:gd name="T46" fmla="*/ 1271 w 1440"/>
              <a:gd name="T47" fmla="*/ 19 h 267"/>
              <a:gd name="T48" fmla="*/ 1259 w 1440"/>
              <a:gd name="T49" fmla="*/ 32 h 267"/>
              <a:gd name="T50" fmla="*/ 1290 w 1440"/>
              <a:gd name="T51" fmla="*/ 54 h 267"/>
              <a:gd name="T52" fmla="*/ 1310 w 1440"/>
              <a:gd name="T53" fmla="*/ 25 h 267"/>
              <a:gd name="T54" fmla="*/ 1059 w 1440"/>
              <a:gd name="T55" fmla="*/ 110 h 267"/>
              <a:gd name="T56" fmla="*/ 1099 w 1440"/>
              <a:gd name="T57" fmla="*/ 134 h 267"/>
              <a:gd name="T58" fmla="*/ 1120 w 1440"/>
              <a:gd name="T59" fmla="*/ 156 h 267"/>
              <a:gd name="T60" fmla="*/ 1141 w 1440"/>
              <a:gd name="T61" fmla="*/ 123 h 267"/>
              <a:gd name="T62" fmla="*/ 1148 w 1440"/>
              <a:gd name="T63" fmla="*/ 175 h 267"/>
              <a:gd name="T64" fmla="*/ 1184 w 1440"/>
              <a:gd name="T65" fmla="*/ 119 h 267"/>
              <a:gd name="T66" fmla="*/ 1181 w 1440"/>
              <a:gd name="T67" fmla="*/ 153 h 267"/>
              <a:gd name="T68" fmla="*/ 1201 w 1440"/>
              <a:gd name="T69" fmla="*/ 125 h 267"/>
              <a:gd name="T70" fmla="*/ 1230 w 1440"/>
              <a:gd name="T71" fmla="*/ 157 h 267"/>
              <a:gd name="T72" fmla="*/ 1260 w 1440"/>
              <a:gd name="T73" fmla="*/ 154 h 267"/>
              <a:gd name="T74" fmla="*/ 1261 w 1440"/>
              <a:gd name="T75" fmla="*/ 158 h 267"/>
              <a:gd name="T76" fmla="*/ 1284 w 1440"/>
              <a:gd name="T77" fmla="*/ 152 h 267"/>
              <a:gd name="T78" fmla="*/ 1294 w 1440"/>
              <a:gd name="T79" fmla="*/ 123 h 267"/>
              <a:gd name="T80" fmla="*/ 1317 w 1440"/>
              <a:gd name="T81" fmla="*/ 125 h 267"/>
              <a:gd name="T82" fmla="*/ 1342 w 1440"/>
              <a:gd name="T83" fmla="*/ 121 h 267"/>
              <a:gd name="T84" fmla="*/ 1351 w 1440"/>
              <a:gd name="T85" fmla="*/ 112 h 267"/>
              <a:gd name="T86" fmla="*/ 1364 w 1440"/>
              <a:gd name="T87" fmla="*/ 159 h 267"/>
              <a:gd name="T88" fmla="*/ 1399 w 1440"/>
              <a:gd name="T89" fmla="*/ 156 h 267"/>
              <a:gd name="T90" fmla="*/ 1432 w 1440"/>
              <a:gd name="T91" fmla="*/ 120 h 267"/>
              <a:gd name="T92" fmla="*/ 1410 w 1440"/>
              <a:gd name="T93" fmla="*/ 176 h 267"/>
              <a:gd name="T94" fmla="*/ 1076 w 1440"/>
              <a:gd name="T95" fmla="*/ 242 h 267"/>
              <a:gd name="T96" fmla="*/ 1062 w 1440"/>
              <a:gd name="T97" fmla="*/ 225 h 267"/>
              <a:gd name="T98" fmla="*/ 1091 w 1440"/>
              <a:gd name="T99" fmla="*/ 208 h 267"/>
              <a:gd name="T100" fmla="*/ 1112 w 1440"/>
              <a:gd name="T101" fmla="*/ 233 h 267"/>
              <a:gd name="T102" fmla="*/ 1128 w 1440"/>
              <a:gd name="T103" fmla="*/ 224 h 267"/>
              <a:gd name="T104" fmla="*/ 1168 w 1440"/>
              <a:gd name="T105" fmla="*/ 255 h 267"/>
              <a:gd name="T106" fmla="*/ 1154 w 1440"/>
              <a:gd name="T107" fmla="*/ 236 h 267"/>
              <a:gd name="T108" fmla="*/ 1203 w 1440"/>
              <a:gd name="T109" fmla="*/ 256 h 267"/>
              <a:gd name="T110" fmla="*/ 1200 w 1440"/>
              <a:gd name="T111" fmla="*/ 213 h 267"/>
              <a:gd name="T112" fmla="*/ 1227 w 1440"/>
              <a:gd name="T113" fmla="*/ 256 h 267"/>
              <a:gd name="T114" fmla="*/ 1249 w 1440"/>
              <a:gd name="T115" fmla="*/ 260 h 267"/>
              <a:gd name="T116" fmla="*/ 1255 w 1440"/>
              <a:gd name="T117" fmla="*/ 205 h 267"/>
              <a:gd name="T118" fmla="*/ 1297 w 1440"/>
              <a:gd name="T119" fmla="*/ 226 h 267"/>
              <a:gd name="T120" fmla="*/ 1303 w 1440"/>
              <a:gd name="T121" fmla="*/ 243 h 267"/>
              <a:gd name="T122" fmla="*/ 1344 w 1440"/>
              <a:gd name="T123" fmla="*/ 229 h 267"/>
              <a:gd name="T124" fmla="*/ 1328 w 1440"/>
              <a:gd name="T125" fmla="*/ 239 h 267"/>
            </a:gdLst>
            <a:rect l="0" t="0" r="r" b="b"/>
            <a:pathLst>
              <a:path w="1440" h="267">
                <a:moveTo>
                  <a:pt x="17" y="110"/>
                </a:moveTo>
                <a:cubicBezTo>
                  <a:pt x="3" y="110"/>
                  <a:pt x="3" y="110"/>
                  <a:pt x="3" y="110"/>
                </a:cubicBezTo>
                <a:cubicBezTo>
                  <a:pt x="3" y="1"/>
                  <a:pt x="3" y="1"/>
                  <a:pt x="3" y="1"/>
                </a:cubicBezTo>
                <a:cubicBezTo>
                  <a:pt x="81" y="83"/>
                  <a:pt x="81" y="83"/>
                  <a:pt x="81" y="83"/>
                </a:cubicBezTo>
                <a:cubicBezTo>
                  <a:pt x="81" y="7"/>
                  <a:pt x="81" y="7"/>
                  <a:pt x="81" y="7"/>
                </a:cubicBezTo>
                <a:cubicBezTo>
                  <a:pt x="95" y="7"/>
                  <a:pt x="95" y="7"/>
                  <a:pt x="95" y="7"/>
                </a:cubicBezTo>
                <a:cubicBezTo>
                  <a:pt x="95" y="117"/>
                  <a:pt x="95" y="117"/>
                  <a:pt x="95" y="117"/>
                </a:cubicBezTo>
                <a:cubicBezTo>
                  <a:pt x="17" y="35"/>
                  <a:pt x="17" y="35"/>
                  <a:pt x="17" y="35"/>
                </a:cubicBezTo>
                <a:lnTo>
                  <a:pt x="17" y="110"/>
                </a:lnTo>
                <a:close/>
                <a:moveTo>
                  <a:pt x="130" y="110"/>
                </a:moveTo>
                <a:cubicBezTo>
                  <a:pt x="145" y="110"/>
                  <a:pt x="145" y="110"/>
                  <a:pt x="145" y="110"/>
                </a:cubicBezTo>
                <a:cubicBezTo>
                  <a:pt x="178" y="33"/>
                  <a:pt x="178" y="33"/>
                  <a:pt x="178" y="33"/>
                </a:cubicBezTo>
                <a:cubicBezTo>
                  <a:pt x="210" y="109"/>
                  <a:pt x="210" y="109"/>
                  <a:pt x="210" y="109"/>
                </a:cubicBezTo>
                <a:cubicBezTo>
                  <a:pt x="210" y="110"/>
                  <a:pt x="210" y="110"/>
                  <a:pt x="210" y="110"/>
                </a:cubicBezTo>
                <a:cubicBezTo>
                  <a:pt x="225" y="110"/>
                  <a:pt x="225" y="110"/>
                  <a:pt x="225" y="110"/>
                </a:cubicBezTo>
                <a:cubicBezTo>
                  <a:pt x="178" y="0"/>
                  <a:pt x="178" y="0"/>
                  <a:pt x="178" y="0"/>
                </a:cubicBezTo>
                <a:lnTo>
                  <a:pt x="130" y="110"/>
                </a:lnTo>
                <a:close/>
                <a:moveTo>
                  <a:pt x="700" y="110"/>
                </a:moveTo>
                <a:cubicBezTo>
                  <a:pt x="715" y="110"/>
                  <a:pt x="715" y="110"/>
                  <a:pt x="715" y="110"/>
                </a:cubicBezTo>
                <a:cubicBezTo>
                  <a:pt x="748" y="33"/>
                  <a:pt x="748" y="33"/>
                  <a:pt x="748" y="33"/>
                </a:cubicBezTo>
                <a:cubicBezTo>
                  <a:pt x="780" y="109"/>
                  <a:pt x="780" y="109"/>
                  <a:pt x="780" y="109"/>
                </a:cubicBezTo>
                <a:cubicBezTo>
                  <a:pt x="780" y="110"/>
                  <a:pt x="780" y="110"/>
                  <a:pt x="780" y="110"/>
                </a:cubicBezTo>
                <a:cubicBezTo>
                  <a:pt x="795" y="110"/>
                  <a:pt x="795" y="110"/>
                  <a:pt x="795" y="110"/>
                </a:cubicBezTo>
                <a:cubicBezTo>
                  <a:pt x="748" y="0"/>
                  <a:pt x="748" y="0"/>
                  <a:pt x="748" y="0"/>
                </a:cubicBezTo>
                <a:lnTo>
                  <a:pt x="700" y="110"/>
                </a:lnTo>
                <a:close/>
                <a:moveTo>
                  <a:pt x="273" y="110"/>
                </a:moveTo>
                <a:cubicBezTo>
                  <a:pt x="286" y="110"/>
                  <a:pt x="286" y="110"/>
                  <a:pt x="286" y="110"/>
                </a:cubicBezTo>
                <a:cubicBezTo>
                  <a:pt x="286" y="20"/>
                  <a:pt x="286" y="20"/>
                  <a:pt x="286" y="20"/>
                </a:cubicBezTo>
                <a:cubicBezTo>
                  <a:pt x="317" y="20"/>
                  <a:pt x="317" y="20"/>
                  <a:pt x="317" y="20"/>
                </a:cubicBezTo>
                <a:cubicBezTo>
                  <a:pt x="317" y="7"/>
                  <a:pt x="317" y="7"/>
                  <a:pt x="317" y="7"/>
                </a:cubicBezTo>
                <a:cubicBezTo>
                  <a:pt x="242" y="7"/>
                  <a:pt x="242" y="7"/>
                  <a:pt x="242" y="7"/>
                </a:cubicBezTo>
                <a:cubicBezTo>
                  <a:pt x="242" y="20"/>
                  <a:pt x="242" y="20"/>
                  <a:pt x="242" y="20"/>
                </a:cubicBezTo>
                <a:cubicBezTo>
                  <a:pt x="273" y="20"/>
                  <a:pt x="273" y="20"/>
                  <a:pt x="273" y="20"/>
                </a:cubicBezTo>
                <a:lnTo>
                  <a:pt x="273" y="110"/>
                </a:lnTo>
                <a:close/>
                <a:moveTo>
                  <a:pt x="374" y="7"/>
                </a:moveTo>
                <a:cubicBezTo>
                  <a:pt x="360" y="7"/>
                  <a:pt x="360" y="7"/>
                  <a:pt x="360" y="7"/>
                </a:cubicBezTo>
                <a:cubicBezTo>
                  <a:pt x="360" y="110"/>
                  <a:pt x="360" y="110"/>
                  <a:pt x="360" y="110"/>
                </a:cubicBezTo>
                <a:cubicBezTo>
                  <a:pt x="374" y="110"/>
                  <a:pt x="374" y="110"/>
                  <a:pt x="374" y="110"/>
                </a:cubicBezTo>
                <a:lnTo>
                  <a:pt x="374" y="7"/>
                </a:lnTo>
                <a:close/>
                <a:moveTo>
                  <a:pt x="475" y="112"/>
                </a:moveTo>
                <a:cubicBezTo>
                  <a:pt x="445" y="112"/>
                  <a:pt x="421" y="88"/>
                  <a:pt x="421" y="59"/>
                </a:cubicBezTo>
                <a:cubicBezTo>
                  <a:pt x="421" y="29"/>
                  <a:pt x="445" y="5"/>
                  <a:pt x="475" y="5"/>
                </a:cubicBezTo>
                <a:cubicBezTo>
                  <a:pt x="505" y="5"/>
                  <a:pt x="528" y="29"/>
                  <a:pt x="528" y="59"/>
                </a:cubicBezTo>
                <a:cubicBezTo>
                  <a:pt x="528" y="88"/>
                  <a:pt x="505" y="112"/>
                  <a:pt x="475" y="112"/>
                </a:cubicBezTo>
                <a:close/>
                <a:moveTo>
                  <a:pt x="475" y="19"/>
                </a:moveTo>
                <a:cubicBezTo>
                  <a:pt x="453" y="19"/>
                  <a:pt x="435" y="37"/>
                  <a:pt x="435" y="59"/>
                </a:cubicBezTo>
                <a:cubicBezTo>
                  <a:pt x="435" y="81"/>
                  <a:pt x="453" y="99"/>
                  <a:pt x="475" y="99"/>
                </a:cubicBezTo>
                <a:cubicBezTo>
                  <a:pt x="497" y="99"/>
                  <a:pt x="514" y="81"/>
                  <a:pt x="514" y="59"/>
                </a:cubicBezTo>
                <a:cubicBezTo>
                  <a:pt x="514" y="37"/>
                  <a:pt x="497" y="19"/>
                  <a:pt x="475" y="19"/>
                </a:cubicBezTo>
                <a:close/>
                <a:moveTo>
                  <a:pt x="586" y="35"/>
                </a:moveTo>
                <a:cubicBezTo>
                  <a:pt x="664" y="117"/>
                  <a:pt x="664" y="117"/>
                  <a:pt x="664" y="117"/>
                </a:cubicBezTo>
                <a:cubicBezTo>
                  <a:pt x="664" y="7"/>
                  <a:pt x="664" y="7"/>
                  <a:pt x="664" y="7"/>
                </a:cubicBezTo>
                <a:cubicBezTo>
                  <a:pt x="650" y="7"/>
                  <a:pt x="650" y="7"/>
                  <a:pt x="650" y="7"/>
                </a:cubicBezTo>
                <a:cubicBezTo>
                  <a:pt x="650" y="83"/>
                  <a:pt x="650" y="83"/>
                  <a:pt x="650" y="83"/>
                </a:cubicBezTo>
                <a:cubicBezTo>
                  <a:pt x="572" y="1"/>
                  <a:pt x="572" y="1"/>
                  <a:pt x="572" y="1"/>
                </a:cubicBezTo>
                <a:cubicBezTo>
                  <a:pt x="572" y="110"/>
                  <a:pt x="572" y="110"/>
                  <a:pt x="572" y="110"/>
                </a:cubicBezTo>
                <a:cubicBezTo>
                  <a:pt x="586" y="110"/>
                  <a:pt x="586" y="110"/>
                  <a:pt x="586" y="110"/>
                </a:cubicBezTo>
                <a:lnTo>
                  <a:pt x="586" y="35"/>
                </a:lnTo>
                <a:close/>
                <a:moveTo>
                  <a:pt x="843" y="7"/>
                </a:moveTo>
                <a:cubicBezTo>
                  <a:pt x="830" y="7"/>
                  <a:pt x="830" y="7"/>
                  <a:pt x="830" y="7"/>
                </a:cubicBezTo>
                <a:cubicBezTo>
                  <a:pt x="830" y="110"/>
                  <a:pt x="830" y="110"/>
                  <a:pt x="830" y="110"/>
                </a:cubicBezTo>
                <a:cubicBezTo>
                  <a:pt x="885" y="110"/>
                  <a:pt x="885" y="110"/>
                  <a:pt x="885" y="110"/>
                </a:cubicBezTo>
                <a:cubicBezTo>
                  <a:pt x="885" y="97"/>
                  <a:pt x="885" y="97"/>
                  <a:pt x="885" y="97"/>
                </a:cubicBezTo>
                <a:cubicBezTo>
                  <a:pt x="843" y="97"/>
                  <a:pt x="843" y="97"/>
                  <a:pt x="843" y="97"/>
                </a:cubicBezTo>
                <a:lnTo>
                  <a:pt x="843" y="7"/>
                </a:lnTo>
                <a:close/>
                <a:moveTo>
                  <a:pt x="169" y="156"/>
                </a:moveTo>
                <a:cubicBezTo>
                  <a:pt x="139" y="156"/>
                  <a:pt x="116" y="179"/>
                  <a:pt x="116" y="209"/>
                </a:cubicBezTo>
                <a:cubicBezTo>
                  <a:pt x="116" y="240"/>
                  <a:pt x="139" y="262"/>
                  <a:pt x="169" y="262"/>
                </a:cubicBezTo>
                <a:cubicBezTo>
                  <a:pt x="175" y="262"/>
                  <a:pt x="188" y="261"/>
                  <a:pt x="200" y="252"/>
                </a:cubicBezTo>
                <a:cubicBezTo>
                  <a:pt x="200" y="252"/>
                  <a:pt x="200" y="252"/>
                  <a:pt x="200" y="252"/>
                </a:cubicBezTo>
                <a:cubicBezTo>
                  <a:pt x="200" y="234"/>
                  <a:pt x="200" y="234"/>
                  <a:pt x="200" y="234"/>
                </a:cubicBezTo>
                <a:cubicBezTo>
                  <a:pt x="198" y="236"/>
                  <a:pt x="198" y="236"/>
                  <a:pt x="198" y="236"/>
                </a:cubicBezTo>
                <a:cubicBezTo>
                  <a:pt x="196" y="239"/>
                  <a:pt x="192" y="242"/>
                  <a:pt x="187" y="245"/>
                </a:cubicBezTo>
                <a:cubicBezTo>
                  <a:pt x="181" y="247"/>
                  <a:pt x="175" y="249"/>
                  <a:pt x="169" y="249"/>
                </a:cubicBezTo>
                <a:cubicBezTo>
                  <a:pt x="142" y="249"/>
                  <a:pt x="130" y="226"/>
                  <a:pt x="130" y="210"/>
                </a:cubicBezTo>
                <a:cubicBezTo>
                  <a:pt x="130" y="187"/>
                  <a:pt x="147" y="169"/>
                  <a:pt x="169" y="169"/>
                </a:cubicBezTo>
                <a:cubicBezTo>
                  <a:pt x="174" y="169"/>
                  <a:pt x="180" y="170"/>
                  <a:pt x="185" y="173"/>
                </a:cubicBezTo>
                <a:cubicBezTo>
                  <a:pt x="190" y="175"/>
                  <a:pt x="194" y="178"/>
                  <a:pt x="198" y="182"/>
                </a:cubicBezTo>
                <a:cubicBezTo>
                  <a:pt x="200" y="184"/>
                  <a:pt x="200" y="184"/>
                  <a:pt x="200" y="184"/>
                </a:cubicBezTo>
                <a:cubicBezTo>
                  <a:pt x="200" y="166"/>
                  <a:pt x="200" y="166"/>
                  <a:pt x="200" y="166"/>
                </a:cubicBezTo>
                <a:cubicBezTo>
                  <a:pt x="200" y="166"/>
                  <a:pt x="200" y="166"/>
                  <a:pt x="200" y="166"/>
                </a:cubicBezTo>
                <a:cubicBezTo>
                  <a:pt x="191" y="159"/>
                  <a:pt x="181" y="156"/>
                  <a:pt x="169" y="156"/>
                </a:cubicBezTo>
                <a:close/>
                <a:moveTo>
                  <a:pt x="437" y="209"/>
                </a:moveTo>
                <a:cubicBezTo>
                  <a:pt x="437" y="225"/>
                  <a:pt x="431" y="238"/>
                  <a:pt x="419" y="249"/>
                </a:cubicBezTo>
                <a:cubicBezTo>
                  <a:pt x="409" y="257"/>
                  <a:pt x="399" y="261"/>
                  <a:pt x="382" y="261"/>
                </a:cubicBezTo>
                <a:cubicBezTo>
                  <a:pt x="360" y="261"/>
                  <a:pt x="360" y="261"/>
                  <a:pt x="360" y="261"/>
                </a:cubicBezTo>
                <a:cubicBezTo>
                  <a:pt x="360" y="157"/>
                  <a:pt x="360" y="157"/>
                  <a:pt x="360" y="157"/>
                </a:cubicBezTo>
                <a:cubicBezTo>
                  <a:pt x="382" y="157"/>
                  <a:pt x="382" y="157"/>
                  <a:pt x="382" y="157"/>
                </a:cubicBezTo>
                <a:cubicBezTo>
                  <a:pt x="393" y="157"/>
                  <a:pt x="407" y="159"/>
                  <a:pt x="420" y="170"/>
                </a:cubicBezTo>
                <a:cubicBezTo>
                  <a:pt x="426" y="175"/>
                  <a:pt x="437" y="187"/>
                  <a:pt x="437" y="209"/>
                </a:cubicBezTo>
                <a:close/>
                <a:moveTo>
                  <a:pt x="423" y="209"/>
                </a:moveTo>
                <a:cubicBezTo>
                  <a:pt x="423" y="186"/>
                  <a:pt x="407" y="171"/>
                  <a:pt x="382" y="171"/>
                </a:cubicBezTo>
                <a:cubicBezTo>
                  <a:pt x="374" y="171"/>
                  <a:pt x="374" y="171"/>
                  <a:pt x="374" y="171"/>
                </a:cubicBezTo>
                <a:cubicBezTo>
                  <a:pt x="374" y="247"/>
                  <a:pt x="374" y="247"/>
                  <a:pt x="374" y="247"/>
                </a:cubicBezTo>
                <a:cubicBezTo>
                  <a:pt x="382" y="247"/>
                  <a:pt x="382" y="247"/>
                  <a:pt x="382" y="247"/>
                </a:cubicBezTo>
                <a:cubicBezTo>
                  <a:pt x="390" y="247"/>
                  <a:pt x="401" y="246"/>
                  <a:pt x="410" y="239"/>
                </a:cubicBezTo>
                <a:cubicBezTo>
                  <a:pt x="416" y="234"/>
                  <a:pt x="423" y="224"/>
                  <a:pt x="423" y="209"/>
                </a:cubicBezTo>
                <a:close/>
                <a:moveTo>
                  <a:pt x="479" y="261"/>
                </a:moveTo>
                <a:cubicBezTo>
                  <a:pt x="541" y="261"/>
                  <a:pt x="541" y="261"/>
                  <a:pt x="541" y="261"/>
                </a:cubicBezTo>
                <a:cubicBezTo>
                  <a:pt x="541" y="247"/>
                  <a:pt x="541" y="247"/>
                  <a:pt x="541" y="247"/>
                </a:cubicBezTo>
                <a:cubicBezTo>
                  <a:pt x="493" y="247"/>
                  <a:pt x="493" y="247"/>
                  <a:pt x="493" y="247"/>
                </a:cubicBezTo>
                <a:cubicBezTo>
                  <a:pt x="493" y="211"/>
                  <a:pt x="493" y="211"/>
                  <a:pt x="493" y="211"/>
                </a:cubicBezTo>
                <a:cubicBezTo>
                  <a:pt x="535" y="211"/>
                  <a:pt x="535" y="211"/>
                  <a:pt x="535" y="211"/>
                </a:cubicBezTo>
                <a:cubicBezTo>
                  <a:pt x="535" y="198"/>
                  <a:pt x="535" y="198"/>
                  <a:pt x="535" y="198"/>
                </a:cubicBezTo>
                <a:cubicBezTo>
                  <a:pt x="493" y="198"/>
                  <a:pt x="493" y="198"/>
                  <a:pt x="493" y="198"/>
                </a:cubicBezTo>
                <a:cubicBezTo>
                  <a:pt x="493" y="171"/>
                  <a:pt x="493" y="171"/>
                  <a:pt x="493" y="171"/>
                </a:cubicBezTo>
                <a:cubicBezTo>
                  <a:pt x="541" y="171"/>
                  <a:pt x="541" y="171"/>
                  <a:pt x="541" y="171"/>
                </a:cubicBezTo>
                <a:cubicBezTo>
                  <a:pt x="541" y="157"/>
                  <a:pt x="541" y="157"/>
                  <a:pt x="541" y="157"/>
                </a:cubicBezTo>
                <a:cubicBezTo>
                  <a:pt x="479" y="157"/>
                  <a:pt x="479" y="157"/>
                  <a:pt x="479" y="157"/>
                </a:cubicBezTo>
                <a:lnTo>
                  <a:pt x="479" y="261"/>
                </a:lnTo>
                <a:close/>
                <a:moveTo>
                  <a:pt x="805" y="261"/>
                </a:moveTo>
                <a:cubicBezTo>
                  <a:pt x="866" y="261"/>
                  <a:pt x="866" y="261"/>
                  <a:pt x="866" y="261"/>
                </a:cubicBezTo>
                <a:cubicBezTo>
                  <a:pt x="866" y="247"/>
                  <a:pt x="866" y="247"/>
                  <a:pt x="866" y="247"/>
                </a:cubicBezTo>
                <a:cubicBezTo>
                  <a:pt x="819" y="247"/>
                  <a:pt x="819" y="247"/>
                  <a:pt x="819" y="247"/>
                </a:cubicBezTo>
                <a:cubicBezTo>
                  <a:pt x="819" y="211"/>
                  <a:pt x="819" y="211"/>
                  <a:pt x="819" y="211"/>
                </a:cubicBezTo>
                <a:cubicBezTo>
                  <a:pt x="860" y="211"/>
                  <a:pt x="860" y="211"/>
                  <a:pt x="860" y="211"/>
                </a:cubicBezTo>
                <a:cubicBezTo>
                  <a:pt x="860" y="198"/>
                  <a:pt x="860" y="198"/>
                  <a:pt x="860" y="198"/>
                </a:cubicBezTo>
                <a:cubicBezTo>
                  <a:pt x="819" y="198"/>
                  <a:pt x="819" y="198"/>
                  <a:pt x="819" y="198"/>
                </a:cubicBezTo>
                <a:cubicBezTo>
                  <a:pt x="819" y="171"/>
                  <a:pt x="819" y="171"/>
                  <a:pt x="819" y="171"/>
                </a:cubicBezTo>
                <a:cubicBezTo>
                  <a:pt x="866" y="171"/>
                  <a:pt x="866" y="171"/>
                  <a:pt x="866" y="171"/>
                </a:cubicBezTo>
                <a:cubicBezTo>
                  <a:pt x="866" y="157"/>
                  <a:pt x="866" y="157"/>
                  <a:pt x="866" y="157"/>
                </a:cubicBezTo>
                <a:cubicBezTo>
                  <a:pt x="805" y="157"/>
                  <a:pt x="805" y="157"/>
                  <a:pt x="805" y="157"/>
                </a:cubicBezTo>
                <a:lnTo>
                  <a:pt x="805" y="261"/>
                </a:lnTo>
                <a:close/>
                <a:moveTo>
                  <a:pt x="634" y="235"/>
                </a:moveTo>
                <a:cubicBezTo>
                  <a:pt x="595" y="149"/>
                  <a:pt x="595" y="149"/>
                  <a:pt x="595" y="149"/>
                </a:cubicBezTo>
                <a:cubicBezTo>
                  <a:pt x="578" y="261"/>
                  <a:pt x="578" y="261"/>
                  <a:pt x="578" y="261"/>
                </a:cubicBezTo>
                <a:cubicBezTo>
                  <a:pt x="592" y="261"/>
                  <a:pt x="592" y="261"/>
                  <a:pt x="592" y="261"/>
                </a:cubicBezTo>
                <a:cubicBezTo>
                  <a:pt x="601" y="194"/>
                  <a:pt x="601" y="194"/>
                  <a:pt x="601" y="194"/>
                </a:cubicBezTo>
                <a:cubicBezTo>
                  <a:pt x="634" y="267"/>
                  <a:pt x="634" y="267"/>
                  <a:pt x="634" y="267"/>
                </a:cubicBezTo>
                <a:cubicBezTo>
                  <a:pt x="668" y="194"/>
                  <a:pt x="668" y="194"/>
                  <a:pt x="668" y="194"/>
                </a:cubicBezTo>
                <a:cubicBezTo>
                  <a:pt x="677" y="261"/>
                  <a:pt x="677" y="261"/>
                  <a:pt x="677" y="261"/>
                </a:cubicBezTo>
                <a:cubicBezTo>
                  <a:pt x="691" y="261"/>
                  <a:pt x="691" y="261"/>
                  <a:pt x="691" y="261"/>
                </a:cubicBezTo>
                <a:cubicBezTo>
                  <a:pt x="674" y="148"/>
                  <a:pt x="674" y="148"/>
                  <a:pt x="674" y="148"/>
                </a:cubicBezTo>
                <a:lnTo>
                  <a:pt x="634" y="235"/>
                </a:lnTo>
                <a:close/>
                <a:moveTo>
                  <a:pt x="737" y="261"/>
                </a:moveTo>
                <a:cubicBezTo>
                  <a:pt x="751" y="261"/>
                  <a:pt x="751" y="261"/>
                  <a:pt x="751" y="261"/>
                </a:cubicBezTo>
                <a:cubicBezTo>
                  <a:pt x="751" y="157"/>
                  <a:pt x="751" y="157"/>
                  <a:pt x="751" y="157"/>
                </a:cubicBezTo>
                <a:cubicBezTo>
                  <a:pt x="737" y="157"/>
                  <a:pt x="737" y="157"/>
                  <a:pt x="737" y="157"/>
                </a:cubicBezTo>
                <a:lnTo>
                  <a:pt x="737" y="261"/>
                </a:lnTo>
                <a:close/>
                <a:moveTo>
                  <a:pt x="955" y="211"/>
                </a:moveTo>
                <a:cubicBezTo>
                  <a:pt x="950" y="207"/>
                  <a:pt x="945" y="204"/>
                  <a:pt x="939" y="201"/>
                </a:cubicBezTo>
                <a:cubicBezTo>
                  <a:pt x="929" y="197"/>
                  <a:pt x="929" y="197"/>
                  <a:pt x="929" y="197"/>
                </a:cubicBezTo>
                <a:cubicBezTo>
                  <a:pt x="925" y="195"/>
                  <a:pt x="922" y="194"/>
                  <a:pt x="919" y="191"/>
                </a:cubicBezTo>
                <a:cubicBezTo>
                  <a:pt x="916" y="189"/>
                  <a:pt x="916" y="187"/>
                  <a:pt x="916" y="183"/>
                </a:cubicBezTo>
                <a:cubicBezTo>
                  <a:pt x="916" y="175"/>
                  <a:pt x="922" y="169"/>
                  <a:pt x="931" y="169"/>
                </a:cubicBezTo>
                <a:cubicBezTo>
                  <a:pt x="936" y="169"/>
                  <a:pt x="940" y="171"/>
                  <a:pt x="942" y="172"/>
                </a:cubicBezTo>
                <a:cubicBezTo>
                  <a:pt x="944" y="174"/>
                  <a:pt x="946" y="177"/>
                  <a:pt x="947" y="179"/>
                </a:cubicBezTo>
                <a:cubicBezTo>
                  <a:pt x="948" y="181"/>
                  <a:pt x="948" y="181"/>
                  <a:pt x="948" y="181"/>
                </a:cubicBezTo>
                <a:cubicBezTo>
                  <a:pt x="959" y="173"/>
                  <a:pt x="959" y="173"/>
                  <a:pt x="959" y="173"/>
                </a:cubicBezTo>
                <a:cubicBezTo>
                  <a:pt x="958" y="172"/>
                  <a:pt x="958" y="172"/>
                  <a:pt x="958" y="172"/>
                </a:cubicBezTo>
                <a:cubicBezTo>
                  <a:pt x="956" y="167"/>
                  <a:pt x="952" y="163"/>
                  <a:pt x="948" y="161"/>
                </a:cubicBezTo>
                <a:cubicBezTo>
                  <a:pt x="943" y="157"/>
                  <a:pt x="938" y="156"/>
                  <a:pt x="931" y="156"/>
                </a:cubicBezTo>
                <a:cubicBezTo>
                  <a:pt x="914" y="156"/>
                  <a:pt x="902" y="167"/>
                  <a:pt x="902" y="183"/>
                </a:cubicBezTo>
                <a:cubicBezTo>
                  <a:pt x="902" y="190"/>
                  <a:pt x="904" y="195"/>
                  <a:pt x="909" y="200"/>
                </a:cubicBezTo>
                <a:cubicBezTo>
                  <a:pt x="913" y="205"/>
                  <a:pt x="918" y="207"/>
                  <a:pt x="922" y="209"/>
                </a:cubicBezTo>
                <a:cubicBezTo>
                  <a:pt x="932" y="213"/>
                  <a:pt x="932" y="213"/>
                  <a:pt x="932" y="213"/>
                </a:cubicBezTo>
                <a:cubicBezTo>
                  <a:pt x="937" y="215"/>
                  <a:pt x="941" y="217"/>
                  <a:pt x="944" y="220"/>
                </a:cubicBezTo>
                <a:cubicBezTo>
                  <a:pt x="947" y="223"/>
                  <a:pt x="948" y="226"/>
                  <a:pt x="948" y="231"/>
                </a:cubicBezTo>
                <a:cubicBezTo>
                  <a:pt x="948" y="240"/>
                  <a:pt x="942" y="249"/>
                  <a:pt x="929" y="249"/>
                </a:cubicBezTo>
                <a:cubicBezTo>
                  <a:pt x="924" y="249"/>
                  <a:pt x="919" y="247"/>
                  <a:pt x="916" y="244"/>
                </a:cubicBezTo>
                <a:cubicBezTo>
                  <a:pt x="913" y="241"/>
                  <a:pt x="911" y="236"/>
                  <a:pt x="910" y="232"/>
                </a:cubicBezTo>
                <a:cubicBezTo>
                  <a:pt x="910" y="230"/>
                  <a:pt x="910" y="230"/>
                  <a:pt x="910" y="230"/>
                </a:cubicBezTo>
                <a:cubicBezTo>
                  <a:pt x="896" y="234"/>
                  <a:pt x="896" y="234"/>
                  <a:pt x="896" y="234"/>
                </a:cubicBezTo>
                <a:cubicBezTo>
                  <a:pt x="897" y="235"/>
                  <a:pt x="897" y="235"/>
                  <a:pt x="897" y="235"/>
                </a:cubicBezTo>
                <a:cubicBezTo>
                  <a:pt x="898" y="243"/>
                  <a:pt x="902" y="249"/>
                  <a:pt x="906" y="254"/>
                </a:cubicBezTo>
                <a:cubicBezTo>
                  <a:pt x="912" y="260"/>
                  <a:pt x="920" y="262"/>
                  <a:pt x="929" y="262"/>
                </a:cubicBezTo>
                <a:cubicBezTo>
                  <a:pt x="948" y="262"/>
                  <a:pt x="962" y="249"/>
                  <a:pt x="962" y="230"/>
                </a:cubicBezTo>
                <a:cubicBezTo>
                  <a:pt x="962" y="222"/>
                  <a:pt x="960" y="216"/>
                  <a:pt x="955" y="211"/>
                </a:cubicBezTo>
                <a:close/>
                <a:moveTo>
                  <a:pt x="0" y="261"/>
                </a:moveTo>
                <a:cubicBezTo>
                  <a:pt x="15" y="261"/>
                  <a:pt x="15" y="261"/>
                  <a:pt x="15" y="261"/>
                </a:cubicBezTo>
                <a:cubicBezTo>
                  <a:pt x="48" y="184"/>
                  <a:pt x="48" y="184"/>
                  <a:pt x="48" y="184"/>
                </a:cubicBezTo>
                <a:cubicBezTo>
                  <a:pt x="79" y="260"/>
                  <a:pt x="79" y="260"/>
                  <a:pt x="79" y="260"/>
                </a:cubicBezTo>
                <a:cubicBezTo>
                  <a:pt x="80" y="261"/>
                  <a:pt x="80" y="261"/>
                  <a:pt x="80" y="261"/>
                </a:cubicBezTo>
                <a:cubicBezTo>
                  <a:pt x="95" y="261"/>
                  <a:pt x="95" y="261"/>
                  <a:pt x="95" y="261"/>
                </a:cubicBezTo>
                <a:cubicBezTo>
                  <a:pt x="48" y="151"/>
                  <a:pt x="48" y="151"/>
                  <a:pt x="48" y="151"/>
                </a:cubicBezTo>
                <a:lnTo>
                  <a:pt x="0" y="261"/>
                </a:lnTo>
                <a:close/>
                <a:moveTo>
                  <a:pt x="229" y="261"/>
                </a:moveTo>
                <a:cubicBezTo>
                  <a:pt x="244" y="261"/>
                  <a:pt x="244" y="261"/>
                  <a:pt x="244" y="261"/>
                </a:cubicBezTo>
                <a:cubicBezTo>
                  <a:pt x="277" y="184"/>
                  <a:pt x="277" y="184"/>
                  <a:pt x="277" y="184"/>
                </a:cubicBezTo>
                <a:cubicBezTo>
                  <a:pt x="309" y="260"/>
                  <a:pt x="309" y="260"/>
                  <a:pt x="309" y="260"/>
                </a:cubicBezTo>
                <a:cubicBezTo>
                  <a:pt x="309" y="261"/>
                  <a:pt x="309" y="261"/>
                  <a:pt x="309" y="261"/>
                </a:cubicBezTo>
                <a:cubicBezTo>
                  <a:pt x="324" y="261"/>
                  <a:pt x="324" y="261"/>
                  <a:pt x="324" y="261"/>
                </a:cubicBezTo>
                <a:cubicBezTo>
                  <a:pt x="277" y="151"/>
                  <a:pt x="277" y="151"/>
                  <a:pt x="277" y="151"/>
                </a:cubicBezTo>
                <a:lnTo>
                  <a:pt x="229" y="261"/>
                </a:lnTo>
                <a:close/>
                <a:moveTo>
                  <a:pt x="1071" y="11"/>
                </a:moveTo>
                <a:cubicBezTo>
                  <a:pt x="1071" y="18"/>
                  <a:pt x="1071" y="18"/>
                  <a:pt x="1071" y="18"/>
                </a:cubicBezTo>
                <a:cubicBezTo>
                  <a:pt x="1075" y="18"/>
                  <a:pt x="1075" y="18"/>
                  <a:pt x="1075" y="18"/>
                </a:cubicBezTo>
                <a:cubicBezTo>
                  <a:pt x="1077" y="9"/>
                  <a:pt x="1077" y="9"/>
                  <a:pt x="1077" y="9"/>
                </a:cubicBezTo>
                <a:cubicBezTo>
                  <a:pt x="1076" y="8"/>
                  <a:pt x="1074" y="7"/>
                  <a:pt x="1072" y="6"/>
                </a:cubicBezTo>
                <a:cubicBezTo>
                  <a:pt x="1070" y="6"/>
                  <a:pt x="1067" y="6"/>
                  <a:pt x="1064" y="6"/>
                </a:cubicBezTo>
                <a:cubicBezTo>
                  <a:pt x="1061" y="6"/>
                  <a:pt x="1058" y="6"/>
                  <a:pt x="1056" y="7"/>
                </a:cubicBezTo>
                <a:cubicBezTo>
                  <a:pt x="1053" y="9"/>
                  <a:pt x="1051" y="10"/>
                  <a:pt x="1049" y="12"/>
                </a:cubicBezTo>
                <a:cubicBezTo>
                  <a:pt x="1048" y="14"/>
                  <a:pt x="1047" y="17"/>
                  <a:pt x="1047" y="20"/>
                </a:cubicBezTo>
                <a:cubicBezTo>
                  <a:pt x="1047" y="22"/>
                  <a:pt x="1048" y="24"/>
                  <a:pt x="1049" y="26"/>
                </a:cubicBezTo>
                <a:cubicBezTo>
                  <a:pt x="1050" y="28"/>
                  <a:pt x="1051" y="30"/>
                  <a:pt x="1053" y="31"/>
                </a:cubicBezTo>
                <a:cubicBezTo>
                  <a:pt x="1055" y="32"/>
                  <a:pt x="1057" y="34"/>
                  <a:pt x="1059" y="35"/>
                </a:cubicBezTo>
                <a:cubicBezTo>
                  <a:pt x="1062" y="37"/>
                  <a:pt x="1064" y="39"/>
                  <a:pt x="1066" y="40"/>
                </a:cubicBezTo>
                <a:cubicBezTo>
                  <a:pt x="1067" y="42"/>
                  <a:pt x="1068" y="44"/>
                  <a:pt x="1068" y="47"/>
                </a:cubicBezTo>
                <a:cubicBezTo>
                  <a:pt x="1068" y="49"/>
                  <a:pt x="1067" y="52"/>
                  <a:pt x="1065" y="53"/>
                </a:cubicBezTo>
                <a:cubicBezTo>
                  <a:pt x="1062" y="55"/>
                  <a:pt x="1060" y="56"/>
                  <a:pt x="1057" y="56"/>
                </a:cubicBezTo>
                <a:cubicBezTo>
                  <a:pt x="1055" y="56"/>
                  <a:pt x="1053" y="56"/>
                  <a:pt x="1052" y="55"/>
                </a:cubicBezTo>
                <a:cubicBezTo>
                  <a:pt x="1050" y="55"/>
                  <a:pt x="1049" y="54"/>
                  <a:pt x="1048" y="54"/>
                </a:cubicBezTo>
                <a:cubicBezTo>
                  <a:pt x="1048" y="46"/>
                  <a:pt x="1048" y="46"/>
                  <a:pt x="1048" y="46"/>
                </a:cubicBezTo>
                <a:cubicBezTo>
                  <a:pt x="1044" y="46"/>
                  <a:pt x="1044" y="46"/>
                  <a:pt x="1044" y="46"/>
                </a:cubicBezTo>
                <a:cubicBezTo>
                  <a:pt x="1042" y="56"/>
                  <a:pt x="1042" y="56"/>
                  <a:pt x="1042" y="56"/>
                </a:cubicBezTo>
                <a:cubicBezTo>
                  <a:pt x="1043" y="57"/>
                  <a:pt x="1045" y="58"/>
                  <a:pt x="1048" y="58"/>
                </a:cubicBezTo>
                <a:cubicBezTo>
                  <a:pt x="1051" y="59"/>
                  <a:pt x="1054" y="59"/>
                  <a:pt x="1057" y="59"/>
                </a:cubicBezTo>
                <a:cubicBezTo>
                  <a:pt x="1060" y="59"/>
                  <a:pt x="1063" y="59"/>
                  <a:pt x="1066" y="57"/>
                </a:cubicBezTo>
                <a:cubicBezTo>
                  <a:pt x="1069" y="56"/>
                  <a:pt x="1071" y="54"/>
                  <a:pt x="1073" y="52"/>
                </a:cubicBezTo>
                <a:cubicBezTo>
                  <a:pt x="1074" y="50"/>
                  <a:pt x="1075" y="47"/>
                  <a:pt x="1075" y="44"/>
                </a:cubicBezTo>
                <a:cubicBezTo>
                  <a:pt x="1075" y="42"/>
                  <a:pt x="1074" y="40"/>
                  <a:pt x="1073" y="38"/>
                </a:cubicBezTo>
                <a:cubicBezTo>
                  <a:pt x="1072" y="36"/>
                  <a:pt x="1071" y="35"/>
                  <a:pt x="1069" y="34"/>
                </a:cubicBezTo>
                <a:cubicBezTo>
                  <a:pt x="1068" y="32"/>
                  <a:pt x="1066" y="31"/>
                  <a:pt x="1064" y="29"/>
                </a:cubicBezTo>
                <a:cubicBezTo>
                  <a:pt x="1060" y="27"/>
                  <a:pt x="1058" y="25"/>
                  <a:pt x="1056" y="24"/>
                </a:cubicBezTo>
                <a:cubicBezTo>
                  <a:pt x="1055" y="22"/>
                  <a:pt x="1054" y="20"/>
                  <a:pt x="1054" y="17"/>
                </a:cubicBezTo>
                <a:cubicBezTo>
                  <a:pt x="1054" y="15"/>
                  <a:pt x="1055" y="13"/>
                  <a:pt x="1057" y="11"/>
                </a:cubicBezTo>
                <a:cubicBezTo>
                  <a:pt x="1059" y="10"/>
                  <a:pt x="1061" y="9"/>
                  <a:pt x="1064" y="9"/>
                </a:cubicBezTo>
                <a:cubicBezTo>
                  <a:pt x="1065" y="9"/>
                  <a:pt x="1067" y="9"/>
                  <a:pt x="1068" y="10"/>
                </a:cubicBezTo>
                <a:cubicBezTo>
                  <a:pt x="1069" y="10"/>
                  <a:pt x="1070" y="10"/>
                  <a:pt x="1071" y="11"/>
                </a:cubicBezTo>
                <a:close/>
                <a:moveTo>
                  <a:pt x="1107" y="27"/>
                </a:moveTo>
                <a:cubicBezTo>
                  <a:pt x="1108" y="27"/>
                  <a:pt x="1108" y="27"/>
                  <a:pt x="1108" y="27"/>
                </a:cubicBezTo>
                <a:cubicBezTo>
                  <a:pt x="1110" y="20"/>
                  <a:pt x="1110" y="20"/>
                  <a:pt x="1110" y="20"/>
                </a:cubicBezTo>
                <a:cubicBezTo>
                  <a:pt x="1109" y="20"/>
                  <a:pt x="1108" y="19"/>
                  <a:pt x="1107" y="19"/>
                </a:cubicBezTo>
                <a:cubicBezTo>
                  <a:pt x="1105" y="19"/>
                  <a:pt x="1104" y="19"/>
                  <a:pt x="1102" y="19"/>
                </a:cubicBezTo>
                <a:cubicBezTo>
                  <a:pt x="1098" y="19"/>
                  <a:pt x="1094" y="20"/>
                  <a:pt x="1091" y="22"/>
                </a:cubicBezTo>
                <a:cubicBezTo>
                  <a:pt x="1088" y="25"/>
                  <a:pt x="1086" y="28"/>
                  <a:pt x="1084" y="32"/>
                </a:cubicBezTo>
                <a:cubicBezTo>
                  <a:pt x="1083" y="36"/>
                  <a:pt x="1082" y="40"/>
                  <a:pt x="1082" y="43"/>
                </a:cubicBezTo>
                <a:cubicBezTo>
                  <a:pt x="1082" y="48"/>
                  <a:pt x="1083" y="52"/>
                  <a:pt x="1085" y="55"/>
                </a:cubicBezTo>
                <a:cubicBezTo>
                  <a:pt x="1087" y="58"/>
                  <a:pt x="1091" y="59"/>
                  <a:pt x="1094" y="59"/>
                </a:cubicBezTo>
                <a:cubicBezTo>
                  <a:pt x="1098" y="59"/>
                  <a:pt x="1100" y="59"/>
                  <a:pt x="1102" y="57"/>
                </a:cubicBezTo>
                <a:cubicBezTo>
                  <a:pt x="1105" y="56"/>
                  <a:pt x="1106" y="54"/>
                  <a:pt x="1108" y="53"/>
                </a:cubicBezTo>
                <a:cubicBezTo>
                  <a:pt x="1106" y="50"/>
                  <a:pt x="1106" y="50"/>
                  <a:pt x="1106" y="50"/>
                </a:cubicBezTo>
                <a:cubicBezTo>
                  <a:pt x="1105" y="52"/>
                  <a:pt x="1103" y="53"/>
                  <a:pt x="1102" y="54"/>
                </a:cubicBezTo>
                <a:cubicBezTo>
                  <a:pt x="1100" y="54"/>
                  <a:pt x="1099" y="55"/>
                  <a:pt x="1097" y="55"/>
                </a:cubicBezTo>
                <a:cubicBezTo>
                  <a:pt x="1094" y="55"/>
                  <a:pt x="1092" y="54"/>
                  <a:pt x="1091" y="52"/>
                </a:cubicBezTo>
                <a:cubicBezTo>
                  <a:pt x="1090" y="50"/>
                  <a:pt x="1089" y="47"/>
                  <a:pt x="1089" y="43"/>
                </a:cubicBezTo>
                <a:cubicBezTo>
                  <a:pt x="1089" y="39"/>
                  <a:pt x="1090" y="35"/>
                  <a:pt x="1091" y="32"/>
                </a:cubicBezTo>
                <a:cubicBezTo>
                  <a:pt x="1092" y="30"/>
                  <a:pt x="1093" y="27"/>
                  <a:pt x="1095" y="26"/>
                </a:cubicBezTo>
                <a:cubicBezTo>
                  <a:pt x="1097" y="24"/>
                  <a:pt x="1099" y="23"/>
                  <a:pt x="1101" y="23"/>
                </a:cubicBezTo>
                <a:cubicBezTo>
                  <a:pt x="1102" y="23"/>
                  <a:pt x="1105" y="24"/>
                  <a:pt x="1107" y="27"/>
                </a:cubicBezTo>
                <a:close/>
                <a:moveTo>
                  <a:pt x="1124" y="52"/>
                </a:moveTo>
                <a:cubicBezTo>
                  <a:pt x="1129" y="19"/>
                  <a:pt x="1129" y="19"/>
                  <a:pt x="1129" y="19"/>
                </a:cubicBezTo>
                <a:cubicBezTo>
                  <a:pt x="1128" y="19"/>
                  <a:pt x="1128" y="19"/>
                  <a:pt x="1128" y="19"/>
                </a:cubicBezTo>
                <a:cubicBezTo>
                  <a:pt x="1118" y="20"/>
                  <a:pt x="1118" y="20"/>
                  <a:pt x="1118" y="20"/>
                </a:cubicBezTo>
                <a:cubicBezTo>
                  <a:pt x="1117" y="23"/>
                  <a:pt x="1117" y="23"/>
                  <a:pt x="1117" y="23"/>
                </a:cubicBezTo>
                <a:cubicBezTo>
                  <a:pt x="1122" y="24"/>
                  <a:pt x="1122" y="24"/>
                  <a:pt x="1122" y="24"/>
                </a:cubicBezTo>
                <a:cubicBezTo>
                  <a:pt x="1121" y="31"/>
                  <a:pt x="1120" y="37"/>
                  <a:pt x="1119" y="41"/>
                </a:cubicBezTo>
                <a:cubicBezTo>
                  <a:pt x="1118" y="49"/>
                  <a:pt x="1117" y="54"/>
                  <a:pt x="1117" y="55"/>
                </a:cubicBezTo>
                <a:cubicBezTo>
                  <a:pt x="1117" y="56"/>
                  <a:pt x="1118" y="57"/>
                  <a:pt x="1118" y="58"/>
                </a:cubicBezTo>
                <a:cubicBezTo>
                  <a:pt x="1119" y="59"/>
                  <a:pt x="1120" y="59"/>
                  <a:pt x="1122" y="59"/>
                </a:cubicBezTo>
                <a:cubicBezTo>
                  <a:pt x="1124" y="59"/>
                  <a:pt x="1125" y="59"/>
                  <a:pt x="1127" y="58"/>
                </a:cubicBezTo>
                <a:cubicBezTo>
                  <a:pt x="1128" y="57"/>
                  <a:pt x="1129" y="55"/>
                  <a:pt x="1130" y="54"/>
                </a:cubicBezTo>
                <a:cubicBezTo>
                  <a:pt x="1129" y="53"/>
                  <a:pt x="1129" y="53"/>
                  <a:pt x="1129" y="53"/>
                </a:cubicBezTo>
                <a:cubicBezTo>
                  <a:pt x="1128" y="54"/>
                  <a:pt x="1128" y="54"/>
                  <a:pt x="1127" y="54"/>
                </a:cubicBezTo>
                <a:cubicBezTo>
                  <a:pt x="1126" y="55"/>
                  <a:pt x="1126" y="55"/>
                  <a:pt x="1125" y="55"/>
                </a:cubicBezTo>
                <a:cubicBezTo>
                  <a:pt x="1125" y="55"/>
                  <a:pt x="1125" y="55"/>
                  <a:pt x="1125" y="54"/>
                </a:cubicBezTo>
                <a:cubicBezTo>
                  <a:pt x="1124" y="54"/>
                  <a:pt x="1124" y="54"/>
                  <a:pt x="1124" y="53"/>
                </a:cubicBezTo>
                <a:lnTo>
                  <a:pt x="1124" y="52"/>
                </a:lnTo>
                <a:close/>
                <a:moveTo>
                  <a:pt x="1127" y="11"/>
                </a:moveTo>
                <a:cubicBezTo>
                  <a:pt x="1128" y="11"/>
                  <a:pt x="1129" y="11"/>
                  <a:pt x="1130" y="10"/>
                </a:cubicBezTo>
                <a:cubicBezTo>
                  <a:pt x="1131" y="9"/>
                  <a:pt x="1131" y="7"/>
                  <a:pt x="1131" y="6"/>
                </a:cubicBezTo>
                <a:cubicBezTo>
                  <a:pt x="1131" y="5"/>
                  <a:pt x="1131" y="4"/>
                  <a:pt x="1130" y="3"/>
                </a:cubicBezTo>
                <a:cubicBezTo>
                  <a:pt x="1130" y="3"/>
                  <a:pt x="1129" y="2"/>
                  <a:pt x="1128" y="2"/>
                </a:cubicBezTo>
                <a:cubicBezTo>
                  <a:pt x="1126" y="2"/>
                  <a:pt x="1125" y="3"/>
                  <a:pt x="1124" y="4"/>
                </a:cubicBezTo>
                <a:cubicBezTo>
                  <a:pt x="1123" y="5"/>
                  <a:pt x="1123" y="6"/>
                  <a:pt x="1123" y="7"/>
                </a:cubicBezTo>
                <a:cubicBezTo>
                  <a:pt x="1123" y="8"/>
                  <a:pt x="1123" y="9"/>
                  <a:pt x="1124" y="10"/>
                </a:cubicBezTo>
                <a:cubicBezTo>
                  <a:pt x="1125" y="11"/>
                  <a:pt x="1126" y="11"/>
                  <a:pt x="1127" y="11"/>
                </a:cubicBezTo>
                <a:close/>
                <a:moveTo>
                  <a:pt x="1166" y="52"/>
                </a:moveTo>
                <a:cubicBezTo>
                  <a:pt x="1165" y="49"/>
                  <a:pt x="1165" y="49"/>
                  <a:pt x="1165" y="49"/>
                </a:cubicBezTo>
                <a:cubicBezTo>
                  <a:pt x="1163" y="51"/>
                  <a:pt x="1161" y="52"/>
                  <a:pt x="1159" y="53"/>
                </a:cubicBezTo>
                <a:cubicBezTo>
                  <a:pt x="1157" y="54"/>
                  <a:pt x="1155" y="55"/>
                  <a:pt x="1153" y="55"/>
                </a:cubicBezTo>
                <a:cubicBezTo>
                  <a:pt x="1150" y="55"/>
                  <a:pt x="1148" y="54"/>
                  <a:pt x="1147" y="51"/>
                </a:cubicBezTo>
                <a:cubicBezTo>
                  <a:pt x="1145" y="49"/>
                  <a:pt x="1145" y="46"/>
                  <a:pt x="1145" y="43"/>
                </a:cubicBezTo>
                <a:cubicBezTo>
                  <a:pt x="1148" y="43"/>
                  <a:pt x="1151" y="42"/>
                  <a:pt x="1155" y="41"/>
                </a:cubicBezTo>
                <a:cubicBezTo>
                  <a:pt x="1158" y="40"/>
                  <a:pt x="1162" y="38"/>
                  <a:pt x="1164" y="36"/>
                </a:cubicBezTo>
                <a:cubicBezTo>
                  <a:pt x="1167" y="33"/>
                  <a:pt x="1168" y="31"/>
                  <a:pt x="1168" y="27"/>
                </a:cubicBezTo>
                <a:cubicBezTo>
                  <a:pt x="1168" y="25"/>
                  <a:pt x="1167" y="23"/>
                  <a:pt x="1166" y="21"/>
                </a:cubicBezTo>
                <a:cubicBezTo>
                  <a:pt x="1164" y="19"/>
                  <a:pt x="1162" y="19"/>
                  <a:pt x="1158" y="19"/>
                </a:cubicBezTo>
                <a:cubicBezTo>
                  <a:pt x="1154" y="19"/>
                  <a:pt x="1151" y="20"/>
                  <a:pt x="1148" y="22"/>
                </a:cubicBezTo>
                <a:cubicBezTo>
                  <a:pt x="1145" y="24"/>
                  <a:pt x="1142" y="28"/>
                  <a:pt x="1140" y="31"/>
                </a:cubicBezTo>
                <a:cubicBezTo>
                  <a:pt x="1138" y="35"/>
                  <a:pt x="1138" y="40"/>
                  <a:pt x="1138" y="44"/>
                </a:cubicBezTo>
                <a:cubicBezTo>
                  <a:pt x="1138" y="47"/>
                  <a:pt x="1138" y="49"/>
                  <a:pt x="1139" y="52"/>
                </a:cubicBezTo>
                <a:cubicBezTo>
                  <a:pt x="1140" y="54"/>
                  <a:pt x="1142" y="56"/>
                  <a:pt x="1144" y="57"/>
                </a:cubicBezTo>
                <a:cubicBezTo>
                  <a:pt x="1146" y="59"/>
                  <a:pt x="1148" y="59"/>
                  <a:pt x="1151" y="59"/>
                </a:cubicBezTo>
                <a:cubicBezTo>
                  <a:pt x="1155" y="59"/>
                  <a:pt x="1158" y="58"/>
                  <a:pt x="1160" y="57"/>
                </a:cubicBezTo>
                <a:cubicBezTo>
                  <a:pt x="1163" y="55"/>
                  <a:pt x="1165" y="54"/>
                  <a:pt x="1166" y="52"/>
                </a:cubicBezTo>
                <a:close/>
                <a:moveTo>
                  <a:pt x="1157" y="22"/>
                </a:moveTo>
                <a:cubicBezTo>
                  <a:pt x="1158" y="22"/>
                  <a:pt x="1159" y="23"/>
                  <a:pt x="1160" y="24"/>
                </a:cubicBezTo>
                <a:cubicBezTo>
                  <a:pt x="1161" y="25"/>
                  <a:pt x="1161" y="26"/>
                  <a:pt x="1161" y="28"/>
                </a:cubicBezTo>
                <a:cubicBezTo>
                  <a:pt x="1161" y="30"/>
                  <a:pt x="1161" y="32"/>
                  <a:pt x="1159" y="34"/>
                </a:cubicBezTo>
                <a:cubicBezTo>
                  <a:pt x="1157" y="35"/>
                  <a:pt x="1155" y="37"/>
                  <a:pt x="1152" y="38"/>
                </a:cubicBezTo>
                <a:cubicBezTo>
                  <a:pt x="1150" y="39"/>
                  <a:pt x="1147" y="39"/>
                  <a:pt x="1145" y="39"/>
                </a:cubicBezTo>
                <a:cubicBezTo>
                  <a:pt x="1145" y="37"/>
                  <a:pt x="1146" y="34"/>
                  <a:pt x="1147" y="32"/>
                </a:cubicBezTo>
                <a:cubicBezTo>
                  <a:pt x="1148" y="29"/>
                  <a:pt x="1149" y="27"/>
                  <a:pt x="1151" y="25"/>
                </a:cubicBezTo>
                <a:cubicBezTo>
                  <a:pt x="1152" y="23"/>
                  <a:pt x="1154" y="22"/>
                  <a:pt x="1157" y="22"/>
                </a:cubicBezTo>
                <a:close/>
                <a:moveTo>
                  <a:pt x="1187" y="28"/>
                </a:moveTo>
                <a:cubicBezTo>
                  <a:pt x="1188" y="19"/>
                  <a:pt x="1188" y="19"/>
                  <a:pt x="1188" y="19"/>
                </a:cubicBezTo>
                <a:cubicBezTo>
                  <a:pt x="1186" y="19"/>
                  <a:pt x="1186" y="19"/>
                  <a:pt x="1186" y="19"/>
                </a:cubicBezTo>
                <a:cubicBezTo>
                  <a:pt x="1178" y="20"/>
                  <a:pt x="1178" y="20"/>
                  <a:pt x="1178" y="20"/>
                </a:cubicBezTo>
                <a:cubicBezTo>
                  <a:pt x="1177" y="23"/>
                  <a:pt x="1177" y="23"/>
                  <a:pt x="1177" y="23"/>
                </a:cubicBezTo>
                <a:cubicBezTo>
                  <a:pt x="1180" y="25"/>
                  <a:pt x="1180" y="25"/>
                  <a:pt x="1180" y="25"/>
                </a:cubicBezTo>
                <a:cubicBezTo>
                  <a:pt x="1176" y="58"/>
                  <a:pt x="1176" y="58"/>
                  <a:pt x="1176" y="58"/>
                </a:cubicBezTo>
                <a:cubicBezTo>
                  <a:pt x="1183" y="58"/>
                  <a:pt x="1183" y="58"/>
                  <a:pt x="1183" y="58"/>
                </a:cubicBezTo>
                <a:cubicBezTo>
                  <a:pt x="1186" y="33"/>
                  <a:pt x="1186" y="33"/>
                  <a:pt x="1186" y="33"/>
                </a:cubicBezTo>
                <a:cubicBezTo>
                  <a:pt x="1188" y="31"/>
                  <a:pt x="1190" y="28"/>
                  <a:pt x="1192" y="26"/>
                </a:cubicBezTo>
                <a:cubicBezTo>
                  <a:pt x="1194" y="25"/>
                  <a:pt x="1196" y="24"/>
                  <a:pt x="1198" y="24"/>
                </a:cubicBezTo>
                <a:cubicBezTo>
                  <a:pt x="1200" y="24"/>
                  <a:pt x="1201" y="24"/>
                  <a:pt x="1202" y="25"/>
                </a:cubicBezTo>
                <a:cubicBezTo>
                  <a:pt x="1202" y="26"/>
                  <a:pt x="1203" y="27"/>
                  <a:pt x="1203" y="29"/>
                </a:cubicBezTo>
                <a:cubicBezTo>
                  <a:pt x="1203" y="31"/>
                  <a:pt x="1202" y="33"/>
                  <a:pt x="1202" y="35"/>
                </a:cubicBezTo>
                <a:cubicBezTo>
                  <a:pt x="1202" y="37"/>
                  <a:pt x="1201" y="39"/>
                  <a:pt x="1201" y="41"/>
                </a:cubicBezTo>
                <a:cubicBezTo>
                  <a:pt x="1201" y="43"/>
                  <a:pt x="1201" y="43"/>
                  <a:pt x="1201" y="43"/>
                </a:cubicBezTo>
                <a:cubicBezTo>
                  <a:pt x="1200" y="46"/>
                  <a:pt x="1200" y="46"/>
                  <a:pt x="1200" y="46"/>
                </a:cubicBezTo>
                <a:cubicBezTo>
                  <a:pt x="1199" y="51"/>
                  <a:pt x="1199" y="54"/>
                  <a:pt x="1199" y="55"/>
                </a:cubicBezTo>
                <a:cubicBezTo>
                  <a:pt x="1199" y="58"/>
                  <a:pt x="1200" y="59"/>
                  <a:pt x="1203" y="59"/>
                </a:cubicBezTo>
                <a:cubicBezTo>
                  <a:pt x="1205" y="59"/>
                  <a:pt x="1206" y="59"/>
                  <a:pt x="1207" y="58"/>
                </a:cubicBezTo>
                <a:cubicBezTo>
                  <a:pt x="1208" y="58"/>
                  <a:pt x="1209" y="57"/>
                  <a:pt x="1210" y="57"/>
                </a:cubicBezTo>
                <a:cubicBezTo>
                  <a:pt x="1210" y="56"/>
                  <a:pt x="1211" y="55"/>
                  <a:pt x="1211" y="55"/>
                </a:cubicBezTo>
                <a:cubicBezTo>
                  <a:pt x="1210" y="53"/>
                  <a:pt x="1210" y="53"/>
                  <a:pt x="1210" y="53"/>
                </a:cubicBezTo>
                <a:cubicBezTo>
                  <a:pt x="1209" y="54"/>
                  <a:pt x="1208" y="55"/>
                  <a:pt x="1207" y="55"/>
                </a:cubicBezTo>
                <a:cubicBezTo>
                  <a:pt x="1206" y="55"/>
                  <a:pt x="1206" y="54"/>
                  <a:pt x="1206" y="53"/>
                </a:cubicBezTo>
                <a:cubicBezTo>
                  <a:pt x="1206" y="51"/>
                  <a:pt x="1206" y="48"/>
                  <a:pt x="1207" y="45"/>
                </a:cubicBezTo>
                <a:cubicBezTo>
                  <a:pt x="1208" y="41"/>
                  <a:pt x="1208" y="41"/>
                  <a:pt x="1208" y="41"/>
                </a:cubicBezTo>
                <a:cubicBezTo>
                  <a:pt x="1208" y="40"/>
                  <a:pt x="1208" y="40"/>
                  <a:pt x="1208" y="40"/>
                </a:cubicBezTo>
                <a:cubicBezTo>
                  <a:pt x="1209" y="34"/>
                  <a:pt x="1210" y="31"/>
                  <a:pt x="1210" y="29"/>
                </a:cubicBezTo>
                <a:cubicBezTo>
                  <a:pt x="1210" y="25"/>
                  <a:pt x="1209" y="23"/>
                  <a:pt x="1207" y="21"/>
                </a:cubicBezTo>
                <a:cubicBezTo>
                  <a:pt x="1206" y="19"/>
                  <a:pt x="1204" y="19"/>
                  <a:pt x="1201" y="19"/>
                </a:cubicBezTo>
                <a:cubicBezTo>
                  <a:pt x="1199" y="19"/>
                  <a:pt x="1196" y="19"/>
                  <a:pt x="1193" y="21"/>
                </a:cubicBezTo>
                <a:cubicBezTo>
                  <a:pt x="1191" y="23"/>
                  <a:pt x="1189" y="25"/>
                  <a:pt x="1187" y="28"/>
                </a:cubicBezTo>
                <a:close/>
                <a:moveTo>
                  <a:pt x="1243" y="27"/>
                </a:moveTo>
                <a:cubicBezTo>
                  <a:pt x="1245" y="27"/>
                  <a:pt x="1245" y="27"/>
                  <a:pt x="1245" y="27"/>
                </a:cubicBezTo>
                <a:cubicBezTo>
                  <a:pt x="1247" y="20"/>
                  <a:pt x="1247" y="20"/>
                  <a:pt x="1247" y="20"/>
                </a:cubicBezTo>
                <a:cubicBezTo>
                  <a:pt x="1246" y="20"/>
                  <a:pt x="1244" y="19"/>
                  <a:pt x="1243" y="19"/>
                </a:cubicBezTo>
                <a:cubicBezTo>
                  <a:pt x="1241" y="19"/>
                  <a:pt x="1240" y="19"/>
                  <a:pt x="1239" y="19"/>
                </a:cubicBezTo>
                <a:cubicBezTo>
                  <a:pt x="1234" y="19"/>
                  <a:pt x="1231" y="20"/>
                  <a:pt x="1228" y="22"/>
                </a:cubicBezTo>
                <a:cubicBezTo>
                  <a:pt x="1224" y="25"/>
                  <a:pt x="1222" y="28"/>
                  <a:pt x="1220" y="32"/>
                </a:cubicBezTo>
                <a:cubicBezTo>
                  <a:pt x="1219" y="36"/>
                  <a:pt x="1218" y="40"/>
                  <a:pt x="1218" y="43"/>
                </a:cubicBezTo>
                <a:cubicBezTo>
                  <a:pt x="1218" y="48"/>
                  <a:pt x="1219" y="52"/>
                  <a:pt x="1221" y="55"/>
                </a:cubicBezTo>
                <a:cubicBezTo>
                  <a:pt x="1224" y="58"/>
                  <a:pt x="1227" y="59"/>
                  <a:pt x="1231" y="59"/>
                </a:cubicBezTo>
                <a:cubicBezTo>
                  <a:pt x="1234" y="59"/>
                  <a:pt x="1236" y="59"/>
                  <a:pt x="1239" y="57"/>
                </a:cubicBezTo>
                <a:cubicBezTo>
                  <a:pt x="1241" y="56"/>
                  <a:pt x="1243" y="54"/>
                  <a:pt x="1244" y="53"/>
                </a:cubicBezTo>
                <a:cubicBezTo>
                  <a:pt x="1242" y="50"/>
                  <a:pt x="1242" y="50"/>
                  <a:pt x="1242" y="50"/>
                </a:cubicBezTo>
                <a:cubicBezTo>
                  <a:pt x="1241" y="52"/>
                  <a:pt x="1239" y="53"/>
                  <a:pt x="1238" y="54"/>
                </a:cubicBezTo>
                <a:cubicBezTo>
                  <a:pt x="1236" y="54"/>
                  <a:pt x="1235" y="55"/>
                  <a:pt x="1233" y="55"/>
                </a:cubicBezTo>
                <a:cubicBezTo>
                  <a:pt x="1230" y="55"/>
                  <a:pt x="1228" y="54"/>
                  <a:pt x="1227" y="52"/>
                </a:cubicBezTo>
                <a:cubicBezTo>
                  <a:pt x="1226" y="50"/>
                  <a:pt x="1225" y="47"/>
                  <a:pt x="1225" y="43"/>
                </a:cubicBezTo>
                <a:cubicBezTo>
                  <a:pt x="1225" y="39"/>
                  <a:pt x="1226" y="35"/>
                  <a:pt x="1227" y="32"/>
                </a:cubicBezTo>
                <a:cubicBezTo>
                  <a:pt x="1228" y="30"/>
                  <a:pt x="1229" y="27"/>
                  <a:pt x="1231" y="26"/>
                </a:cubicBezTo>
                <a:cubicBezTo>
                  <a:pt x="1233" y="24"/>
                  <a:pt x="1235" y="23"/>
                  <a:pt x="1237" y="23"/>
                </a:cubicBezTo>
                <a:cubicBezTo>
                  <a:pt x="1239" y="23"/>
                  <a:pt x="1241" y="24"/>
                  <a:pt x="1243" y="27"/>
                </a:cubicBezTo>
                <a:close/>
                <a:moveTo>
                  <a:pt x="1279" y="52"/>
                </a:moveTo>
                <a:cubicBezTo>
                  <a:pt x="1277" y="49"/>
                  <a:pt x="1277" y="49"/>
                  <a:pt x="1277" y="49"/>
                </a:cubicBezTo>
                <a:cubicBezTo>
                  <a:pt x="1276" y="51"/>
                  <a:pt x="1274" y="52"/>
                  <a:pt x="1272" y="53"/>
                </a:cubicBezTo>
                <a:cubicBezTo>
                  <a:pt x="1270" y="54"/>
                  <a:pt x="1268" y="55"/>
                  <a:pt x="1266" y="55"/>
                </a:cubicBezTo>
                <a:cubicBezTo>
                  <a:pt x="1263" y="55"/>
                  <a:pt x="1261" y="54"/>
                  <a:pt x="1259" y="51"/>
                </a:cubicBezTo>
                <a:cubicBezTo>
                  <a:pt x="1258" y="49"/>
                  <a:pt x="1257" y="46"/>
                  <a:pt x="1258" y="43"/>
                </a:cubicBezTo>
                <a:cubicBezTo>
                  <a:pt x="1260" y="43"/>
                  <a:pt x="1264" y="42"/>
                  <a:pt x="1267" y="41"/>
                </a:cubicBezTo>
                <a:cubicBezTo>
                  <a:pt x="1271" y="40"/>
                  <a:pt x="1274" y="38"/>
                  <a:pt x="1277" y="36"/>
                </a:cubicBezTo>
                <a:cubicBezTo>
                  <a:pt x="1280" y="33"/>
                  <a:pt x="1281" y="31"/>
                  <a:pt x="1281" y="27"/>
                </a:cubicBezTo>
                <a:cubicBezTo>
                  <a:pt x="1281" y="25"/>
                  <a:pt x="1280" y="23"/>
                  <a:pt x="1278" y="21"/>
                </a:cubicBezTo>
                <a:cubicBezTo>
                  <a:pt x="1277" y="19"/>
                  <a:pt x="1274" y="19"/>
                  <a:pt x="1271" y="19"/>
                </a:cubicBezTo>
                <a:cubicBezTo>
                  <a:pt x="1267" y="19"/>
                  <a:pt x="1264" y="20"/>
                  <a:pt x="1260" y="22"/>
                </a:cubicBezTo>
                <a:cubicBezTo>
                  <a:pt x="1257" y="24"/>
                  <a:pt x="1255" y="28"/>
                  <a:pt x="1253" y="31"/>
                </a:cubicBezTo>
                <a:cubicBezTo>
                  <a:pt x="1251" y="35"/>
                  <a:pt x="1250" y="40"/>
                  <a:pt x="1250" y="44"/>
                </a:cubicBezTo>
                <a:cubicBezTo>
                  <a:pt x="1250" y="47"/>
                  <a:pt x="1251" y="49"/>
                  <a:pt x="1252" y="52"/>
                </a:cubicBezTo>
                <a:cubicBezTo>
                  <a:pt x="1253" y="54"/>
                  <a:pt x="1254" y="56"/>
                  <a:pt x="1256" y="57"/>
                </a:cubicBezTo>
                <a:cubicBezTo>
                  <a:pt x="1258" y="59"/>
                  <a:pt x="1261" y="59"/>
                  <a:pt x="1264" y="59"/>
                </a:cubicBezTo>
                <a:cubicBezTo>
                  <a:pt x="1267" y="59"/>
                  <a:pt x="1270" y="58"/>
                  <a:pt x="1273" y="57"/>
                </a:cubicBezTo>
                <a:cubicBezTo>
                  <a:pt x="1276" y="55"/>
                  <a:pt x="1278" y="54"/>
                  <a:pt x="1279" y="52"/>
                </a:cubicBezTo>
                <a:close/>
                <a:moveTo>
                  <a:pt x="1269" y="22"/>
                </a:moveTo>
                <a:cubicBezTo>
                  <a:pt x="1271" y="22"/>
                  <a:pt x="1272" y="23"/>
                  <a:pt x="1273" y="24"/>
                </a:cubicBezTo>
                <a:cubicBezTo>
                  <a:pt x="1274" y="25"/>
                  <a:pt x="1274" y="26"/>
                  <a:pt x="1274" y="28"/>
                </a:cubicBezTo>
                <a:cubicBezTo>
                  <a:pt x="1274" y="30"/>
                  <a:pt x="1273" y="32"/>
                  <a:pt x="1272" y="34"/>
                </a:cubicBezTo>
                <a:cubicBezTo>
                  <a:pt x="1270" y="35"/>
                  <a:pt x="1268" y="37"/>
                  <a:pt x="1265" y="38"/>
                </a:cubicBezTo>
                <a:cubicBezTo>
                  <a:pt x="1263" y="39"/>
                  <a:pt x="1260" y="39"/>
                  <a:pt x="1258" y="39"/>
                </a:cubicBezTo>
                <a:cubicBezTo>
                  <a:pt x="1258" y="37"/>
                  <a:pt x="1259" y="34"/>
                  <a:pt x="1259" y="32"/>
                </a:cubicBezTo>
                <a:cubicBezTo>
                  <a:pt x="1260" y="29"/>
                  <a:pt x="1262" y="27"/>
                  <a:pt x="1263" y="25"/>
                </a:cubicBezTo>
                <a:cubicBezTo>
                  <a:pt x="1265" y="23"/>
                  <a:pt x="1267" y="22"/>
                  <a:pt x="1269" y="22"/>
                </a:cubicBezTo>
                <a:close/>
                <a:moveTo>
                  <a:pt x="1310" y="25"/>
                </a:moveTo>
                <a:cubicBezTo>
                  <a:pt x="1311" y="20"/>
                  <a:pt x="1311" y="20"/>
                  <a:pt x="1311" y="20"/>
                </a:cubicBezTo>
                <a:cubicBezTo>
                  <a:pt x="1311" y="20"/>
                  <a:pt x="1309" y="19"/>
                  <a:pt x="1308" y="19"/>
                </a:cubicBezTo>
                <a:cubicBezTo>
                  <a:pt x="1306" y="19"/>
                  <a:pt x="1304" y="19"/>
                  <a:pt x="1303" y="19"/>
                </a:cubicBezTo>
                <a:cubicBezTo>
                  <a:pt x="1300" y="19"/>
                  <a:pt x="1298" y="19"/>
                  <a:pt x="1296" y="20"/>
                </a:cubicBezTo>
                <a:cubicBezTo>
                  <a:pt x="1293" y="21"/>
                  <a:pt x="1292" y="22"/>
                  <a:pt x="1291" y="24"/>
                </a:cubicBezTo>
                <a:cubicBezTo>
                  <a:pt x="1289" y="26"/>
                  <a:pt x="1289" y="27"/>
                  <a:pt x="1289" y="30"/>
                </a:cubicBezTo>
                <a:cubicBezTo>
                  <a:pt x="1289" y="34"/>
                  <a:pt x="1291" y="38"/>
                  <a:pt x="1296" y="41"/>
                </a:cubicBezTo>
                <a:cubicBezTo>
                  <a:pt x="1298" y="43"/>
                  <a:pt x="1300" y="44"/>
                  <a:pt x="1301" y="45"/>
                </a:cubicBezTo>
                <a:cubicBezTo>
                  <a:pt x="1302" y="46"/>
                  <a:pt x="1303" y="48"/>
                  <a:pt x="1303" y="50"/>
                </a:cubicBezTo>
                <a:cubicBezTo>
                  <a:pt x="1303" y="51"/>
                  <a:pt x="1302" y="53"/>
                  <a:pt x="1301" y="54"/>
                </a:cubicBezTo>
                <a:cubicBezTo>
                  <a:pt x="1299" y="55"/>
                  <a:pt x="1297" y="55"/>
                  <a:pt x="1295" y="55"/>
                </a:cubicBezTo>
                <a:cubicBezTo>
                  <a:pt x="1293" y="55"/>
                  <a:pt x="1292" y="55"/>
                  <a:pt x="1290" y="54"/>
                </a:cubicBezTo>
                <a:cubicBezTo>
                  <a:pt x="1288" y="53"/>
                  <a:pt x="1287" y="53"/>
                  <a:pt x="1286" y="52"/>
                </a:cubicBezTo>
                <a:cubicBezTo>
                  <a:pt x="1285" y="57"/>
                  <a:pt x="1285" y="57"/>
                  <a:pt x="1285" y="57"/>
                </a:cubicBezTo>
                <a:cubicBezTo>
                  <a:pt x="1285" y="58"/>
                  <a:pt x="1287" y="58"/>
                  <a:pt x="1289" y="58"/>
                </a:cubicBezTo>
                <a:cubicBezTo>
                  <a:pt x="1291" y="59"/>
                  <a:pt x="1293" y="59"/>
                  <a:pt x="1295" y="59"/>
                </a:cubicBezTo>
                <a:cubicBezTo>
                  <a:pt x="1299" y="59"/>
                  <a:pt x="1303" y="58"/>
                  <a:pt x="1305" y="56"/>
                </a:cubicBezTo>
                <a:cubicBezTo>
                  <a:pt x="1308" y="54"/>
                  <a:pt x="1309" y="52"/>
                  <a:pt x="1309" y="48"/>
                </a:cubicBezTo>
                <a:cubicBezTo>
                  <a:pt x="1309" y="46"/>
                  <a:pt x="1309" y="45"/>
                  <a:pt x="1308" y="43"/>
                </a:cubicBezTo>
                <a:cubicBezTo>
                  <a:pt x="1307" y="42"/>
                  <a:pt x="1306" y="41"/>
                  <a:pt x="1305" y="40"/>
                </a:cubicBezTo>
                <a:cubicBezTo>
                  <a:pt x="1304" y="39"/>
                  <a:pt x="1303" y="38"/>
                  <a:pt x="1301" y="36"/>
                </a:cubicBezTo>
                <a:cubicBezTo>
                  <a:pt x="1299" y="35"/>
                  <a:pt x="1298" y="34"/>
                  <a:pt x="1297" y="32"/>
                </a:cubicBezTo>
                <a:cubicBezTo>
                  <a:pt x="1296" y="31"/>
                  <a:pt x="1295" y="30"/>
                  <a:pt x="1295" y="28"/>
                </a:cubicBezTo>
                <a:cubicBezTo>
                  <a:pt x="1295" y="26"/>
                  <a:pt x="1296" y="25"/>
                  <a:pt x="1297" y="24"/>
                </a:cubicBezTo>
                <a:cubicBezTo>
                  <a:pt x="1299" y="23"/>
                  <a:pt x="1300" y="23"/>
                  <a:pt x="1303" y="23"/>
                </a:cubicBezTo>
                <a:cubicBezTo>
                  <a:pt x="1304" y="23"/>
                  <a:pt x="1306" y="23"/>
                  <a:pt x="1307" y="24"/>
                </a:cubicBezTo>
                <a:cubicBezTo>
                  <a:pt x="1309" y="24"/>
                  <a:pt x="1310" y="25"/>
                  <a:pt x="1310" y="25"/>
                </a:cubicBezTo>
                <a:close/>
                <a:moveTo>
                  <a:pt x="1047" y="110"/>
                </a:moveTo>
                <a:cubicBezTo>
                  <a:pt x="1052" y="111"/>
                  <a:pt x="1052" y="111"/>
                  <a:pt x="1052" y="111"/>
                </a:cubicBezTo>
                <a:cubicBezTo>
                  <a:pt x="1046" y="156"/>
                  <a:pt x="1046" y="156"/>
                  <a:pt x="1046" y="156"/>
                </a:cubicBezTo>
                <a:cubicBezTo>
                  <a:pt x="1041" y="157"/>
                  <a:pt x="1041" y="157"/>
                  <a:pt x="1041" y="157"/>
                </a:cubicBezTo>
                <a:cubicBezTo>
                  <a:pt x="1041" y="159"/>
                  <a:pt x="1041" y="159"/>
                  <a:pt x="1041" y="159"/>
                </a:cubicBezTo>
                <a:cubicBezTo>
                  <a:pt x="1078" y="159"/>
                  <a:pt x="1078" y="159"/>
                  <a:pt x="1078" y="159"/>
                </a:cubicBezTo>
                <a:cubicBezTo>
                  <a:pt x="1081" y="147"/>
                  <a:pt x="1081" y="147"/>
                  <a:pt x="1081" y="147"/>
                </a:cubicBezTo>
                <a:cubicBezTo>
                  <a:pt x="1077" y="146"/>
                  <a:pt x="1077" y="146"/>
                  <a:pt x="1077" y="146"/>
                </a:cubicBezTo>
                <a:cubicBezTo>
                  <a:pt x="1073" y="155"/>
                  <a:pt x="1073" y="155"/>
                  <a:pt x="1073" y="155"/>
                </a:cubicBezTo>
                <a:cubicBezTo>
                  <a:pt x="1053" y="156"/>
                  <a:pt x="1053" y="156"/>
                  <a:pt x="1053" y="156"/>
                </a:cubicBezTo>
                <a:cubicBezTo>
                  <a:pt x="1056" y="134"/>
                  <a:pt x="1056" y="134"/>
                  <a:pt x="1056" y="134"/>
                </a:cubicBezTo>
                <a:cubicBezTo>
                  <a:pt x="1072" y="135"/>
                  <a:pt x="1072" y="135"/>
                  <a:pt x="1072" y="135"/>
                </a:cubicBezTo>
                <a:cubicBezTo>
                  <a:pt x="1073" y="130"/>
                  <a:pt x="1073" y="130"/>
                  <a:pt x="1073" y="130"/>
                </a:cubicBezTo>
                <a:cubicBezTo>
                  <a:pt x="1057" y="130"/>
                  <a:pt x="1057" y="130"/>
                  <a:pt x="1057" y="130"/>
                </a:cubicBezTo>
                <a:cubicBezTo>
                  <a:pt x="1059" y="110"/>
                  <a:pt x="1059" y="110"/>
                  <a:pt x="1059" y="110"/>
                </a:cubicBezTo>
                <a:cubicBezTo>
                  <a:pt x="1075" y="111"/>
                  <a:pt x="1075" y="111"/>
                  <a:pt x="1075" y="111"/>
                </a:cubicBezTo>
                <a:cubicBezTo>
                  <a:pt x="1076" y="118"/>
                  <a:pt x="1076" y="118"/>
                  <a:pt x="1076" y="118"/>
                </a:cubicBezTo>
                <a:cubicBezTo>
                  <a:pt x="1080" y="118"/>
                  <a:pt x="1080" y="118"/>
                  <a:pt x="1080" y="118"/>
                </a:cubicBezTo>
                <a:cubicBezTo>
                  <a:pt x="1081" y="107"/>
                  <a:pt x="1081" y="107"/>
                  <a:pt x="1081" y="107"/>
                </a:cubicBezTo>
                <a:cubicBezTo>
                  <a:pt x="1048" y="107"/>
                  <a:pt x="1048" y="107"/>
                  <a:pt x="1048" y="107"/>
                </a:cubicBezTo>
                <a:lnTo>
                  <a:pt x="1047" y="110"/>
                </a:lnTo>
                <a:close/>
                <a:moveTo>
                  <a:pt x="1100" y="129"/>
                </a:moveTo>
                <a:cubicBezTo>
                  <a:pt x="1100" y="120"/>
                  <a:pt x="1100" y="120"/>
                  <a:pt x="1100" y="120"/>
                </a:cubicBezTo>
                <a:cubicBezTo>
                  <a:pt x="1099" y="119"/>
                  <a:pt x="1099" y="119"/>
                  <a:pt x="1099" y="119"/>
                </a:cubicBezTo>
                <a:cubicBezTo>
                  <a:pt x="1090" y="121"/>
                  <a:pt x="1090" y="121"/>
                  <a:pt x="1090" y="121"/>
                </a:cubicBezTo>
                <a:cubicBezTo>
                  <a:pt x="1090" y="124"/>
                  <a:pt x="1090" y="124"/>
                  <a:pt x="1090" y="124"/>
                </a:cubicBezTo>
                <a:cubicBezTo>
                  <a:pt x="1093" y="125"/>
                  <a:pt x="1093" y="125"/>
                  <a:pt x="1093" y="125"/>
                </a:cubicBezTo>
                <a:cubicBezTo>
                  <a:pt x="1089" y="159"/>
                  <a:pt x="1089" y="159"/>
                  <a:pt x="1089" y="159"/>
                </a:cubicBezTo>
                <a:cubicBezTo>
                  <a:pt x="1095" y="159"/>
                  <a:pt x="1095" y="159"/>
                  <a:pt x="1095" y="159"/>
                </a:cubicBezTo>
                <a:cubicBezTo>
                  <a:pt x="1099" y="134"/>
                  <a:pt x="1099" y="134"/>
                  <a:pt x="1099" y="134"/>
                </a:cubicBezTo>
                <a:cubicBezTo>
                  <a:pt x="1101" y="131"/>
                  <a:pt x="1103" y="129"/>
                  <a:pt x="1105" y="127"/>
                </a:cubicBezTo>
                <a:cubicBezTo>
                  <a:pt x="1107" y="125"/>
                  <a:pt x="1109" y="124"/>
                  <a:pt x="1111" y="124"/>
                </a:cubicBezTo>
                <a:cubicBezTo>
                  <a:pt x="1113" y="124"/>
                  <a:pt x="1114" y="125"/>
                  <a:pt x="1114" y="126"/>
                </a:cubicBezTo>
                <a:cubicBezTo>
                  <a:pt x="1115" y="127"/>
                  <a:pt x="1115" y="128"/>
                  <a:pt x="1115" y="130"/>
                </a:cubicBezTo>
                <a:cubicBezTo>
                  <a:pt x="1115" y="132"/>
                  <a:pt x="1115" y="134"/>
                  <a:pt x="1115" y="135"/>
                </a:cubicBezTo>
                <a:cubicBezTo>
                  <a:pt x="1115" y="137"/>
                  <a:pt x="1114" y="140"/>
                  <a:pt x="1114" y="142"/>
                </a:cubicBezTo>
                <a:cubicBezTo>
                  <a:pt x="1114" y="144"/>
                  <a:pt x="1114" y="144"/>
                  <a:pt x="1114" y="144"/>
                </a:cubicBezTo>
                <a:cubicBezTo>
                  <a:pt x="1113" y="147"/>
                  <a:pt x="1113" y="147"/>
                  <a:pt x="1113" y="147"/>
                </a:cubicBezTo>
                <a:cubicBezTo>
                  <a:pt x="1112" y="151"/>
                  <a:pt x="1112" y="154"/>
                  <a:pt x="1112" y="156"/>
                </a:cubicBezTo>
                <a:cubicBezTo>
                  <a:pt x="1112" y="159"/>
                  <a:pt x="1113" y="160"/>
                  <a:pt x="1116" y="160"/>
                </a:cubicBezTo>
                <a:cubicBezTo>
                  <a:pt x="1117" y="160"/>
                  <a:pt x="1119" y="160"/>
                  <a:pt x="1120" y="159"/>
                </a:cubicBezTo>
                <a:cubicBezTo>
                  <a:pt x="1121" y="159"/>
                  <a:pt x="1122" y="158"/>
                  <a:pt x="1123" y="157"/>
                </a:cubicBezTo>
                <a:cubicBezTo>
                  <a:pt x="1123" y="157"/>
                  <a:pt x="1124" y="156"/>
                  <a:pt x="1124" y="156"/>
                </a:cubicBezTo>
                <a:cubicBezTo>
                  <a:pt x="1123" y="154"/>
                  <a:pt x="1123" y="154"/>
                  <a:pt x="1123" y="154"/>
                </a:cubicBezTo>
                <a:cubicBezTo>
                  <a:pt x="1122" y="155"/>
                  <a:pt x="1121" y="156"/>
                  <a:pt x="1120" y="156"/>
                </a:cubicBezTo>
                <a:cubicBezTo>
                  <a:pt x="1119" y="156"/>
                  <a:pt x="1119" y="155"/>
                  <a:pt x="1119" y="154"/>
                </a:cubicBezTo>
                <a:cubicBezTo>
                  <a:pt x="1119" y="152"/>
                  <a:pt x="1119" y="149"/>
                  <a:pt x="1120" y="145"/>
                </a:cubicBezTo>
                <a:cubicBezTo>
                  <a:pt x="1121" y="142"/>
                  <a:pt x="1121" y="142"/>
                  <a:pt x="1121" y="142"/>
                </a:cubicBezTo>
                <a:cubicBezTo>
                  <a:pt x="1121" y="140"/>
                  <a:pt x="1121" y="140"/>
                  <a:pt x="1121" y="140"/>
                </a:cubicBezTo>
                <a:cubicBezTo>
                  <a:pt x="1122" y="135"/>
                  <a:pt x="1122" y="132"/>
                  <a:pt x="1122" y="130"/>
                </a:cubicBezTo>
                <a:cubicBezTo>
                  <a:pt x="1122" y="126"/>
                  <a:pt x="1122" y="123"/>
                  <a:pt x="1120" y="122"/>
                </a:cubicBezTo>
                <a:cubicBezTo>
                  <a:pt x="1119" y="120"/>
                  <a:pt x="1117" y="119"/>
                  <a:pt x="1114" y="119"/>
                </a:cubicBezTo>
                <a:cubicBezTo>
                  <a:pt x="1112" y="119"/>
                  <a:pt x="1109" y="120"/>
                  <a:pt x="1106" y="122"/>
                </a:cubicBezTo>
                <a:cubicBezTo>
                  <a:pt x="1104" y="124"/>
                  <a:pt x="1102" y="126"/>
                  <a:pt x="1100" y="129"/>
                </a:cubicBezTo>
                <a:close/>
                <a:moveTo>
                  <a:pt x="1159" y="162"/>
                </a:moveTo>
                <a:cubicBezTo>
                  <a:pt x="1165" y="119"/>
                  <a:pt x="1165" y="119"/>
                  <a:pt x="1165" y="119"/>
                </a:cubicBezTo>
                <a:cubicBezTo>
                  <a:pt x="1160" y="121"/>
                  <a:pt x="1160" y="121"/>
                  <a:pt x="1160" y="121"/>
                </a:cubicBezTo>
                <a:cubicBezTo>
                  <a:pt x="1159" y="121"/>
                  <a:pt x="1158" y="120"/>
                  <a:pt x="1157" y="120"/>
                </a:cubicBezTo>
                <a:cubicBezTo>
                  <a:pt x="1155" y="120"/>
                  <a:pt x="1154" y="119"/>
                  <a:pt x="1153" y="119"/>
                </a:cubicBezTo>
                <a:cubicBezTo>
                  <a:pt x="1148" y="119"/>
                  <a:pt x="1144" y="121"/>
                  <a:pt x="1141" y="123"/>
                </a:cubicBezTo>
                <a:cubicBezTo>
                  <a:pt x="1137" y="126"/>
                  <a:pt x="1135" y="129"/>
                  <a:pt x="1133" y="133"/>
                </a:cubicBezTo>
                <a:cubicBezTo>
                  <a:pt x="1131" y="137"/>
                  <a:pt x="1130" y="141"/>
                  <a:pt x="1130" y="145"/>
                </a:cubicBezTo>
                <a:cubicBezTo>
                  <a:pt x="1130" y="150"/>
                  <a:pt x="1131" y="153"/>
                  <a:pt x="1133" y="156"/>
                </a:cubicBezTo>
                <a:cubicBezTo>
                  <a:pt x="1135" y="159"/>
                  <a:pt x="1138" y="160"/>
                  <a:pt x="1142" y="160"/>
                </a:cubicBezTo>
                <a:cubicBezTo>
                  <a:pt x="1144" y="160"/>
                  <a:pt x="1146" y="159"/>
                  <a:pt x="1148" y="158"/>
                </a:cubicBezTo>
                <a:cubicBezTo>
                  <a:pt x="1150" y="157"/>
                  <a:pt x="1152" y="156"/>
                  <a:pt x="1153" y="155"/>
                </a:cubicBezTo>
                <a:cubicBezTo>
                  <a:pt x="1151" y="164"/>
                  <a:pt x="1151" y="164"/>
                  <a:pt x="1151" y="164"/>
                </a:cubicBezTo>
                <a:cubicBezTo>
                  <a:pt x="1151" y="167"/>
                  <a:pt x="1150" y="169"/>
                  <a:pt x="1149" y="170"/>
                </a:cubicBezTo>
                <a:cubicBezTo>
                  <a:pt x="1147" y="172"/>
                  <a:pt x="1145" y="172"/>
                  <a:pt x="1142" y="172"/>
                </a:cubicBezTo>
                <a:cubicBezTo>
                  <a:pt x="1140" y="172"/>
                  <a:pt x="1139" y="172"/>
                  <a:pt x="1137" y="171"/>
                </a:cubicBezTo>
                <a:cubicBezTo>
                  <a:pt x="1136" y="171"/>
                  <a:pt x="1134" y="170"/>
                  <a:pt x="1133" y="170"/>
                </a:cubicBezTo>
                <a:cubicBezTo>
                  <a:pt x="1132" y="175"/>
                  <a:pt x="1132" y="175"/>
                  <a:pt x="1132" y="175"/>
                </a:cubicBezTo>
                <a:cubicBezTo>
                  <a:pt x="1132" y="176"/>
                  <a:pt x="1134" y="176"/>
                  <a:pt x="1135" y="176"/>
                </a:cubicBezTo>
                <a:cubicBezTo>
                  <a:pt x="1137" y="177"/>
                  <a:pt x="1138" y="177"/>
                  <a:pt x="1140" y="177"/>
                </a:cubicBezTo>
                <a:cubicBezTo>
                  <a:pt x="1142" y="177"/>
                  <a:pt x="1145" y="176"/>
                  <a:pt x="1148" y="175"/>
                </a:cubicBezTo>
                <a:cubicBezTo>
                  <a:pt x="1150" y="174"/>
                  <a:pt x="1153" y="173"/>
                  <a:pt x="1155" y="170"/>
                </a:cubicBezTo>
                <a:cubicBezTo>
                  <a:pt x="1157" y="168"/>
                  <a:pt x="1158" y="165"/>
                  <a:pt x="1159" y="162"/>
                </a:cubicBezTo>
                <a:close/>
                <a:moveTo>
                  <a:pt x="1157" y="125"/>
                </a:moveTo>
                <a:cubicBezTo>
                  <a:pt x="1154" y="150"/>
                  <a:pt x="1154" y="150"/>
                  <a:pt x="1154" y="150"/>
                </a:cubicBezTo>
                <a:cubicBezTo>
                  <a:pt x="1152" y="151"/>
                  <a:pt x="1151" y="153"/>
                  <a:pt x="1149" y="154"/>
                </a:cubicBezTo>
                <a:cubicBezTo>
                  <a:pt x="1148" y="155"/>
                  <a:pt x="1146" y="155"/>
                  <a:pt x="1144" y="155"/>
                </a:cubicBezTo>
                <a:cubicBezTo>
                  <a:pt x="1142" y="155"/>
                  <a:pt x="1140" y="155"/>
                  <a:pt x="1139" y="153"/>
                </a:cubicBezTo>
                <a:cubicBezTo>
                  <a:pt x="1138" y="151"/>
                  <a:pt x="1138" y="148"/>
                  <a:pt x="1138" y="145"/>
                </a:cubicBezTo>
                <a:cubicBezTo>
                  <a:pt x="1138" y="142"/>
                  <a:pt x="1138" y="138"/>
                  <a:pt x="1139" y="135"/>
                </a:cubicBezTo>
                <a:cubicBezTo>
                  <a:pt x="1140" y="132"/>
                  <a:pt x="1142" y="129"/>
                  <a:pt x="1144" y="127"/>
                </a:cubicBezTo>
                <a:cubicBezTo>
                  <a:pt x="1146" y="124"/>
                  <a:pt x="1149" y="123"/>
                  <a:pt x="1152" y="123"/>
                </a:cubicBezTo>
                <a:cubicBezTo>
                  <a:pt x="1154" y="123"/>
                  <a:pt x="1156" y="124"/>
                  <a:pt x="1157" y="125"/>
                </a:cubicBezTo>
                <a:close/>
                <a:moveTo>
                  <a:pt x="1181" y="153"/>
                </a:moveTo>
                <a:cubicBezTo>
                  <a:pt x="1185" y="120"/>
                  <a:pt x="1185" y="120"/>
                  <a:pt x="1185" y="120"/>
                </a:cubicBezTo>
                <a:cubicBezTo>
                  <a:pt x="1184" y="119"/>
                  <a:pt x="1184" y="119"/>
                  <a:pt x="1184" y="119"/>
                </a:cubicBezTo>
                <a:cubicBezTo>
                  <a:pt x="1174" y="121"/>
                  <a:pt x="1174" y="121"/>
                  <a:pt x="1174" y="121"/>
                </a:cubicBezTo>
                <a:cubicBezTo>
                  <a:pt x="1173" y="123"/>
                  <a:pt x="1173" y="123"/>
                  <a:pt x="1173" y="123"/>
                </a:cubicBezTo>
                <a:cubicBezTo>
                  <a:pt x="1178" y="125"/>
                  <a:pt x="1178" y="125"/>
                  <a:pt x="1178" y="125"/>
                </a:cubicBezTo>
                <a:cubicBezTo>
                  <a:pt x="1177" y="132"/>
                  <a:pt x="1176" y="138"/>
                  <a:pt x="1175" y="142"/>
                </a:cubicBezTo>
                <a:cubicBezTo>
                  <a:pt x="1174" y="150"/>
                  <a:pt x="1174" y="154"/>
                  <a:pt x="1173" y="156"/>
                </a:cubicBezTo>
                <a:cubicBezTo>
                  <a:pt x="1173" y="157"/>
                  <a:pt x="1174" y="158"/>
                  <a:pt x="1174" y="159"/>
                </a:cubicBezTo>
                <a:cubicBezTo>
                  <a:pt x="1175" y="160"/>
                  <a:pt x="1176" y="160"/>
                  <a:pt x="1178" y="160"/>
                </a:cubicBezTo>
                <a:cubicBezTo>
                  <a:pt x="1180" y="160"/>
                  <a:pt x="1182" y="159"/>
                  <a:pt x="1183" y="158"/>
                </a:cubicBezTo>
                <a:cubicBezTo>
                  <a:pt x="1184" y="157"/>
                  <a:pt x="1185" y="156"/>
                  <a:pt x="1186" y="155"/>
                </a:cubicBezTo>
                <a:cubicBezTo>
                  <a:pt x="1185" y="154"/>
                  <a:pt x="1185" y="154"/>
                  <a:pt x="1185" y="154"/>
                </a:cubicBezTo>
                <a:cubicBezTo>
                  <a:pt x="1184" y="154"/>
                  <a:pt x="1184" y="155"/>
                  <a:pt x="1183" y="155"/>
                </a:cubicBezTo>
                <a:cubicBezTo>
                  <a:pt x="1183" y="156"/>
                  <a:pt x="1182" y="156"/>
                  <a:pt x="1182" y="156"/>
                </a:cubicBezTo>
                <a:cubicBezTo>
                  <a:pt x="1181" y="156"/>
                  <a:pt x="1181" y="156"/>
                  <a:pt x="1181" y="155"/>
                </a:cubicBezTo>
                <a:cubicBezTo>
                  <a:pt x="1181" y="155"/>
                  <a:pt x="1180" y="155"/>
                  <a:pt x="1180" y="154"/>
                </a:cubicBezTo>
                <a:lnTo>
                  <a:pt x="1181" y="153"/>
                </a:lnTo>
                <a:close/>
                <a:moveTo>
                  <a:pt x="1183" y="112"/>
                </a:moveTo>
                <a:cubicBezTo>
                  <a:pt x="1184" y="112"/>
                  <a:pt x="1185" y="111"/>
                  <a:pt x="1186" y="110"/>
                </a:cubicBezTo>
                <a:cubicBezTo>
                  <a:pt x="1187" y="109"/>
                  <a:pt x="1188" y="108"/>
                  <a:pt x="1188" y="107"/>
                </a:cubicBezTo>
                <a:cubicBezTo>
                  <a:pt x="1188" y="106"/>
                  <a:pt x="1187" y="105"/>
                  <a:pt x="1187" y="104"/>
                </a:cubicBezTo>
                <a:cubicBezTo>
                  <a:pt x="1186" y="103"/>
                  <a:pt x="1185" y="103"/>
                  <a:pt x="1184" y="103"/>
                </a:cubicBezTo>
                <a:cubicBezTo>
                  <a:pt x="1182" y="103"/>
                  <a:pt x="1181" y="103"/>
                  <a:pt x="1180" y="104"/>
                </a:cubicBezTo>
                <a:cubicBezTo>
                  <a:pt x="1180" y="105"/>
                  <a:pt x="1179" y="107"/>
                  <a:pt x="1179" y="108"/>
                </a:cubicBezTo>
                <a:cubicBezTo>
                  <a:pt x="1179" y="109"/>
                  <a:pt x="1179" y="110"/>
                  <a:pt x="1180" y="111"/>
                </a:cubicBezTo>
                <a:cubicBezTo>
                  <a:pt x="1181" y="111"/>
                  <a:pt x="1182" y="112"/>
                  <a:pt x="1183" y="112"/>
                </a:cubicBezTo>
                <a:close/>
                <a:moveTo>
                  <a:pt x="1207" y="129"/>
                </a:moveTo>
                <a:cubicBezTo>
                  <a:pt x="1208" y="120"/>
                  <a:pt x="1208" y="120"/>
                  <a:pt x="1208" y="120"/>
                </a:cubicBezTo>
                <a:cubicBezTo>
                  <a:pt x="1207" y="119"/>
                  <a:pt x="1207" y="119"/>
                  <a:pt x="1207" y="119"/>
                </a:cubicBezTo>
                <a:cubicBezTo>
                  <a:pt x="1198" y="121"/>
                  <a:pt x="1198" y="121"/>
                  <a:pt x="1198" y="121"/>
                </a:cubicBezTo>
                <a:cubicBezTo>
                  <a:pt x="1198" y="124"/>
                  <a:pt x="1198" y="124"/>
                  <a:pt x="1198" y="124"/>
                </a:cubicBezTo>
                <a:cubicBezTo>
                  <a:pt x="1201" y="125"/>
                  <a:pt x="1201" y="125"/>
                  <a:pt x="1201" y="125"/>
                </a:cubicBezTo>
                <a:cubicBezTo>
                  <a:pt x="1196" y="159"/>
                  <a:pt x="1196" y="159"/>
                  <a:pt x="1196" y="159"/>
                </a:cubicBezTo>
                <a:cubicBezTo>
                  <a:pt x="1203" y="159"/>
                  <a:pt x="1203" y="159"/>
                  <a:pt x="1203" y="159"/>
                </a:cubicBezTo>
                <a:cubicBezTo>
                  <a:pt x="1207" y="134"/>
                  <a:pt x="1207" y="134"/>
                  <a:pt x="1207" y="134"/>
                </a:cubicBezTo>
                <a:cubicBezTo>
                  <a:pt x="1208" y="131"/>
                  <a:pt x="1210" y="129"/>
                  <a:pt x="1213" y="127"/>
                </a:cubicBezTo>
                <a:cubicBezTo>
                  <a:pt x="1215" y="125"/>
                  <a:pt x="1217" y="124"/>
                  <a:pt x="1219" y="124"/>
                </a:cubicBezTo>
                <a:cubicBezTo>
                  <a:pt x="1220" y="124"/>
                  <a:pt x="1221" y="125"/>
                  <a:pt x="1222" y="126"/>
                </a:cubicBezTo>
                <a:cubicBezTo>
                  <a:pt x="1223" y="127"/>
                  <a:pt x="1223" y="128"/>
                  <a:pt x="1223" y="130"/>
                </a:cubicBezTo>
                <a:cubicBezTo>
                  <a:pt x="1223" y="132"/>
                  <a:pt x="1223" y="134"/>
                  <a:pt x="1223" y="135"/>
                </a:cubicBezTo>
                <a:cubicBezTo>
                  <a:pt x="1222" y="137"/>
                  <a:pt x="1222" y="140"/>
                  <a:pt x="1222" y="142"/>
                </a:cubicBezTo>
                <a:cubicBezTo>
                  <a:pt x="1221" y="144"/>
                  <a:pt x="1221" y="144"/>
                  <a:pt x="1221" y="144"/>
                </a:cubicBezTo>
                <a:cubicBezTo>
                  <a:pt x="1221" y="147"/>
                  <a:pt x="1221" y="147"/>
                  <a:pt x="1221" y="147"/>
                </a:cubicBezTo>
                <a:cubicBezTo>
                  <a:pt x="1220" y="151"/>
                  <a:pt x="1219" y="154"/>
                  <a:pt x="1219" y="156"/>
                </a:cubicBezTo>
                <a:cubicBezTo>
                  <a:pt x="1219" y="159"/>
                  <a:pt x="1221" y="160"/>
                  <a:pt x="1224" y="160"/>
                </a:cubicBezTo>
                <a:cubicBezTo>
                  <a:pt x="1225" y="160"/>
                  <a:pt x="1226" y="160"/>
                  <a:pt x="1227" y="159"/>
                </a:cubicBezTo>
                <a:cubicBezTo>
                  <a:pt x="1228" y="159"/>
                  <a:pt x="1229" y="158"/>
                  <a:pt x="1230" y="157"/>
                </a:cubicBezTo>
                <a:cubicBezTo>
                  <a:pt x="1231" y="157"/>
                  <a:pt x="1231" y="156"/>
                  <a:pt x="1232" y="156"/>
                </a:cubicBezTo>
                <a:cubicBezTo>
                  <a:pt x="1231" y="154"/>
                  <a:pt x="1231" y="154"/>
                  <a:pt x="1231" y="154"/>
                </a:cubicBezTo>
                <a:cubicBezTo>
                  <a:pt x="1229" y="155"/>
                  <a:pt x="1228" y="156"/>
                  <a:pt x="1227" y="156"/>
                </a:cubicBezTo>
                <a:cubicBezTo>
                  <a:pt x="1227" y="156"/>
                  <a:pt x="1227" y="155"/>
                  <a:pt x="1227" y="154"/>
                </a:cubicBezTo>
                <a:cubicBezTo>
                  <a:pt x="1227" y="152"/>
                  <a:pt x="1227" y="149"/>
                  <a:pt x="1228" y="145"/>
                </a:cubicBezTo>
                <a:cubicBezTo>
                  <a:pt x="1228" y="142"/>
                  <a:pt x="1228" y="142"/>
                  <a:pt x="1228" y="142"/>
                </a:cubicBezTo>
                <a:cubicBezTo>
                  <a:pt x="1229" y="140"/>
                  <a:pt x="1229" y="140"/>
                  <a:pt x="1229" y="140"/>
                </a:cubicBezTo>
                <a:cubicBezTo>
                  <a:pt x="1230" y="135"/>
                  <a:pt x="1230" y="132"/>
                  <a:pt x="1230" y="130"/>
                </a:cubicBezTo>
                <a:cubicBezTo>
                  <a:pt x="1230" y="126"/>
                  <a:pt x="1229" y="123"/>
                  <a:pt x="1228" y="122"/>
                </a:cubicBezTo>
                <a:cubicBezTo>
                  <a:pt x="1227" y="120"/>
                  <a:pt x="1225" y="119"/>
                  <a:pt x="1222" y="119"/>
                </a:cubicBezTo>
                <a:cubicBezTo>
                  <a:pt x="1219" y="119"/>
                  <a:pt x="1217" y="120"/>
                  <a:pt x="1214" y="122"/>
                </a:cubicBezTo>
                <a:cubicBezTo>
                  <a:pt x="1211" y="124"/>
                  <a:pt x="1209" y="126"/>
                  <a:pt x="1207" y="129"/>
                </a:cubicBezTo>
                <a:close/>
                <a:moveTo>
                  <a:pt x="1267" y="153"/>
                </a:moveTo>
                <a:cubicBezTo>
                  <a:pt x="1266" y="150"/>
                  <a:pt x="1266" y="150"/>
                  <a:pt x="1266" y="150"/>
                </a:cubicBezTo>
                <a:cubicBezTo>
                  <a:pt x="1264" y="152"/>
                  <a:pt x="1262" y="153"/>
                  <a:pt x="1260" y="154"/>
                </a:cubicBezTo>
                <a:cubicBezTo>
                  <a:pt x="1258" y="155"/>
                  <a:pt x="1256" y="156"/>
                  <a:pt x="1254" y="156"/>
                </a:cubicBezTo>
                <a:cubicBezTo>
                  <a:pt x="1251" y="156"/>
                  <a:pt x="1249" y="154"/>
                  <a:pt x="1248" y="152"/>
                </a:cubicBezTo>
                <a:cubicBezTo>
                  <a:pt x="1246" y="150"/>
                  <a:pt x="1246" y="147"/>
                  <a:pt x="1246" y="143"/>
                </a:cubicBezTo>
                <a:cubicBezTo>
                  <a:pt x="1249" y="143"/>
                  <a:pt x="1252" y="143"/>
                  <a:pt x="1256" y="142"/>
                </a:cubicBezTo>
                <a:cubicBezTo>
                  <a:pt x="1259" y="140"/>
                  <a:pt x="1263" y="139"/>
                  <a:pt x="1265" y="136"/>
                </a:cubicBezTo>
                <a:cubicBezTo>
                  <a:pt x="1268" y="134"/>
                  <a:pt x="1269" y="131"/>
                  <a:pt x="1269" y="128"/>
                </a:cubicBezTo>
                <a:cubicBezTo>
                  <a:pt x="1269" y="125"/>
                  <a:pt x="1268" y="123"/>
                  <a:pt x="1267" y="122"/>
                </a:cubicBezTo>
                <a:cubicBezTo>
                  <a:pt x="1265" y="120"/>
                  <a:pt x="1263" y="119"/>
                  <a:pt x="1259" y="119"/>
                </a:cubicBezTo>
                <a:cubicBezTo>
                  <a:pt x="1255" y="119"/>
                  <a:pt x="1252" y="121"/>
                  <a:pt x="1249" y="123"/>
                </a:cubicBezTo>
                <a:cubicBezTo>
                  <a:pt x="1246" y="125"/>
                  <a:pt x="1243" y="128"/>
                  <a:pt x="1241" y="132"/>
                </a:cubicBezTo>
                <a:cubicBezTo>
                  <a:pt x="1240" y="136"/>
                  <a:pt x="1239" y="140"/>
                  <a:pt x="1239" y="145"/>
                </a:cubicBezTo>
                <a:cubicBezTo>
                  <a:pt x="1239" y="147"/>
                  <a:pt x="1239" y="150"/>
                  <a:pt x="1240" y="152"/>
                </a:cubicBezTo>
                <a:cubicBezTo>
                  <a:pt x="1241" y="155"/>
                  <a:pt x="1243" y="156"/>
                  <a:pt x="1245" y="158"/>
                </a:cubicBezTo>
                <a:cubicBezTo>
                  <a:pt x="1247" y="159"/>
                  <a:pt x="1249" y="160"/>
                  <a:pt x="1253" y="160"/>
                </a:cubicBezTo>
                <a:cubicBezTo>
                  <a:pt x="1256" y="160"/>
                  <a:pt x="1259" y="159"/>
                  <a:pt x="1261" y="158"/>
                </a:cubicBezTo>
                <a:cubicBezTo>
                  <a:pt x="1264" y="156"/>
                  <a:pt x="1266" y="154"/>
                  <a:pt x="1267" y="153"/>
                </a:cubicBezTo>
                <a:close/>
                <a:moveTo>
                  <a:pt x="1258" y="123"/>
                </a:moveTo>
                <a:cubicBezTo>
                  <a:pt x="1259" y="123"/>
                  <a:pt x="1260" y="124"/>
                  <a:pt x="1261" y="125"/>
                </a:cubicBezTo>
                <a:cubicBezTo>
                  <a:pt x="1262" y="125"/>
                  <a:pt x="1263" y="127"/>
                  <a:pt x="1263" y="129"/>
                </a:cubicBezTo>
                <a:cubicBezTo>
                  <a:pt x="1263" y="131"/>
                  <a:pt x="1262" y="133"/>
                  <a:pt x="1260" y="135"/>
                </a:cubicBezTo>
                <a:cubicBezTo>
                  <a:pt x="1258" y="136"/>
                  <a:pt x="1256" y="138"/>
                  <a:pt x="1253" y="139"/>
                </a:cubicBezTo>
                <a:cubicBezTo>
                  <a:pt x="1251" y="139"/>
                  <a:pt x="1248" y="140"/>
                  <a:pt x="1246" y="140"/>
                </a:cubicBezTo>
                <a:cubicBezTo>
                  <a:pt x="1246" y="138"/>
                  <a:pt x="1247" y="135"/>
                  <a:pt x="1248" y="132"/>
                </a:cubicBezTo>
                <a:cubicBezTo>
                  <a:pt x="1249" y="130"/>
                  <a:pt x="1250" y="127"/>
                  <a:pt x="1252" y="126"/>
                </a:cubicBezTo>
                <a:cubicBezTo>
                  <a:pt x="1254" y="124"/>
                  <a:pt x="1255" y="123"/>
                  <a:pt x="1258" y="123"/>
                </a:cubicBezTo>
                <a:close/>
                <a:moveTo>
                  <a:pt x="1303" y="153"/>
                </a:moveTo>
                <a:cubicBezTo>
                  <a:pt x="1302" y="150"/>
                  <a:pt x="1302" y="150"/>
                  <a:pt x="1302" y="150"/>
                </a:cubicBezTo>
                <a:cubicBezTo>
                  <a:pt x="1300" y="152"/>
                  <a:pt x="1298" y="153"/>
                  <a:pt x="1296" y="154"/>
                </a:cubicBezTo>
                <a:cubicBezTo>
                  <a:pt x="1294" y="155"/>
                  <a:pt x="1292" y="156"/>
                  <a:pt x="1290" y="156"/>
                </a:cubicBezTo>
                <a:cubicBezTo>
                  <a:pt x="1287" y="156"/>
                  <a:pt x="1285" y="154"/>
                  <a:pt x="1284" y="152"/>
                </a:cubicBezTo>
                <a:cubicBezTo>
                  <a:pt x="1282" y="150"/>
                  <a:pt x="1282" y="147"/>
                  <a:pt x="1282" y="143"/>
                </a:cubicBezTo>
                <a:cubicBezTo>
                  <a:pt x="1285" y="143"/>
                  <a:pt x="1288" y="143"/>
                  <a:pt x="1292" y="142"/>
                </a:cubicBezTo>
                <a:cubicBezTo>
                  <a:pt x="1295" y="140"/>
                  <a:pt x="1299" y="139"/>
                  <a:pt x="1301" y="136"/>
                </a:cubicBezTo>
                <a:cubicBezTo>
                  <a:pt x="1304" y="134"/>
                  <a:pt x="1305" y="131"/>
                  <a:pt x="1305" y="128"/>
                </a:cubicBezTo>
                <a:cubicBezTo>
                  <a:pt x="1305" y="125"/>
                  <a:pt x="1304" y="123"/>
                  <a:pt x="1303" y="122"/>
                </a:cubicBezTo>
                <a:cubicBezTo>
                  <a:pt x="1301" y="120"/>
                  <a:pt x="1299" y="119"/>
                  <a:pt x="1295" y="119"/>
                </a:cubicBezTo>
                <a:cubicBezTo>
                  <a:pt x="1291" y="119"/>
                  <a:pt x="1288" y="121"/>
                  <a:pt x="1285" y="123"/>
                </a:cubicBezTo>
                <a:cubicBezTo>
                  <a:pt x="1282" y="125"/>
                  <a:pt x="1279" y="128"/>
                  <a:pt x="1277" y="132"/>
                </a:cubicBezTo>
                <a:cubicBezTo>
                  <a:pt x="1275" y="136"/>
                  <a:pt x="1275" y="140"/>
                  <a:pt x="1275" y="145"/>
                </a:cubicBezTo>
                <a:cubicBezTo>
                  <a:pt x="1275" y="147"/>
                  <a:pt x="1275" y="150"/>
                  <a:pt x="1276" y="152"/>
                </a:cubicBezTo>
                <a:cubicBezTo>
                  <a:pt x="1277" y="155"/>
                  <a:pt x="1279" y="156"/>
                  <a:pt x="1281" y="158"/>
                </a:cubicBezTo>
                <a:cubicBezTo>
                  <a:pt x="1283" y="159"/>
                  <a:pt x="1285" y="160"/>
                  <a:pt x="1288" y="160"/>
                </a:cubicBezTo>
                <a:cubicBezTo>
                  <a:pt x="1292" y="160"/>
                  <a:pt x="1295" y="159"/>
                  <a:pt x="1297" y="158"/>
                </a:cubicBezTo>
                <a:cubicBezTo>
                  <a:pt x="1300" y="156"/>
                  <a:pt x="1302" y="154"/>
                  <a:pt x="1303" y="153"/>
                </a:cubicBezTo>
                <a:close/>
                <a:moveTo>
                  <a:pt x="1294" y="123"/>
                </a:moveTo>
                <a:cubicBezTo>
                  <a:pt x="1295" y="123"/>
                  <a:pt x="1296" y="124"/>
                  <a:pt x="1297" y="125"/>
                </a:cubicBezTo>
                <a:cubicBezTo>
                  <a:pt x="1298" y="125"/>
                  <a:pt x="1298" y="127"/>
                  <a:pt x="1298" y="129"/>
                </a:cubicBezTo>
                <a:cubicBezTo>
                  <a:pt x="1298" y="131"/>
                  <a:pt x="1298" y="133"/>
                  <a:pt x="1296" y="135"/>
                </a:cubicBezTo>
                <a:cubicBezTo>
                  <a:pt x="1294" y="136"/>
                  <a:pt x="1292" y="138"/>
                  <a:pt x="1289" y="139"/>
                </a:cubicBezTo>
                <a:cubicBezTo>
                  <a:pt x="1287" y="139"/>
                  <a:pt x="1284" y="140"/>
                  <a:pt x="1282" y="140"/>
                </a:cubicBezTo>
                <a:cubicBezTo>
                  <a:pt x="1282" y="138"/>
                  <a:pt x="1283" y="135"/>
                  <a:pt x="1284" y="132"/>
                </a:cubicBezTo>
                <a:cubicBezTo>
                  <a:pt x="1285" y="130"/>
                  <a:pt x="1286" y="127"/>
                  <a:pt x="1288" y="126"/>
                </a:cubicBezTo>
                <a:cubicBezTo>
                  <a:pt x="1289" y="124"/>
                  <a:pt x="1291" y="123"/>
                  <a:pt x="1294" y="123"/>
                </a:cubicBezTo>
                <a:close/>
                <a:moveTo>
                  <a:pt x="1322" y="129"/>
                </a:moveTo>
                <a:cubicBezTo>
                  <a:pt x="1323" y="127"/>
                  <a:pt x="1323" y="127"/>
                  <a:pt x="1323" y="127"/>
                </a:cubicBezTo>
                <a:cubicBezTo>
                  <a:pt x="1323" y="120"/>
                  <a:pt x="1323" y="120"/>
                  <a:pt x="1323" y="120"/>
                </a:cubicBezTo>
                <a:cubicBezTo>
                  <a:pt x="1322" y="119"/>
                  <a:pt x="1322" y="119"/>
                  <a:pt x="1322" y="119"/>
                </a:cubicBezTo>
                <a:cubicBezTo>
                  <a:pt x="1314" y="121"/>
                  <a:pt x="1314" y="121"/>
                  <a:pt x="1314" y="121"/>
                </a:cubicBezTo>
                <a:cubicBezTo>
                  <a:pt x="1313" y="124"/>
                  <a:pt x="1313" y="124"/>
                  <a:pt x="1313" y="124"/>
                </a:cubicBezTo>
                <a:cubicBezTo>
                  <a:pt x="1317" y="125"/>
                  <a:pt x="1317" y="125"/>
                  <a:pt x="1317" y="125"/>
                </a:cubicBezTo>
                <a:cubicBezTo>
                  <a:pt x="1312" y="159"/>
                  <a:pt x="1312" y="159"/>
                  <a:pt x="1312" y="159"/>
                </a:cubicBezTo>
                <a:cubicBezTo>
                  <a:pt x="1319" y="159"/>
                  <a:pt x="1319" y="159"/>
                  <a:pt x="1319" y="159"/>
                </a:cubicBezTo>
                <a:cubicBezTo>
                  <a:pt x="1322" y="134"/>
                  <a:pt x="1322" y="134"/>
                  <a:pt x="1322" y="134"/>
                </a:cubicBezTo>
                <a:cubicBezTo>
                  <a:pt x="1323" y="132"/>
                  <a:pt x="1325" y="130"/>
                  <a:pt x="1327" y="129"/>
                </a:cubicBezTo>
                <a:cubicBezTo>
                  <a:pt x="1329" y="127"/>
                  <a:pt x="1331" y="127"/>
                  <a:pt x="1333" y="127"/>
                </a:cubicBezTo>
                <a:cubicBezTo>
                  <a:pt x="1334" y="127"/>
                  <a:pt x="1335" y="127"/>
                  <a:pt x="1336" y="127"/>
                </a:cubicBezTo>
                <a:cubicBezTo>
                  <a:pt x="1338" y="120"/>
                  <a:pt x="1338" y="120"/>
                  <a:pt x="1338" y="120"/>
                </a:cubicBezTo>
                <a:cubicBezTo>
                  <a:pt x="1337" y="120"/>
                  <a:pt x="1336" y="119"/>
                  <a:pt x="1335" y="119"/>
                </a:cubicBezTo>
                <a:cubicBezTo>
                  <a:pt x="1333" y="119"/>
                  <a:pt x="1331" y="120"/>
                  <a:pt x="1330" y="121"/>
                </a:cubicBezTo>
                <a:cubicBezTo>
                  <a:pt x="1328" y="122"/>
                  <a:pt x="1326" y="123"/>
                  <a:pt x="1325" y="125"/>
                </a:cubicBezTo>
                <a:cubicBezTo>
                  <a:pt x="1324" y="126"/>
                  <a:pt x="1323" y="128"/>
                  <a:pt x="1322" y="129"/>
                </a:cubicBezTo>
                <a:close/>
                <a:moveTo>
                  <a:pt x="1349" y="153"/>
                </a:moveTo>
                <a:cubicBezTo>
                  <a:pt x="1354" y="120"/>
                  <a:pt x="1354" y="120"/>
                  <a:pt x="1354" y="120"/>
                </a:cubicBezTo>
                <a:cubicBezTo>
                  <a:pt x="1352" y="119"/>
                  <a:pt x="1352" y="119"/>
                  <a:pt x="1352" y="119"/>
                </a:cubicBezTo>
                <a:cubicBezTo>
                  <a:pt x="1342" y="121"/>
                  <a:pt x="1342" y="121"/>
                  <a:pt x="1342" y="121"/>
                </a:cubicBezTo>
                <a:cubicBezTo>
                  <a:pt x="1342" y="123"/>
                  <a:pt x="1342" y="123"/>
                  <a:pt x="1342" y="123"/>
                </a:cubicBezTo>
                <a:cubicBezTo>
                  <a:pt x="1346" y="125"/>
                  <a:pt x="1346" y="125"/>
                  <a:pt x="1346" y="125"/>
                </a:cubicBezTo>
                <a:cubicBezTo>
                  <a:pt x="1345" y="132"/>
                  <a:pt x="1345" y="138"/>
                  <a:pt x="1344" y="142"/>
                </a:cubicBezTo>
                <a:cubicBezTo>
                  <a:pt x="1343" y="150"/>
                  <a:pt x="1342" y="154"/>
                  <a:pt x="1342" y="156"/>
                </a:cubicBezTo>
                <a:cubicBezTo>
                  <a:pt x="1342" y="157"/>
                  <a:pt x="1342" y="158"/>
                  <a:pt x="1343" y="159"/>
                </a:cubicBezTo>
                <a:cubicBezTo>
                  <a:pt x="1344" y="160"/>
                  <a:pt x="1345" y="160"/>
                  <a:pt x="1347" y="160"/>
                </a:cubicBezTo>
                <a:cubicBezTo>
                  <a:pt x="1349" y="160"/>
                  <a:pt x="1350" y="159"/>
                  <a:pt x="1352" y="158"/>
                </a:cubicBezTo>
                <a:cubicBezTo>
                  <a:pt x="1353" y="157"/>
                  <a:pt x="1354" y="156"/>
                  <a:pt x="1355" y="155"/>
                </a:cubicBezTo>
                <a:cubicBezTo>
                  <a:pt x="1354" y="154"/>
                  <a:pt x="1354" y="154"/>
                  <a:pt x="1354" y="154"/>
                </a:cubicBezTo>
                <a:cubicBezTo>
                  <a:pt x="1353" y="154"/>
                  <a:pt x="1352" y="155"/>
                  <a:pt x="1352" y="155"/>
                </a:cubicBezTo>
                <a:cubicBezTo>
                  <a:pt x="1351" y="156"/>
                  <a:pt x="1351" y="156"/>
                  <a:pt x="1350" y="156"/>
                </a:cubicBezTo>
                <a:cubicBezTo>
                  <a:pt x="1350" y="156"/>
                  <a:pt x="1350" y="156"/>
                  <a:pt x="1349" y="155"/>
                </a:cubicBezTo>
                <a:cubicBezTo>
                  <a:pt x="1349" y="155"/>
                  <a:pt x="1349" y="155"/>
                  <a:pt x="1349" y="154"/>
                </a:cubicBezTo>
                <a:lnTo>
                  <a:pt x="1349" y="153"/>
                </a:lnTo>
                <a:close/>
                <a:moveTo>
                  <a:pt x="1351" y="112"/>
                </a:moveTo>
                <a:cubicBezTo>
                  <a:pt x="1353" y="112"/>
                  <a:pt x="1354" y="111"/>
                  <a:pt x="1355" y="110"/>
                </a:cubicBezTo>
                <a:cubicBezTo>
                  <a:pt x="1356" y="109"/>
                  <a:pt x="1356" y="108"/>
                  <a:pt x="1356" y="107"/>
                </a:cubicBezTo>
                <a:cubicBezTo>
                  <a:pt x="1356" y="106"/>
                  <a:pt x="1356" y="105"/>
                  <a:pt x="1355" y="104"/>
                </a:cubicBezTo>
                <a:cubicBezTo>
                  <a:pt x="1354" y="103"/>
                  <a:pt x="1353" y="103"/>
                  <a:pt x="1352" y="103"/>
                </a:cubicBezTo>
                <a:cubicBezTo>
                  <a:pt x="1351" y="103"/>
                  <a:pt x="1350" y="103"/>
                  <a:pt x="1349" y="104"/>
                </a:cubicBezTo>
                <a:cubicBezTo>
                  <a:pt x="1348" y="105"/>
                  <a:pt x="1348" y="107"/>
                  <a:pt x="1348" y="108"/>
                </a:cubicBezTo>
                <a:cubicBezTo>
                  <a:pt x="1348" y="109"/>
                  <a:pt x="1348" y="110"/>
                  <a:pt x="1349" y="111"/>
                </a:cubicBezTo>
                <a:cubicBezTo>
                  <a:pt x="1350" y="111"/>
                  <a:pt x="1350" y="112"/>
                  <a:pt x="1351" y="112"/>
                </a:cubicBezTo>
                <a:close/>
                <a:moveTo>
                  <a:pt x="1374" y="129"/>
                </a:moveTo>
                <a:cubicBezTo>
                  <a:pt x="1375" y="120"/>
                  <a:pt x="1375" y="120"/>
                  <a:pt x="1375" y="120"/>
                </a:cubicBezTo>
                <a:cubicBezTo>
                  <a:pt x="1374" y="119"/>
                  <a:pt x="1374" y="119"/>
                  <a:pt x="1374" y="119"/>
                </a:cubicBezTo>
                <a:cubicBezTo>
                  <a:pt x="1365" y="121"/>
                  <a:pt x="1365" y="121"/>
                  <a:pt x="1365" y="121"/>
                </a:cubicBezTo>
                <a:cubicBezTo>
                  <a:pt x="1365" y="124"/>
                  <a:pt x="1365" y="124"/>
                  <a:pt x="1365" y="124"/>
                </a:cubicBezTo>
                <a:cubicBezTo>
                  <a:pt x="1368" y="125"/>
                  <a:pt x="1368" y="125"/>
                  <a:pt x="1368" y="125"/>
                </a:cubicBezTo>
                <a:cubicBezTo>
                  <a:pt x="1364" y="159"/>
                  <a:pt x="1364" y="159"/>
                  <a:pt x="1364" y="159"/>
                </a:cubicBezTo>
                <a:cubicBezTo>
                  <a:pt x="1370" y="159"/>
                  <a:pt x="1370" y="159"/>
                  <a:pt x="1370" y="159"/>
                </a:cubicBezTo>
                <a:cubicBezTo>
                  <a:pt x="1374" y="134"/>
                  <a:pt x="1374" y="134"/>
                  <a:pt x="1374" y="134"/>
                </a:cubicBezTo>
                <a:cubicBezTo>
                  <a:pt x="1375" y="131"/>
                  <a:pt x="1377" y="129"/>
                  <a:pt x="1380" y="127"/>
                </a:cubicBezTo>
                <a:cubicBezTo>
                  <a:pt x="1382" y="125"/>
                  <a:pt x="1384" y="124"/>
                  <a:pt x="1386" y="124"/>
                </a:cubicBezTo>
                <a:cubicBezTo>
                  <a:pt x="1388" y="124"/>
                  <a:pt x="1389" y="125"/>
                  <a:pt x="1389" y="126"/>
                </a:cubicBezTo>
                <a:cubicBezTo>
                  <a:pt x="1390" y="127"/>
                  <a:pt x="1390" y="128"/>
                  <a:pt x="1390" y="130"/>
                </a:cubicBezTo>
                <a:cubicBezTo>
                  <a:pt x="1390" y="132"/>
                  <a:pt x="1390" y="134"/>
                  <a:pt x="1390" y="135"/>
                </a:cubicBezTo>
                <a:cubicBezTo>
                  <a:pt x="1390" y="137"/>
                  <a:pt x="1389" y="140"/>
                  <a:pt x="1389" y="142"/>
                </a:cubicBezTo>
                <a:cubicBezTo>
                  <a:pt x="1388" y="144"/>
                  <a:pt x="1388" y="144"/>
                  <a:pt x="1388" y="144"/>
                </a:cubicBezTo>
                <a:cubicBezTo>
                  <a:pt x="1388" y="147"/>
                  <a:pt x="1388" y="147"/>
                  <a:pt x="1388" y="147"/>
                </a:cubicBezTo>
                <a:cubicBezTo>
                  <a:pt x="1387" y="151"/>
                  <a:pt x="1387" y="154"/>
                  <a:pt x="1387" y="156"/>
                </a:cubicBezTo>
                <a:cubicBezTo>
                  <a:pt x="1387" y="159"/>
                  <a:pt x="1388" y="160"/>
                  <a:pt x="1391" y="160"/>
                </a:cubicBezTo>
                <a:cubicBezTo>
                  <a:pt x="1392" y="160"/>
                  <a:pt x="1394" y="160"/>
                  <a:pt x="1395" y="159"/>
                </a:cubicBezTo>
                <a:cubicBezTo>
                  <a:pt x="1396" y="159"/>
                  <a:pt x="1397" y="158"/>
                  <a:pt x="1397" y="157"/>
                </a:cubicBezTo>
                <a:cubicBezTo>
                  <a:pt x="1398" y="157"/>
                  <a:pt x="1399" y="156"/>
                  <a:pt x="1399" y="156"/>
                </a:cubicBezTo>
                <a:cubicBezTo>
                  <a:pt x="1398" y="154"/>
                  <a:pt x="1398" y="154"/>
                  <a:pt x="1398" y="154"/>
                </a:cubicBezTo>
                <a:cubicBezTo>
                  <a:pt x="1397" y="155"/>
                  <a:pt x="1396" y="156"/>
                  <a:pt x="1395" y="156"/>
                </a:cubicBezTo>
                <a:cubicBezTo>
                  <a:pt x="1394" y="156"/>
                  <a:pt x="1394" y="155"/>
                  <a:pt x="1394" y="154"/>
                </a:cubicBezTo>
                <a:cubicBezTo>
                  <a:pt x="1394" y="152"/>
                  <a:pt x="1394" y="149"/>
                  <a:pt x="1395" y="145"/>
                </a:cubicBezTo>
                <a:cubicBezTo>
                  <a:pt x="1395" y="142"/>
                  <a:pt x="1395" y="142"/>
                  <a:pt x="1395" y="142"/>
                </a:cubicBezTo>
                <a:cubicBezTo>
                  <a:pt x="1396" y="140"/>
                  <a:pt x="1396" y="140"/>
                  <a:pt x="1396" y="140"/>
                </a:cubicBezTo>
                <a:cubicBezTo>
                  <a:pt x="1397" y="135"/>
                  <a:pt x="1397" y="132"/>
                  <a:pt x="1397" y="130"/>
                </a:cubicBezTo>
                <a:cubicBezTo>
                  <a:pt x="1397" y="126"/>
                  <a:pt x="1397" y="123"/>
                  <a:pt x="1395" y="122"/>
                </a:cubicBezTo>
                <a:cubicBezTo>
                  <a:pt x="1394" y="120"/>
                  <a:pt x="1392" y="119"/>
                  <a:pt x="1389" y="119"/>
                </a:cubicBezTo>
                <a:cubicBezTo>
                  <a:pt x="1386" y="119"/>
                  <a:pt x="1384" y="120"/>
                  <a:pt x="1381" y="122"/>
                </a:cubicBezTo>
                <a:cubicBezTo>
                  <a:pt x="1379" y="124"/>
                  <a:pt x="1376" y="126"/>
                  <a:pt x="1374" y="129"/>
                </a:cubicBezTo>
                <a:close/>
                <a:moveTo>
                  <a:pt x="1433" y="162"/>
                </a:moveTo>
                <a:cubicBezTo>
                  <a:pt x="1440" y="119"/>
                  <a:pt x="1440" y="119"/>
                  <a:pt x="1440" y="119"/>
                </a:cubicBezTo>
                <a:cubicBezTo>
                  <a:pt x="1435" y="121"/>
                  <a:pt x="1435" y="121"/>
                  <a:pt x="1435" y="121"/>
                </a:cubicBezTo>
                <a:cubicBezTo>
                  <a:pt x="1434" y="121"/>
                  <a:pt x="1433" y="120"/>
                  <a:pt x="1432" y="120"/>
                </a:cubicBezTo>
                <a:cubicBezTo>
                  <a:pt x="1430" y="120"/>
                  <a:pt x="1429" y="119"/>
                  <a:pt x="1428" y="119"/>
                </a:cubicBezTo>
                <a:cubicBezTo>
                  <a:pt x="1423" y="119"/>
                  <a:pt x="1419" y="121"/>
                  <a:pt x="1416" y="123"/>
                </a:cubicBezTo>
                <a:cubicBezTo>
                  <a:pt x="1412" y="126"/>
                  <a:pt x="1410" y="129"/>
                  <a:pt x="1408" y="133"/>
                </a:cubicBezTo>
                <a:cubicBezTo>
                  <a:pt x="1406" y="137"/>
                  <a:pt x="1405" y="141"/>
                  <a:pt x="1405" y="145"/>
                </a:cubicBezTo>
                <a:cubicBezTo>
                  <a:pt x="1405" y="150"/>
                  <a:pt x="1406" y="153"/>
                  <a:pt x="1408" y="156"/>
                </a:cubicBezTo>
                <a:cubicBezTo>
                  <a:pt x="1410" y="159"/>
                  <a:pt x="1413" y="160"/>
                  <a:pt x="1417" y="160"/>
                </a:cubicBezTo>
                <a:cubicBezTo>
                  <a:pt x="1419" y="160"/>
                  <a:pt x="1421" y="159"/>
                  <a:pt x="1423" y="158"/>
                </a:cubicBezTo>
                <a:cubicBezTo>
                  <a:pt x="1425" y="157"/>
                  <a:pt x="1426" y="156"/>
                  <a:pt x="1428" y="155"/>
                </a:cubicBezTo>
                <a:cubicBezTo>
                  <a:pt x="1426" y="164"/>
                  <a:pt x="1426" y="164"/>
                  <a:pt x="1426" y="164"/>
                </a:cubicBezTo>
                <a:cubicBezTo>
                  <a:pt x="1426" y="167"/>
                  <a:pt x="1425" y="169"/>
                  <a:pt x="1424" y="170"/>
                </a:cubicBezTo>
                <a:cubicBezTo>
                  <a:pt x="1422" y="172"/>
                  <a:pt x="1420" y="172"/>
                  <a:pt x="1417" y="172"/>
                </a:cubicBezTo>
                <a:cubicBezTo>
                  <a:pt x="1415" y="172"/>
                  <a:pt x="1414" y="172"/>
                  <a:pt x="1412" y="171"/>
                </a:cubicBezTo>
                <a:cubicBezTo>
                  <a:pt x="1410" y="171"/>
                  <a:pt x="1409" y="170"/>
                  <a:pt x="1408" y="170"/>
                </a:cubicBezTo>
                <a:cubicBezTo>
                  <a:pt x="1406" y="175"/>
                  <a:pt x="1406" y="175"/>
                  <a:pt x="1406" y="175"/>
                </a:cubicBezTo>
                <a:cubicBezTo>
                  <a:pt x="1407" y="176"/>
                  <a:pt x="1408" y="176"/>
                  <a:pt x="1410" y="176"/>
                </a:cubicBezTo>
                <a:cubicBezTo>
                  <a:pt x="1411" y="177"/>
                  <a:pt x="1413" y="177"/>
                  <a:pt x="1414" y="177"/>
                </a:cubicBezTo>
                <a:cubicBezTo>
                  <a:pt x="1417" y="177"/>
                  <a:pt x="1420" y="176"/>
                  <a:pt x="1423" y="175"/>
                </a:cubicBezTo>
                <a:cubicBezTo>
                  <a:pt x="1425" y="174"/>
                  <a:pt x="1428" y="173"/>
                  <a:pt x="1430" y="170"/>
                </a:cubicBezTo>
                <a:cubicBezTo>
                  <a:pt x="1432" y="168"/>
                  <a:pt x="1433" y="165"/>
                  <a:pt x="1433" y="162"/>
                </a:cubicBezTo>
                <a:close/>
                <a:moveTo>
                  <a:pt x="1432" y="125"/>
                </a:moveTo>
                <a:cubicBezTo>
                  <a:pt x="1428" y="150"/>
                  <a:pt x="1428" y="150"/>
                  <a:pt x="1428" y="150"/>
                </a:cubicBezTo>
                <a:cubicBezTo>
                  <a:pt x="1427" y="151"/>
                  <a:pt x="1426" y="153"/>
                  <a:pt x="1424" y="154"/>
                </a:cubicBezTo>
                <a:cubicBezTo>
                  <a:pt x="1423" y="155"/>
                  <a:pt x="1421" y="155"/>
                  <a:pt x="1419" y="155"/>
                </a:cubicBezTo>
                <a:cubicBezTo>
                  <a:pt x="1417" y="155"/>
                  <a:pt x="1415" y="155"/>
                  <a:pt x="1414" y="153"/>
                </a:cubicBezTo>
                <a:cubicBezTo>
                  <a:pt x="1413" y="151"/>
                  <a:pt x="1412" y="148"/>
                  <a:pt x="1412" y="145"/>
                </a:cubicBezTo>
                <a:cubicBezTo>
                  <a:pt x="1412" y="142"/>
                  <a:pt x="1413" y="138"/>
                  <a:pt x="1414" y="135"/>
                </a:cubicBezTo>
                <a:cubicBezTo>
                  <a:pt x="1415" y="132"/>
                  <a:pt x="1417" y="129"/>
                  <a:pt x="1419" y="127"/>
                </a:cubicBezTo>
                <a:cubicBezTo>
                  <a:pt x="1421" y="124"/>
                  <a:pt x="1424" y="123"/>
                  <a:pt x="1427" y="123"/>
                </a:cubicBezTo>
                <a:cubicBezTo>
                  <a:pt x="1429" y="123"/>
                  <a:pt x="1431" y="124"/>
                  <a:pt x="1432" y="125"/>
                </a:cubicBezTo>
                <a:close/>
                <a:moveTo>
                  <a:pt x="1076" y="242"/>
                </a:moveTo>
                <a:cubicBezTo>
                  <a:pt x="1072" y="249"/>
                  <a:pt x="1072" y="249"/>
                  <a:pt x="1072" y="249"/>
                </a:cubicBezTo>
                <a:cubicBezTo>
                  <a:pt x="1072" y="242"/>
                  <a:pt x="1072" y="242"/>
                  <a:pt x="1072" y="242"/>
                </a:cubicBezTo>
                <a:cubicBezTo>
                  <a:pt x="1066" y="208"/>
                  <a:pt x="1066" y="208"/>
                  <a:pt x="1066" y="208"/>
                </a:cubicBezTo>
                <a:cubicBezTo>
                  <a:pt x="1050" y="208"/>
                  <a:pt x="1050" y="208"/>
                  <a:pt x="1050" y="208"/>
                </a:cubicBezTo>
                <a:cubicBezTo>
                  <a:pt x="1049" y="211"/>
                  <a:pt x="1049" y="211"/>
                  <a:pt x="1049" y="211"/>
                </a:cubicBezTo>
                <a:cubicBezTo>
                  <a:pt x="1056" y="212"/>
                  <a:pt x="1056" y="212"/>
                  <a:pt x="1056" y="212"/>
                </a:cubicBezTo>
                <a:cubicBezTo>
                  <a:pt x="1045" y="256"/>
                  <a:pt x="1045" y="256"/>
                  <a:pt x="1045" y="256"/>
                </a:cubicBezTo>
                <a:cubicBezTo>
                  <a:pt x="1039" y="257"/>
                  <a:pt x="1039" y="257"/>
                  <a:pt x="1039" y="257"/>
                </a:cubicBezTo>
                <a:cubicBezTo>
                  <a:pt x="1039" y="260"/>
                  <a:pt x="1039" y="260"/>
                  <a:pt x="1039" y="260"/>
                </a:cubicBezTo>
                <a:cubicBezTo>
                  <a:pt x="1057" y="260"/>
                  <a:pt x="1057" y="260"/>
                  <a:pt x="1057" y="260"/>
                </a:cubicBezTo>
                <a:cubicBezTo>
                  <a:pt x="1057" y="257"/>
                  <a:pt x="1057" y="257"/>
                  <a:pt x="1057" y="257"/>
                </a:cubicBezTo>
                <a:cubicBezTo>
                  <a:pt x="1050" y="256"/>
                  <a:pt x="1050" y="256"/>
                  <a:pt x="1050" y="256"/>
                </a:cubicBezTo>
                <a:cubicBezTo>
                  <a:pt x="1057" y="225"/>
                  <a:pt x="1057" y="225"/>
                  <a:pt x="1057" y="225"/>
                </a:cubicBezTo>
                <a:cubicBezTo>
                  <a:pt x="1060" y="211"/>
                  <a:pt x="1060" y="211"/>
                  <a:pt x="1060" y="211"/>
                </a:cubicBezTo>
                <a:cubicBezTo>
                  <a:pt x="1062" y="225"/>
                  <a:pt x="1062" y="225"/>
                  <a:pt x="1062" y="225"/>
                </a:cubicBezTo>
                <a:cubicBezTo>
                  <a:pt x="1068" y="261"/>
                  <a:pt x="1068" y="261"/>
                  <a:pt x="1068" y="261"/>
                </a:cubicBezTo>
                <a:cubicBezTo>
                  <a:pt x="1072" y="260"/>
                  <a:pt x="1072" y="260"/>
                  <a:pt x="1072" y="260"/>
                </a:cubicBezTo>
                <a:cubicBezTo>
                  <a:pt x="1088" y="224"/>
                  <a:pt x="1088" y="224"/>
                  <a:pt x="1088" y="224"/>
                </a:cubicBezTo>
                <a:cubicBezTo>
                  <a:pt x="1094" y="211"/>
                  <a:pt x="1094" y="211"/>
                  <a:pt x="1094" y="211"/>
                </a:cubicBezTo>
                <a:cubicBezTo>
                  <a:pt x="1093" y="225"/>
                  <a:pt x="1093" y="225"/>
                  <a:pt x="1093" y="225"/>
                </a:cubicBezTo>
                <a:cubicBezTo>
                  <a:pt x="1091" y="256"/>
                  <a:pt x="1091" y="256"/>
                  <a:pt x="1091" y="256"/>
                </a:cubicBezTo>
                <a:cubicBezTo>
                  <a:pt x="1085" y="257"/>
                  <a:pt x="1085" y="257"/>
                  <a:pt x="1085" y="257"/>
                </a:cubicBezTo>
                <a:cubicBezTo>
                  <a:pt x="1084" y="260"/>
                  <a:pt x="1084" y="260"/>
                  <a:pt x="1084" y="260"/>
                </a:cubicBezTo>
                <a:cubicBezTo>
                  <a:pt x="1104" y="260"/>
                  <a:pt x="1104" y="260"/>
                  <a:pt x="1104" y="260"/>
                </a:cubicBezTo>
                <a:cubicBezTo>
                  <a:pt x="1104" y="257"/>
                  <a:pt x="1104" y="257"/>
                  <a:pt x="1104" y="257"/>
                </a:cubicBezTo>
                <a:cubicBezTo>
                  <a:pt x="1098" y="256"/>
                  <a:pt x="1098" y="256"/>
                  <a:pt x="1098" y="256"/>
                </a:cubicBezTo>
                <a:cubicBezTo>
                  <a:pt x="1099" y="212"/>
                  <a:pt x="1099" y="212"/>
                  <a:pt x="1099" y="212"/>
                </a:cubicBezTo>
                <a:cubicBezTo>
                  <a:pt x="1106" y="211"/>
                  <a:pt x="1106" y="211"/>
                  <a:pt x="1106" y="211"/>
                </a:cubicBezTo>
                <a:cubicBezTo>
                  <a:pt x="1106" y="208"/>
                  <a:pt x="1106" y="208"/>
                  <a:pt x="1106" y="208"/>
                </a:cubicBezTo>
                <a:cubicBezTo>
                  <a:pt x="1091" y="208"/>
                  <a:pt x="1091" y="208"/>
                  <a:pt x="1091" y="208"/>
                </a:cubicBezTo>
                <a:cubicBezTo>
                  <a:pt x="1090" y="211"/>
                  <a:pt x="1087" y="217"/>
                  <a:pt x="1083" y="225"/>
                </a:cubicBezTo>
                <a:cubicBezTo>
                  <a:pt x="1079" y="233"/>
                  <a:pt x="1077" y="239"/>
                  <a:pt x="1076" y="242"/>
                </a:cubicBezTo>
                <a:close/>
                <a:moveTo>
                  <a:pt x="1138" y="253"/>
                </a:moveTo>
                <a:cubicBezTo>
                  <a:pt x="1136" y="251"/>
                  <a:pt x="1136" y="251"/>
                  <a:pt x="1136" y="251"/>
                </a:cubicBezTo>
                <a:cubicBezTo>
                  <a:pt x="1134" y="253"/>
                  <a:pt x="1133" y="254"/>
                  <a:pt x="1131" y="255"/>
                </a:cubicBezTo>
                <a:cubicBezTo>
                  <a:pt x="1129" y="256"/>
                  <a:pt x="1126" y="256"/>
                  <a:pt x="1124" y="256"/>
                </a:cubicBezTo>
                <a:cubicBezTo>
                  <a:pt x="1121" y="256"/>
                  <a:pt x="1119" y="255"/>
                  <a:pt x="1118" y="253"/>
                </a:cubicBezTo>
                <a:cubicBezTo>
                  <a:pt x="1117" y="250"/>
                  <a:pt x="1116" y="247"/>
                  <a:pt x="1116" y="244"/>
                </a:cubicBezTo>
                <a:cubicBezTo>
                  <a:pt x="1119" y="244"/>
                  <a:pt x="1123" y="244"/>
                  <a:pt x="1126" y="242"/>
                </a:cubicBezTo>
                <a:cubicBezTo>
                  <a:pt x="1130" y="241"/>
                  <a:pt x="1133" y="240"/>
                  <a:pt x="1136" y="237"/>
                </a:cubicBezTo>
                <a:cubicBezTo>
                  <a:pt x="1138" y="235"/>
                  <a:pt x="1140" y="232"/>
                  <a:pt x="1140" y="229"/>
                </a:cubicBezTo>
                <a:cubicBezTo>
                  <a:pt x="1140" y="226"/>
                  <a:pt x="1139" y="224"/>
                  <a:pt x="1137" y="223"/>
                </a:cubicBezTo>
                <a:cubicBezTo>
                  <a:pt x="1135" y="221"/>
                  <a:pt x="1133" y="220"/>
                  <a:pt x="1130" y="220"/>
                </a:cubicBezTo>
                <a:cubicBezTo>
                  <a:pt x="1126" y="220"/>
                  <a:pt x="1122" y="221"/>
                  <a:pt x="1119" y="224"/>
                </a:cubicBezTo>
                <a:cubicBezTo>
                  <a:pt x="1116" y="226"/>
                  <a:pt x="1114" y="229"/>
                  <a:pt x="1112" y="233"/>
                </a:cubicBezTo>
                <a:cubicBezTo>
                  <a:pt x="1110" y="237"/>
                  <a:pt x="1109" y="241"/>
                  <a:pt x="1109" y="246"/>
                </a:cubicBezTo>
                <a:cubicBezTo>
                  <a:pt x="1109" y="248"/>
                  <a:pt x="1110" y="251"/>
                  <a:pt x="1111" y="253"/>
                </a:cubicBezTo>
                <a:cubicBezTo>
                  <a:pt x="1111" y="255"/>
                  <a:pt x="1113" y="257"/>
                  <a:pt x="1115" y="259"/>
                </a:cubicBezTo>
                <a:cubicBezTo>
                  <a:pt x="1117" y="260"/>
                  <a:pt x="1120" y="261"/>
                  <a:pt x="1123" y="261"/>
                </a:cubicBezTo>
                <a:cubicBezTo>
                  <a:pt x="1126" y="261"/>
                  <a:pt x="1129" y="260"/>
                  <a:pt x="1132" y="258"/>
                </a:cubicBezTo>
                <a:cubicBezTo>
                  <a:pt x="1135" y="257"/>
                  <a:pt x="1136" y="255"/>
                  <a:pt x="1138" y="253"/>
                </a:cubicBezTo>
                <a:close/>
                <a:moveTo>
                  <a:pt x="1128" y="224"/>
                </a:moveTo>
                <a:cubicBezTo>
                  <a:pt x="1130" y="224"/>
                  <a:pt x="1131" y="224"/>
                  <a:pt x="1132" y="225"/>
                </a:cubicBezTo>
                <a:cubicBezTo>
                  <a:pt x="1132" y="226"/>
                  <a:pt x="1133" y="228"/>
                  <a:pt x="1133" y="229"/>
                </a:cubicBezTo>
                <a:cubicBezTo>
                  <a:pt x="1133" y="232"/>
                  <a:pt x="1132" y="234"/>
                  <a:pt x="1130" y="235"/>
                </a:cubicBezTo>
                <a:cubicBezTo>
                  <a:pt x="1129" y="237"/>
                  <a:pt x="1126" y="238"/>
                  <a:pt x="1124" y="239"/>
                </a:cubicBezTo>
                <a:cubicBezTo>
                  <a:pt x="1121" y="240"/>
                  <a:pt x="1119" y="241"/>
                  <a:pt x="1116" y="241"/>
                </a:cubicBezTo>
                <a:cubicBezTo>
                  <a:pt x="1117" y="238"/>
                  <a:pt x="1117" y="236"/>
                  <a:pt x="1118" y="233"/>
                </a:cubicBezTo>
                <a:cubicBezTo>
                  <a:pt x="1119" y="230"/>
                  <a:pt x="1121" y="228"/>
                  <a:pt x="1122" y="226"/>
                </a:cubicBezTo>
                <a:cubicBezTo>
                  <a:pt x="1124" y="225"/>
                  <a:pt x="1126" y="224"/>
                  <a:pt x="1128" y="224"/>
                </a:cubicBezTo>
                <a:close/>
                <a:moveTo>
                  <a:pt x="1175" y="254"/>
                </a:moveTo>
                <a:cubicBezTo>
                  <a:pt x="1182" y="204"/>
                  <a:pt x="1182" y="204"/>
                  <a:pt x="1182" y="204"/>
                </a:cubicBezTo>
                <a:cubicBezTo>
                  <a:pt x="1181" y="204"/>
                  <a:pt x="1181" y="204"/>
                  <a:pt x="1181" y="204"/>
                </a:cubicBezTo>
                <a:cubicBezTo>
                  <a:pt x="1171" y="205"/>
                  <a:pt x="1171" y="205"/>
                  <a:pt x="1171" y="205"/>
                </a:cubicBezTo>
                <a:cubicBezTo>
                  <a:pt x="1170" y="207"/>
                  <a:pt x="1170" y="207"/>
                  <a:pt x="1170" y="207"/>
                </a:cubicBezTo>
                <a:cubicBezTo>
                  <a:pt x="1175" y="208"/>
                  <a:pt x="1175" y="208"/>
                  <a:pt x="1175" y="208"/>
                </a:cubicBezTo>
                <a:cubicBezTo>
                  <a:pt x="1173" y="221"/>
                  <a:pt x="1173" y="221"/>
                  <a:pt x="1173" y="221"/>
                </a:cubicBezTo>
                <a:cubicBezTo>
                  <a:pt x="1171" y="220"/>
                  <a:pt x="1169" y="220"/>
                  <a:pt x="1168" y="220"/>
                </a:cubicBezTo>
                <a:cubicBezTo>
                  <a:pt x="1163" y="220"/>
                  <a:pt x="1159" y="222"/>
                  <a:pt x="1156" y="224"/>
                </a:cubicBezTo>
                <a:cubicBezTo>
                  <a:pt x="1152" y="227"/>
                  <a:pt x="1150" y="230"/>
                  <a:pt x="1148" y="234"/>
                </a:cubicBezTo>
                <a:cubicBezTo>
                  <a:pt x="1146" y="238"/>
                  <a:pt x="1145" y="242"/>
                  <a:pt x="1145" y="246"/>
                </a:cubicBezTo>
                <a:cubicBezTo>
                  <a:pt x="1145" y="250"/>
                  <a:pt x="1146" y="254"/>
                  <a:pt x="1148" y="257"/>
                </a:cubicBezTo>
                <a:cubicBezTo>
                  <a:pt x="1150" y="259"/>
                  <a:pt x="1153" y="261"/>
                  <a:pt x="1157" y="261"/>
                </a:cubicBezTo>
                <a:cubicBezTo>
                  <a:pt x="1159" y="261"/>
                  <a:pt x="1162" y="260"/>
                  <a:pt x="1163" y="259"/>
                </a:cubicBezTo>
                <a:cubicBezTo>
                  <a:pt x="1165" y="258"/>
                  <a:pt x="1167" y="256"/>
                  <a:pt x="1168" y="255"/>
                </a:cubicBezTo>
                <a:cubicBezTo>
                  <a:pt x="1168" y="256"/>
                  <a:pt x="1168" y="256"/>
                  <a:pt x="1168" y="256"/>
                </a:cubicBezTo>
                <a:cubicBezTo>
                  <a:pt x="1168" y="259"/>
                  <a:pt x="1170" y="261"/>
                  <a:pt x="1173" y="261"/>
                </a:cubicBezTo>
                <a:cubicBezTo>
                  <a:pt x="1174" y="261"/>
                  <a:pt x="1176" y="260"/>
                  <a:pt x="1177" y="259"/>
                </a:cubicBezTo>
                <a:cubicBezTo>
                  <a:pt x="1178" y="258"/>
                  <a:pt x="1179" y="257"/>
                  <a:pt x="1180" y="256"/>
                </a:cubicBezTo>
                <a:cubicBezTo>
                  <a:pt x="1179" y="255"/>
                  <a:pt x="1179" y="255"/>
                  <a:pt x="1179" y="255"/>
                </a:cubicBezTo>
                <a:cubicBezTo>
                  <a:pt x="1178" y="256"/>
                  <a:pt x="1177" y="256"/>
                  <a:pt x="1176" y="256"/>
                </a:cubicBezTo>
                <a:cubicBezTo>
                  <a:pt x="1175" y="256"/>
                  <a:pt x="1175" y="256"/>
                  <a:pt x="1175" y="255"/>
                </a:cubicBezTo>
                <a:cubicBezTo>
                  <a:pt x="1175" y="254"/>
                  <a:pt x="1175" y="254"/>
                  <a:pt x="1175" y="254"/>
                </a:cubicBezTo>
                <a:close/>
                <a:moveTo>
                  <a:pt x="1172" y="225"/>
                </a:moveTo>
                <a:cubicBezTo>
                  <a:pt x="1169" y="250"/>
                  <a:pt x="1169" y="250"/>
                  <a:pt x="1169" y="250"/>
                </a:cubicBezTo>
                <a:cubicBezTo>
                  <a:pt x="1168" y="252"/>
                  <a:pt x="1166" y="253"/>
                  <a:pt x="1164" y="254"/>
                </a:cubicBezTo>
                <a:cubicBezTo>
                  <a:pt x="1163" y="256"/>
                  <a:pt x="1161" y="256"/>
                  <a:pt x="1159" y="256"/>
                </a:cubicBezTo>
                <a:cubicBezTo>
                  <a:pt x="1157" y="256"/>
                  <a:pt x="1155" y="255"/>
                  <a:pt x="1154" y="253"/>
                </a:cubicBezTo>
                <a:cubicBezTo>
                  <a:pt x="1153" y="252"/>
                  <a:pt x="1153" y="249"/>
                  <a:pt x="1153" y="246"/>
                </a:cubicBezTo>
                <a:cubicBezTo>
                  <a:pt x="1153" y="242"/>
                  <a:pt x="1153" y="239"/>
                  <a:pt x="1154" y="236"/>
                </a:cubicBezTo>
                <a:cubicBezTo>
                  <a:pt x="1155" y="232"/>
                  <a:pt x="1157" y="230"/>
                  <a:pt x="1159" y="227"/>
                </a:cubicBezTo>
                <a:cubicBezTo>
                  <a:pt x="1161" y="225"/>
                  <a:pt x="1164" y="224"/>
                  <a:pt x="1167" y="224"/>
                </a:cubicBezTo>
                <a:cubicBezTo>
                  <a:pt x="1169" y="224"/>
                  <a:pt x="1171" y="224"/>
                  <a:pt x="1172" y="225"/>
                </a:cubicBezTo>
                <a:close/>
                <a:moveTo>
                  <a:pt x="1198" y="254"/>
                </a:moveTo>
                <a:cubicBezTo>
                  <a:pt x="1202" y="221"/>
                  <a:pt x="1202" y="221"/>
                  <a:pt x="1202" y="221"/>
                </a:cubicBezTo>
                <a:cubicBezTo>
                  <a:pt x="1201" y="220"/>
                  <a:pt x="1201" y="220"/>
                  <a:pt x="1201" y="220"/>
                </a:cubicBezTo>
                <a:cubicBezTo>
                  <a:pt x="1191" y="222"/>
                  <a:pt x="1191" y="222"/>
                  <a:pt x="1191" y="222"/>
                </a:cubicBezTo>
                <a:cubicBezTo>
                  <a:pt x="1190" y="224"/>
                  <a:pt x="1190" y="224"/>
                  <a:pt x="1190" y="224"/>
                </a:cubicBezTo>
                <a:cubicBezTo>
                  <a:pt x="1195" y="226"/>
                  <a:pt x="1195" y="226"/>
                  <a:pt x="1195" y="226"/>
                </a:cubicBezTo>
                <a:cubicBezTo>
                  <a:pt x="1194" y="233"/>
                  <a:pt x="1193" y="239"/>
                  <a:pt x="1192" y="243"/>
                </a:cubicBezTo>
                <a:cubicBezTo>
                  <a:pt x="1191" y="251"/>
                  <a:pt x="1191" y="255"/>
                  <a:pt x="1191" y="256"/>
                </a:cubicBezTo>
                <a:cubicBezTo>
                  <a:pt x="1190" y="258"/>
                  <a:pt x="1191" y="259"/>
                  <a:pt x="1192" y="260"/>
                </a:cubicBezTo>
                <a:cubicBezTo>
                  <a:pt x="1192" y="260"/>
                  <a:pt x="1194" y="261"/>
                  <a:pt x="1195" y="261"/>
                </a:cubicBezTo>
                <a:cubicBezTo>
                  <a:pt x="1197" y="261"/>
                  <a:pt x="1199" y="260"/>
                  <a:pt x="1200" y="259"/>
                </a:cubicBezTo>
                <a:cubicBezTo>
                  <a:pt x="1202" y="258"/>
                  <a:pt x="1203" y="257"/>
                  <a:pt x="1203" y="256"/>
                </a:cubicBezTo>
                <a:cubicBezTo>
                  <a:pt x="1202" y="254"/>
                  <a:pt x="1202" y="254"/>
                  <a:pt x="1202" y="254"/>
                </a:cubicBezTo>
                <a:cubicBezTo>
                  <a:pt x="1202" y="255"/>
                  <a:pt x="1201" y="256"/>
                  <a:pt x="1200" y="256"/>
                </a:cubicBezTo>
                <a:cubicBezTo>
                  <a:pt x="1200" y="256"/>
                  <a:pt x="1199" y="256"/>
                  <a:pt x="1199" y="256"/>
                </a:cubicBezTo>
                <a:cubicBezTo>
                  <a:pt x="1198" y="256"/>
                  <a:pt x="1198" y="256"/>
                  <a:pt x="1198" y="256"/>
                </a:cubicBezTo>
                <a:cubicBezTo>
                  <a:pt x="1198" y="256"/>
                  <a:pt x="1198" y="255"/>
                  <a:pt x="1198" y="255"/>
                </a:cubicBezTo>
                <a:lnTo>
                  <a:pt x="1198" y="254"/>
                </a:lnTo>
                <a:close/>
                <a:moveTo>
                  <a:pt x="1200" y="213"/>
                </a:moveTo>
                <a:cubicBezTo>
                  <a:pt x="1201" y="213"/>
                  <a:pt x="1202" y="212"/>
                  <a:pt x="1203" y="211"/>
                </a:cubicBezTo>
                <a:cubicBezTo>
                  <a:pt x="1204" y="210"/>
                  <a:pt x="1205" y="209"/>
                  <a:pt x="1205" y="207"/>
                </a:cubicBezTo>
                <a:cubicBezTo>
                  <a:pt x="1205" y="206"/>
                  <a:pt x="1204" y="206"/>
                  <a:pt x="1204" y="205"/>
                </a:cubicBezTo>
                <a:cubicBezTo>
                  <a:pt x="1203" y="204"/>
                  <a:pt x="1202" y="204"/>
                  <a:pt x="1201" y="204"/>
                </a:cubicBezTo>
                <a:cubicBezTo>
                  <a:pt x="1200" y="204"/>
                  <a:pt x="1198" y="204"/>
                  <a:pt x="1198" y="205"/>
                </a:cubicBezTo>
                <a:cubicBezTo>
                  <a:pt x="1197" y="206"/>
                  <a:pt x="1196" y="207"/>
                  <a:pt x="1196" y="209"/>
                </a:cubicBezTo>
                <a:cubicBezTo>
                  <a:pt x="1196" y="210"/>
                  <a:pt x="1197" y="211"/>
                  <a:pt x="1197" y="212"/>
                </a:cubicBezTo>
                <a:cubicBezTo>
                  <a:pt x="1198" y="212"/>
                  <a:pt x="1199" y="213"/>
                  <a:pt x="1200" y="213"/>
                </a:cubicBezTo>
                <a:close/>
                <a:moveTo>
                  <a:pt x="1237" y="228"/>
                </a:moveTo>
                <a:cubicBezTo>
                  <a:pt x="1238" y="229"/>
                  <a:pt x="1238" y="229"/>
                  <a:pt x="1238" y="229"/>
                </a:cubicBezTo>
                <a:cubicBezTo>
                  <a:pt x="1240" y="222"/>
                  <a:pt x="1240" y="222"/>
                  <a:pt x="1240" y="222"/>
                </a:cubicBezTo>
                <a:cubicBezTo>
                  <a:pt x="1239" y="221"/>
                  <a:pt x="1238" y="221"/>
                  <a:pt x="1237" y="221"/>
                </a:cubicBezTo>
                <a:cubicBezTo>
                  <a:pt x="1235" y="220"/>
                  <a:pt x="1234" y="220"/>
                  <a:pt x="1232" y="220"/>
                </a:cubicBezTo>
                <a:cubicBezTo>
                  <a:pt x="1228" y="220"/>
                  <a:pt x="1224" y="221"/>
                  <a:pt x="1221" y="224"/>
                </a:cubicBezTo>
                <a:cubicBezTo>
                  <a:pt x="1218" y="227"/>
                  <a:pt x="1216" y="230"/>
                  <a:pt x="1214" y="234"/>
                </a:cubicBezTo>
                <a:cubicBezTo>
                  <a:pt x="1213" y="237"/>
                  <a:pt x="1212" y="241"/>
                  <a:pt x="1212" y="245"/>
                </a:cubicBezTo>
                <a:cubicBezTo>
                  <a:pt x="1212" y="250"/>
                  <a:pt x="1213" y="254"/>
                  <a:pt x="1215" y="257"/>
                </a:cubicBezTo>
                <a:cubicBezTo>
                  <a:pt x="1217" y="259"/>
                  <a:pt x="1220" y="261"/>
                  <a:pt x="1224" y="261"/>
                </a:cubicBezTo>
                <a:cubicBezTo>
                  <a:pt x="1227" y="261"/>
                  <a:pt x="1230" y="260"/>
                  <a:pt x="1232" y="259"/>
                </a:cubicBezTo>
                <a:cubicBezTo>
                  <a:pt x="1235" y="257"/>
                  <a:pt x="1236" y="256"/>
                  <a:pt x="1238" y="254"/>
                </a:cubicBezTo>
                <a:cubicBezTo>
                  <a:pt x="1236" y="252"/>
                  <a:pt x="1236" y="252"/>
                  <a:pt x="1236" y="252"/>
                </a:cubicBezTo>
                <a:cubicBezTo>
                  <a:pt x="1235" y="253"/>
                  <a:pt x="1233" y="254"/>
                  <a:pt x="1232" y="255"/>
                </a:cubicBezTo>
                <a:cubicBezTo>
                  <a:pt x="1230" y="256"/>
                  <a:pt x="1229" y="256"/>
                  <a:pt x="1227" y="256"/>
                </a:cubicBezTo>
                <a:cubicBezTo>
                  <a:pt x="1224" y="256"/>
                  <a:pt x="1222" y="255"/>
                  <a:pt x="1221" y="253"/>
                </a:cubicBezTo>
                <a:cubicBezTo>
                  <a:pt x="1220" y="251"/>
                  <a:pt x="1219" y="248"/>
                  <a:pt x="1219" y="244"/>
                </a:cubicBezTo>
                <a:cubicBezTo>
                  <a:pt x="1219" y="240"/>
                  <a:pt x="1219" y="237"/>
                  <a:pt x="1221" y="234"/>
                </a:cubicBezTo>
                <a:cubicBezTo>
                  <a:pt x="1222" y="231"/>
                  <a:pt x="1223" y="229"/>
                  <a:pt x="1225" y="227"/>
                </a:cubicBezTo>
                <a:cubicBezTo>
                  <a:pt x="1227" y="225"/>
                  <a:pt x="1229" y="225"/>
                  <a:pt x="1231" y="225"/>
                </a:cubicBezTo>
                <a:cubicBezTo>
                  <a:pt x="1232" y="225"/>
                  <a:pt x="1235" y="226"/>
                  <a:pt x="1237" y="228"/>
                </a:cubicBezTo>
                <a:close/>
                <a:moveTo>
                  <a:pt x="1255" y="254"/>
                </a:moveTo>
                <a:cubicBezTo>
                  <a:pt x="1260" y="221"/>
                  <a:pt x="1260" y="221"/>
                  <a:pt x="1260" y="221"/>
                </a:cubicBezTo>
                <a:cubicBezTo>
                  <a:pt x="1259" y="220"/>
                  <a:pt x="1259" y="220"/>
                  <a:pt x="1259" y="220"/>
                </a:cubicBezTo>
                <a:cubicBezTo>
                  <a:pt x="1249" y="222"/>
                  <a:pt x="1249" y="222"/>
                  <a:pt x="1249" y="222"/>
                </a:cubicBezTo>
                <a:cubicBezTo>
                  <a:pt x="1248" y="224"/>
                  <a:pt x="1248" y="224"/>
                  <a:pt x="1248" y="224"/>
                </a:cubicBezTo>
                <a:cubicBezTo>
                  <a:pt x="1253" y="226"/>
                  <a:pt x="1253" y="226"/>
                  <a:pt x="1253" y="226"/>
                </a:cubicBezTo>
                <a:cubicBezTo>
                  <a:pt x="1252" y="233"/>
                  <a:pt x="1251" y="239"/>
                  <a:pt x="1250" y="243"/>
                </a:cubicBezTo>
                <a:cubicBezTo>
                  <a:pt x="1249" y="251"/>
                  <a:pt x="1248" y="255"/>
                  <a:pt x="1248" y="256"/>
                </a:cubicBezTo>
                <a:cubicBezTo>
                  <a:pt x="1248" y="258"/>
                  <a:pt x="1249" y="259"/>
                  <a:pt x="1249" y="260"/>
                </a:cubicBezTo>
                <a:cubicBezTo>
                  <a:pt x="1250" y="260"/>
                  <a:pt x="1251" y="261"/>
                  <a:pt x="1253" y="261"/>
                </a:cubicBezTo>
                <a:cubicBezTo>
                  <a:pt x="1255" y="261"/>
                  <a:pt x="1256" y="260"/>
                  <a:pt x="1258" y="259"/>
                </a:cubicBezTo>
                <a:cubicBezTo>
                  <a:pt x="1259" y="258"/>
                  <a:pt x="1260" y="257"/>
                  <a:pt x="1261" y="256"/>
                </a:cubicBezTo>
                <a:cubicBezTo>
                  <a:pt x="1260" y="254"/>
                  <a:pt x="1260" y="254"/>
                  <a:pt x="1260" y="254"/>
                </a:cubicBezTo>
                <a:cubicBezTo>
                  <a:pt x="1259" y="255"/>
                  <a:pt x="1259" y="256"/>
                  <a:pt x="1258" y="256"/>
                </a:cubicBezTo>
                <a:cubicBezTo>
                  <a:pt x="1258" y="256"/>
                  <a:pt x="1257" y="256"/>
                  <a:pt x="1256" y="256"/>
                </a:cubicBezTo>
                <a:cubicBezTo>
                  <a:pt x="1256" y="256"/>
                  <a:pt x="1256" y="256"/>
                  <a:pt x="1256" y="256"/>
                </a:cubicBezTo>
                <a:cubicBezTo>
                  <a:pt x="1255" y="256"/>
                  <a:pt x="1255" y="255"/>
                  <a:pt x="1255" y="255"/>
                </a:cubicBezTo>
                <a:lnTo>
                  <a:pt x="1255" y="254"/>
                </a:lnTo>
                <a:close/>
                <a:moveTo>
                  <a:pt x="1258" y="213"/>
                </a:moveTo>
                <a:cubicBezTo>
                  <a:pt x="1259" y="213"/>
                  <a:pt x="1260" y="212"/>
                  <a:pt x="1261" y="211"/>
                </a:cubicBezTo>
                <a:cubicBezTo>
                  <a:pt x="1262" y="210"/>
                  <a:pt x="1262" y="209"/>
                  <a:pt x="1262" y="207"/>
                </a:cubicBezTo>
                <a:cubicBezTo>
                  <a:pt x="1262" y="206"/>
                  <a:pt x="1262" y="206"/>
                  <a:pt x="1261" y="205"/>
                </a:cubicBezTo>
                <a:cubicBezTo>
                  <a:pt x="1261" y="204"/>
                  <a:pt x="1260" y="204"/>
                  <a:pt x="1259" y="204"/>
                </a:cubicBezTo>
                <a:cubicBezTo>
                  <a:pt x="1257" y="204"/>
                  <a:pt x="1256" y="204"/>
                  <a:pt x="1255" y="205"/>
                </a:cubicBezTo>
                <a:cubicBezTo>
                  <a:pt x="1254" y="206"/>
                  <a:pt x="1254" y="207"/>
                  <a:pt x="1254" y="209"/>
                </a:cubicBezTo>
                <a:cubicBezTo>
                  <a:pt x="1254" y="210"/>
                  <a:pt x="1254" y="211"/>
                  <a:pt x="1255" y="212"/>
                </a:cubicBezTo>
                <a:cubicBezTo>
                  <a:pt x="1256" y="212"/>
                  <a:pt x="1257" y="213"/>
                  <a:pt x="1258" y="213"/>
                </a:cubicBezTo>
                <a:close/>
                <a:moveTo>
                  <a:pt x="1282" y="229"/>
                </a:moveTo>
                <a:cubicBezTo>
                  <a:pt x="1283" y="221"/>
                  <a:pt x="1283" y="221"/>
                  <a:pt x="1283" y="221"/>
                </a:cubicBezTo>
                <a:cubicBezTo>
                  <a:pt x="1281" y="220"/>
                  <a:pt x="1281" y="220"/>
                  <a:pt x="1281" y="220"/>
                </a:cubicBezTo>
                <a:cubicBezTo>
                  <a:pt x="1273" y="222"/>
                  <a:pt x="1273" y="222"/>
                  <a:pt x="1273" y="222"/>
                </a:cubicBezTo>
                <a:cubicBezTo>
                  <a:pt x="1272" y="224"/>
                  <a:pt x="1272" y="224"/>
                  <a:pt x="1272" y="224"/>
                </a:cubicBezTo>
                <a:cubicBezTo>
                  <a:pt x="1275" y="226"/>
                  <a:pt x="1275" y="226"/>
                  <a:pt x="1275" y="226"/>
                </a:cubicBezTo>
                <a:cubicBezTo>
                  <a:pt x="1271" y="260"/>
                  <a:pt x="1271" y="260"/>
                  <a:pt x="1271" y="260"/>
                </a:cubicBezTo>
                <a:cubicBezTo>
                  <a:pt x="1278" y="260"/>
                  <a:pt x="1278" y="260"/>
                  <a:pt x="1278" y="260"/>
                </a:cubicBezTo>
                <a:cubicBezTo>
                  <a:pt x="1281" y="235"/>
                  <a:pt x="1281" y="235"/>
                  <a:pt x="1281" y="235"/>
                </a:cubicBezTo>
                <a:cubicBezTo>
                  <a:pt x="1283" y="232"/>
                  <a:pt x="1285" y="230"/>
                  <a:pt x="1287" y="228"/>
                </a:cubicBezTo>
                <a:cubicBezTo>
                  <a:pt x="1289" y="226"/>
                  <a:pt x="1291" y="225"/>
                  <a:pt x="1293" y="225"/>
                </a:cubicBezTo>
                <a:cubicBezTo>
                  <a:pt x="1295" y="225"/>
                  <a:pt x="1296" y="226"/>
                  <a:pt x="1297" y="226"/>
                </a:cubicBezTo>
                <a:cubicBezTo>
                  <a:pt x="1297" y="227"/>
                  <a:pt x="1298" y="229"/>
                  <a:pt x="1298" y="231"/>
                </a:cubicBezTo>
                <a:cubicBezTo>
                  <a:pt x="1298" y="233"/>
                  <a:pt x="1297" y="234"/>
                  <a:pt x="1297" y="236"/>
                </a:cubicBezTo>
                <a:cubicBezTo>
                  <a:pt x="1297" y="238"/>
                  <a:pt x="1297" y="240"/>
                  <a:pt x="1296" y="243"/>
                </a:cubicBezTo>
                <a:cubicBezTo>
                  <a:pt x="1296" y="245"/>
                  <a:pt x="1296" y="245"/>
                  <a:pt x="1296" y="245"/>
                </a:cubicBezTo>
                <a:cubicBezTo>
                  <a:pt x="1295" y="248"/>
                  <a:pt x="1295" y="248"/>
                  <a:pt x="1295" y="248"/>
                </a:cubicBezTo>
                <a:cubicBezTo>
                  <a:pt x="1294" y="252"/>
                  <a:pt x="1294" y="255"/>
                  <a:pt x="1294" y="256"/>
                </a:cubicBezTo>
                <a:cubicBezTo>
                  <a:pt x="1294" y="259"/>
                  <a:pt x="1295" y="261"/>
                  <a:pt x="1298" y="261"/>
                </a:cubicBezTo>
                <a:cubicBezTo>
                  <a:pt x="1300" y="261"/>
                  <a:pt x="1301" y="260"/>
                  <a:pt x="1302" y="260"/>
                </a:cubicBezTo>
                <a:cubicBezTo>
                  <a:pt x="1303" y="259"/>
                  <a:pt x="1304" y="259"/>
                  <a:pt x="1305" y="258"/>
                </a:cubicBezTo>
                <a:cubicBezTo>
                  <a:pt x="1305" y="258"/>
                  <a:pt x="1306" y="257"/>
                  <a:pt x="1306" y="257"/>
                </a:cubicBezTo>
                <a:cubicBezTo>
                  <a:pt x="1305" y="255"/>
                  <a:pt x="1305" y="255"/>
                  <a:pt x="1305" y="255"/>
                </a:cubicBezTo>
                <a:cubicBezTo>
                  <a:pt x="1304" y="256"/>
                  <a:pt x="1303" y="256"/>
                  <a:pt x="1302" y="256"/>
                </a:cubicBezTo>
                <a:cubicBezTo>
                  <a:pt x="1301" y="256"/>
                  <a:pt x="1301" y="256"/>
                  <a:pt x="1301" y="255"/>
                </a:cubicBezTo>
                <a:cubicBezTo>
                  <a:pt x="1301" y="253"/>
                  <a:pt x="1301" y="250"/>
                  <a:pt x="1302" y="246"/>
                </a:cubicBezTo>
                <a:cubicBezTo>
                  <a:pt x="1303" y="243"/>
                  <a:pt x="1303" y="243"/>
                  <a:pt x="1303" y="243"/>
                </a:cubicBezTo>
                <a:cubicBezTo>
                  <a:pt x="1303" y="241"/>
                  <a:pt x="1303" y="241"/>
                  <a:pt x="1303" y="241"/>
                </a:cubicBezTo>
                <a:cubicBezTo>
                  <a:pt x="1304" y="236"/>
                  <a:pt x="1305" y="232"/>
                  <a:pt x="1305" y="230"/>
                </a:cubicBezTo>
                <a:cubicBezTo>
                  <a:pt x="1305" y="227"/>
                  <a:pt x="1304" y="224"/>
                  <a:pt x="1302" y="223"/>
                </a:cubicBezTo>
                <a:cubicBezTo>
                  <a:pt x="1301" y="221"/>
                  <a:pt x="1299" y="220"/>
                  <a:pt x="1296" y="220"/>
                </a:cubicBezTo>
                <a:cubicBezTo>
                  <a:pt x="1294" y="220"/>
                  <a:pt x="1291" y="221"/>
                  <a:pt x="1289" y="223"/>
                </a:cubicBezTo>
                <a:cubicBezTo>
                  <a:pt x="1286" y="224"/>
                  <a:pt x="1284" y="227"/>
                  <a:pt x="1282" y="229"/>
                </a:cubicBezTo>
                <a:close/>
                <a:moveTo>
                  <a:pt x="1342" y="253"/>
                </a:moveTo>
                <a:cubicBezTo>
                  <a:pt x="1340" y="251"/>
                  <a:pt x="1340" y="251"/>
                  <a:pt x="1340" y="251"/>
                </a:cubicBezTo>
                <a:cubicBezTo>
                  <a:pt x="1339" y="253"/>
                  <a:pt x="1337" y="254"/>
                  <a:pt x="1335" y="255"/>
                </a:cubicBezTo>
                <a:cubicBezTo>
                  <a:pt x="1333" y="256"/>
                  <a:pt x="1331" y="256"/>
                  <a:pt x="1329" y="256"/>
                </a:cubicBezTo>
                <a:cubicBezTo>
                  <a:pt x="1326" y="256"/>
                  <a:pt x="1323" y="255"/>
                  <a:pt x="1322" y="253"/>
                </a:cubicBezTo>
                <a:cubicBezTo>
                  <a:pt x="1321" y="250"/>
                  <a:pt x="1320" y="247"/>
                  <a:pt x="1320" y="244"/>
                </a:cubicBezTo>
                <a:cubicBezTo>
                  <a:pt x="1323" y="244"/>
                  <a:pt x="1327" y="244"/>
                  <a:pt x="1330" y="242"/>
                </a:cubicBezTo>
                <a:cubicBezTo>
                  <a:pt x="1334" y="241"/>
                  <a:pt x="1337" y="240"/>
                  <a:pt x="1340" y="237"/>
                </a:cubicBezTo>
                <a:cubicBezTo>
                  <a:pt x="1342" y="235"/>
                  <a:pt x="1344" y="232"/>
                  <a:pt x="1344" y="229"/>
                </a:cubicBezTo>
                <a:cubicBezTo>
                  <a:pt x="1344" y="226"/>
                  <a:pt x="1343" y="224"/>
                  <a:pt x="1341" y="223"/>
                </a:cubicBezTo>
                <a:cubicBezTo>
                  <a:pt x="1340" y="221"/>
                  <a:pt x="1337" y="220"/>
                  <a:pt x="1334" y="220"/>
                </a:cubicBezTo>
                <a:cubicBezTo>
                  <a:pt x="1330" y="220"/>
                  <a:pt x="1326" y="221"/>
                  <a:pt x="1323" y="224"/>
                </a:cubicBezTo>
                <a:cubicBezTo>
                  <a:pt x="1320" y="226"/>
                  <a:pt x="1318" y="229"/>
                  <a:pt x="1316" y="233"/>
                </a:cubicBezTo>
                <a:cubicBezTo>
                  <a:pt x="1314" y="237"/>
                  <a:pt x="1313" y="241"/>
                  <a:pt x="1313" y="246"/>
                </a:cubicBezTo>
                <a:cubicBezTo>
                  <a:pt x="1313" y="248"/>
                  <a:pt x="1314" y="251"/>
                  <a:pt x="1315" y="253"/>
                </a:cubicBezTo>
                <a:cubicBezTo>
                  <a:pt x="1316" y="255"/>
                  <a:pt x="1317" y="257"/>
                  <a:pt x="1319" y="259"/>
                </a:cubicBezTo>
                <a:cubicBezTo>
                  <a:pt x="1321" y="260"/>
                  <a:pt x="1324" y="261"/>
                  <a:pt x="1327" y="261"/>
                </a:cubicBezTo>
                <a:cubicBezTo>
                  <a:pt x="1330" y="261"/>
                  <a:pt x="1333" y="260"/>
                  <a:pt x="1336" y="258"/>
                </a:cubicBezTo>
                <a:cubicBezTo>
                  <a:pt x="1339" y="257"/>
                  <a:pt x="1341" y="255"/>
                  <a:pt x="1342" y="253"/>
                </a:cubicBezTo>
                <a:close/>
                <a:moveTo>
                  <a:pt x="1332" y="224"/>
                </a:moveTo>
                <a:cubicBezTo>
                  <a:pt x="1334" y="224"/>
                  <a:pt x="1335" y="224"/>
                  <a:pt x="1336" y="225"/>
                </a:cubicBezTo>
                <a:cubicBezTo>
                  <a:pt x="1337" y="226"/>
                  <a:pt x="1337" y="228"/>
                  <a:pt x="1337" y="229"/>
                </a:cubicBezTo>
                <a:cubicBezTo>
                  <a:pt x="1337" y="232"/>
                  <a:pt x="1336" y="234"/>
                  <a:pt x="1334" y="235"/>
                </a:cubicBezTo>
                <a:cubicBezTo>
                  <a:pt x="1333" y="237"/>
                  <a:pt x="1331" y="238"/>
                  <a:pt x="1328" y="239"/>
                </a:cubicBezTo>
                <a:cubicBezTo>
                  <a:pt x="1325" y="240"/>
                  <a:pt x="1323" y="241"/>
                  <a:pt x="1321" y="241"/>
                </a:cubicBezTo>
                <a:cubicBezTo>
                  <a:pt x="1321" y="238"/>
                  <a:pt x="1321" y="236"/>
                  <a:pt x="1322" y="233"/>
                </a:cubicBezTo>
                <a:cubicBezTo>
                  <a:pt x="1323" y="230"/>
                  <a:pt x="1325" y="228"/>
                  <a:pt x="1326" y="226"/>
                </a:cubicBezTo>
                <a:cubicBezTo>
                  <a:pt x="1328" y="225"/>
                  <a:pt x="1330" y="224"/>
                  <a:pt x="1332" y="224"/>
                </a:cubicBezTo>
                <a:close/>
              </a:path>
            </a:pathLst>
          </a:custGeom>
          <a:solidFill xmlns:a="http://schemas.openxmlformats.org/drawingml/2006/main">
            <a:schemeClr val="bg1"/>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sz="1800"/>
          </a:p>
        </p:txBody>
      </p:sp>
      <p:sp>
        <p:nvSpPr>
          <p:cNvPr id="17" name="Text Placeholder 16">
            <a:extLst xmlns:a="http://schemas.openxmlformats.org/drawingml/2006/main">
              <a:ext uri="{FF2B5EF4-FFF2-40B4-BE49-F238E27FC236}">
                <a16:creationId xmlns:a16="http://schemas.microsoft.com/office/drawing/2014/main" id="{FCA018DF-7EFB-4D08-89D5-E61FB47F425E}"/>
              </a:ext>
            </a:extLst>
          </p:cNvPr>
          <p:cNvSpPr>
            <a:spLocks xmlns:a="http://schemas.openxmlformats.org/drawingml/2006/main" noGrp="1"/>
          </p:cNvSpPr>
          <p:nvPr>
            <p:ph type="body" idx="12" hasCustomPrompt="1"/>
          </p:nvPr>
        </p:nvSpPr>
        <p:spPr>
          <a:xfrm xmlns:a="http://schemas.openxmlformats.org/drawingml/2006/main">
            <a:off x="5996940" y="4886690"/>
            <a:ext cx="2416810" cy="117148"/>
          </a:xfrm>
        </p:spPr>
        <p:txBody>
          <a:bodyPr xmlns:a="http://schemas.openxmlformats.org/drawingml/2006/main" wrap="square">
            <a:spAutoFit/>
          </a:bodyPr>
          <a:lstStyle xmlns:a="http://schemas.openxmlformats.org/drawingml/2006/main">
            <a:lvl1pPr marL="0" indent="0">
              <a:buNone/>
              <a:defRPr sz="750" cap="all" spc="110" baseline="0">
                <a:solidFill>
                  <a:schemeClr val="tx2"/>
                </a:solidFill>
              </a:defRPr>
            </a:lvl1pPr>
          </a:lstStyle>
          <a:p xmlns:a="http://schemas.openxmlformats.org/drawingml/2006/main">
            <a:pPr lvl="0">
              <a:buNone/>
            </a:pPr>
            <a:r>
              <a:t>CLICK TO EDIT MASTER TEXT</a:t>
            </a:r>
          </a:p>
        </p:txBody>
      </p:sp>
    </p:spTree>
  </p:cSld>
</p:sldLayout>
</file>

<file path=ppt/slideLayouts/slideLayout47.xml><?xml version="1.0" encoding="utf-8"?>
<p:sldLayout xmlns:p="http://schemas.openxmlformats.org/presentationml/2006/main" showMasterSp="0" preserve="1">
  <p:cSld name="Title Slide - Dark Teal">
    <p:spTree>
      <p:nvGrpSpPr>
        <p:cNvPr id="1" name=""/>
        <p:cNvGrpSpPr/>
        <p:nvPr/>
      </p:nvGrpSpPr>
      <p:grpSpPr>
        <a:xfrm xmlns:a="http://schemas.openxmlformats.org/drawingml/2006/main"/>
      </p:grpSpPr>
      <p:sp>
        <p:nvSpPr>
          <p:cNvPr id="15" name="Picture Placeholder 14">
            <a:extLst xmlns:a="http://schemas.openxmlformats.org/drawingml/2006/main">
              <a:ext uri="{FF2B5EF4-FFF2-40B4-BE49-F238E27FC236}">
                <a16:creationId xmlns:a16="http://schemas.microsoft.com/office/drawing/2014/main" id="{42927F7C-53AC-400F-8DAD-235A2AF61FB8}"/>
              </a:ext>
            </a:extLst>
          </p:cNvPr>
          <p:cNvSpPr>
            <a:spLocks xmlns:a="http://schemas.openxmlformats.org/drawingml/2006/main" noGrp="1"/>
          </p:cNvSpPr>
          <p:nvPr>
            <p:ph type="pic" idx="11"/>
          </p:nvPr>
        </p:nvSpPr>
        <p:spPr>
          <a:xfrm xmlns:a="http://schemas.openxmlformats.org/drawingml/2006/main">
            <a:off x="0" y="1"/>
            <a:ext cx="9144000" cy="4710113"/>
          </a:xfrm>
          <a:prstGeom xmlns:a="http://schemas.openxmlformats.org/drawingml/2006/main" prst="rect">
            <a:avLst/>
          </a:prstGeom>
          <a:solidFill xmlns:a="http://schemas.openxmlformats.org/drawingml/2006/main">
            <a:schemeClr val="bg2">
              <a:lumMod val="90000"/>
            </a:schemeClr>
          </a:solidFill>
        </p:spPr>
        <p:txBody>
          <a:bodyPr xmlns:a="http://schemas.openxmlformats.org/drawingml/2006/main"/>
          <a:lstStyle xmlns:a="http://schemas.openxmlformats.org/drawingml/2006/main"/>
          <a:p xmlns:a="http://schemas.openxmlformats.org/drawingml/2006/main">
            <a:r>
              <a:t>Click icon to add picture</a:t>
            </a:r>
          </a:p>
        </p:txBody>
      </p:sp>
      <p:sp>
        <p:nvSpPr>
          <p:cNvPr id="13" name="Text Placeholder 12">
            <a:extLst xmlns:a="http://schemas.openxmlformats.org/drawingml/2006/main">
              <a:ext uri="{FF2B5EF4-FFF2-40B4-BE49-F238E27FC236}">
                <a16:creationId xmlns:a16="http://schemas.microsoft.com/office/drawing/2014/main" id="{D2D74F39-96DB-4808-8693-9F55A9D7DB98}"/>
              </a:ext>
            </a:extLst>
          </p:cNvPr>
          <p:cNvSpPr>
            <a:spLocks xmlns:a="http://schemas.openxmlformats.org/drawingml/2006/main" noGrp="1"/>
          </p:cNvSpPr>
          <p:nvPr>
            <p:ph type="body" idx="10"/>
          </p:nvPr>
        </p:nvSpPr>
        <p:spPr>
          <a:xfrm xmlns:a="http://schemas.openxmlformats.org/drawingml/2006/main">
            <a:off x="2" y="1172309"/>
            <a:ext cx="5802922" cy="3971191"/>
          </a:xfrm>
          <a:prstGeom xmlns:a="http://schemas.openxmlformats.org/drawingml/2006/main" prst="rect">
            <a:avLst/>
          </a:prstGeom>
          <a:solidFill xmlns:a="http://schemas.openxmlformats.org/drawingml/2006/main">
            <a:srgbClr val="315470"/>
          </a:solidFill>
        </p:spPr>
        <p:txBody>
          <a:bodyPr xmlns:a="http://schemas.openxmlformats.org/drawingml/2006/main" lIns="502920" tIns="274320" rIns="457200" bIns="457200"/>
          <a:lstStyle xmlns:a="http://schemas.openxmlformats.org/drawingml/2006/main">
            <a:lvl1pPr marL="0" indent="0">
              <a:lnSpc>
                <a:spcPct val="100000"/>
              </a:lnSpc>
              <a:buNone/>
              <a:defRPr sz="3000">
                <a:solidFill>
                  <a:schemeClr val="bg1"/>
                </a:solidFill>
                <a:latin typeface="+mj-lt"/>
                <a:ea typeface="+mj-lt"/>
                <a:cs typeface="+mj-lt"/>
              </a:defRPr>
            </a:lvl1pPr>
            <a:lvl2pPr marL="0" indent="0">
              <a:spcBef>
                <a:spcPts val="900"/>
              </a:spcBef>
              <a:buNone/>
              <a:defRPr sz="1500">
                <a:solidFill>
                  <a:schemeClr val="bg1"/>
                </a:solidFill>
                <a:latin typeface="+mj-lt"/>
                <a:ea typeface="+mj-lt"/>
                <a:cs typeface="+mj-lt"/>
              </a:defRPr>
            </a:lvl2pPr>
            <a:lvl3pPr marL="457189" indent="0">
              <a:buNone/>
              <a:defRPr>
                <a:solidFill>
                  <a:schemeClr val="bg1"/>
                </a:solidFill>
                <a:latin typeface="+mj-lt"/>
                <a:ea typeface="+mj-lt"/>
                <a:cs typeface="+mj-lt"/>
              </a:defRPr>
            </a:lvl3pPr>
            <a:lvl4pPr marL="692133" indent="0">
              <a:buNone/>
              <a:defRPr>
                <a:solidFill>
                  <a:schemeClr val="bg1"/>
                </a:solidFill>
                <a:latin typeface="+mj-lt"/>
                <a:ea typeface="+mj-lt"/>
                <a:cs typeface="+mj-lt"/>
              </a:defRPr>
            </a:lvl4pPr>
            <a:lvl5pPr marL="914378" indent="0">
              <a:buNone/>
              <a:defRPr>
                <a:solidFill>
                  <a:schemeClr val="bg1"/>
                </a:solidFill>
                <a:latin typeface="+mj-lt"/>
                <a:ea typeface="+mj-lt"/>
                <a:cs typeface="+mj-lt"/>
              </a:defRPr>
            </a:lvl5pPr>
          </a:lstStyle>
          <a:p xmlns:a="http://schemas.openxmlformats.org/drawingml/2006/main">
            <a:pPr lvl="0">
              <a:buNone/>
            </a:pPr>
            <a:r>
              <a:t>Click to edit Master text styles</a:t>
            </a:r>
          </a:p>
          <a:p xmlns:a="http://schemas.openxmlformats.org/drawingml/2006/main">
            <a:pPr lvl="1">
              <a:buNone/>
            </a:pPr>
            <a:r>
              <a:t>Second level</a:t>
            </a:r>
          </a:p>
        </p:txBody>
      </p:sp>
      <p:sp>
        <p:nvSpPr>
          <p:cNvPr id="3" name="Subtitle 2">
            <a:extLst xmlns:a="http://schemas.openxmlformats.org/drawingml/2006/main">
              <a:ext uri="{FF2B5EF4-FFF2-40B4-BE49-F238E27FC236}">
                <a16:creationId xmlns:a16="http://schemas.microsoft.com/office/drawing/2014/main" id="{87458E0E-D541-42F0-8079-E03992AC0789}"/>
              </a:ext>
            </a:extLst>
          </p:cNvPr>
          <p:cNvSpPr>
            <a:spLocks xmlns:a="http://schemas.openxmlformats.org/drawingml/2006/main" noGrp="1"/>
          </p:cNvSpPr>
          <p:nvPr>
            <p:ph type="subTitle" idx="1"/>
          </p:nvPr>
        </p:nvSpPr>
        <p:spPr>
          <a:xfrm xmlns:a="http://schemas.openxmlformats.org/drawingml/2006/main">
            <a:off x="525780" y="3566160"/>
            <a:ext cx="4846320" cy="156646"/>
          </a:xfrm>
        </p:spPr>
        <p:txBody>
          <a:bodyPr xmlns:a="http://schemas.openxmlformats.org/drawingml/2006/main" anchor="b">
            <a:spAutoFit/>
          </a:bodyPr>
          <a:lstStyle xmlns:a="http://schemas.openxmlformats.org/drawingml/2006/main">
            <a:lvl1pPr marL="0" indent="0" algn="l">
              <a:buNone/>
              <a:defRPr sz="1000" i="1">
                <a:solidFill>
                  <a:schemeClr val="bg1"/>
                </a:solidFill>
                <a:latin typeface="+mj-lt"/>
                <a:ea typeface="+mj-lt"/>
                <a:cs typeface="+mj-lt"/>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xmlns:a="http://schemas.openxmlformats.org/drawingml/2006/main">
            <a:r>
              <a:t>Click to edit Master subtitle style</a:t>
            </a:r>
          </a:p>
        </p:txBody>
      </p:sp>
      <p:sp>
        <p:nvSpPr>
          <p:cNvPr id="9" name="Freeform 5">
            <a:extLst xmlns:a="http://schemas.openxmlformats.org/drawingml/2006/main">
              <a:ext uri="{FF2B5EF4-FFF2-40B4-BE49-F238E27FC236}">
                <a16:creationId xmlns:a16="http://schemas.microsoft.com/office/drawing/2014/main" id="{6EF64205-A64B-4137-BA41-5E5CFE0F359E}"/>
              </a:ext>
            </a:extLst>
          </p:cNvPr>
          <p:cNvSpPr>
            <a:spLocks xmlns:a="http://schemas.openxmlformats.org/drawingml/2006/main" noGrp="1"/>
          </p:cNvSpPr>
          <p:nvPr/>
        </p:nvSpPr>
        <p:spPr>
          <a:xfrm xmlns:a="http://schemas.openxmlformats.org/drawingml/2006/main">
            <a:off x="482707" y="433839"/>
            <a:ext cx="2192207" cy="410518"/>
          </a:xfrm>
          <a:custGeom xmlns:a="http://schemas.openxmlformats.org/drawingml/2006/main">
            <a:gdLst>
              <a:gd name="T0" fmla="*/ 225 w 1440"/>
              <a:gd name="T1" fmla="*/ 110 h 267"/>
              <a:gd name="T2" fmla="*/ 317 w 1440"/>
              <a:gd name="T3" fmla="*/ 7 h 267"/>
              <a:gd name="T4" fmla="*/ 475 w 1440"/>
              <a:gd name="T5" fmla="*/ 19 h 267"/>
              <a:gd name="T6" fmla="*/ 830 w 1440"/>
              <a:gd name="T7" fmla="*/ 7 h 267"/>
              <a:gd name="T8" fmla="*/ 130 w 1440"/>
              <a:gd name="T9" fmla="*/ 210 h 267"/>
              <a:gd name="T10" fmla="*/ 437 w 1440"/>
              <a:gd name="T11" fmla="*/ 209 h 267"/>
              <a:gd name="T12" fmla="*/ 493 w 1440"/>
              <a:gd name="T13" fmla="*/ 198 h 267"/>
              <a:gd name="T14" fmla="*/ 866 w 1440"/>
              <a:gd name="T15" fmla="*/ 171 h 267"/>
              <a:gd name="T16" fmla="*/ 737 w 1440"/>
              <a:gd name="T17" fmla="*/ 261 h 267"/>
              <a:gd name="T18" fmla="*/ 958 w 1440"/>
              <a:gd name="T19" fmla="*/ 172 h 267"/>
              <a:gd name="T20" fmla="*/ 906 w 1440"/>
              <a:gd name="T21" fmla="*/ 254 h 267"/>
              <a:gd name="T22" fmla="*/ 309 w 1440"/>
              <a:gd name="T23" fmla="*/ 260 h 267"/>
              <a:gd name="T24" fmla="*/ 1053 w 1440"/>
              <a:gd name="T25" fmla="*/ 31 h 267"/>
              <a:gd name="T26" fmla="*/ 1075 w 1440"/>
              <a:gd name="T27" fmla="*/ 44 h 267"/>
              <a:gd name="T28" fmla="*/ 1091 w 1440"/>
              <a:gd name="T29" fmla="*/ 22 h 267"/>
              <a:gd name="T30" fmla="*/ 1107 w 1440"/>
              <a:gd name="T31" fmla="*/ 27 h 267"/>
              <a:gd name="T32" fmla="*/ 1125 w 1440"/>
              <a:gd name="T33" fmla="*/ 55 h 267"/>
              <a:gd name="T34" fmla="*/ 1159 w 1440"/>
              <a:gd name="T35" fmla="*/ 53 h 267"/>
              <a:gd name="T36" fmla="*/ 1160 w 1440"/>
              <a:gd name="T37" fmla="*/ 57 h 267"/>
              <a:gd name="T38" fmla="*/ 1177 w 1440"/>
              <a:gd name="T39" fmla="*/ 23 h 267"/>
              <a:gd name="T40" fmla="*/ 1207 w 1440"/>
              <a:gd name="T41" fmla="*/ 58 h 267"/>
              <a:gd name="T42" fmla="*/ 1245 w 1440"/>
              <a:gd name="T43" fmla="*/ 27 h 267"/>
              <a:gd name="T44" fmla="*/ 1225 w 1440"/>
              <a:gd name="T45" fmla="*/ 43 h 267"/>
              <a:gd name="T46" fmla="*/ 1271 w 1440"/>
              <a:gd name="T47" fmla="*/ 19 h 267"/>
              <a:gd name="T48" fmla="*/ 1259 w 1440"/>
              <a:gd name="T49" fmla="*/ 32 h 267"/>
              <a:gd name="T50" fmla="*/ 1290 w 1440"/>
              <a:gd name="T51" fmla="*/ 54 h 267"/>
              <a:gd name="T52" fmla="*/ 1310 w 1440"/>
              <a:gd name="T53" fmla="*/ 25 h 267"/>
              <a:gd name="T54" fmla="*/ 1059 w 1440"/>
              <a:gd name="T55" fmla="*/ 110 h 267"/>
              <a:gd name="T56" fmla="*/ 1099 w 1440"/>
              <a:gd name="T57" fmla="*/ 134 h 267"/>
              <a:gd name="T58" fmla="*/ 1120 w 1440"/>
              <a:gd name="T59" fmla="*/ 156 h 267"/>
              <a:gd name="T60" fmla="*/ 1141 w 1440"/>
              <a:gd name="T61" fmla="*/ 123 h 267"/>
              <a:gd name="T62" fmla="*/ 1148 w 1440"/>
              <a:gd name="T63" fmla="*/ 175 h 267"/>
              <a:gd name="T64" fmla="*/ 1184 w 1440"/>
              <a:gd name="T65" fmla="*/ 119 h 267"/>
              <a:gd name="T66" fmla="*/ 1181 w 1440"/>
              <a:gd name="T67" fmla="*/ 153 h 267"/>
              <a:gd name="T68" fmla="*/ 1201 w 1440"/>
              <a:gd name="T69" fmla="*/ 125 h 267"/>
              <a:gd name="T70" fmla="*/ 1230 w 1440"/>
              <a:gd name="T71" fmla="*/ 157 h 267"/>
              <a:gd name="T72" fmla="*/ 1260 w 1440"/>
              <a:gd name="T73" fmla="*/ 154 h 267"/>
              <a:gd name="T74" fmla="*/ 1261 w 1440"/>
              <a:gd name="T75" fmla="*/ 158 h 267"/>
              <a:gd name="T76" fmla="*/ 1284 w 1440"/>
              <a:gd name="T77" fmla="*/ 152 h 267"/>
              <a:gd name="T78" fmla="*/ 1294 w 1440"/>
              <a:gd name="T79" fmla="*/ 123 h 267"/>
              <a:gd name="T80" fmla="*/ 1317 w 1440"/>
              <a:gd name="T81" fmla="*/ 125 h 267"/>
              <a:gd name="T82" fmla="*/ 1342 w 1440"/>
              <a:gd name="T83" fmla="*/ 121 h 267"/>
              <a:gd name="T84" fmla="*/ 1351 w 1440"/>
              <a:gd name="T85" fmla="*/ 112 h 267"/>
              <a:gd name="T86" fmla="*/ 1364 w 1440"/>
              <a:gd name="T87" fmla="*/ 159 h 267"/>
              <a:gd name="T88" fmla="*/ 1399 w 1440"/>
              <a:gd name="T89" fmla="*/ 156 h 267"/>
              <a:gd name="T90" fmla="*/ 1432 w 1440"/>
              <a:gd name="T91" fmla="*/ 120 h 267"/>
              <a:gd name="T92" fmla="*/ 1410 w 1440"/>
              <a:gd name="T93" fmla="*/ 176 h 267"/>
              <a:gd name="T94" fmla="*/ 1076 w 1440"/>
              <a:gd name="T95" fmla="*/ 242 h 267"/>
              <a:gd name="T96" fmla="*/ 1062 w 1440"/>
              <a:gd name="T97" fmla="*/ 225 h 267"/>
              <a:gd name="T98" fmla="*/ 1091 w 1440"/>
              <a:gd name="T99" fmla="*/ 208 h 267"/>
              <a:gd name="T100" fmla="*/ 1112 w 1440"/>
              <a:gd name="T101" fmla="*/ 233 h 267"/>
              <a:gd name="T102" fmla="*/ 1128 w 1440"/>
              <a:gd name="T103" fmla="*/ 224 h 267"/>
              <a:gd name="T104" fmla="*/ 1168 w 1440"/>
              <a:gd name="T105" fmla="*/ 255 h 267"/>
              <a:gd name="T106" fmla="*/ 1154 w 1440"/>
              <a:gd name="T107" fmla="*/ 236 h 267"/>
              <a:gd name="T108" fmla="*/ 1203 w 1440"/>
              <a:gd name="T109" fmla="*/ 256 h 267"/>
              <a:gd name="T110" fmla="*/ 1200 w 1440"/>
              <a:gd name="T111" fmla="*/ 213 h 267"/>
              <a:gd name="T112" fmla="*/ 1227 w 1440"/>
              <a:gd name="T113" fmla="*/ 256 h 267"/>
              <a:gd name="T114" fmla="*/ 1249 w 1440"/>
              <a:gd name="T115" fmla="*/ 260 h 267"/>
              <a:gd name="T116" fmla="*/ 1255 w 1440"/>
              <a:gd name="T117" fmla="*/ 205 h 267"/>
              <a:gd name="T118" fmla="*/ 1297 w 1440"/>
              <a:gd name="T119" fmla="*/ 226 h 267"/>
              <a:gd name="T120" fmla="*/ 1303 w 1440"/>
              <a:gd name="T121" fmla="*/ 243 h 267"/>
              <a:gd name="T122" fmla="*/ 1344 w 1440"/>
              <a:gd name="T123" fmla="*/ 229 h 267"/>
              <a:gd name="T124" fmla="*/ 1328 w 1440"/>
              <a:gd name="T125" fmla="*/ 239 h 267"/>
            </a:gdLst>
            <a:rect l="0" t="0" r="r" b="b"/>
            <a:pathLst>
              <a:path w="1440" h="267">
                <a:moveTo>
                  <a:pt x="17" y="110"/>
                </a:moveTo>
                <a:cubicBezTo>
                  <a:pt x="3" y="110"/>
                  <a:pt x="3" y="110"/>
                  <a:pt x="3" y="110"/>
                </a:cubicBezTo>
                <a:cubicBezTo>
                  <a:pt x="3" y="1"/>
                  <a:pt x="3" y="1"/>
                  <a:pt x="3" y="1"/>
                </a:cubicBezTo>
                <a:cubicBezTo>
                  <a:pt x="81" y="83"/>
                  <a:pt x="81" y="83"/>
                  <a:pt x="81" y="83"/>
                </a:cubicBezTo>
                <a:cubicBezTo>
                  <a:pt x="81" y="7"/>
                  <a:pt x="81" y="7"/>
                  <a:pt x="81" y="7"/>
                </a:cubicBezTo>
                <a:cubicBezTo>
                  <a:pt x="95" y="7"/>
                  <a:pt x="95" y="7"/>
                  <a:pt x="95" y="7"/>
                </a:cubicBezTo>
                <a:cubicBezTo>
                  <a:pt x="95" y="117"/>
                  <a:pt x="95" y="117"/>
                  <a:pt x="95" y="117"/>
                </a:cubicBezTo>
                <a:cubicBezTo>
                  <a:pt x="17" y="35"/>
                  <a:pt x="17" y="35"/>
                  <a:pt x="17" y="35"/>
                </a:cubicBezTo>
                <a:lnTo>
                  <a:pt x="17" y="110"/>
                </a:lnTo>
                <a:close/>
                <a:moveTo>
                  <a:pt x="130" y="110"/>
                </a:moveTo>
                <a:cubicBezTo>
                  <a:pt x="145" y="110"/>
                  <a:pt x="145" y="110"/>
                  <a:pt x="145" y="110"/>
                </a:cubicBezTo>
                <a:cubicBezTo>
                  <a:pt x="178" y="33"/>
                  <a:pt x="178" y="33"/>
                  <a:pt x="178" y="33"/>
                </a:cubicBezTo>
                <a:cubicBezTo>
                  <a:pt x="210" y="109"/>
                  <a:pt x="210" y="109"/>
                  <a:pt x="210" y="109"/>
                </a:cubicBezTo>
                <a:cubicBezTo>
                  <a:pt x="210" y="110"/>
                  <a:pt x="210" y="110"/>
                  <a:pt x="210" y="110"/>
                </a:cubicBezTo>
                <a:cubicBezTo>
                  <a:pt x="225" y="110"/>
                  <a:pt x="225" y="110"/>
                  <a:pt x="225" y="110"/>
                </a:cubicBezTo>
                <a:cubicBezTo>
                  <a:pt x="178" y="0"/>
                  <a:pt x="178" y="0"/>
                  <a:pt x="178" y="0"/>
                </a:cubicBezTo>
                <a:lnTo>
                  <a:pt x="130" y="110"/>
                </a:lnTo>
                <a:close/>
                <a:moveTo>
                  <a:pt x="700" y="110"/>
                </a:moveTo>
                <a:cubicBezTo>
                  <a:pt x="715" y="110"/>
                  <a:pt x="715" y="110"/>
                  <a:pt x="715" y="110"/>
                </a:cubicBezTo>
                <a:cubicBezTo>
                  <a:pt x="748" y="33"/>
                  <a:pt x="748" y="33"/>
                  <a:pt x="748" y="33"/>
                </a:cubicBezTo>
                <a:cubicBezTo>
                  <a:pt x="780" y="109"/>
                  <a:pt x="780" y="109"/>
                  <a:pt x="780" y="109"/>
                </a:cubicBezTo>
                <a:cubicBezTo>
                  <a:pt x="780" y="110"/>
                  <a:pt x="780" y="110"/>
                  <a:pt x="780" y="110"/>
                </a:cubicBezTo>
                <a:cubicBezTo>
                  <a:pt x="795" y="110"/>
                  <a:pt x="795" y="110"/>
                  <a:pt x="795" y="110"/>
                </a:cubicBezTo>
                <a:cubicBezTo>
                  <a:pt x="748" y="0"/>
                  <a:pt x="748" y="0"/>
                  <a:pt x="748" y="0"/>
                </a:cubicBezTo>
                <a:lnTo>
                  <a:pt x="700" y="110"/>
                </a:lnTo>
                <a:close/>
                <a:moveTo>
                  <a:pt x="273" y="110"/>
                </a:moveTo>
                <a:cubicBezTo>
                  <a:pt x="286" y="110"/>
                  <a:pt x="286" y="110"/>
                  <a:pt x="286" y="110"/>
                </a:cubicBezTo>
                <a:cubicBezTo>
                  <a:pt x="286" y="20"/>
                  <a:pt x="286" y="20"/>
                  <a:pt x="286" y="20"/>
                </a:cubicBezTo>
                <a:cubicBezTo>
                  <a:pt x="317" y="20"/>
                  <a:pt x="317" y="20"/>
                  <a:pt x="317" y="20"/>
                </a:cubicBezTo>
                <a:cubicBezTo>
                  <a:pt x="317" y="7"/>
                  <a:pt x="317" y="7"/>
                  <a:pt x="317" y="7"/>
                </a:cubicBezTo>
                <a:cubicBezTo>
                  <a:pt x="242" y="7"/>
                  <a:pt x="242" y="7"/>
                  <a:pt x="242" y="7"/>
                </a:cubicBezTo>
                <a:cubicBezTo>
                  <a:pt x="242" y="20"/>
                  <a:pt x="242" y="20"/>
                  <a:pt x="242" y="20"/>
                </a:cubicBezTo>
                <a:cubicBezTo>
                  <a:pt x="273" y="20"/>
                  <a:pt x="273" y="20"/>
                  <a:pt x="273" y="20"/>
                </a:cubicBezTo>
                <a:lnTo>
                  <a:pt x="273" y="110"/>
                </a:lnTo>
                <a:close/>
                <a:moveTo>
                  <a:pt x="374" y="7"/>
                </a:moveTo>
                <a:cubicBezTo>
                  <a:pt x="360" y="7"/>
                  <a:pt x="360" y="7"/>
                  <a:pt x="360" y="7"/>
                </a:cubicBezTo>
                <a:cubicBezTo>
                  <a:pt x="360" y="110"/>
                  <a:pt x="360" y="110"/>
                  <a:pt x="360" y="110"/>
                </a:cubicBezTo>
                <a:cubicBezTo>
                  <a:pt x="374" y="110"/>
                  <a:pt x="374" y="110"/>
                  <a:pt x="374" y="110"/>
                </a:cubicBezTo>
                <a:lnTo>
                  <a:pt x="374" y="7"/>
                </a:lnTo>
                <a:close/>
                <a:moveTo>
                  <a:pt x="475" y="112"/>
                </a:moveTo>
                <a:cubicBezTo>
                  <a:pt x="445" y="112"/>
                  <a:pt x="421" y="88"/>
                  <a:pt x="421" y="59"/>
                </a:cubicBezTo>
                <a:cubicBezTo>
                  <a:pt x="421" y="29"/>
                  <a:pt x="445" y="5"/>
                  <a:pt x="475" y="5"/>
                </a:cubicBezTo>
                <a:cubicBezTo>
                  <a:pt x="505" y="5"/>
                  <a:pt x="528" y="29"/>
                  <a:pt x="528" y="59"/>
                </a:cubicBezTo>
                <a:cubicBezTo>
                  <a:pt x="528" y="88"/>
                  <a:pt x="505" y="112"/>
                  <a:pt x="475" y="112"/>
                </a:cubicBezTo>
                <a:close/>
                <a:moveTo>
                  <a:pt x="475" y="19"/>
                </a:moveTo>
                <a:cubicBezTo>
                  <a:pt x="453" y="19"/>
                  <a:pt x="435" y="37"/>
                  <a:pt x="435" y="59"/>
                </a:cubicBezTo>
                <a:cubicBezTo>
                  <a:pt x="435" y="81"/>
                  <a:pt x="453" y="99"/>
                  <a:pt x="475" y="99"/>
                </a:cubicBezTo>
                <a:cubicBezTo>
                  <a:pt x="497" y="99"/>
                  <a:pt x="514" y="81"/>
                  <a:pt x="514" y="59"/>
                </a:cubicBezTo>
                <a:cubicBezTo>
                  <a:pt x="514" y="37"/>
                  <a:pt x="497" y="19"/>
                  <a:pt x="475" y="19"/>
                </a:cubicBezTo>
                <a:close/>
                <a:moveTo>
                  <a:pt x="586" y="35"/>
                </a:moveTo>
                <a:cubicBezTo>
                  <a:pt x="664" y="117"/>
                  <a:pt x="664" y="117"/>
                  <a:pt x="664" y="117"/>
                </a:cubicBezTo>
                <a:cubicBezTo>
                  <a:pt x="664" y="7"/>
                  <a:pt x="664" y="7"/>
                  <a:pt x="664" y="7"/>
                </a:cubicBezTo>
                <a:cubicBezTo>
                  <a:pt x="650" y="7"/>
                  <a:pt x="650" y="7"/>
                  <a:pt x="650" y="7"/>
                </a:cubicBezTo>
                <a:cubicBezTo>
                  <a:pt x="650" y="83"/>
                  <a:pt x="650" y="83"/>
                  <a:pt x="650" y="83"/>
                </a:cubicBezTo>
                <a:cubicBezTo>
                  <a:pt x="572" y="1"/>
                  <a:pt x="572" y="1"/>
                  <a:pt x="572" y="1"/>
                </a:cubicBezTo>
                <a:cubicBezTo>
                  <a:pt x="572" y="110"/>
                  <a:pt x="572" y="110"/>
                  <a:pt x="572" y="110"/>
                </a:cubicBezTo>
                <a:cubicBezTo>
                  <a:pt x="586" y="110"/>
                  <a:pt x="586" y="110"/>
                  <a:pt x="586" y="110"/>
                </a:cubicBezTo>
                <a:lnTo>
                  <a:pt x="586" y="35"/>
                </a:lnTo>
                <a:close/>
                <a:moveTo>
                  <a:pt x="843" y="7"/>
                </a:moveTo>
                <a:cubicBezTo>
                  <a:pt x="830" y="7"/>
                  <a:pt x="830" y="7"/>
                  <a:pt x="830" y="7"/>
                </a:cubicBezTo>
                <a:cubicBezTo>
                  <a:pt x="830" y="110"/>
                  <a:pt x="830" y="110"/>
                  <a:pt x="830" y="110"/>
                </a:cubicBezTo>
                <a:cubicBezTo>
                  <a:pt x="885" y="110"/>
                  <a:pt x="885" y="110"/>
                  <a:pt x="885" y="110"/>
                </a:cubicBezTo>
                <a:cubicBezTo>
                  <a:pt x="885" y="97"/>
                  <a:pt x="885" y="97"/>
                  <a:pt x="885" y="97"/>
                </a:cubicBezTo>
                <a:cubicBezTo>
                  <a:pt x="843" y="97"/>
                  <a:pt x="843" y="97"/>
                  <a:pt x="843" y="97"/>
                </a:cubicBezTo>
                <a:lnTo>
                  <a:pt x="843" y="7"/>
                </a:lnTo>
                <a:close/>
                <a:moveTo>
                  <a:pt x="169" y="156"/>
                </a:moveTo>
                <a:cubicBezTo>
                  <a:pt x="139" y="156"/>
                  <a:pt x="116" y="179"/>
                  <a:pt x="116" y="209"/>
                </a:cubicBezTo>
                <a:cubicBezTo>
                  <a:pt x="116" y="240"/>
                  <a:pt x="139" y="262"/>
                  <a:pt x="169" y="262"/>
                </a:cubicBezTo>
                <a:cubicBezTo>
                  <a:pt x="175" y="262"/>
                  <a:pt x="188" y="261"/>
                  <a:pt x="200" y="252"/>
                </a:cubicBezTo>
                <a:cubicBezTo>
                  <a:pt x="200" y="252"/>
                  <a:pt x="200" y="252"/>
                  <a:pt x="200" y="252"/>
                </a:cubicBezTo>
                <a:cubicBezTo>
                  <a:pt x="200" y="234"/>
                  <a:pt x="200" y="234"/>
                  <a:pt x="200" y="234"/>
                </a:cubicBezTo>
                <a:cubicBezTo>
                  <a:pt x="198" y="236"/>
                  <a:pt x="198" y="236"/>
                  <a:pt x="198" y="236"/>
                </a:cubicBezTo>
                <a:cubicBezTo>
                  <a:pt x="196" y="239"/>
                  <a:pt x="192" y="242"/>
                  <a:pt x="187" y="245"/>
                </a:cubicBezTo>
                <a:cubicBezTo>
                  <a:pt x="181" y="247"/>
                  <a:pt x="175" y="249"/>
                  <a:pt x="169" y="249"/>
                </a:cubicBezTo>
                <a:cubicBezTo>
                  <a:pt x="142" y="249"/>
                  <a:pt x="130" y="226"/>
                  <a:pt x="130" y="210"/>
                </a:cubicBezTo>
                <a:cubicBezTo>
                  <a:pt x="130" y="187"/>
                  <a:pt x="147" y="169"/>
                  <a:pt x="169" y="169"/>
                </a:cubicBezTo>
                <a:cubicBezTo>
                  <a:pt x="174" y="169"/>
                  <a:pt x="180" y="170"/>
                  <a:pt x="185" y="173"/>
                </a:cubicBezTo>
                <a:cubicBezTo>
                  <a:pt x="190" y="175"/>
                  <a:pt x="194" y="178"/>
                  <a:pt x="198" y="182"/>
                </a:cubicBezTo>
                <a:cubicBezTo>
                  <a:pt x="200" y="184"/>
                  <a:pt x="200" y="184"/>
                  <a:pt x="200" y="184"/>
                </a:cubicBezTo>
                <a:cubicBezTo>
                  <a:pt x="200" y="166"/>
                  <a:pt x="200" y="166"/>
                  <a:pt x="200" y="166"/>
                </a:cubicBezTo>
                <a:cubicBezTo>
                  <a:pt x="200" y="166"/>
                  <a:pt x="200" y="166"/>
                  <a:pt x="200" y="166"/>
                </a:cubicBezTo>
                <a:cubicBezTo>
                  <a:pt x="191" y="159"/>
                  <a:pt x="181" y="156"/>
                  <a:pt x="169" y="156"/>
                </a:cubicBezTo>
                <a:close/>
                <a:moveTo>
                  <a:pt x="437" y="209"/>
                </a:moveTo>
                <a:cubicBezTo>
                  <a:pt x="437" y="225"/>
                  <a:pt x="431" y="238"/>
                  <a:pt x="419" y="249"/>
                </a:cubicBezTo>
                <a:cubicBezTo>
                  <a:pt x="409" y="257"/>
                  <a:pt x="399" y="261"/>
                  <a:pt x="382" y="261"/>
                </a:cubicBezTo>
                <a:cubicBezTo>
                  <a:pt x="360" y="261"/>
                  <a:pt x="360" y="261"/>
                  <a:pt x="360" y="261"/>
                </a:cubicBezTo>
                <a:cubicBezTo>
                  <a:pt x="360" y="157"/>
                  <a:pt x="360" y="157"/>
                  <a:pt x="360" y="157"/>
                </a:cubicBezTo>
                <a:cubicBezTo>
                  <a:pt x="382" y="157"/>
                  <a:pt x="382" y="157"/>
                  <a:pt x="382" y="157"/>
                </a:cubicBezTo>
                <a:cubicBezTo>
                  <a:pt x="393" y="157"/>
                  <a:pt x="407" y="159"/>
                  <a:pt x="420" y="170"/>
                </a:cubicBezTo>
                <a:cubicBezTo>
                  <a:pt x="426" y="175"/>
                  <a:pt x="437" y="187"/>
                  <a:pt x="437" y="209"/>
                </a:cubicBezTo>
                <a:close/>
                <a:moveTo>
                  <a:pt x="423" y="209"/>
                </a:moveTo>
                <a:cubicBezTo>
                  <a:pt x="423" y="186"/>
                  <a:pt x="407" y="171"/>
                  <a:pt x="382" y="171"/>
                </a:cubicBezTo>
                <a:cubicBezTo>
                  <a:pt x="374" y="171"/>
                  <a:pt x="374" y="171"/>
                  <a:pt x="374" y="171"/>
                </a:cubicBezTo>
                <a:cubicBezTo>
                  <a:pt x="374" y="247"/>
                  <a:pt x="374" y="247"/>
                  <a:pt x="374" y="247"/>
                </a:cubicBezTo>
                <a:cubicBezTo>
                  <a:pt x="382" y="247"/>
                  <a:pt x="382" y="247"/>
                  <a:pt x="382" y="247"/>
                </a:cubicBezTo>
                <a:cubicBezTo>
                  <a:pt x="390" y="247"/>
                  <a:pt x="401" y="246"/>
                  <a:pt x="410" y="239"/>
                </a:cubicBezTo>
                <a:cubicBezTo>
                  <a:pt x="416" y="234"/>
                  <a:pt x="423" y="224"/>
                  <a:pt x="423" y="209"/>
                </a:cubicBezTo>
                <a:close/>
                <a:moveTo>
                  <a:pt x="479" y="261"/>
                </a:moveTo>
                <a:cubicBezTo>
                  <a:pt x="541" y="261"/>
                  <a:pt x="541" y="261"/>
                  <a:pt x="541" y="261"/>
                </a:cubicBezTo>
                <a:cubicBezTo>
                  <a:pt x="541" y="247"/>
                  <a:pt x="541" y="247"/>
                  <a:pt x="541" y="247"/>
                </a:cubicBezTo>
                <a:cubicBezTo>
                  <a:pt x="493" y="247"/>
                  <a:pt x="493" y="247"/>
                  <a:pt x="493" y="247"/>
                </a:cubicBezTo>
                <a:cubicBezTo>
                  <a:pt x="493" y="211"/>
                  <a:pt x="493" y="211"/>
                  <a:pt x="493" y="211"/>
                </a:cubicBezTo>
                <a:cubicBezTo>
                  <a:pt x="535" y="211"/>
                  <a:pt x="535" y="211"/>
                  <a:pt x="535" y="211"/>
                </a:cubicBezTo>
                <a:cubicBezTo>
                  <a:pt x="535" y="198"/>
                  <a:pt x="535" y="198"/>
                  <a:pt x="535" y="198"/>
                </a:cubicBezTo>
                <a:cubicBezTo>
                  <a:pt x="493" y="198"/>
                  <a:pt x="493" y="198"/>
                  <a:pt x="493" y="198"/>
                </a:cubicBezTo>
                <a:cubicBezTo>
                  <a:pt x="493" y="171"/>
                  <a:pt x="493" y="171"/>
                  <a:pt x="493" y="171"/>
                </a:cubicBezTo>
                <a:cubicBezTo>
                  <a:pt x="541" y="171"/>
                  <a:pt x="541" y="171"/>
                  <a:pt x="541" y="171"/>
                </a:cubicBezTo>
                <a:cubicBezTo>
                  <a:pt x="541" y="157"/>
                  <a:pt x="541" y="157"/>
                  <a:pt x="541" y="157"/>
                </a:cubicBezTo>
                <a:cubicBezTo>
                  <a:pt x="479" y="157"/>
                  <a:pt x="479" y="157"/>
                  <a:pt x="479" y="157"/>
                </a:cubicBezTo>
                <a:lnTo>
                  <a:pt x="479" y="261"/>
                </a:lnTo>
                <a:close/>
                <a:moveTo>
                  <a:pt x="805" y="261"/>
                </a:moveTo>
                <a:cubicBezTo>
                  <a:pt x="866" y="261"/>
                  <a:pt x="866" y="261"/>
                  <a:pt x="866" y="261"/>
                </a:cubicBezTo>
                <a:cubicBezTo>
                  <a:pt x="866" y="247"/>
                  <a:pt x="866" y="247"/>
                  <a:pt x="866" y="247"/>
                </a:cubicBezTo>
                <a:cubicBezTo>
                  <a:pt x="819" y="247"/>
                  <a:pt x="819" y="247"/>
                  <a:pt x="819" y="247"/>
                </a:cubicBezTo>
                <a:cubicBezTo>
                  <a:pt x="819" y="211"/>
                  <a:pt x="819" y="211"/>
                  <a:pt x="819" y="211"/>
                </a:cubicBezTo>
                <a:cubicBezTo>
                  <a:pt x="860" y="211"/>
                  <a:pt x="860" y="211"/>
                  <a:pt x="860" y="211"/>
                </a:cubicBezTo>
                <a:cubicBezTo>
                  <a:pt x="860" y="198"/>
                  <a:pt x="860" y="198"/>
                  <a:pt x="860" y="198"/>
                </a:cubicBezTo>
                <a:cubicBezTo>
                  <a:pt x="819" y="198"/>
                  <a:pt x="819" y="198"/>
                  <a:pt x="819" y="198"/>
                </a:cubicBezTo>
                <a:cubicBezTo>
                  <a:pt x="819" y="171"/>
                  <a:pt x="819" y="171"/>
                  <a:pt x="819" y="171"/>
                </a:cubicBezTo>
                <a:cubicBezTo>
                  <a:pt x="866" y="171"/>
                  <a:pt x="866" y="171"/>
                  <a:pt x="866" y="171"/>
                </a:cubicBezTo>
                <a:cubicBezTo>
                  <a:pt x="866" y="157"/>
                  <a:pt x="866" y="157"/>
                  <a:pt x="866" y="157"/>
                </a:cubicBezTo>
                <a:cubicBezTo>
                  <a:pt x="805" y="157"/>
                  <a:pt x="805" y="157"/>
                  <a:pt x="805" y="157"/>
                </a:cubicBezTo>
                <a:lnTo>
                  <a:pt x="805" y="261"/>
                </a:lnTo>
                <a:close/>
                <a:moveTo>
                  <a:pt x="634" y="235"/>
                </a:moveTo>
                <a:cubicBezTo>
                  <a:pt x="595" y="149"/>
                  <a:pt x="595" y="149"/>
                  <a:pt x="595" y="149"/>
                </a:cubicBezTo>
                <a:cubicBezTo>
                  <a:pt x="578" y="261"/>
                  <a:pt x="578" y="261"/>
                  <a:pt x="578" y="261"/>
                </a:cubicBezTo>
                <a:cubicBezTo>
                  <a:pt x="592" y="261"/>
                  <a:pt x="592" y="261"/>
                  <a:pt x="592" y="261"/>
                </a:cubicBezTo>
                <a:cubicBezTo>
                  <a:pt x="601" y="194"/>
                  <a:pt x="601" y="194"/>
                  <a:pt x="601" y="194"/>
                </a:cubicBezTo>
                <a:cubicBezTo>
                  <a:pt x="634" y="267"/>
                  <a:pt x="634" y="267"/>
                  <a:pt x="634" y="267"/>
                </a:cubicBezTo>
                <a:cubicBezTo>
                  <a:pt x="668" y="194"/>
                  <a:pt x="668" y="194"/>
                  <a:pt x="668" y="194"/>
                </a:cubicBezTo>
                <a:cubicBezTo>
                  <a:pt x="677" y="261"/>
                  <a:pt x="677" y="261"/>
                  <a:pt x="677" y="261"/>
                </a:cubicBezTo>
                <a:cubicBezTo>
                  <a:pt x="691" y="261"/>
                  <a:pt x="691" y="261"/>
                  <a:pt x="691" y="261"/>
                </a:cubicBezTo>
                <a:cubicBezTo>
                  <a:pt x="674" y="148"/>
                  <a:pt x="674" y="148"/>
                  <a:pt x="674" y="148"/>
                </a:cubicBezTo>
                <a:lnTo>
                  <a:pt x="634" y="235"/>
                </a:lnTo>
                <a:close/>
                <a:moveTo>
                  <a:pt x="737" y="261"/>
                </a:moveTo>
                <a:cubicBezTo>
                  <a:pt x="751" y="261"/>
                  <a:pt x="751" y="261"/>
                  <a:pt x="751" y="261"/>
                </a:cubicBezTo>
                <a:cubicBezTo>
                  <a:pt x="751" y="157"/>
                  <a:pt x="751" y="157"/>
                  <a:pt x="751" y="157"/>
                </a:cubicBezTo>
                <a:cubicBezTo>
                  <a:pt x="737" y="157"/>
                  <a:pt x="737" y="157"/>
                  <a:pt x="737" y="157"/>
                </a:cubicBezTo>
                <a:lnTo>
                  <a:pt x="737" y="261"/>
                </a:lnTo>
                <a:close/>
                <a:moveTo>
                  <a:pt x="955" y="211"/>
                </a:moveTo>
                <a:cubicBezTo>
                  <a:pt x="950" y="207"/>
                  <a:pt x="945" y="204"/>
                  <a:pt x="939" y="201"/>
                </a:cubicBezTo>
                <a:cubicBezTo>
                  <a:pt x="929" y="197"/>
                  <a:pt x="929" y="197"/>
                  <a:pt x="929" y="197"/>
                </a:cubicBezTo>
                <a:cubicBezTo>
                  <a:pt x="925" y="195"/>
                  <a:pt x="922" y="194"/>
                  <a:pt x="919" y="191"/>
                </a:cubicBezTo>
                <a:cubicBezTo>
                  <a:pt x="916" y="189"/>
                  <a:pt x="916" y="187"/>
                  <a:pt x="916" y="183"/>
                </a:cubicBezTo>
                <a:cubicBezTo>
                  <a:pt x="916" y="175"/>
                  <a:pt x="922" y="169"/>
                  <a:pt x="931" y="169"/>
                </a:cubicBezTo>
                <a:cubicBezTo>
                  <a:pt x="936" y="169"/>
                  <a:pt x="940" y="171"/>
                  <a:pt x="942" y="172"/>
                </a:cubicBezTo>
                <a:cubicBezTo>
                  <a:pt x="944" y="174"/>
                  <a:pt x="946" y="177"/>
                  <a:pt x="947" y="179"/>
                </a:cubicBezTo>
                <a:cubicBezTo>
                  <a:pt x="948" y="181"/>
                  <a:pt x="948" y="181"/>
                  <a:pt x="948" y="181"/>
                </a:cubicBezTo>
                <a:cubicBezTo>
                  <a:pt x="959" y="173"/>
                  <a:pt x="959" y="173"/>
                  <a:pt x="959" y="173"/>
                </a:cubicBezTo>
                <a:cubicBezTo>
                  <a:pt x="958" y="172"/>
                  <a:pt x="958" y="172"/>
                  <a:pt x="958" y="172"/>
                </a:cubicBezTo>
                <a:cubicBezTo>
                  <a:pt x="956" y="167"/>
                  <a:pt x="952" y="163"/>
                  <a:pt x="948" y="161"/>
                </a:cubicBezTo>
                <a:cubicBezTo>
                  <a:pt x="943" y="157"/>
                  <a:pt x="938" y="156"/>
                  <a:pt x="931" y="156"/>
                </a:cubicBezTo>
                <a:cubicBezTo>
                  <a:pt x="914" y="156"/>
                  <a:pt x="902" y="167"/>
                  <a:pt x="902" y="183"/>
                </a:cubicBezTo>
                <a:cubicBezTo>
                  <a:pt x="902" y="190"/>
                  <a:pt x="904" y="195"/>
                  <a:pt x="909" y="200"/>
                </a:cubicBezTo>
                <a:cubicBezTo>
                  <a:pt x="913" y="205"/>
                  <a:pt x="918" y="207"/>
                  <a:pt x="922" y="209"/>
                </a:cubicBezTo>
                <a:cubicBezTo>
                  <a:pt x="932" y="213"/>
                  <a:pt x="932" y="213"/>
                  <a:pt x="932" y="213"/>
                </a:cubicBezTo>
                <a:cubicBezTo>
                  <a:pt x="937" y="215"/>
                  <a:pt x="941" y="217"/>
                  <a:pt x="944" y="220"/>
                </a:cubicBezTo>
                <a:cubicBezTo>
                  <a:pt x="947" y="223"/>
                  <a:pt x="948" y="226"/>
                  <a:pt x="948" y="231"/>
                </a:cubicBezTo>
                <a:cubicBezTo>
                  <a:pt x="948" y="240"/>
                  <a:pt x="942" y="249"/>
                  <a:pt x="929" y="249"/>
                </a:cubicBezTo>
                <a:cubicBezTo>
                  <a:pt x="924" y="249"/>
                  <a:pt x="919" y="247"/>
                  <a:pt x="916" y="244"/>
                </a:cubicBezTo>
                <a:cubicBezTo>
                  <a:pt x="913" y="241"/>
                  <a:pt x="911" y="236"/>
                  <a:pt x="910" y="232"/>
                </a:cubicBezTo>
                <a:cubicBezTo>
                  <a:pt x="910" y="230"/>
                  <a:pt x="910" y="230"/>
                  <a:pt x="910" y="230"/>
                </a:cubicBezTo>
                <a:cubicBezTo>
                  <a:pt x="896" y="234"/>
                  <a:pt x="896" y="234"/>
                  <a:pt x="896" y="234"/>
                </a:cubicBezTo>
                <a:cubicBezTo>
                  <a:pt x="897" y="235"/>
                  <a:pt x="897" y="235"/>
                  <a:pt x="897" y="235"/>
                </a:cubicBezTo>
                <a:cubicBezTo>
                  <a:pt x="898" y="243"/>
                  <a:pt x="902" y="249"/>
                  <a:pt x="906" y="254"/>
                </a:cubicBezTo>
                <a:cubicBezTo>
                  <a:pt x="912" y="260"/>
                  <a:pt x="920" y="262"/>
                  <a:pt x="929" y="262"/>
                </a:cubicBezTo>
                <a:cubicBezTo>
                  <a:pt x="948" y="262"/>
                  <a:pt x="962" y="249"/>
                  <a:pt x="962" y="230"/>
                </a:cubicBezTo>
                <a:cubicBezTo>
                  <a:pt x="962" y="222"/>
                  <a:pt x="960" y="216"/>
                  <a:pt x="955" y="211"/>
                </a:cubicBezTo>
                <a:close/>
                <a:moveTo>
                  <a:pt x="0" y="261"/>
                </a:moveTo>
                <a:cubicBezTo>
                  <a:pt x="15" y="261"/>
                  <a:pt x="15" y="261"/>
                  <a:pt x="15" y="261"/>
                </a:cubicBezTo>
                <a:cubicBezTo>
                  <a:pt x="48" y="184"/>
                  <a:pt x="48" y="184"/>
                  <a:pt x="48" y="184"/>
                </a:cubicBezTo>
                <a:cubicBezTo>
                  <a:pt x="79" y="260"/>
                  <a:pt x="79" y="260"/>
                  <a:pt x="79" y="260"/>
                </a:cubicBezTo>
                <a:cubicBezTo>
                  <a:pt x="80" y="261"/>
                  <a:pt x="80" y="261"/>
                  <a:pt x="80" y="261"/>
                </a:cubicBezTo>
                <a:cubicBezTo>
                  <a:pt x="95" y="261"/>
                  <a:pt x="95" y="261"/>
                  <a:pt x="95" y="261"/>
                </a:cubicBezTo>
                <a:cubicBezTo>
                  <a:pt x="48" y="151"/>
                  <a:pt x="48" y="151"/>
                  <a:pt x="48" y="151"/>
                </a:cubicBezTo>
                <a:lnTo>
                  <a:pt x="0" y="261"/>
                </a:lnTo>
                <a:close/>
                <a:moveTo>
                  <a:pt x="229" y="261"/>
                </a:moveTo>
                <a:cubicBezTo>
                  <a:pt x="244" y="261"/>
                  <a:pt x="244" y="261"/>
                  <a:pt x="244" y="261"/>
                </a:cubicBezTo>
                <a:cubicBezTo>
                  <a:pt x="277" y="184"/>
                  <a:pt x="277" y="184"/>
                  <a:pt x="277" y="184"/>
                </a:cubicBezTo>
                <a:cubicBezTo>
                  <a:pt x="309" y="260"/>
                  <a:pt x="309" y="260"/>
                  <a:pt x="309" y="260"/>
                </a:cubicBezTo>
                <a:cubicBezTo>
                  <a:pt x="309" y="261"/>
                  <a:pt x="309" y="261"/>
                  <a:pt x="309" y="261"/>
                </a:cubicBezTo>
                <a:cubicBezTo>
                  <a:pt x="324" y="261"/>
                  <a:pt x="324" y="261"/>
                  <a:pt x="324" y="261"/>
                </a:cubicBezTo>
                <a:cubicBezTo>
                  <a:pt x="277" y="151"/>
                  <a:pt x="277" y="151"/>
                  <a:pt x="277" y="151"/>
                </a:cubicBezTo>
                <a:lnTo>
                  <a:pt x="229" y="261"/>
                </a:lnTo>
                <a:close/>
                <a:moveTo>
                  <a:pt x="1071" y="11"/>
                </a:moveTo>
                <a:cubicBezTo>
                  <a:pt x="1071" y="18"/>
                  <a:pt x="1071" y="18"/>
                  <a:pt x="1071" y="18"/>
                </a:cubicBezTo>
                <a:cubicBezTo>
                  <a:pt x="1075" y="18"/>
                  <a:pt x="1075" y="18"/>
                  <a:pt x="1075" y="18"/>
                </a:cubicBezTo>
                <a:cubicBezTo>
                  <a:pt x="1077" y="9"/>
                  <a:pt x="1077" y="9"/>
                  <a:pt x="1077" y="9"/>
                </a:cubicBezTo>
                <a:cubicBezTo>
                  <a:pt x="1076" y="8"/>
                  <a:pt x="1074" y="7"/>
                  <a:pt x="1072" y="6"/>
                </a:cubicBezTo>
                <a:cubicBezTo>
                  <a:pt x="1070" y="6"/>
                  <a:pt x="1067" y="6"/>
                  <a:pt x="1064" y="6"/>
                </a:cubicBezTo>
                <a:cubicBezTo>
                  <a:pt x="1061" y="6"/>
                  <a:pt x="1058" y="6"/>
                  <a:pt x="1056" y="7"/>
                </a:cubicBezTo>
                <a:cubicBezTo>
                  <a:pt x="1053" y="9"/>
                  <a:pt x="1051" y="10"/>
                  <a:pt x="1049" y="12"/>
                </a:cubicBezTo>
                <a:cubicBezTo>
                  <a:pt x="1048" y="14"/>
                  <a:pt x="1047" y="17"/>
                  <a:pt x="1047" y="20"/>
                </a:cubicBezTo>
                <a:cubicBezTo>
                  <a:pt x="1047" y="22"/>
                  <a:pt x="1048" y="24"/>
                  <a:pt x="1049" y="26"/>
                </a:cubicBezTo>
                <a:cubicBezTo>
                  <a:pt x="1050" y="28"/>
                  <a:pt x="1051" y="30"/>
                  <a:pt x="1053" y="31"/>
                </a:cubicBezTo>
                <a:cubicBezTo>
                  <a:pt x="1055" y="32"/>
                  <a:pt x="1057" y="34"/>
                  <a:pt x="1059" y="35"/>
                </a:cubicBezTo>
                <a:cubicBezTo>
                  <a:pt x="1062" y="37"/>
                  <a:pt x="1064" y="39"/>
                  <a:pt x="1066" y="40"/>
                </a:cubicBezTo>
                <a:cubicBezTo>
                  <a:pt x="1067" y="42"/>
                  <a:pt x="1068" y="44"/>
                  <a:pt x="1068" y="47"/>
                </a:cubicBezTo>
                <a:cubicBezTo>
                  <a:pt x="1068" y="49"/>
                  <a:pt x="1067" y="52"/>
                  <a:pt x="1065" y="53"/>
                </a:cubicBezTo>
                <a:cubicBezTo>
                  <a:pt x="1062" y="55"/>
                  <a:pt x="1060" y="56"/>
                  <a:pt x="1057" y="56"/>
                </a:cubicBezTo>
                <a:cubicBezTo>
                  <a:pt x="1055" y="56"/>
                  <a:pt x="1053" y="56"/>
                  <a:pt x="1052" y="55"/>
                </a:cubicBezTo>
                <a:cubicBezTo>
                  <a:pt x="1050" y="55"/>
                  <a:pt x="1049" y="54"/>
                  <a:pt x="1048" y="54"/>
                </a:cubicBezTo>
                <a:cubicBezTo>
                  <a:pt x="1048" y="46"/>
                  <a:pt x="1048" y="46"/>
                  <a:pt x="1048" y="46"/>
                </a:cubicBezTo>
                <a:cubicBezTo>
                  <a:pt x="1044" y="46"/>
                  <a:pt x="1044" y="46"/>
                  <a:pt x="1044" y="46"/>
                </a:cubicBezTo>
                <a:cubicBezTo>
                  <a:pt x="1042" y="56"/>
                  <a:pt x="1042" y="56"/>
                  <a:pt x="1042" y="56"/>
                </a:cubicBezTo>
                <a:cubicBezTo>
                  <a:pt x="1043" y="57"/>
                  <a:pt x="1045" y="58"/>
                  <a:pt x="1048" y="58"/>
                </a:cubicBezTo>
                <a:cubicBezTo>
                  <a:pt x="1051" y="59"/>
                  <a:pt x="1054" y="59"/>
                  <a:pt x="1057" y="59"/>
                </a:cubicBezTo>
                <a:cubicBezTo>
                  <a:pt x="1060" y="59"/>
                  <a:pt x="1063" y="59"/>
                  <a:pt x="1066" y="57"/>
                </a:cubicBezTo>
                <a:cubicBezTo>
                  <a:pt x="1069" y="56"/>
                  <a:pt x="1071" y="54"/>
                  <a:pt x="1073" y="52"/>
                </a:cubicBezTo>
                <a:cubicBezTo>
                  <a:pt x="1074" y="50"/>
                  <a:pt x="1075" y="47"/>
                  <a:pt x="1075" y="44"/>
                </a:cubicBezTo>
                <a:cubicBezTo>
                  <a:pt x="1075" y="42"/>
                  <a:pt x="1074" y="40"/>
                  <a:pt x="1073" y="38"/>
                </a:cubicBezTo>
                <a:cubicBezTo>
                  <a:pt x="1072" y="36"/>
                  <a:pt x="1071" y="35"/>
                  <a:pt x="1069" y="34"/>
                </a:cubicBezTo>
                <a:cubicBezTo>
                  <a:pt x="1068" y="32"/>
                  <a:pt x="1066" y="31"/>
                  <a:pt x="1064" y="29"/>
                </a:cubicBezTo>
                <a:cubicBezTo>
                  <a:pt x="1060" y="27"/>
                  <a:pt x="1058" y="25"/>
                  <a:pt x="1056" y="24"/>
                </a:cubicBezTo>
                <a:cubicBezTo>
                  <a:pt x="1055" y="22"/>
                  <a:pt x="1054" y="20"/>
                  <a:pt x="1054" y="17"/>
                </a:cubicBezTo>
                <a:cubicBezTo>
                  <a:pt x="1054" y="15"/>
                  <a:pt x="1055" y="13"/>
                  <a:pt x="1057" y="11"/>
                </a:cubicBezTo>
                <a:cubicBezTo>
                  <a:pt x="1059" y="10"/>
                  <a:pt x="1061" y="9"/>
                  <a:pt x="1064" y="9"/>
                </a:cubicBezTo>
                <a:cubicBezTo>
                  <a:pt x="1065" y="9"/>
                  <a:pt x="1067" y="9"/>
                  <a:pt x="1068" y="10"/>
                </a:cubicBezTo>
                <a:cubicBezTo>
                  <a:pt x="1069" y="10"/>
                  <a:pt x="1070" y="10"/>
                  <a:pt x="1071" y="11"/>
                </a:cubicBezTo>
                <a:close/>
                <a:moveTo>
                  <a:pt x="1107" y="27"/>
                </a:moveTo>
                <a:cubicBezTo>
                  <a:pt x="1108" y="27"/>
                  <a:pt x="1108" y="27"/>
                  <a:pt x="1108" y="27"/>
                </a:cubicBezTo>
                <a:cubicBezTo>
                  <a:pt x="1110" y="20"/>
                  <a:pt x="1110" y="20"/>
                  <a:pt x="1110" y="20"/>
                </a:cubicBezTo>
                <a:cubicBezTo>
                  <a:pt x="1109" y="20"/>
                  <a:pt x="1108" y="19"/>
                  <a:pt x="1107" y="19"/>
                </a:cubicBezTo>
                <a:cubicBezTo>
                  <a:pt x="1105" y="19"/>
                  <a:pt x="1104" y="19"/>
                  <a:pt x="1102" y="19"/>
                </a:cubicBezTo>
                <a:cubicBezTo>
                  <a:pt x="1098" y="19"/>
                  <a:pt x="1094" y="20"/>
                  <a:pt x="1091" y="22"/>
                </a:cubicBezTo>
                <a:cubicBezTo>
                  <a:pt x="1088" y="25"/>
                  <a:pt x="1086" y="28"/>
                  <a:pt x="1084" y="32"/>
                </a:cubicBezTo>
                <a:cubicBezTo>
                  <a:pt x="1083" y="36"/>
                  <a:pt x="1082" y="40"/>
                  <a:pt x="1082" y="43"/>
                </a:cubicBezTo>
                <a:cubicBezTo>
                  <a:pt x="1082" y="48"/>
                  <a:pt x="1083" y="52"/>
                  <a:pt x="1085" y="55"/>
                </a:cubicBezTo>
                <a:cubicBezTo>
                  <a:pt x="1087" y="58"/>
                  <a:pt x="1091" y="59"/>
                  <a:pt x="1094" y="59"/>
                </a:cubicBezTo>
                <a:cubicBezTo>
                  <a:pt x="1098" y="59"/>
                  <a:pt x="1100" y="59"/>
                  <a:pt x="1102" y="57"/>
                </a:cubicBezTo>
                <a:cubicBezTo>
                  <a:pt x="1105" y="56"/>
                  <a:pt x="1106" y="54"/>
                  <a:pt x="1108" y="53"/>
                </a:cubicBezTo>
                <a:cubicBezTo>
                  <a:pt x="1106" y="50"/>
                  <a:pt x="1106" y="50"/>
                  <a:pt x="1106" y="50"/>
                </a:cubicBezTo>
                <a:cubicBezTo>
                  <a:pt x="1105" y="52"/>
                  <a:pt x="1103" y="53"/>
                  <a:pt x="1102" y="54"/>
                </a:cubicBezTo>
                <a:cubicBezTo>
                  <a:pt x="1100" y="54"/>
                  <a:pt x="1099" y="55"/>
                  <a:pt x="1097" y="55"/>
                </a:cubicBezTo>
                <a:cubicBezTo>
                  <a:pt x="1094" y="55"/>
                  <a:pt x="1092" y="54"/>
                  <a:pt x="1091" y="52"/>
                </a:cubicBezTo>
                <a:cubicBezTo>
                  <a:pt x="1090" y="50"/>
                  <a:pt x="1089" y="47"/>
                  <a:pt x="1089" y="43"/>
                </a:cubicBezTo>
                <a:cubicBezTo>
                  <a:pt x="1089" y="39"/>
                  <a:pt x="1090" y="35"/>
                  <a:pt x="1091" y="32"/>
                </a:cubicBezTo>
                <a:cubicBezTo>
                  <a:pt x="1092" y="30"/>
                  <a:pt x="1093" y="27"/>
                  <a:pt x="1095" y="26"/>
                </a:cubicBezTo>
                <a:cubicBezTo>
                  <a:pt x="1097" y="24"/>
                  <a:pt x="1099" y="23"/>
                  <a:pt x="1101" y="23"/>
                </a:cubicBezTo>
                <a:cubicBezTo>
                  <a:pt x="1102" y="23"/>
                  <a:pt x="1105" y="24"/>
                  <a:pt x="1107" y="27"/>
                </a:cubicBezTo>
                <a:close/>
                <a:moveTo>
                  <a:pt x="1124" y="52"/>
                </a:moveTo>
                <a:cubicBezTo>
                  <a:pt x="1129" y="19"/>
                  <a:pt x="1129" y="19"/>
                  <a:pt x="1129" y="19"/>
                </a:cubicBezTo>
                <a:cubicBezTo>
                  <a:pt x="1128" y="19"/>
                  <a:pt x="1128" y="19"/>
                  <a:pt x="1128" y="19"/>
                </a:cubicBezTo>
                <a:cubicBezTo>
                  <a:pt x="1118" y="20"/>
                  <a:pt x="1118" y="20"/>
                  <a:pt x="1118" y="20"/>
                </a:cubicBezTo>
                <a:cubicBezTo>
                  <a:pt x="1117" y="23"/>
                  <a:pt x="1117" y="23"/>
                  <a:pt x="1117" y="23"/>
                </a:cubicBezTo>
                <a:cubicBezTo>
                  <a:pt x="1122" y="24"/>
                  <a:pt x="1122" y="24"/>
                  <a:pt x="1122" y="24"/>
                </a:cubicBezTo>
                <a:cubicBezTo>
                  <a:pt x="1121" y="31"/>
                  <a:pt x="1120" y="37"/>
                  <a:pt x="1119" y="41"/>
                </a:cubicBezTo>
                <a:cubicBezTo>
                  <a:pt x="1118" y="49"/>
                  <a:pt x="1117" y="54"/>
                  <a:pt x="1117" y="55"/>
                </a:cubicBezTo>
                <a:cubicBezTo>
                  <a:pt x="1117" y="56"/>
                  <a:pt x="1118" y="57"/>
                  <a:pt x="1118" y="58"/>
                </a:cubicBezTo>
                <a:cubicBezTo>
                  <a:pt x="1119" y="59"/>
                  <a:pt x="1120" y="59"/>
                  <a:pt x="1122" y="59"/>
                </a:cubicBezTo>
                <a:cubicBezTo>
                  <a:pt x="1124" y="59"/>
                  <a:pt x="1125" y="59"/>
                  <a:pt x="1127" y="58"/>
                </a:cubicBezTo>
                <a:cubicBezTo>
                  <a:pt x="1128" y="57"/>
                  <a:pt x="1129" y="55"/>
                  <a:pt x="1130" y="54"/>
                </a:cubicBezTo>
                <a:cubicBezTo>
                  <a:pt x="1129" y="53"/>
                  <a:pt x="1129" y="53"/>
                  <a:pt x="1129" y="53"/>
                </a:cubicBezTo>
                <a:cubicBezTo>
                  <a:pt x="1128" y="54"/>
                  <a:pt x="1128" y="54"/>
                  <a:pt x="1127" y="54"/>
                </a:cubicBezTo>
                <a:cubicBezTo>
                  <a:pt x="1126" y="55"/>
                  <a:pt x="1126" y="55"/>
                  <a:pt x="1125" y="55"/>
                </a:cubicBezTo>
                <a:cubicBezTo>
                  <a:pt x="1125" y="55"/>
                  <a:pt x="1125" y="55"/>
                  <a:pt x="1125" y="54"/>
                </a:cubicBezTo>
                <a:cubicBezTo>
                  <a:pt x="1124" y="54"/>
                  <a:pt x="1124" y="54"/>
                  <a:pt x="1124" y="53"/>
                </a:cubicBezTo>
                <a:lnTo>
                  <a:pt x="1124" y="52"/>
                </a:lnTo>
                <a:close/>
                <a:moveTo>
                  <a:pt x="1127" y="11"/>
                </a:moveTo>
                <a:cubicBezTo>
                  <a:pt x="1128" y="11"/>
                  <a:pt x="1129" y="11"/>
                  <a:pt x="1130" y="10"/>
                </a:cubicBezTo>
                <a:cubicBezTo>
                  <a:pt x="1131" y="9"/>
                  <a:pt x="1131" y="7"/>
                  <a:pt x="1131" y="6"/>
                </a:cubicBezTo>
                <a:cubicBezTo>
                  <a:pt x="1131" y="5"/>
                  <a:pt x="1131" y="4"/>
                  <a:pt x="1130" y="3"/>
                </a:cubicBezTo>
                <a:cubicBezTo>
                  <a:pt x="1130" y="3"/>
                  <a:pt x="1129" y="2"/>
                  <a:pt x="1128" y="2"/>
                </a:cubicBezTo>
                <a:cubicBezTo>
                  <a:pt x="1126" y="2"/>
                  <a:pt x="1125" y="3"/>
                  <a:pt x="1124" y="4"/>
                </a:cubicBezTo>
                <a:cubicBezTo>
                  <a:pt x="1123" y="5"/>
                  <a:pt x="1123" y="6"/>
                  <a:pt x="1123" y="7"/>
                </a:cubicBezTo>
                <a:cubicBezTo>
                  <a:pt x="1123" y="8"/>
                  <a:pt x="1123" y="9"/>
                  <a:pt x="1124" y="10"/>
                </a:cubicBezTo>
                <a:cubicBezTo>
                  <a:pt x="1125" y="11"/>
                  <a:pt x="1126" y="11"/>
                  <a:pt x="1127" y="11"/>
                </a:cubicBezTo>
                <a:close/>
                <a:moveTo>
                  <a:pt x="1166" y="52"/>
                </a:moveTo>
                <a:cubicBezTo>
                  <a:pt x="1165" y="49"/>
                  <a:pt x="1165" y="49"/>
                  <a:pt x="1165" y="49"/>
                </a:cubicBezTo>
                <a:cubicBezTo>
                  <a:pt x="1163" y="51"/>
                  <a:pt x="1161" y="52"/>
                  <a:pt x="1159" y="53"/>
                </a:cubicBezTo>
                <a:cubicBezTo>
                  <a:pt x="1157" y="54"/>
                  <a:pt x="1155" y="55"/>
                  <a:pt x="1153" y="55"/>
                </a:cubicBezTo>
                <a:cubicBezTo>
                  <a:pt x="1150" y="55"/>
                  <a:pt x="1148" y="54"/>
                  <a:pt x="1147" y="51"/>
                </a:cubicBezTo>
                <a:cubicBezTo>
                  <a:pt x="1145" y="49"/>
                  <a:pt x="1145" y="46"/>
                  <a:pt x="1145" y="43"/>
                </a:cubicBezTo>
                <a:cubicBezTo>
                  <a:pt x="1148" y="43"/>
                  <a:pt x="1151" y="42"/>
                  <a:pt x="1155" y="41"/>
                </a:cubicBezTo>
                <a:cubicBezTo>
                  <a:pt x="1158" y="40"/>
                  <a:pt x="1162" y="38"/>
                  <a:pt x="1164" y="36"/>
                </a:cubicBezTo>
                <a:cubicBezTo>
                  <a:pt x="1167" y="33"/>
                  <a:pt x="1168" y="31"/>
                  <a:pt x="1168" y="27"/>
                </a:cubicBezTo>
                <a:cubicBezTo>
                  <a:pt x="1168" y="25"/>
                  <a:pt x="1167" y="23"/>
                  <a:pt x="1166" y="21"/>
                </a:cubicBezTo>
                <a:cubicBezTo>
                  <a:pt x="1164" y="19"/>
                  <a:pt x="1162" y="19"/>
                  <a:pt x="1158" y="19"/>
                </a:cubicBezTo>
                <a:cubicBezTo>
                  <a:pt x="1154" y="19"/>
                  <a:pt x="1151" y="20"/>
                  <a:pt x="1148" y="22"/>
                </a:cubicBezTo>
                <a:cubicBezTo>
                  <a:pt x="1145" y="24"/>
                  <a:pt x="1142" y="28"/>
                  <a:pt x="1140" y="31"/>
                </a:cubicBezTo>
                <a:cubicBezTo>
                  <a:pt x="1138" y="35"/>
                  <a:pt x="1138" y="40"/>
                  <a:pt x="1138" y="44"/>
                </a:cubicBezTo>
                <a:cubicBezTo>
                  <a:pt x="1138" y="47"/>
                  <a:pt x="1138" y="49"/>
                  <a:pt x="1139" y="52"/>
                </a:cubicBezTo>
                <a:cubicBezTo>
                  <a:pt x="1140" y="54"/>
                  <a:pt x="1142" y="56"/>
                  <a:pt x="1144" y="57"/>
                </a:cubicBezTo>
                <a:cubicBezTo>
                  <a:pt x="1146" y="59"/>
                  <a:pt x="1148" y="59"/>
                  <a:pt x="1151" y="59"/>
                </a:cubicBezTo>
                <a:cubicBezTo>
                  <a:pt x="1155" y="59"/>
                  <a:pt x="1158" y="58"/>
                  <a:pt x="1160" y="57"/>
                </a:cubicBezTo>
                <a:cubicBezTo>
                  <a:pt x="1163" y="55"/>
                  <a:pt x="1165" y="54"/>
                  <a:pt x="1166" y="52"/>
                </a:cubicBezTo>
                <a:close/>
                <a:moveTo>
                  <a:pt x="1157" y="22"/>
                </a:moveTo>
                <a:cubicBezTo>
                  <a:pt x="1158" y="22"/>
                  <a:pt x="1159" y="23"/>
                  <a:pt x="1160" y="24"/>
                </a:cubicBezTo>
                <a:cubicBezTo>
                  <a:pt x="1161" y="25"/>
                  <a:pt x="1161" y="26"/>
                  <a:pt x="1161" y="28"/>
                </a:cubicBezTo>
                <a:cubicBezTo>
                  <a:pt x="1161" y="30"/>
                  <a:pt x="1161" y="32"/>
                  <a:pt x="1159" y="34"/>
                </a:cubicBezTo>
                <a:cubicBezTo>
                  <a:pt x="1157" y="35"/>
                  <a:pt x="1155" y="37"/>
                  <a:pt x="1152" y="38"/>
                </a:cubicBezTo>
                <a:cubicBezTo>
                  <a:pt x="1150" y="39"/>
                  <a:pt x="1147" y="39"/>
                  <a:pt x="1145" y="39"/>
                </a:cubicBezTo>
                <a:cubicBezTo>
                  <a:pt x="1145" y="37"/>
                  <a:pt x="1146" y="34"/>
                  <a:pt x="1147" y="32"/>
                </a:cubicBezTo>
                <a:cubicBezTo>
                  <a:pt x="1148" y="29"/>
                  <a:pt x="1149" y="27"/>
                  <a:pt x="1151" y="25"/>
                </a:cubicBezTo>
                <a:cubicBezTo>
                  <a:pt x="1152" y="23"/>
                  <a:pt x="1154" y="22"/>
                  <a:pt x="1157" y="22"/>
                </a:cubicBezTo>
                <a:close/>
                <a:moveTo>
                  <a:pt x="1187" y="28"/>
                </a:moveTo>
                <a:cubicBezTo>
                  <a:pt x="1188" y="19"/>
                  <a:pt x="1188" y="19"/>
                  <a:pt x="1188" y="19"/>
                </a:cubicBezTo>
                <a:cubicBezTo>
                  <a:pt x="1186" y="19"/>
                  <a:pt x="1186" y="19"/>
                  <a:pt x="1186" y="19"/>
                </a:cubicBezTo>
                <a:cubicBezTo>
                  <a:pt x="1178" y="20"/>
                  <a:pt x="1178" y="20"/>
                  <a:pt x="1178" y="20"/>
                </a:cubicBezTo>
                <a:cubicBezTo>
                  <a:pt x="1177" y="23"/>
                  <a:pt x="1177" y="23"/>
                  <a:pt x="1177" y="23"/>
                </a:cubicBezTo>
                <a:cubicBezTo>
                  <a:pt x="1180" y="25"/>
                  <a:pt x="1180" y="25"/>
                  <a:pt x="1180" y="25"/>
                </a:cubicBezTo>
                <a:cubicBezTo>
                  <a:pt x="1176" y="58"/>
                  <a:pt x="1176" y="58"/>
                  <a:pt x="1176" y="58"/>
                </a:cubicBezTo>
                <a:cubicBezTo>
                  <a:pt x="1183" y="58"/>
                  <a:pt x="1183" y="58"/>
                  <a:pt x="1183" y="58"/>
                </a:cubicBezTo>
                <a:cubicBezTo>
                  <a:pt x="1186" y="33"/>
                  <a:pt x="1186" y="33"/>
                  <a:pt x="1186" y="33"/>
                </a:cubicBezTo>
                <a:cubicBezTo>
                  <a:pt x="1188" y="31"/>
                  <a:pt x="1190" y="28"/>
                  <a:pt x="1192" y="26"/>
                </a:cubicBezTo>
                <a:cubicBezTo>
                  <a:pt x="1194" y="25"/>
                  <a:pt x="1196" y="24"/>
                  <a:pt x="1198" y="24"/>
                </a:cubicBezTo>
                <a:cubicBezTo>
                  <a:pt x="1200" y="24"/>
                  <a:pt x="1201" y="24"/>
                  <a:pt x="1202" y="25"/>
                </a:cubicBezTo>
                <a:cubicBezTo>
                  <a:pt x="1202" y="26"/>
                  <a:pt x="1203" y="27"/>
                  <a:pt x="1203" y="29"/>
                </a:cubicBezTo>
                <a:cubicBezTo>
                  <a:pt x="1203" y="31"/>
                  <a:pt x="1202" y="33"/>
                  <a:pt x="1202" y="35"/>
                </a:cubicBezTo>
                <a:cubicBezTo>
                  <a:pt x="1202" y="37"/>
                  <a:pt x="1201" y="39"/>
                  <a:pt x="1201" y="41"/>
                </a:cubicBezTo>
                <a:cubicBezTo>
                  <a:pt x="1201" y="43"/>
                  <a:pt x="1201" y="43"/>
                  <a:pt x="1201" y="43"/>
                </a:cubicBezTo>
                <a:cubicBezTo>
                  <a:pt x="1200" y="46"/>
                  <a:pt x="1200" y="46"/>
                  <a:pt x="1200" y="46"/>
                </a:cubicBezTo>
                <a:cubicBezTo>
                  <a:pt x="1199" y="51"/>
                  <a:pt x="1199" y="54"/>
                  <a:pt x="1199" y="55"/>
                </a:cubicBezTo>
                <a:cubicBezTo>
                  <a:pt x="1199" y="58"/>
                  <a:pt x="1200" y="59"/>
                  <a:pt x="1203" y="59"/>
                </a:cubicBezTo>
                <a:cubicBezTo>
                  <a:pt x="1205" y="59"/>
                  <a:pt x="1206" y="59"/>
                  <a:pt x="1207" y="58"/>
                </a:cubicBezTo>
                <a:cubicBezTo>
                  <a:pt x="1208" y="58"/>
                  <a:pt x="1209" y="57"/>
                  <a:pt x="1210" y="57"/>
                </a:cubicBezTo>
                <a:cubicBezTo>
                  <a:pt x="1210" y="56"/>
                  <a:pt x="1211" y="55"/>
                  <a:pt x="1211" y="55"/>
                </a:cubicBezTo>
                <a:cubicBezTo>
                  <a:pt x="1210" y="53"/>
                  <a:pt x="1210" y="53"/>
                  <a:pt x="1210" y="53"/>
                </a:cubicBezTo>
                <a:cubicBezTo>
                  <a:pt x="1209" y="54"/>
                  <a:pt x="1208" y="55"/>
                  <a:pt x="1207" y="55"/>
                </a:cubicBezTo>
                <a:cubicBezTo>
                  <a:pt x="1206" y="55"/>
                  <a:pt x="1206" y="54"/>
                  <a:pt x="1206" y="53"/>
                </a:cubicBezTo>
                <a:cubicBezTo>
                  <a:pt x="1206" y="51"/>
                  <a:pt x="1206" y="48"/>
                  <a:pt x="1207" y="45"/>
                </a:cubicBezTo>
                <a:cubicBezTo>
                  <a:pt x="1208" y="41"/>
                  <a:pt x="1208" y="41"/>
                  <a:pt x="1208" y="41"/>
                </a:cubicBezTo>
                <a:cubicBezTo>
                  <a:pt x="1208" y="40"/>
                  <a:pt x="1208" y="40"/>
                  <a:pt x="1208" y="40"/>
                </a:cubicBezTo>
                <a:cubicBezTo>
                  <a:pt x="1209" y="34"/>
                  <a:pt x="1210" y="31"/>
                  <a:pt x="1210" y="29"/>
                </a:cubicBezTo>
                <a:cubicBezTo>
                  <a:pt x="1210" y="25"/>
                  <a:pt x="1209" y="23"/>
                  <a:pt x="1207" y="21"/>
                </a:cubicBezTo>
                <a:cubicBezTo>
                  <a:pt x="1206" y="19"/>
                  <a:pt x="1204" y="19"/>
                  <a:pt x="1201" y="19"/>
                </a:cubicBezTo>
                <a:cubicBezTo>
                  <a:pt x="1199" y="19"/>
                  <a:pt x="1196" y="19"/>
                  <a:pt x="1193" y="21"/>
                </a:cubicBezTo>
                <a:cubicBezTo>
                  <a:pt x="1191" y="23"/>
                  <a:pt x="1189" y="25"/>
                  <a:pt x="1187" y="28"/>
                </a:cubicBezTo>
                <a:close/>
                <a:moveTo>
                  <a:pt x="1243" y="27"/>
                </a:moveTo>
                <a:cubicBezTo>
                  <a:pt x="1245" y="27"/>
                  <a:pt x="1245" y="27"/>
                  <a:pt x="1245" y="27"/>
                </a:cubicBezTo>
                <a:cubicBezTo>
                  <a:pt x="1247" y="20"/>
                  <a:pt x="1247" y="20"/>
                  <a:pt x="1247" y="20"/>
                </a:cubicBezTo>
                <a:cubicBezTo>
                  <a:pt x="1246" y="20"/>
                  <a:pt x="1244" y="19"/>
                  <a:pt x="1243" y="19"/>
                </a:cubicBezTo>
                <a:cubicBezTo>
                  <a:pt x="1241" y="19"/>
                  <a:pt x="1240" y="19"/>
                  <a:pt x="1239" y="19"/>
                </a:cubicBezTo>
                <a:cubicBezTo>
                  <a:pt x="1234" y="19"/>
                  <a:pt x="1231" y="20"/>
                  <a:pt x="1228" y="22"/>
                </a:cubicBezTo>
                <a:cubicBezTo>
                  <a:pt x="1224" y="25"/>
                  <a:pt x="1222" y="28"/>
                  <a:pt x="1220" y="32"/>
                </a:cubicBezTo>
                <a:cubicBezTo>
                  <a:pt x="1219" y="36"/>
                  <a:pt x="1218" y="40"/>
                  <a:pt x="1218" y="43"/>
                </a:cubicBezTo>
                <a:cubicBezTo>
                  <a:pt x="1218" y="48"/>
                  <a:pt x="1219" y="52"/>
                  <a:pt x="1221" y="55"/>
                </a:cubicBezTo>
                <a:cubicBezTo>
                  <a:pt x="1224" y="58"/>
                  <a:pt x="1227" y="59"/>
                  <a:pt x="1231" y="59"/>
                </a:cubicBezTo>
                <a:cubicBezTo>
                  <a:pt x="1234" y="59"/>
                  <a:pt x="1236" y="59"/>
                  <a:pt x="1239" y="57"/>
                </a:cubicBezTo>
                <a:cubicBezTo>
                  <a:pt x="1241" y="56"/>
                  <a:pt x="1243" y="54"/>
                  <a:pt x="1244" y="53"/>
                </a:cubicBezTo>
                <a:cubicBezTo>
                  <a:pt x="1242" y="50"/>
                  <a:pt x="1242" y="50"/>
                  <a:pt x="1242" y="50"/>
                </a:cubicBezTo>
                <a:cubicBezTo>
                  <a:pt x="1241" y="52"/>
                  <a:pt x="1239" y="53"/>
                  <a:pt x="1238" y="54"/>
                </a:cubicBezTo>
                <a:cubicBezTo>
                  <a:pt x="1236" y="54"/>
                  <a:pt x="1235" y="55"/>
                  <a:pt x="1233" y="55"/>
                </a:cubicBezTo>
                <a:cubicBezTo>
                  <a:pt x="1230" y="55"/>
                  <a:pt x="1228" y="54"/>
                  <a:pt x="1227" y="52"/>
                </a:cubicBezTo>
                <a:cubicBezTo>
                  <a:pt x="1226" y="50"/>
                  <a:pt x="1225" y="47"/>
                  <a:pt x="1225" y="43"/>
                </a:cubicBezTo>
                <a:cubicBezTo>
                  <a:pt x="1225" y="39"/>
                  <a:pt x="1226" y="35"/>
                  <a:pt x="1227" y="32"/>
                </a:cubicBezTo>
                <a:cubicBezTo>
                  <a:pt x="1228" y="30"/>
                  <a:pt x="1229" y="27"/>
                  <a:pt x="1231" y="26"/>
                </a:cubicBezTo>
                <a:cubicBezTo>
                  <a:pt x="1233" y="24"/>
                  <a:pt x="1235" y="23"/>
                  <a:pt x="1237" y="23"/>
                </a:cubicBezTo>
                <a:cubicBezTo>
                  <a:pt x="1239" y="23"/>
                  <a:pt x="1241" y="24"/>
                  <a:pt x="1243" y="27"/>
                </a:cubicBezTo>
                <a:close/>
                <a:moveTo>
                  <a:pt x="1279" y="52"/>
                </a:moveTo>
                <a:cubicBezTo>
                  <a:pt x="1277" y="49"/>
                  <a:pt x="1277" y="49"/>
                  <a:pt x="1277" y="49"/>
                </a:cubicBezTo>
                <a:cubicBezTo>
                  <a:pt x="1276" y="51"/>
                  <a:pt x="1274" y="52"/>
                  <a:pt x="1272" y="53"/>
                </a:cubicBezTo>
                <a:cubicBezTo>
                  <a:pt x="1270" y="54"/>
                  <a:pt x="1268" y="55"/>
                  <a:pt x="1266" y="55"/>
                </a:cubicBezTo>
                <a:cubicBezTo>
                  <a:pt x="1263" y="55"/>
                  <a:pt x="1261" y="54"/>
                  <a:pt x="1259" y="51"/>
                </a:cubicBezTo>
                <a:cubicBezTo>
                  <a:pt x="1258" y="49"/>
                  <a:pt x="1257" y="46"/>
                  <a:pt x="1258" y="43"/>
                </a:cubicBezTo>
                <a:cubicBezTo>
                  <a:pt x="1260" y="43"/>
                  <a:pt x="1264" y="42"/>
                  <a:pt x="1267" y="41"/>
                </a:cubicBezTo>
                <a:cubicBezTo>
                  <a:pt x="1271" y="40"/>
                  <a:pt x="1274" y="38"/>
                  <a:pt x="1277" y="36"/>
                </a:cubicBezTo>
                <a:cubicBezTo>
                  <a:pt x="1280" y="33"/>
                  <a:pt x="1281" y="31"/>
                  <a:pt x="1281" y="27"/>
                </a:cubicBezTo>
                <a:cubicBezTo>
                  <a:pt x="1281" y="25"/>
                  <a:pt x="1280" y="23"/>
                  <a:pt x="1278" y="21"/>
                </a:cubicBezTo>
                <a:cubicBezTo>
                  <a:pt x="1277" y="19"/>
                  <a:pt x="1274" y="19"/>
                  <a:pt x="1271" y="19"/>
                </a:cubicBezTo>
                <a:cubicBezTo>
                  <a:pt x="1267" y="19"/>
                  <a:pt x="1264" y="20"/>
                  <a:pt x="1260" y="22"/>
                </a:cubicBezTo>
                <a:cubicBezTo>
                  <a:pt x="1257" y="24"/>
                  <a:pt x="1255" y="28"/>
                  <a:pt x="1253" y="31"/>
                </a:cubicBezTo>
                <a:cubicBezTo>
                  <a:pt x="1251" y="35"/>
                  <a:pt x="1250" y="40"/>
                  <a:pt x="1250" y="44"/>
                </a:cubicBezTo>
                <a:cubicBezTo>
                  <a:pt x="1250" y="47"/>
                  <a:pt x="1251" y="49"/>
                  <a:pt x="1252" y="52"/>
                </a:cubicBezTo>
                <a:cubicBezTo>
                  <a:pt x="1253" y="54"/>
                  <a:pt x="1254" y="56"/>
                  <a:pt x="1256" y="57"/>
                </a:cubicBezTo>
                <a:cubicBezTo>
                  <a:pt x="1258" y="59"/>
                  <a:pt x="1261" y="59"/>
                  <a:pt x="1264" y="59"/>
                </a:cubicBezTo>
                <a:cubicBezTo>
                  <a:pt x="1267" y="59"/>
                  <a:pt x="1270" y="58"/>
                  <a:pt x="1273" y="57"/>
                </a:cubicBezTo>
                <a:cubicBezTo>
                  <a:pt x="1276" y="55"/>
                  <a:pt x="1278" y="54"/>
                  <a:pt x="1279" y="52"/>
                </a:cubicBezTo>
                <a:close/>
                <a:moveTo>
                  <a:pt x="1269" y="22"/>
                </a:moveTo>
                <a:cubicBezTo>
                  <a:pt x="1271" y="22"/>
                  <a:pt x="1272" y="23"/>
                  <a:pt x="1273" y="24"/>
                </a:cubicBezTo>
                <a:cubicBezTo>
                  <a:pt x="1274" y="25"/>
                  <a:pt x="1274" y="26"/>
                  <a:pt x="1274" y="28"/>
                </a:cubicBezTo>
                <a:cubicBezTo>
                  <a:pt x="1274" y="30"/>
                  <a:pt x="1273" y="32"/>
                  <a:pt x="1272" y="34"/>
                </a:cubicBezTo>
                <a:cubicBezTo>
                  <a:pt x="1270" y="35"/>
                  <a:pt x="1268" y="37"/>
                  <a:pt x="1265" y="38"/>
                </a:cubicBezTo>
                <a:cubicBezTo>
                  <a:pt x="1263" y="39"/>
                  <a:pt x="1260" y="39"/>
                  <a:pt x="1258" y="39"/>
                </a:cubicBezTo>
                <a:cubicBezTo>
                  <a:pt x="1258" y="37"/>
                  <a:pt x="1259" y="34"/>
                  <a:pt x="1259" y="32"/>
                </a:cubicBezTo>
                <a:cubicBezTo>
                  <a:pt x="1260" y="29"/>
                  <a:pt x="1262" y="27"/>
                  <a:pt x="1263" y="25"/>
                </a:cubicBezTo>
                <a:cubicBezTo>
                  <a:pt x="1265" y="23"/>
                  <a:pt x="1267" y="22"/>
                  <a:pt x="1269" y="22"/>
                </a:cubicBezTo>
                <a:close/>
                <a:moveTo>
                  <a:pt x="1310" y="25"/>
                </a:moveTo>
                <a:cubicBezTo>
                  <a:pt x="1311" y="20"/>
                  <a:pt x="1311" y="20"/>
                  <a:pt x="1311" y="20"/>
                </a:cubicBezTo>
                <a:cubicBezTo>
                  <a:pt x="1311" y="20"/>
                  <a:pt x="1309" y="19"/>
                  <a:pt x="1308" y="19"/>
                </a:cubicBezTo>
                <a:cubicBezTo>
                  <a:pt x="1306" y="19"/>
                  <a:pt x="1304" y="19"/>
                  <a:pt x="1303" y="19"/>
                </a:cubicBezTo>
                <a:cubicBezTo>
                  <a:pt x="1300" y="19"/>
                  <a:pt x="1298" y="19"/>
                  <a:pt x="1296" y="20"/>
                </a:cubicBezTo>
                <a:cubicBezTo>
                  <a:pt x="1293" y="21"/>
                  <a:pt x="1292" y="22"/>
                  <a:pt x="1291" y="24"/>
                </a:cubicBezTo>
                <a:cubicBezTo>
                  <a:pt x="1289" y="26"/>
                  <a:pt x="1289" y="27"/>
                  <a:pt x="1289" y="30"/>
                </a:cubicBezTo>
                <a:cubicBezTo>
                  <a:pt x="1289" y="34"/>
                  <a:pt x="1291" y="38"/>
                  <a:pt x="1296" y="41"/>
                </a:cubicBezTo>
                <a:cubicBezTo>
                  <a:pt x="1298" y="43"/>
                  <a:pt x="1300" y="44"/>
                  <a:pt x="1301" y="45"/>
                </a:cubicBezTo>
                <a:cubicBezTo>
                  <a:pt x="1302" y="46"/>
                  <a:pt x="1303" y="48"/>
                  <a:pt x="1303" y="50"/>
                </a:cubicBezTo>
                <a:cubicBezTo>
                  <a:pt x="1303" y="51"/>
                  <a:pt x="1302" y="53"/>
                  <a:pt x="1301" y="54"/>
                </a:cubicBezTo>
                <a:cubicBezTo>
                  <a:pt x="1299" y="55"/>
                  <a:pt x="1297" y="55"/>
                  <a:pt x="1295" y="55"/>
                </a:cubicBezTo>
                <a:cubicBezTo>
                  <a:pt x="1293" y="55"/>
                  <a:pt x="1292" y="55"/>
                  <a:pt x="1290" y="54"/>
                </a:cubicBezTo>
                <a:cubicBezTo>
                  <a:pt x="1288" y="53"/>
                  <a:pt x="1287" y="53"/>
                  <a:pt x="1286" y="52"/>
                </a:cubicBezTo>
                <a:cubicBezTo>
                  <a:pt x="1285" y="57"/>
                  <a:pt x="1285" y="57"/>
                  <a:pt x="1285" y="57"/>
                </a:cubicBezTo>
                <a:cubicBezTo>
                  <a:pt x="1285" y="58"/>
                  <a:pt x="1287" y="58"/>
                  <a:pt x="1289" y="58"/>
                </a:cubicBezTo>
                <a:cubicBezTo>
                  <a:pt x="1291" y="59"/>
                  <a:pt x="1293" y="59"/>
                  <a:pt x="1295" y="59"/>
                </a:cubicBezTo>
                <a:cubicBezTo>
                  <a:pt x="1299" y="59"/>
                  <a:pt x="1303" y="58"/>
                  <a:pt x="1305" y="56"/>
                </a:cubicBezTo>
                <a:cubicBezTo>
                  <a:pt x="1308" y="54"/>
                  <a:pt x="1309" y="52"/>
                  <a:pt x="1309" y="48"/>
                </a:cubicBezTo>
                <a:cubicBezTo>
                  <a:pt x="1309" y="46"/>
                  <a:pt x="1309" y="45"/>
                  <a:pt x="1308" y="43"/>
                </a:cubicBezTo>
                <a:cubicBezTo>
                  <a:pt x="1307" y="42"/>
                  <a:pt x="1306" y="41"/>
                  <a:pt x="1305" y="40"/>
                </a:cubicBezTo>
                <a:cubicBezTo>
                  <a:pt x="1304" y="39"/>
                  <a:pt x="1303" y="38"/>
                  <a:pt x="1301" y="36"/>
                </a:cubicBezTo>
                <a:cubicBezTo>
                  <a:pt x="1299" y="35"/>
                  <a:pt x="1298" y="34"/>
                  <a:pt x="1297" y="32"/>
                </a:cubicBezTo>
                <a:cubicBezTo>
                  <a:pt x="1296" y="31"/>
                  <a:pt x="1295" y="30"/>
                  <a:pt x="1295" y="28"/>
                </a:cubicBezTo>
                <a:cubicBezTo>
                  <a:pt x="1295" y="26"/>
                  <a:pt x="1296" y="25"/>
                  <a:pt x="1297" y="24"/>
                </a:cubicBezTo>
                <a:cubicBezTo>
                  <a:pt x="1299" y="23"/>
                  <a:pt x="1300" y="23"/>
                  <a:pt x="1303" y="23"/>
                </a:cubicBezTo>
                <a:cubicBezTo>
                  <a:pt x="1304" y="23"/>
                  <a:pt x="1306" y="23"/>
                  <a:pt x="1307" y="24"/>
                </a:cubicBezTo>
                <a:cubicBezTo>
                  <a:pt x="1309" y="24"/>
                  <a:pt x="1310" y="25"/>
                  <a:pt x="1310" y="25"/>
                </a:cubicBezTo>
                <a:close/>
                <a:moveTo>
                  <a:pt x="1047" y="110"/>
                </a:moveTo>
                <a:cubicBezTo>
                  <a:pt x="1052" y="111"/>
                  <a:pt x="1052" y="111"/>
                  <a:pt x="1052" y="111"/>
                </a:cubicBezTo>
                <a:cubicBezTo>
                  <a:pt x="1046" y="156"/>
                  <a:pt x="1046" y="156"/>
                  <a:pt x="1046" y="156"/>
                </a:cubicBezTo>
                <a:cubicBezTo>
                  <a:pt x="1041" y="157"/>
                  <a:pt x="1041" y="157"/>
                  <a:pt x="1041" y="157"/>
                </a:cubicBezTo>
                <a:cubicBezTo>
                  <a:pt x="1041" y="159"/>
                  <a:pt x="1041" y="159"/>
                  <a:pt x="1041" y="159"/>
                </a:cubicBezTo>
                <a:cubicBezTo>
                  <a:pt x="1078" y="159"/>
                  <a:pt x="1078" y="159"/>
                  <a:pt x="1078" y="159"/>
                </a:cubicBezTo>
                <a:cubicBezTo>
                  <a:pt x="1081" y="147"/>
                  <a:pt x="1081" y="147"/>
                  <a:pt x="1081" y="147"/>
                </a:cubicBezTo>
                <a:cubicBezTo>
                  <a:pt x="1077" y="146"/>
                  <a:pt x="1077" y="146"/>
                  <a:pt x="1077" y="146"/>
                </a:cubicBezTo>
                <a:cubicBezTo>
                  <a:pt x="1073" y="155"/>
                  <a:pt x="1073" y="155"/>
                  <a:pt x="1073" y="155"/>
                </a:cubicBezTo>
                <a:cubicBezTo>
                  <a:pt x="1053" y="156"/>
                  <a:pt x="1053" y="156"/>
                  <a:pt x="1053" y="156"/>
                </a:cubicBezTo>
                <a:cubicBezTo>
                  <a:pt x="1056" y="134"/>
                  <a:pt x="1056" y="134"/>
                  <a:pt x="1056" y="134"/>
                </a:cubicBezTo>
                <a:cubicBezTo>
                  <a:pt x="1072" y="135"/>
                  <a:pt x="1072" y="135"/>
                  <a:pt x="1072" y="135"/>
                </a:cubicBezTo>
                <a:cubicBezTo>
                  <a:pt x="1073" y="130"/>
                  <a:pt x="1073" y="130"/>
                  <a:pt x="1073" y="130"/>
                </a:cubicBezTo>
                <a:cubicBezTo>
                  <a:pt x="1057" y="130"/>
                  <a:pt x="1057" y="130"/>
                  <a:pt x="1057" y="130"/>
                </a:cubicBezTo>
                <a:cubicBezTo>
                  <a:pt x="1059" y="110"/>
                  <a:pt x="1059" y="110"/>
                  <a:pt x="1059" y="110"/>
                </a:cubicBezTo>
                <a:cubicBezTo>
                  <a:pt x="1075" y="111"/>
                  <a:pt x="1075" y="111"/>
                  <a:pt x="1075" y="111"/>
                </a:cubicBezTo>
                <a:cubicBezTo>
                  <a:pt x="1076" y="118"/>
                  <a:pt x="1076" y="118"/>
                  <a:pt x="1076" y="118"/>
                </a:cubicBezTo>
                <a:cubicBezTo>
                  <a:pt x="1080" y="118"/>
                  <a:pt x="1080" y="118"/>
                  <a:pt x="1080" y="118"/>
                </a:cubicBezTo>
                <a:cubicBezTo>
                  <a:pt x="1081" y="107"/>
                  <a:pt x="1081" y="107"/>
                  <a:pt x="1081" y="107"/>
                </a:cubicBezTo>
                <a:cubicBezTo>
                  <a:pt x="1048" y="107"/>
                  <a:pt x="1048" y="107"/>
                  <a:pt x="1048" y="107"/>
                </a:cubicBezTo>
                <a:lnTo>
                  <a:pt x="1047" y="110"/>
                </a:lnTo>
                <a:close/>
                <a:moveTo>
                  <a:pt x="1100" y="129"/>
                </a:moveTo>
                <a:cubicBezTo>
                  <a:pt x="1100" y="120"/>
                  <a:pt x="1100" y="120"/>
                  <a:pt x="1100" y="120"/>
                </a:cubicBezTo>
                <a:cubicBezTo>
                  <a:pt x="1099" y="119"/>
                  <a:pt x="1099" y="119"/>
                  <a:pt x="1099" y="119"/>
                </a:cubicBezTo>
                <a:cubicBezTo>
                  <a:pt x="1090" y="121"/>
                  <a:pt x="1090" y="121"/>
                  <a:pt x="1090" y="121"/>
                </a:cubicBezTo>
                <a:cubicBezTo>
                  <a:pt x="1090" y="124"/>
                  <a:pt x="1090" y="124"/>
                  <a:pt x="1090" y="124"/>
                </a:cubicBezTo>
                <a:cubicBezTo>
                  <a:pt x="1093" y="125"/>
                  <a:pt x="1093" y="125"/>
                  <a:pt x="1093" y="125"/>
                </a:cubicBezTo>
                <a:cubicBezTo>
                  <a:pt x="1089" y="159"/>
                  <a:pt x="1089" y="159"/>
                  <a:pt x="1089" y="159"/>
                </a:cubicBezTo>
                <a:cubicBezTo>
                  <a:pt x="1095" y="159"/>
                  <a:pt x="1095" y="159"/>
                  <a:pt x="1095" y="159"/>
                </a:cubicBezTo>
                <a:cubicBezTo>
                  <a:pt x="1099" y="134"/>
                  <a:pt x="1099" y="134"/>
                  <a:pt x="1099" y="134"/>
                </a:cubicBezTo>
                <a:cubicBezTo>
                  <a:pt x="1101" y="131"/>
                  <a:pt x="1103" y="129"/>
                  <a:pt x="1105" y="127"/>
                </a:cubicBezTo>
                <a:cubicBezTo>
                  <a:pt x="1107" y="125"/>
                  <a:pt x="1109" y="124"/>
                  <a:pt x="1111" y="124"/>
                </a:cubicBezTo>
                <a:cubicBezTo>
                  <a:pt x="1113" y="124"/>
                  <a:pt x="1114" y="125"/>
                  <a:pt x="1114" y="126"/>
                </a:cubicBezTo>
                <a:cubicBezTo>
                  <a:pt x="1115" y="127"/>
                  <a:pt x="1115" y="128"/>
                  <a:pt x="1115" y="130"/>
                </a:cubicBezTo>
                <a:cubicBezTo>
                  <a:pt x="1115" y="132"/>
                  <a:pt x="1115" y="134"/>
                  <a:pt x="1115" y="135"/>
                </a:cubicBezTo>
                <a:cubicBezTo>
                  <a:pt x="1115" y="137"/>
                  <a:pt x="1114" y="140"/>
                  <a:pt x="1114" y="142"/>
                </a:cubicBezTo>
                <a:cubicBezTo>
                  <a:pt x="1114" y="144"/>
                  <a:pt x="1114" y="144"/>
                  <a:pt x="1114" y="144"/>
                </a:cubicBezTo>
                <a:cubicBezTo>
                  <a:pt x="1113" y="147"/>
                  <a:pt x="1113" y="147"/>
                  <a:pt x="1113" y="147"/>
                </a:cubicBezTo>
                <a:cubicBezTo>
                  <a:pt x="1112" y="151"/>
                  <a:pt x="1112" y="154"/>
                  <a:pt x="1112" y="156"/>
                </a:cubicBezTo>
                <a:cubicBezTo>
                  <a:pt x="1112" y="159"/>
                  <a:pt x="1113" y="160"/>
                  <a:pt x="1116" y="160"/>
                </a:cubicBezTo>
                <a:cubicBezTo>
                  <a:pt x="1117" y="160"/>
                  <a:pt x="1119" y="160"/>
                  <a:pt x="1120" y="159"/>
                </a:cubicBezTo>
                <a:cubicBezTo>
                  <a:pt x="1121" y="159"/>
                  <a:pt x="1122" y="158"/>
                  <a:pt x="1123" y="157"/>
                </a:cubicBezTo>
                <a:cubicBezTo>
                  <a:pt x="1123" y="157"/>
                  <a:pt x="1124" y="156"/>
                  <a:pt x="1124" y="156"/>
                </a:cubicBezTo>
                <a:cubicBezTo>
                  <a:pt x="1123" y="154"/>
                  <a:pt x="1123" y="154"/>
                  <a:pt x="1123" y="154"/>
                </a:cubicBezTo>
                <a:cubicBezTo>
                  <a:pt x="1122" y="155"/>
                  <a:pt x="1121" y="156"/>
                  <a:pt x="1120" y="156"/>
                </a:cubicBezTo>
                <a:cubicBezTo>
                  <a:pt x="1119" y="156"/>
                  <a:pt x="1119" y="155"/>
                  <a:pt x="1119" y="154"/>
                </a:cubicBezTo>
                <a:cubicBezTo>
                  <a:pt x="1119" y="152"/>
                  <a:pt x="1119" y="149"/>
                  <a:pt x="1120" y="145"/>
                </a:cubicBezTo>
                <a:cubicBezTo>
                  <a:pt x="1121" y="142"/>
                  <a:pt x="1121" y="142"/>
                  <a:pt x="1121" y="142"/>
                </a:cubicBezTo>
                <a:cubicBezTo>
                  <a:pt x="1121" y="140"/>
                  <a:pt x="1121" y="140"/>
                  <a:pt x="1121" y="140"/>
                </a:cubicBezTo>
                <a:cubicBezTo>
                  <a:pt x="1122" y="135"/>
                  <a:pt x="1122" y="132"/>
                  <a:pt x="1122" y="130"/>
                </a:cubicBezTo>
                <a:cubicBezTo>
                  <a:pt x="1122" y="126"/>
                  <a:pt x="1122" y="123"/>
                  <a:pt x="1120" y="122"/>
                </a:cubicBezTo>
                <a:cubicBezTo>
                  <a:pt x="1119" y="120"/>
                  <a:pt x="1117" y="119"/>
                  <a:pt x="1114" y="119"/>
                </a:cubicBezTo>
                <a:cubicBezTo>
                  <a:pt x="1112" y="119"/>
                  <a:pt x="1109" y="120"/>
                  <a:pt x="1106" y="122"/>
                </a:cubicBezTo>
                <a:cubicBezTo>
                  <a:pt x="1104" y="124"/>
                  <a:pt x="1102" y="126"/>
                  <a:pt x="1100" y="129"/>
                </a:cubicBezTo>
                <a:close/>
                <a:moveTo>
                  <a:pt x="1159" y="162"/>
                </a:moveTo>
                <a:cubicBezTo>
                  <a:pt x="1165" y="119"/>
                  <a:pt x="1165" y="119"/>
                  <a:pt x="1165" y="119"/>
                </a:cubicBezTo>
                <a:cubicBezTo>
                  <a:pt x="1160" y="121"/>
                  <a:pt x="1160" y="121"/>
                  <a:pt x="1160" y="121"/>
                </a:cubicBezTo>
                <a:cubicBezTo>
                  <a:pt x="1159" y="121"/>
                  <a:pt x="1158" y="120"/>
                  <a:pt x="1157" y="120"/>
                </a:cubicBezTo>
                <a:cubicBezTo>
                  <a:pt x="1155" y="120"/>
                  <a:pt x="1154" y="119"/>
                  <a:pt x="1153" y="119"/>
                </a:cubicBezTo>
                <a:cubicBezTo>
                  <a:pt x="1148" y="119"/>
                  <a:pt x="1144" y="121"/>
                  <a:pt x="1141" y="123"/>
                </a:cubicBezTo>
                <a:cubicBezTo>
                  <a:pt x="1137" y="126"/>
                  <a:pt x="1135" y="129"/>
                  <a:pt x="1133" y="133"/>
                </a:cubicBezTo>
                <a:cubicBezTo>
                  <a:pt x="1131" y="137"/>
                  <a:pt x="1130" y="141"/>
                  <a:pt x="1130" y="145"/>
                </a:cubicBezTo>
                <a:cubicBezTo>
                  <a:pt x="1130" y="150"/>
                  <a:pt x="1131" y="153"/>
                  <a:pt x="1133" y="156"/>
                </a:cubicBezTo>
                <a:cubicBezTo>
                  <a:pt x="1135" y="159"/>
                  <a:pt x="1138" y="160"/>
                  <a:pt x="1142" y="160"/>
                </a:cubicBezTo>
                <a:cubicBezTo>
                  <a:pt x="1144" y="160"/>
                  <a:pt x="1146" y="159"/>
                  <a:pt x="1148" y="158"/>
                </a:cubicBezTo>
                <a:cubicBezTo>
                  <a:pt x="1150" y="157"/>
                  <a:pt x="1152" y="156"/>
                  <a:pt x="1153" y="155"/>
                </a:cubicBezTo>
                <a:cubicBezTo>
                  <a:pt x="1151" y="164"/>
                  <a:pt x="1151" y="164"/>
                  <a:pt x="1151" y="164"/>
                </a:cubicBezTo>
                <a:cubicBezTo>
                  <a:pt x="1151" y="167"/>
                  <a:pt x="1150" y="169"/>
                  <a:pt x="1149" y="170"/>
                </a:cubicBezTo>
                <a:cubicBezTo>
                  <a:pt x="1147" y="172"/>
                  <a:pt x="1145" y="172"/>
                  <a:pt x="1142" y="172"/>
                </a:cubicBezTo>
                <a:cubicBezTo>
                  <a:pt x="1140" y="172"/>
                  <a:pt x="1139" y="172"/>
                  <a:pt x="1137" y="171"/>
                </a:cubicBezTo>
                <a:cubicBezTo>
                  <a:pt x="1136" y="171"/>
                  <a:pt x="1134" y="170"/>
                  <a:pt x="1133" y="170"/>
                </a:cubicBezTo>
                <a:cubicBezTo>
                  <a:pt x="1132" y="175"/>
                  <a:pt x="1132" y="175"/>
                  <a:pt x="1132" y="175"/>
                </a:cubicBezTo>
                <a:cubicBezTo>
                  <a:pt x="1132" y="176"/>
                  <a:pt x="1134" y="176"/>
                  <a:pt x="1135" y="176"/>
                </a:cubicBezTo>
                <a:cubicBezTo>
                  <a:pt x="1137" y="177"/>
                  <a:pt x="1138" y="177"/>
                  <a:pt x="1140" y="177"/>
                </a:cubicBezTo>
                <a:cubicBezTo>
                  <a:pt x="1142" y="177"/>
                  <a:pt x="1145" y="176"/>
                  <a:pt x="1148" y="175"/>
                </a:cubicBezTo>
                <a:cubicBezTo>
                  <a:pt x="1150" y="174"/>
                  <a:pt x="1153" y="173"/>
                  <a:pt x="1155" y="170"/>
                </a:cubicBezTo>
                <a:cubicBezTo>
                  <a:pt x="1157" y="168"/>
                  <a:pt x="1158" y="165"/>
                  <a:pt x="1159" y="162"/>
                </a:cubicBezTo>
                <a:close/>
                <a:moveTo>
                  <a:pt x="1157" y="125"/>
                </a:moveTo>
                <a:cubicBezTo>
                  <a:pt x="1154" y="150"/>
                  <a:pt x="1154" y="150"/>
                  <a:pt x="1154" y="150"/>
                </a:cubicBezTo>
                <a:cubicBezTo>
                  <a:pt x="1152" y="151"/>
                  <a:pt x="1151" y="153"/>
                  <a:pt x="1149" y="154"/>
                </a:cubicBezTo>
                <a:cubicBezTo>
                  <a:pt x="1148" y="155"/>
                  <a:pt x="1146" y="155"/>
                  <a:pt x="1144" y="155"/>
                </a:cubicBezTo>
                <a:cubicBezTo>
                  <a:pt x="1142" y="155"/>
                  <a:pt x="1140" y="155"/>
                  <a:pt x="1139" y="153"/>
                </a:cubicBezTo>
                <a:cubicBezTo>
                  <a:pt x="1138" y="151"/>
                  <a:pt x="1138" y="148"/>
                  <a:pt x="1138" y="145"/>
                </a:cubicBezTo>
                <a:cubicBezTo>
                  <a:pt x="1138" y="142"/>
                  <a:pt x="1138" y="138"/>
                  <a:pt x="1139" y="135"/>
                </a:cubicBezTo>
                <a:cubicBezTo>
                  <a:pt x="1140" y="132"/>
                  <a:pt x="1142" y="129"/>
                  <a:pt x="1144" y="127"/>
                </a:cubicBezTo>
                <a:cubicBezTo>
                  <a:pt x="1146" y="124"/>
                  <a:pt x="1149" y="123"/>
                  <a:pt x="1152" y="123"/>
                </a:cubicBezTo>
                <a:cubicBezTo>
                  <a:pt x="1154" y="123"/>
                  <a:pt x="1156" y="124"/>
                  <a:pt x="1157" y="125"/>
                </a:cubicBezTo>
                <a:close/>
                <a:moveTo>
                  <a:pt x="1181" y="153"/>
                </a:moveTo>
                <a:cubicBezTo>
                  <a:pt x="1185" y="120"/>
                  <a:pt x="1185" y="120"/>
                  <a:pt x="1185" y="120"/>
                </a:cubicBezTo>
                <a:cubicBezTo>
                  <a:pt x="1184" y="119"/>
                  <a:pt x="1184" y="119"/>
                  <a:pt x="1184" y="119"/>
                </a:cubicBezTo>
                <a:cubicBezTo>
                  <a:pt x="1174" y="121"/>
                  <a:pt x="1174" y="121"/>
                  <a:pt x="1174" y="121"/>
                </a:cubicBezTo>
                <a:cubicBezTo>
                  <a:pt x="1173" y="123"/>
                  <a:pt x="1173" y="123"/>
                  <a:pt x="1173" y="123"/>
                </a:cubicBezTo>
                <a:cubicBezTo>
                  <a:pt x="1178" y="125"/>
                  <a:pt x="1178" y="125"/>
                  <a:pt x="1178" y="125"/>
                </a:cubicBezTo>
                <a:cubicBezTo>
                  <a:pt x="1177" y="132"/>
                  <a:pt x="1176" y="138"/>
                  <a:pt x="1175" y="142"/>
                </a:cubicBezTo>
                <a:cubicBezTo>
                  <a:pt x="1174" y="150"/>
                  <a:pt x="1174" y="154"/>
                  <a:pt x="1173" y="156"/>
                </a:cubicBezTo>
                <a:cubicBezTo>
                  <a:pt x="1173" y="157"/>
                  <a:pt x="1174" y="158"/>
                  <a:pt x="1174" y="159"/>
                </a:cubicBezTo>
                <a:cubicBezTo>
                  <a:pt x="1175" y="160"/>
                  <a:pt x="1176" y="160"/>
                  <a:pt x="1178" y="160"/>
                </a:cubicBezTo>
                <a:cubicBezTo>
                  <a:pt x="1180" y="160"/>
                  <a:pt x="1182" y="159"/>
                  <a:pt x="1183" y="158"/>
                </a:cubicBezTo>
                <a:cubicBezTo>
                  <a:pt x="1184" y="157"/>
                  <a:pt x="1185" y="156"/>
                  <a:pt x="1186" y="155"/>
                </a:cubicBezTo>
                <a:cubicBezTo>
                  <a:pt x="1185" y="154"/>
                  <a:pt x="1185" y="154"/>
                  <a:pt x="1185" y="154"/>
                </a:cubicBezTo>
                <a:cubicBezTo>
                  <a:pt x="1184" y="154"/>
                  <a:pt x="1184" y="155"/>
                  <a:pt x="1183" y="155"/>
                </a:cubicBezTo>
                <a:cubicBezTo>
                  <a:pt x="1183" y="156"/>
                  <a:pt x="1182" y="156"/>
                  <a:pt x="1182" y="156"/>
                </a:cubicBezTo>
                <a:cubicBezTo>
                  <a:pt x="1181" y="156"/>
                  <a:pt x="1181" y="156"/>
                  <a:pt x="1181" y="155"/>
                </a:cubicBezTo>
                <a:cubicBezTo>
                  <a:pt x="1181" y="155"/>
                  <a:pt x="1180" y="155"/>
                  <a:pt x="1180" y="154"/>
                </a:cubicBezTo>
                <a:lnTo>
                  <a:pt x="1181" y="153"/>
                </a:lnTo>
                <a:close/>
                <a:moveTo>
                  <a:pt x="1183" y="112"/>
                </a:moveTo>
                <a:cubicBezTo>
                  <a:pt x="1184" y="112"/>
                  <a:pt x="1185" y="111"/>
                  <a:pt x="1186" y="110"/>
                </a:cubicBezTo>
                <a:cubicBezTo>
                  <a:pt x="1187" y="109"/>
                  <a:pt x="1188" y="108"/>
                  <a:pt x="1188" y="107"/>
                </a:cubicBezTo>
                <a:cubicBezTo>
                  <a:pt x="1188" y="106"/>
                  <a:pt x="1187" y="105"/>
                  <a:pt x="1187" y="104"/>
                </a:cubicBezTo>
                <a:cubicBezTo>
                  <a:pt x="1186" y="103"/>
                  <a:pt x="1185" y="103"/>
                  <a:pt x="1184" y="103"/>
                </a:cubicBezTo>
                <a:cubicBezTo>
                  <a:pt x="1182" y="103"/>
                  <a:pt x="1181" y="103"/>
                  <a:pt x="1180" y="104"/>
                </a:cubicBezTo>
                <a:cubicBezTo>
                  <a:pt x="1180" y="105"/>
                  <a:pt x="1179" y="107"/>
                  <a:pt x="1179" y="108"/>
                </a:cubicBezTo>
                <a:cubicBezTo>
                  <a:pt x="1179" y="109"/>
                  <a:pt x="1179" y="110"/>
                  <a:pt x="1180" y="111"/>
                </a:cubicBezTo>
                <a:cubicBezTo>
                  <a:pt x="1181" y="111"/>
                  <a:pt x="1182" y="112"/>
                  <a:pt x="1183" y="112"/>
                </a:cubicBezTo>
                <a:close/>
                <a:moveTo>
                  <a:pt x="1207" y="129"/>
                </a:moveTo>
                <a:cubicBezTo>
                  <a:pt x="1208" y="120"/>
                  <a:pt x="1208" y="120"/>
                  <a:pt x="1208" y="120"/>
                </a:cubicBezTo>
                <a:cubicBezTo>
                  <a:pt x="1207" y="119"/>
                  <a:pt x="1207" y="119"/>
                  <a:pt x="1207" y="119"/>
                </a:cubicBezTo>
                <a:cubicBezTo>
                  <a:pt x="1198" y="121"/>
                  <a:pt x="1198" y="121"/>
                  <a:pt x="1198" y="121"/>
                </a:cubicBezTo>
                <a:cubicBezTo>
                  <a:pt x="1198" y="124"/>
                  <a:pt x="1198" y="124"/>
                  <a:pt x="1198" y="124"/>
                </a:cubicBezTo>
                <a:cubicBezTo>
                  <a:pt x="1201" y="125"/>
                  <a:pt x="1201" y="125"/>
                  <a:pt x="1201" y="125"/>
                </a:cubicBezTo>
                <a:cubicBezTo>
                  <a:pt x="1196" y="159"/>
                  <a:pt x="1196" y="159"/>
                  <a:pt x="1196" y="159"/>
                </a:cubicBezTo>
                <a:cubicBezTo>
                  <a:pt x="1203" y="159"/>
                  <a:pt x="1203" y="159"/>
                  <a:pt x="1203" y="159"/>
                </a:cubicBezTo>
                <a:cubicBezTo>
                  <a:pt x="1207" y="134"/>
                  <a:pt x="1207" y="134"/>
                  <a:pt x="1207" y="134"/>
                </a:cubicBezTo>
                <a:cubicBezTo>
                  <a:pt x="1208" y="131"/>
                  <a:pt x="1210" y="129"/>
                  <a:pt x="1213" y="127"/>
                </a:cubicBezTo>
                <a:cubicBezTo>
                  <a:pt x="1215" y="125"/>
                  <a:pt x="1217" y="124"/>
                  <a:pt x="1219" y="124"/>
                </a:cubicBezTo>
                <a:cubicBezTo>
                  <a:pt x="1220" y="124"/>
                  <a:pt x="1221" y="125"/>
                  <a:pt x="1222" y="126"/>
                </a:cubicBezTo>
                <a:cubicBezTo>
                  <a:pt x="1223" y="127"/>
                  <a:pt x="1223" y="128"/>
                  <a:pt x="1223" y="130"/>
                </a:cubicBezTo>
                <a:cubicBezTo>
                  <a:pt x="1223" y="132"/>
                  <a:pt x="1223" y="134"/>
                  <a:pt x="1223" y="135"/>
                </a:cubicBezTo>
                <a:cubicBezTo>
                  <a:pt x="1222" y="137"/>
                  <a:pt x="1222" y="140"/>
                  <a:pt x="1222" y="142"/>
                </a:cubicBezTo>
                <a:cubicBezTo>
                  <a:pt x="1221" y="144"/>
                  <a:pt x="1221" y="144"/>
                  <a:pt x="1221" y="144"/>
                </a:cubicBezTo>
                <a:cubicBezTo>
                  <a:pt x="1221" y="147"/>
                  <a:pt x="1221" y="147"/>
                  <a:pt x="1221" y="147"/>
                </a:cubicBezTo>
                <a:cubicBezTo>
                  <a:pt x="1220" y="151"/>
                  <a:pt x="1219" y="154"/>
                  <a:pt x="1219" y="156"/>
                </a:cubicBezTo>
                <a:cubicBezTo>
                  <a:pt x="1219" y="159"/>
                  <a:pt x="1221" y="160"/>
                  <a:pt x="1224" y="160"/>
                </a:cubicBezTo>
                <a:cubicBezTo>
                  <a:pt x="1225" y="160"/>
                  <a:pt x="1226" y="160"/>
                  <a:pt x="1227" y="159"/>
                </a:cubicBezTo>
                <a:cubicBezTo>
                  <a:pt x="1228" y="159"/>
                  <a:pt x="1229" y="158"/>
                  <a:pt x="1230" y="157"/>
                </a:cubicBezTo>
                <a:cubicBezTo>
                  <a:pt x="1231" y="157"/>
                  <a:pt x="1231" y="156"/>
                  <a:pt x="1232" y="156"/>
                </a:cubicBezTo>
                <a:cubicBezTo>
                  <a:pt x="1231" y="154"/>
                  <a:pt x="1231" y="154"/>
                  <a:pt x="1231" y="154"/>
                </a:cubicBezTo>
                <a:cubicBezTo>
                  <a:pt x="1229" y="155"/>
                  <a:pt x="1228" y="156"/>
                  <a:pt x="1227" y="156"/>
                </a:cubicBezTo>
                <a:cubicBezTo>
                  <a:pt x="1227" y="156"/>
                  <a:pt x="1227" y="155"/>
                  <a:pt x="1227" y="154"/>
                </a:cubicBezTo>
                <a:cubicBezTo>
                  <a:pt x="1227" y="152"/>
                  <a:pt x="1227" y="149"/>
                  <a:pt x="1228" y="145"/>
                </a:cubicBezTo>
                <a:cubicBezTo>
                  <a:pt x="1228" y="142"/>
                  <a:pt x="1228" y="142"/>
                  <a:pt x="1228" y="142"/>
                </a:cubicBezTo>
                <a:cubicBezTo>
                  <a:pt x="1229" y="140"/>
                  <a:pt x="1229" y="140"/>
                  <a:pt x="1229" y="140"/>
                </a:cubicBezTo>
                <a:cubicBezTo>
                  <a:pt x="1230" y="135"/>
                  <a:pt x="1230" y="132"/>
                  <a:pt x="1230" y="130"/>
                </a:cubicBezTo>
                <a:cubicBezTo>
                  <a:pt x="1230" y="126"/>
                  <a:pt x="1229" y="123"/>
                  <a:pt x="1228" y="122"/>
                </a:cubicBezTo>
                <a:cubicBezTo>
                  <a:pt x="1227" y="120"/>
                  <a:pt x="1225" y="119"/>
                  <a:pt x="1222" y="119"/>
                </a:cubicBezTo>
                <a:cubicBezTo>
                  <a:pt x="1219" y="119"/>
                  <a:pt x="1217" y="120"/>
                  <a:pt x="1214" y="122"/>
                </a:cubicBezTo>
                <a:cubicBezTo>
                  <a:pt x="1211" y="124"/>
                  <a:pt x="1209" y="126"/>
                  <a:pt x="1207" y="129"/>
                </a:cubicBezTo>
                <a:close/>
                <a:moveTo>
                  <a:pt x="1267" y="153"/>
                </a:moveTo>
                <a:cubicBezTo>
                  <a:pt x="1266" y="150"/>
                  <a:pt x="1266" y="150"/>
                  <a:pt x="1266" y="150"/>
                </a:cubicBezTo>
                <a:cubicBezTo>
                  <a:pt x="1264" y="152"/>
                  <a:pt x="1262" y="153"/>
                  <a:pt x="1260" y="154"/>
                </a:cubicBezTo>
                <a:cubicBezTo>
                  <a:pt x="1258" y="155"/>
                  <a:pt x="1256" y="156"/>
                  <a:pt x="1254" y="156"/>
                </a:cubicBezTo>
                <a:cubicBezTo>
                  <a:pt x="1251" y="156"/>
                  <a:pt x="1249" y="154"/>
                  <a:pt x="1248" y="152"/>
                </a:cubicBezTo>
                <a:cubicBezTo>
                  <a:pt x="1246" y="150"/>
                  <a:pt x="1246" y="147"/>
                  <a:pt x="1246" y="143"/>
                </a:cubicBezTo>
                <a:cubicBezTo>
                  <a:pt x="1249" y="143"/>
                  <a:pt x="1252" y="143"/>
                  <a:pt x="1256" y="142"/>
                </a:cubicBezTo>
                <a:cubicBezTo>
                  <a:pt x="1259" y="140"/>
                  <a:pt x="1263" y="139"/>
                  <a:pt x="1265" y="136"/>
                </a:cubicBezTo>
                <a:cubicBezTo>
                  <a:pt x="1268" y="134"/>
                  <a:pt x="1269" y="131"/>
                  <a:pt x="1269" y="128"/>
                </a:cubicBezTo>
                <a:cubicBezTo>
                  <a:pt x="1269" y="125"/>
                  <a:pt x="1268" y="123"/>
                  <a:pt x="1267" y="122"/>
                </a:cubicBezTo>
                <a:cubicBezTo>
                  <a:pt x="1265" y="120"/>
                  <a:pt x="1263" y="119"/>
                  <a:pt x="1259" y="119"/>
                </a:cubicBezTo>
                <a:cubicBezTo>
                  <a:pt x="1255" y="119"/>
                  <a:pt x="1252" y="121"/>
                  <a:pt x="1249" y="123"/>
                </a:cubicBezTo>
                <a:cubicBezTo>
                  <a:pt x="1246" y="125"/>
                  <a:pt x="1243" y="128"/>
                  <a:pt x="1241" y="132"/>
                </a:cubicBezTo>
                <a:cubicBezTo>
                  <a:pt x="1240" y="136"/>
                  <a:pt x="1239" y="140"/>
                  <a:pt x="1239" y="145"/>
                </a:cubicBezTo>
                <a:cubicBezTo>
                  <a:pt x="1239" y="147"/>
                  <a:pt x="1239" y="150"/>
                  <a:pt x="1240" y="152"/>
                </a:cubicBezTo>
                <a:cubicBezTo>
                  <a:pt x="1241" y="155"/>
                  <a:pt x="1243" y="156"/>
                  <a:pt x="1245" y="158"/>
                </a:cubicBezTo>
                <a:cubicBezTo>
                  <a:pt x="1247" y="159"/>
                  <a:pt x="1249" y="160"/>
                  <a:pt x="1253" y="160"/>
                </a:cubicBezTo>
                <a:cubicBezTo>
                  <a:pt x="1256" y="160"/>
                  <a:pt x="1259" y="159"/>
                  <a:pt x="1261" y="158"/>
                </a:cubicBezTo>
                <a:cubicBezTo>
                  <a:pt x="1264" y="156"/>
                  <a:pt x="1266" y="154"/>
                  <a:pt x="1267" y="153"/>
                </a:cubicBezTo>
                <a:close/>
                <a:moveTo>
                  <a:pt x="1258" y="123"/>
                </a:moveTo>
                <a:cubicBezTo>
                  <a:pt x="1259" y="123"/>
                  <a:pt x="1260" y="124"/>
                  <a:pt x="1261" y="125"/>
                </a:cubicBezTo>
                <a:cubicBezTo>
                  <a:pt x="1262" y="125"/>
                  <a:pt x="1263" y="127"/>
                  <a:pt x="1263" y="129"/>
                </a:cubicBezTo>
                <a:cubicBezTo>
                  <a:pt x="1263" y="131"/>
                  <a:pt x="1262" y="133"/>
                  <a:pt x="1260" y="135"/>
                </a:cubicBezTo>
                <a:cubicBezTo>
                  <a:pt x="1258" y="136"/>
                  <a:pt x="1256" y="138"/>
                  <a:pt x="1253" y="139"/>
                </a:cubicBezTo>
                <a:cubicBezTo>
                  <a:pt x="1251" y="139"/>
                  <a:pt x="1248" y="140"/>
                  <a:pt x="1246" y="140"/>
                </a:cubicBezTo>
                <a:cubicBezTo>
                  <a:pt x="1246" y="138"/>
                  <a:pt x="1247" y="135"/>
                  <a:pt x="1248" y="132"/>
                </a:cubicBezTo>
                <a:cubicBezTo>
                  <a:pt x="1249" y="130"/>
                  <a:pt x="1250" y="127"/>
                  <a:pt x="1252" y="126"/>
                </a:cubicBezTo>
                <a:cubicBezTo>
                  <a:pt x="1254" y="124"/>
                  <a:pt x="1255" y="123"/>
                  <a:pt x="1258" y="123"/>
                </a:cubicBezTo>
                <a:close/>
                <a:moveTo>
                  <a:pt x="1303" y="153"/>
                </a:moveTo>
                <a:cubicBezTo>
                  <a:pt x="1302" y="150"/>
                  <a:pt x="1302" y="150"/>
                  <a:pt x="1302" y="150"/>
                </a:cubicBezTo>
                <a:cubicBezTo>
                  <a:pt x="1300" y="152"/>
                  <a:pt x="1298" y="153"/>
                  <a:pt x="1296" y="154"/>
                </a:cubicBezTo>
                <a:cubicBezTo>
                  <a:pt x="1294" y="155"/>
                  <a:pt x="1292" y="156"/>
                  <a:pt x="1290" y="156"/>
                </a:cubicBezTo>
                <a:cubicBezTo>
                  <a:pt x="1287" y="156"/>
                  <a:pt x="1285" y="154"/>
                  <a:pt x="1284" y="152"/>
                </a:cubicBezTo>
                <a:cubicBezTo>
                  <a:pt x="1282" y="150"/>
                  <a:pt x="1282" y="147"/>
                  <a:pt x="1282" y="143"/>
                </a:cubicBezTo>
                <a:cubicBezTo>
                  <a:pt x="1285" y="143"/>
                  <a:pt x="1288" y="143"/>
                  <a:pt x="1292" y="142"/>
                </a:cubicBezTo>
                <a:cubicBezTo>
                  <a:pt x="1295" y="140"/>
                  <a:pt x="1299" y="139"/>
                  <a:pt x="1301" y="136"/>
                </a:cubicBezTo>
                <a:cubicBezTo>
                  <a:pt x="1304" y="134"/>
                  <a:pt x="1305" y="131"/>
                  <a:pt x="1305" y="128"/>
                </a:cubicBezTo>
                <a:cubicBezTo>
                  <a:pt x="1305" y="125"/>
                  <a:pt x="1304" y="123"/>
                  <a:pt x="1303" y="122"/>
                </a:cubicBezTo>
                <a:cubicBezTo>
                  <a:pt x="1301" y="120"/>
                  <a:pt x="1299" y="119"/>
                  <a:pt x="1295" y="119"/>
                </a:cubicBezTo>
                <a:cubicBezTo>
                  <a:pt x="1291" y="119"/>
                  <a:pt x="1288" y="121"/>
                  <a:pt x="1285" y="123"/>
                </a:cubicBezTo>
                <a:cubicBezTo>
                  <a:pt x="1282" y="125"/>
                  <a:pt x="1279" y="128"/>
                  <a:pt x="1277" y="132"/>
                </a:cubicBezTo>
                <a:cubicBezTo>
                  <a:pt x="1275" y="136"/>
                  <a:pt x="1275" y="140"/>
                  <a:pt x="1275" y="145"/>
                </a:cubicBezTo>
                <a:cubicBezTo>
                  <a:pt x="1275" y="147"/>
                  <a:pt x="1275" y="150"/>
                  <a:pt x="1276" y="152"/>
                </a:cubicBezTo>
                <a:cubicBezTo>
                  <a:pt x="1277" y="155"/>
                  <a:pt x="1279" y="156"/>
                  <a:pt x="1281" y="158"/>
                </a:cubicBezTo>
                <a:cubicBezTo>
                  <a:pt x="1283" y="159"/>
                  <a:pt x="1285" y="160"/>
                  <a:pt x="1288" y="160"/>
                </a:cubicBezTo>
                <a:cubicBezTo>
                  <a:pt x="1292" y="160"/>
                  <a:pt x="1295" y="159"/>
                  <a:pt x="1297" y="158"/>
                </a:cubicBezTo>
                <a:cubicBezTo>
                  <a:pt x="1300" y="156"/>
                  <a:pt x="1302" y="154"/>
                  <a:pt x="1303" y="153"/>
                </a:cubicBezTo>
                <a:close/>
                <a:moveTo>
                  <a:pt x="1294" y="123"/>
                </a:moveTo>
                <a:cubicBezTo>
                  <a:pt x="1295" y="123"/>
                  <a:pt x="1296" y="124"/>
                  <a:pt x="1297" y="125"/>
                </a:cubicBezTo>
                <a:cubicBezTo>
                  <a:pt x="1298" y="125"/>
                  <a:pt x="1298" y="127"/>
                  <a:pt x="1298" y="129"/>
                </a:cubicBezTo>
                <a:cubicBezTo>
                  <a:pt x="1298" y="131"/>
                  <a:pt x="1298" y="133"/>
                  <a:pt x="1296" y="135"/>
                </a:cubicBezTo>
                <a:cubicBezTo>
                  <a:pt x="1294" y="136"/>
                  <a:pt x="1292" y="138"/>
                  <a:pt x="1289" y="139"/>
                </a:cubicBezTo>
                <a:cubicBezTo>
                  <a:pt x="1287" y="139"/>
                  <a:pt x="1284" y="140"/>
                  <a:pt x="1282" y="140"/>
                </a:cubicBezTo>
                <a:cubicBezTo>
                  <a:pt x="1282" y="138"/>
                  <a:pt x="1283" y="135"/>
                  <a:pt x="1284" y="132"/>
                </a:cubicBezTo>
                <a:cubicBezTo>
                  <a:pt x="1285" y="130"/>
                  <a:pt x="1286" y="127"/>
                  <a:pt x="1288" y="126"/>
                </a:cubicBezTo>
                <a:cubicBezTo>
                  <a:pt x="1289" y="124"/>
                  <a:pt x="1291" y="123"/>
                  <a:pt x="1294" y="123"/>
                </a:cubicBezTo>
                <a:close/>
                <a:moveTo>
                  <a:pt x="1322" y="129"/>
                </a:moveTo>
                <a:cubicBezTo>
                  <a:pt x="1323" y="127"/>
                  <a:pt x="1323" y="127"/>
                  <a:pt x="1323" y="127"/>
                </a:cubicBezTo>
                <a:cubicBezTo>
                  <a:pt x="1323" y="120"/>
                  <a:pt x="1323" y="120"/>
                  <a:pt x="1323" y="120"/>
                </a:cubicBezTo>
                <a:cubicBezTo>
                  <a:pt x="1322" y="119"/>
                  <a:pt x="1322" y="119"/>
                  <a:pt x="1322" y="119"/>
                </a:cubicBezTo>
                <a:cubicBezTo>
                  <a:pt x="1314" y="121"/>
                  <a:pt x="1314" y="121"/>
                  <a:pt x="1314" y="121"/>
                </a:cubicBezTo>
                <a:cubicBezTo>
                  <a:pt x="1313" y="124"/>
                  <a:pt x="1313" y="124"/>
                  <a:pt x="1313" y="124"/>
                </a:cubicBezTo>
                <a:cubicBezTo>
                  <a:pt x="1317" y="125"/>
                  <a:pt x="1317" y="125"/>
                  <a:pt x="1317" y="125"/>
                </a:cubicBezTo>
                <a:cubicBezTo>
                  <a:pt x="1312" y="159"/>
                  <a:pt x="1312" y="159"/>
                  <a:pt x="1312" y="159"/>
                </a:cubicBezTo>
                <a:cubicBezTo>
                  <a:pt x="1319" y="159"/>
                  <a:pt x="1319" y="159"/>
                  <a:pt x="1319" y="159"/>
                </a:cubicBezTo>
                <a:cubicBezTo>
                  <a:pt x="1322" y="134"/>
                  <a:pt x="1322" y="134"/>
                  <a:pt x="1322" y="134"/>
                </a:cubicBezTo>
                <a:cubicBezTo>
                  <a:pt x="1323" y="132"/>
                  <a:pt x="1325" y="130"/>
                  <a:pt x="1327" y="129"/>
                </a:cubicBezTo>
                <a:cubicBezTo>
                  <a:pt x="1329" y="127"/>
                  <a:pt x="1331" y="127"/>
                  <a:pt x="1333" y="127"/>
                </a:cubicBezTo>
                <a:cubicBezTo>
                  <a:pt x="1334" y="127"/>
                  <a:pt x="1335" y="127"/>
                  <a:pt x="1336" y="127"/>
                </a:cubicBezTo>
                <a:cubicBezTo>
                  <a:pt x="1338" y="120"/>
                  <a:pt x="1338" y="120"/>
                  <a:pt x="1338" y="120"/>
                </a:cubicBezTo>
                <a:cubicBezTo>
                  <a:pt x="1337" y="120"/>
                  <a:pt x="1336" y="119"/>
                  <a:pt x="1335" y="119"/>
                </a:cubicBezTo>
                <a:cubicBezTo>
                  <a:pt x="1333" y="119"/>
                  <a:pt x="1331" y="120"/>
                  <a:pt x="1330" y="121"/>
                </a:cubicBezTo>
                <a:cubicBezTo>
                  <a:pt x="1328" y="122"/>
                  <a:pt x="1326" y="123"/>
                  <a:pt x="1325" y="125"/>
                </a:cubicBezTo>
                <a:cubicBezTo>
                  <a:pt x="1324" y="126"/>
                  <a:pt x="1323" y="128"/>
                  <a:pt x="1322" y="129"/>
                </a:cubicBezTo>
                <a:close/>
                <a:moveTo>
                  <a:pt x="1349" y="153"/>
                </a:moveTo>
                <a:cubicBezTo>
                  <a:pt x="1354" y="120"/>
                  <a:pt x="1354" y="120"/>
                  <a:pt x="1354" y="120"/>
                </a:cubicBezTo>
                <a:cubicBezTo>
                  <a:pt x="1352" y="119"/>
                  <a:pt x="1352" y="119"/>
                  <a:pt x="1352" y="119"/>
                </a:cubicBezTo>
                <a:cubicBezTo>
                  <a:pt x="1342" y="121"/>
                  <a:pt x="1342" y="121"/>
                  <a:pt x="1342" y="121"/>
                </a:cubicBezTo>
                <a:cubicBezTo>
                  <a:pt x="1342" y="123"/>
                  <a:pt x="1342" y="123"/>
                  <a:pt x="1342" y="123"/>
                </a:cubicBezTo>
                <a:cubicBezTo>
                  <a:pt x="1346" y="125"/>
                  <a:pt x="1346" y="125"/>
                  <a:pt x="1346" y="125"/>
                </a:cubicBezTo>
                <a:cubicBezTo>
                  <a:pt x="1345" y="132"/>
                  <a:pt x="1345" y="138"/>
                  <a:pt x="1344" y="142"/>
                </a:cubicBezTo>
                <a:cubicBezTo>
                  <a:pt x="1343" y="150"/>
                  <a:pt x="1342" y="154"/>
                  <a:pt x="1342" y="156"/>
                </a:cubicBezTo>
                <a:cubicBezTo>
                  <a:pt x="1342" y="157"/>
                  <a:pt x="1342" y="158"/>
                  <a:pt x="1343" y="159"/>
                </a:cubicBezTo>
                <a:cubicBezTo>
                  <a:pt x="1344" y="160"/>
                  <a:pt x="1345" y="160"/>
                  <a:pt x="1347" y="160"/>
                </a:cubicBezTo>
                <a:cubicBezTo>
                  <a:pt x="1349" y="160"/>
                  <a:pt x="1350" y="159"/>
                  <a:pt x="1352" y="158"/>
                </a:cubicBezTo>
                <a:cubicBezTo>
                  <a:pt x="1353" y="157"/>
                  <a:pt x="1354" y="156"/>
                  <a:pt x="1355" y="155"/>
                </a:cubicBezTo>
                <a:cubicBezTo>
                  <a:pt x="1354" y="154"/>
                  <a:pt x="1354" y="154"/>
                  <a:pt x="1354" y="154"/>
                </a:cubicBezTo>
                <a:cubicBezTo>
                  <a:pt x="1353" y="154"/>
                  <a:pt x="1352" y="155"/>
                  <a:pt x="1352" y="155"/>
                </a:cubicBezTo>
                <a:cubicBezTo>
                  <a:pt x="1351" y="156"/>
                  <a:pt x="1351" y="156"/>
                  <a:pt x="1350" y="156"/>
                </a:cubicBezTo>
                <a:cubicBezTo>
                  <a:pt x="1350" y="156"/>
                  <a:pt x="1350" y="156"/>
                  <a:pt x="1349" y="155"/>
                </a:cubicBezTo>
                <a:cubicBezTo>
                  <a:pt x="1349" y="155"/>
                  <a:pt x="1349" y="155"/>
                  <a:pt x="1349" y="154"/>
                </a:cubicBezTo>
                <a:lnTo>
                  <a:pt x="1349" y="153"/>
                </a:lnTo>
                <a:close/>
                <a:moveTo>
                  <a:pt x="1351" y="112"/>
                </a:moveTo>
                <a:cubicBezTo>
                  <a:pt x="1353" y="112"/>
                  <a:pt x="1354" y="111"/>
                  <a:pt x="1355" y="110"/>
                </a:cubicBezTo>
                <a:cubicBezTo>
                  <a:pt x="1356" y="109"/>
                  <a:pt x="1356" y="108"/>
                  <a:pt x="1356" y="107"/>
                </a:cubicBezTo>
                <a:cubicBezTo>
                  <a:pt x="1356" y="106"/>
                  <a:pt x="1356" y="105"/>
                  <a:pt x="1355" y="104"/>
                </a:cubicBezTo>
                <a:cubicBezTo>
                  <a:pt x="1354" y="103"/>
                  <a:pt x="1353" y="103"/>
                  <a:pt x="1352" y="103"/>
                </a:cubicBezTo>
                <a:cubicBezTo>
                  <a:pt x="1351" y="103"/>
                  <a:pt x="1350" y="103"/>
                  <a:pt x="1349" y="104"/>
                </a:cubicBezTo>
                <a:cubicBezTo>
                  <a:pt x="1348" y="105"/>
                  <a:pt x="1348" y="107"/>
                  <a:pt x="1348" y="108"/>
                </a:cubicBezTo>
                <a:cubicBezTo>
                  <a:pt x="1348" y="109"/>
                  <a:pt x="1348" y="110"/>
                  <a:pt x="1349" y="111"/>
                </a:cubicBezTo>
                <a:cubicBezTo>
                  <a:pt x="1350" y="111"/>
                  <a:pt x="1350" y="112"/>
                  <a:pt x="1351" y="112"/>
                </a:cubicBezTo>
                <a:close/>
                <a:moveTo>
                  <a:pt x="1374" y="129"/>
                </a:moveTo>
                <a:cubicBezTo>
                  <a:pt x="1375" y="120"/>
                  <a:pt x="1375" y="120"/>
                  <a:pt x="1375" y="120"/>
                </a:cubicBezTo>
                <a:cubicBezTo>
                  <a:pt x="1374" y="119"/>
                  <a:pt x="1374" y="119"/>
                  <a:pt x="1374" y="119"/>
                </a:cubicBezTo>
                <a:cubicBezTo>
                  <a:pt x="1365" y="121"/>
                  <a:pt x="1365" y="121"/>
                  <a:pt x="1365" y="121"/>
                </a:cubicBezTo>
                <a:cubicBezTo>
                  <a:pt x="1365" y="124"/>
                  <a:pt x="1365" y="124"/>
                  <a:pt x="1365" y="124"/>
                </a:cubicBezTo>
                <a:cubicBezTo>
                  <a:pt x="1368" y="125"/>
                  <a:pt x="1368" y="125"/>
                  <a:pt x="1368" y="125"/>
                </a:cubicBezTo>
                <a:cubicBezTo>
                  <a:pt x="1364" y="159"/>
                  <a:pt x="1364" y="159"/>
                  <a:pt x="1364" y="159"/>
                </a:cubicBezTo>
                <a:cubicBezTo>
                  <a:pt x="1370" y="159"/>
                  <a:pt x="1370" y="159"/>
                  <a:pt x="1370" y="159"/>
                </a:cubicBezTo>
                <a:cubicBezTo>
                  <a:pt x="1374" y="134"/>
                  <a:pt x="1374" y="134"/>
                  <a:pt x="1374" y="134"/>
                </a:cubicBezTo>
                <a:cubicBezTo>
                  <a:pt x="1375" y="131"/>
                  <a:pt x="1377" y="129"/>
                  <a:pt x="1380" y="127"/>
                </a:cubicBezTo>
                <a:cubicBezTo>
                  <a:pt x="1382" y="125"/>
                  <a:pt x="1384" y="124"/>
                  <a:pt x="1386" y="124"/>
                </a:cubicBezTo>
                <a:cubicBezTo>
                  <a:pt x="1388" y="124"/>
                  <a:pt x="1389" y="125"/>
                  <a:pt x="1389" y="126"/>
                </a:cubicBezTo>
                <a:cubicBezTo>
                  <a:pt x="1390" y="127"/>
                  <a:pt x="1390" y="128"/>
                  <a:pt x="1390" y="130"/>
                </a:cubicBezTo>
                <a:cubicBezTo>
                  <a:pt x="1390" y="132"/>
                  <a:pt x="1390" y="134"/>
                  <a:pt x="1390" y="135"/>
                </a:cubicBezTo>
                <a:cubicBezTo>
                  <a:pt x="1390" y="137"/>
                  <a:pt x="1389" y="140"/>
                  <a:pt x="1389" y="142"/>
                </a:cubicBezTo>
                <a:cubicBezTo>
                  <a:pt x="1388" y="144"/>
                  <a:pt x="1388" y="144"/>
                  <a:pt x="1388" y="144"/>
                </a:cubicBezTo>
                <a:cubicBezTo>
                  <a:pt x="1388" y="147"/>
                  <a:pt x="1388" y="147"/>
                  <a:pt x="1388" y="147"/>
                </a:cubicBezTo>
                <a:cubicBezTo>
                  <a:pt x="1387" y="151"/>
                  <a:pt x="1387" y="154"/>
                  <a:pt x="1387" y="156"/>
                </a:cubicBezTo>
                <a:cubicBezTo>
                  <a:pt x="1387" y="159"/>
                  <a:pt x="1388" y="160"/>
                  <a:pt x="1391" y="160"/>
                </a:cubicBezTo>
                <a:cubicBezTo>
                  <a:pt x="1392" y="160"/>
                  <a:pt x="1394" y="160"/>
                  <a:pt x="1395" y="159"/>
                </a:cubicBezTo>
                <a:cubicBezTo>
                  <a:pt x="1396" y="159"/>
                  <a:pt x="1397" y="158"/>
                  <a:pt x="1397" y="157"/>
                </a:cubicBezTo>
                <a:cubicBezTo>
                  <a:pt x="1398" y="157"/>
                  <a:pt x="1399" y="156"/>
                  <a:pt x="1399" y="156"/>
                </a:cubicBezTo>
                <a:cubicBezTo>
                  <a:pt x="1398" y="154"/>
                  <a:pt x="1398" y="154"/>
                  <a:pt x="1398" y="154"/>
                </a:cubicBezTo>
                <a:cubicBezTo>
                  <a:pt x="1397" y="155"/>
                  <a:pt x="1396" y="156"/>
                  <a:pt x="1395" y="156"/>
                </a:cubicBezTo>
                <a:cubicBezTo>
                  <a:pt x="1394" y="156"/>
                  <a:pt x="1394" y="155"/>
                  <a:pt x="1394" y="154"/>
                </a:cubicBezTo>
                <a:cubicBezTo>
                  <a:pt x="1394" y="152"/>
                  <a:pt x="1394" y="149"/>
                  <a:pt x="1395" y="145"/>
                </a:cubicBezTo>
                <a:cubicBezTo>
                  <a:pt x="1395" y="142"/>
                  <a:pt x="1395" y="142"/>
                  <a:pt x="1395" y="142"/>
                </a:cubicBezTo>
                <a:cubicBezTo>
                  <a:pt x="1396" y="140"/>
                  <a:pt x="1396" y="140"/>
                  <a:pt x="1396" y="140"/>
                </a:cubicBezTo>
                <a:cubicBezTo>
                  <a:pt x="1397" y="135"/>
                  <a:pt x="1397" y="132"/>
                  <a:pt x="1397" y="130"/>
                </a:cubicBezTo>
                <a:cubicBezTo>
                  <a:pt x="1397" y="126"/>
                  <a:pt x="1397" y="123"/>
                  <a:pt x="1395" y="122"/>
                </a:cubicBezTo>
                <a:cubicBezTo>
                  <a:pt x="1394" y="120"/>
                  <a:pt x="1392" y="119"/>
                  <a:pt x="1389" y="119"/>
                </a:cubicBezTo>
                <a:cubicBezTo>
                  <a:pt x="1386" y="119"/>
                  <a:pt x="1384" y="120"/>
                  <a:pt x="1381" y="122"/>
                </a:cubicBezTo>
                <a:cubicBezTo>
                  <a:pt x="1379" y="124"/>
                  <a:pt x="1376" y="126"/>
                  <a:pt x="1374" y="129"/>
                </a:cubicBezTo>
                <a:close/>
                <a:moveTo>
                  <a:pt x="1433" y="162"/>
                </a:moveTo>
                <a:cubicBezTo>
                  <a:pt x="1440" y="119"/>
                  <a:pt x="1440" y="119"/>
                  <a:pt x="1440" y="119"/>
                </a:cubicBezTo>
                <a:cubicBezTo>
                  <a:pt x="1435" y="121"/>
                  <a:pt x="1435" y="121"/>
                  <a:pt x="1435" y="121"/>
                </a:cubicBezTo>
                <a:cubicBezTo>
                  <a:pt x="1434" y="121"/>
                  <a:pt x="1433" y="120"/>
                  <a:pt x="1432" y="120"/>
                </a:cubicBezTo>
                <a:cubicBezTo>
                  <a:pt x="1430" y="120"/>
                  <a:pt x="1429" y="119"/>
                  <a:pt x="1428" y="119"/>
                </a:cubicBezTo>
                <a:cubicBezTo>
                  <a:pt x="1423" y="119"/>
                  <a:pt x="1419" y="121"/>
                  <a:pt x="1416" y="123"/>
                </a:cubicBezTo>
                <a:cubicBezTo>
                  <a:pt x="1412" y="126"/>
                  <a:pt x="1410" y="129"/>
                  <a:pt x="1408" y="133"/>
                </a:cubicBezTo>
                <a:cubicBezTo>
                  <a:pt x="1406" y="137"/>
                  <a:pt x="1405" y="141"/>
                  <a:pt x="1405" y="145"/>
                </a:cubicBezTo>
                <a:cubicBezTo>
                  <a:pt x="1405" y="150"/>
                  <a:pt x="1406" y="153"/>
                  <a:pt x="1408" y="156"/>
                </a:cubicBezTo>
                <a:cubicBezTo>
                  <a:pt x="1410" y="159"/>
                  <a:pt x="1413" y="160"/>
                  <a:pt x="1417" y="160"/>
                </a:cubicBezTo>
                <a:cubicBezTo>
                  <a:pt x="1419" y="160"/>
                  <a:pt x="1421" y="159"/>
                  <a:pt x="1423" y="158"/>
                </a:cubicBezTo>
                <a:cubicBezTo>
                  <a:pt x="1425" y="157"/>
                  <a:pt x="1426" y="156"/>
                  <a:pt x="1428" y="155"/>
                </a:cubicBezTo>
                <a:cubicBezTo>
                  <a:pt x="1426" y="164"/>
                  <a:pt x="1426" y="164"/>
                  <a:pt x="1426" y="164"/>
                </a:cubicBezTo>
                <a:cubicBezTo>
                  <a:pt x="1426" y="167"/>
                  <a:pt x="1425" y="169"/>
                  <a:pt x="1424" y="170"/>
                </a:cubicBezTo>
                <a:cubicBezTo>
                  <a:pt x="1422" y="172"/>
                  <a:pt x="1420" y="172"/>
                  <a:pt x="1417" y="172"/>
                </a:cubicBezTo>
                <a:cubicBezTo>
                  <a:pt x="1415" y="172"/>
                  <a:pt x="1414" y="172"/>
                  <a:pt x="1412" y="171"/>
                </a:cubicBezTo>
                <a:cubicBezTo>
                  <a:pt x="1410" y="171"/>
                  <a:pt x="1409" y="170"/>
                  <a:pt x="1408" y="170"/>
                </a:cubicBezTo>
                <a:cubicBezTo>
                  <a:pt x="1406" y="175"/>
                  <a:pt x="1406" y="175"/>
                  <a:pt x="1406" y="175"/>
                </a:cubicBezTo>
                <a:cubicBezTo>
                  <a:pt x="1407" y="176"/>
                  <a:pt x="1408" y="176"/>
                  <a:pt x="1410" y="176"/>
                </a:cubicBezTo>
                <a:cubicBezTo>
                  <a:pt x="1411" y="177"/>
                  <a:pt x="1413" y="177"/>
                  <a:pt x="1414" y="177"/>
                </a:cubicBezTo>
                <a:cubicBezTo>
                  <a:pt x="1417" y="177"/>
                  <a:pt x="1420" y="176"/>
                  <a:pt x="1423" y="175"/>
                </a:cubicBezTo>
                <a:cubicBezTo>
                  <a:pt x="1425" y="174"/>
                  <a:pt x="1428" y="173"/>
                  <a:pt x="1430" y="170"/>
                </a:cubicBezTo>
                <a:cubicBezTo>
                  <a:pt x="1432" y="168"/>
                  <a:pt x="1433" y="165"/>
                  <a:pt x="1433" y="162"/>
                </a:cubicBezTo>
                <a:close/>
                <a:moveTo>
                  <a:pt x="1432" y="125"/>
                </a:moveTo>
                <a:cubicBezTo>
                  <a:pt x="1428" y="150"/>
                  <a:pt x="1428" y="150"/>
                  <a:pt x="1428" y="150"/>
                </a:cubicBezTo>
                <a:cubicBezTo>
                  <a:pt x="1427" y="151"/>
                  <a:pt x="1426" y="153"/>
                  <a:pt x="1424" y="154"/>
                </a:cubicBezTo>
                <a:cubicBezTo>
                  <a:pt x="1423" y="155"/>
                  <a:pt x="1421" y="155"/>
                  <a:pt x="1419" y="155"/>
                </a:cubicBezTo>
                <a:cubicBezTo>
                  <a:pt x="1417" y="155"/>
                  <a:pt x="1415" y="155"/>
                  <a:pt x="1414" y="153"/>
                </a:cubicBezTo>
                <a:cubicBezTo>
                  <a:pt x="1413" y="151"/>
                  <a:pt x="1412" y="148"/>
                  <a:pt x="1412" y="145"/>
                </a:cubicBezTo>
                <a:cubicBezTo>
                  <a:pt x="1412" y="142"/>
                  <a:pt x="1413" y="138"/>
                  <a:pt x="1414" y="135"/>
                </a:cubicBezTo>
                <a:cubicBezTo>
                  <a:pt x="1415" y="132"/>
                  <a:pt x="1417" y="129"/>
                  <a:pt x="1419" y="127"/>
                </a:cubicBezTo>
                <a:cubicBezTo>
                  <a:pt x="1421" y="124"/>
                  <a:pt x="1424" y="123"/>
                  <a:pt x="1427" y="123"/>
                </a:cubicBezTo>
                <a:cubicBezTo>
                  <a:pt x="1429" y="123"/>
                  <a:pt x="1431" y="124"/>
                  <a:pt x="1432" y="125"/>
                </a:cubicBezTo>
                <a:close/>
                <a:moveTo>
                  <a:pt x="1076" y="242"/>
                </a:moveTo>
                <a:cubicBezTo>
                  <a:pt x="1072" y="249"/>
                  <a:pt x="1072" y="249"/>
                  <a:pt x="1072" y="249"/>
                </a:cubicBezTo>
                <a:cubicBezTo>
                  <a:pt x="1072" y="242"/>
                  <a:pt x="1072" y="242"/>
                  <a:pt x="1072" y="242"/>
                </a:cubicBezTo>
                <a:cubicBezTo>
                  <a:pt x="1066" y="208"/>
                  <a:pt x="1066" y="208"/>
                  <a:pt x="1066" y="208"/>
                </a:cubicBezTo>
                <a:cubicBezTo>
                  <a:pt x="1050" y="208"/>
                  <a:pt x="1050" y="208"/>
                  <a:pt x="1050" y="208"/>
                </a:cubicBezTo>
                <a:cubicBezTo>
                  <a:pt x="1049" y="211"/>
                  <a:pt x="1049" y="211"/>
                  <a:pt x="1049" y="211"/>
                </a:cubicBezTo>
                <a:cubicBezTo>
                  <a:pt x="1056" y="212"/>
                  <a:pt x="1056" y="212"/>
                  <a:pt x="1056" y="212"/>
                </a:cubicBezTo>
                <a:cubicBezTo>
                  <a:pt x="1045" y="256"/>
                  <a:pt x="1045" y="256"/>
                  <a:pt x="1045" y="256"/>
                </a:cubicBezTo>
                <a:cubicBezTo>
                  <a:pt x="1039" y="257"/>
                  <a:pt x="1039" y="257"/>
                  <a:pt x="1039" y="257"/>
                </a:cubicBezTo>
                <a:cubicBezTo>
                  <a:pt x="1039" y="260"/>
                  <a:pt x="1039" y="260"/>
                  <a:pt x="1039" y="260"/>
                </a:cubicBezTo>
                <a:cubicBezTo>
                  <a:pt x="1057" y="260"/>
                  <a:pt x="1057" y="260"/>
                  <a:pt x="1057" y="260"/>
                </a:cubicBezTo>
                <a:cubicBezTo>
                  <a:pt x="1057" y="257"/>
                  <a:pt x="1057" y="257"/>
                  <a:pt x="1057" y="257"/>
                </a:cubicBezTo>
                <a:cubicBezTo>
                  <a:pt x="1050" y="256"/>
                  <a:pt x="1050" y="256"/>
                  <a:pt x="1050" y="256"/>
                </a:cubicBezTo>
                <a:cubicBezTo>
                  <a:pt x="1057" y="225"/>
                  <a:pt x="1057" y="225"/>
                  <a:pt x="1057" y="225"/>
                </a:cubicBezTo>
                <a:cubicBezTo>
                  <a:pt x="1060" y="211"/>
                  <a:pt x="1060" y="211"/>
                  <a:pt x="1060" y="211"/>
                </a:cubicBezTo>
                <a:cubicBezTo>
                  <a:pt x="1062" y="225"/>
                  <a:pt x="1062" y="225"/>
                  <a:pt x="1062" y="225"/>
                </a:cubicBezTo>
                <a:cubicBezTo>
                  <a:pt x="1068" y="261"/>
                  <a:pt x="1068" y="261"/>
                  <a:pt x="1068" y="261"/>
                </a:cubicBezTo>
                <a:cubicBezTo>
                  <a:pt x="1072" y="260"/>
                  <a:pt x="1072" y="260"/>
                  <a:pt x="1072" y="260"/>
                </a:cubicBezTo>
                <a:cubicBezTo>
                  <a:pt x="1088" y="224"/>
                  <a:pt x="1088" y="224"/>
                  <a:pt x="1088" y="224"/>
                </a:cubicBezTo>
                <a:cubicBezTo>
                  <a:pt x="1094" y="211"/>
                  <a:pt x="1094" y="211"/>
                  <a:pt x="1094" y="211"/>
                </a:cubicBezTo>
                <a:cubicBezTo>
                  <a:pt x="1093" y="225"/>
                  <a:pt x="1093" y="225"/>
                  <a:pt x="1093" y="225"/>
                </a:cubicBezTo>
                <a:cubicBezTo>
                  <a:pt x="1091" y="256"/>
                  <a:pt x="1091" y="256"/>
                  <a:pt x="1091" y="256"/>
                </a:cubicBezTo>
                <a:cubicBezTo>
                  <a:pt x="1085" y="257"/>
                  <a:pt x="1085" y="257"/>
                  <a:pt x="1085" y="257"/>
                </a:cubicBezTo>
                <a:cubicBezTo>
                  <a:pt x="1084" y="260"/>
                  <a:pt x="1084" y="260"/>
                  <a:pt x="1084" y="260"/>
                </a:cubicBezTo>
                <a:cubicBezTo>
                  <a:pt x="1104" y="260"/>
                  <a:pt x="1104" y="260"/>
                  <a:pt x="1104" y="260"/>
                </a:cubicBezTo>
                <a:cubicBezTo>
                  <a:pt x="1104" y="257"/>
                  <a:pt x="1104" y="257"/>
                  <a:pt x="1104" y="257"/>
                </a:cubicBezTo>
                <a:cubicBezTo>
                  <a:pt x="1098" y="256"/>
                  <a:pt x="1098" y="256"/>
                  <a:pt x="1098" y="256"/>
                </a:cubicBezTo>
                <a:cubicBezTo>
                  <a:pt x="1099" y="212"/>
                  <a:pt x="1099" y="212"/>
                  <a:pt x="1099" y="212"/>
                </a:cubicBezTo>
                <a:cubicBezTo>
                  <a:pt x="1106" y="211"/>
                  <a:pt x="1106" y="211"/>
                  <a:pt x="1106" y="211"/>
                </a:cubicBezTo>
                <a:cubicBezTo>
                  <a:pt x="1106" y="208"/>
                  <a:pt x="1106" y="208"/>
                  <a:pt x="1106" y="208"/>
                </a:cubicBezTo>
                <a:cubicBezTo>
                  <a:pt x="1091" y="208"/>
                  <a:pt x="1091" y="208"/>
                  <a:pt x="1091" y="208"/>
                </a:cubicBezTo>
                <a:cubicBezTo>
                  <a:pt x="1090" y="211"/>
                  <a:pt x="1087" y="217"/>
                  <a:pt x="1083" y="225"/>
                </a:cubicBezTo>
                <a:cubicBezTo>
                  <a:pt x="1079" y="233"/>
                  <a:pt x="1077" y="239"/>
                  <a:pt x="1076" y="242"/>
                </a:cubicBezTo>
                <a:close/>
                <a:moveTo>
                  <a:pt x="1138" y="253"/>
                </a:moveTo>
                <a:cubicBezTo>
                  <a:pt x="1136" y="251"/>
                  <a:pt x="1136" y="251"/>
                  <a:pt x="1136" y="251"/>
                </a:cubicBezTo>
                <a:cubicBezTo>
                  <a:pt x="1134" y="253"/>
                  <a:pt x="1133" y="254"/>
                  <a:pt x="1131" y="255"/>
                </a:cubicBezTo>
                <a:cubicBezTo>
                  <a:pt x="1129" y="256"/>
                  <a:pt x="1126" y="256"/>
                  <a:pt x="1124" y="256"/>
                </a:cubicBezTo>
                <a:cubicBezTo>
                  <a:pt x="1121" y="256"/>
                  <a:pt x="1119" y="255"/>
                  <a:pt x="1118" y="253"/>
                </a:cubicBezTo>
                <a:cubicBezTo>
                  <a:pt x="1117" y="250"/>
                  <a:pt x="1116" y="247"/>
                  <a:pt x="1116" y="244"/>
                </a:cubicBezTo>
                <a:cubicBezTo>
                  <a:pt x="1119" y="244"/>
                  <a:pt x="1123" y="244"/>
                  <a:pt x="1126" y="242"/>
                </a:cubicBezTo>
                <a:cubicBezTo>
                  <a:pt x="1130" y="241"/>
                  <a:pt x="1133" y="240"/>
                  <a:pt x="1136" y="237"/>
                </a:cubicBezTo>
                <a:cubicBezTo>
                  <a:pt x="1138" y="235"/>
                  <a:pt x="1140" y="232"/>
                  <a:pt x="1140" y="229"/>
                </a:cubicBezTo>
                <a:cubicBezTo>
                  <a:pt x="1140" y="226"/>
                  <a:pt x="1139" y="224"/>
                  <a:pt x="1137" y="223"/>
                </a:cubicBezTo>
                <a:cubicBezTo>
                  <a:pt x="1135" y="221"/>
                  <a:pt x="1133" y="220"/>
                  <a:pt x="1130" y="220"/>
                </a:cubicBezTo>
                <a:cubicBezTo>
                  <a:pt x="1126" y="220"/>
                  <a:pt x="1122" y="221"/>
                  <a:pt x="1119" y="224"/>
                </a:cubicBezTo>
                <a:cubicBezTo>
                  <a:pt x="1116" y="226"/>
                  <a:pt x="1114" y="229"/>
                  <a:pt x="1112" y="233"/>
                </a:cubicBezTo>
                <a:cubicBezTo>
                  <a:pt x="1110" y="237"/>
                  <a:pt x="1109" y="241"/>
                  <a:pt x="1109" y="246"/>
                </a:cubicBezTo>
                <a:cubicBezTo>
                  <a:pt x="1109" y="248"/>
                  <a:pt x="1110" y="251"/>
                  <a:pt x="1111" y="253"/>
                </a:cubicBezTo>
                <a:cubicBezTo>
                  <a:pt x="1111" y="255"/>
                  <a:pt x="1113" y="257"/>
                  <a:pt x="1115" y="259"/>
                </a:cubicBezTo>
                <a:cubicBezTo>
                  <a:pt x="1117" y="260"/>
                  <a:pt x="1120" y="261"/>
                  <a:pt x="1123" y="261"/>
                </a:cubicBezTo>
                <a:cubicBezTo>
                  <a:pt x="1126" y="261"/>
                  <a:pt x="1129" y="260"/>
                  <a:pt x="1132" y="258"/>
                </a:cubicBezTo>
                <a:cubicBezTo>
                  <a:pt x="1135" y="257"/>
                  <a:pt x="1136" y="255"/>
                  <a:pt x="1138" y="253"/>
                </a:cubicBezTo>
                <a:close/>
                <a:moveTo>
                  <a:pt x="1128" y="224"/>
                </a:moveTo>
                <a:cubicBezTo>
                  <a:pt x="1130" y="224"/>
                  <a:pt x="1131" y="224"/>
                  <a:pt x="1132" y="225"/>
                </a:cubicBezTo>
                <a:cubicBezTo>
                  <a:pt x="1132" y="226"/>
                  <a:pt x="1133" y="228"/>
                  <a:pt x="1133" y="229"/>
                </a:cubicBezTo>
                <a:cubicBezTo>
                  <a:pt x="1133" y="232"/>
                  <a:pt x="1132" y="234"/>
                  <a:pt x="1130" y="235"/>
                </a:cubicBezTo>
                <a:cubicBezTo>
                  <a:pt x="1129" y="237"/>
                  <a:pt x="1126" y="238"/>
                  <a:pt x="1124" y="239"/>
                </a:cubicBezTo>
                <a:cubicBezTo>
                  <a:pt x="1121" y="240"/>
                  <a:pt x="1119" y="241"/>
                  <a:pt x="1116" y="241"/>
                </a:cubicBezTo>
                <a:cubicBezTo>
                  <a:pt x="1117" y="238"/>
                  <a:pt x="1117" y="236"/>
                  <a:pt x="1118" y="233"/>
                </a:cubicBezTo>
                <a:cubicBezTo>
                  <a:pt x="1119" y="230"/>
                  <a:pt x="1121" y="228"/>
                  <a:pt x="1122" y="226"/>
                </a:cubicBezTo>
                <a:cubicBezTo>
                  <a:pt x="1124" y="225"/>
                  <a:pt x="1126" y="224"/>
                  <a:pt x="1128" y="224"/>
                </a:cubicBezTo>
                <a:close/>
                <a:moveTo>
                  <a:pt x="1175" y="254"/>
                </a:moveTo>
                <a:cubicBezTo>
                  <a:pt x="1182" y="204"/>
                  <a:pt x="1182" y="204"/>
                  <a:pt x="1182" y="204"/>
                </a:cubicBezTo>
                <a:cubicBezTo>
                  <a:pt x="1181" y="204"/>
                  <a:pt x="1181" y="204"/>
                  <a:pt x="1181" y="204"/>
                </a:cubicBezTo>
                <a:cubicBezTo>
                  <a:pt x="1171" y="205"/>
                  <a:pt x="1171" y="205"/>
                  <a:pt x="1171" y="205"/>
                </a:cubicBezTo>
                <a:cubicBezTo>
                  <a:pt x="1170" y="207"/>
                  <a:pt x="1170" y="207"/>
                  <a:pt x="1170" y="207"/>
                </a:cubicBezTo>
                <a:cubicBezTo>
                  <a:pt x="1175" y="208"/>
                  <a:pt x="1175" y="208"/>
                  <a:pt x="1175" y="208"/>
                </a:cubicBezTo>
                <a:cubicBezTo>
                  <a:pt x="1173" y="221"/>
                  <a:pt x="1173" y="221"/>
                  <a:pt x="1173" y="221"/>
                </a:cubicBezTo>
                <a:cubicBezTo>
                  <a:pt x="1171" y="220"/>
                  <a:pt x="1169" y="220"/>
                  <a:pt x="1168" y="220"/>
                </a:cubicBezTo>
                <a:cubicBezTo>
                  <a:pt x="1163" y="220"/>
                  <a:pt x="1159" y="222"/>
                  <a:pt x="1156" y="224"/>
                </a:cubicBezTo>
                <a:cubicBezTo>
                  <a:pt x="1152" y="227"/>
                  <a:pt x="1150" y="230"/>
                  <a:pt x="1148" y="234"/>
                </a:cubicBezTo>
                <a:cubicBezTo>
                  <a:pt x="1146" y="238"/>
                  <a:pt x="1145" y="242"/>
                  <a:pt x="1145" y="246"/>
                </a:cubicBezTo>
                <a:cubicBezTo>
                  <a:pt x="1145" y="250"/>
                  <a:pt x="1146" y="254"/>
                  <a:pt x="1148" y="257"/>
                </a:cubicBezTo>
                <a:cubicBezTo>
                  <a:pt x="1150" y="259"/>
                  <a:pt x="1153" y="261"/>
                  <a:pt x="1157" y="261"/>
                </a:cubicBezTo>
                <a:cubicBezTo>
                  <a:pt x="1159" y="261"/>
                  <a:pt x="1162" y="260"/>
                  <a:pt x="1163" y="259"/>
                </a:cubicBezTo>
                <a:cubicBezTo>
                  <a:pt x="1165" y="258"/>
                  <a:pt x="1167" y="256"/>
                  <a:pt x="1168" y="255"/>
                </a:cubicBezTo>
                <a:cubicBezTo>
                  <a:pt x="1168" y="256"/>
                  <a:pt x="1168" y="256"/>
                  <a:pt x="1168" y="256"/>
                </a:cubicBezTo>
                <a:cubicBezTo>
                  <a:pt x="1168" y="259"/>
                  <a:pt x="1170" y="261"/>
                  <a:pt x="1173" y="261"/>
                </a:cubicBezTo>
                <a:cubicBezTo>
                  <a:pt x="1174" y="261"/>
                  <a:pt x="1176" y="260"/>
                  <a:pt x="1177" y="259"/>
                </a:cubicBezTo>
                <a:cubicBezTo>
                  <a:pt x="1178" y="258"/>
                  <a:pt x="1179" y="257"/>
                  <a:pt x="1180" y="256"/>
                </a:cubicBezTo>
                <a:cubicBezTo>
                  <a:pt x="1179" y="255"/>
                  <a:pt x="1179" y="255"/>
                  <a:pt x="1179" y="255"/>
                </a:cubicBezTo>
                <a:cubicBezTo>
                  <a:pt x="1178" y="256"/>
                  <a:pt x="1177" y="256"/>
                  <a:pt x="1176" y="256"/>
                </a:cubicBezTo>
                <a:cubicBezTo>
                  <a:pt x="1175" y="256"/>
                  <a:pt x="1175" y="256"/>
                  <a:pt x="1175" y="255"/>
                </a:cubicBezTo>
                <a:cubicBezTo>
                  <a:pt x="1175" y="254"/>
                  <a:pt x="1175" y="254"/>
                  <a:pt x="1175" y="254"/>
                </a:cubicBezTo>
                <a:close/>
                <a:moveTo>
                  <a:pt x="1172" y="225"/>
                </a:moveTo>
                <a:cubicBezTo>
                  <a:pt x="1169" y="250"/>
                  <a:pt x="1169" y="250"/>
                  <a:pt x="1169" y="250"/>
                </a:cubicBezTo>
                <a:cubicBezTo>
                  <a:pt x="1168" y="252"/>
                  <a:pt x="1166" y="253"/>
                  <a:pt x="1164" y="254"/>
                </a:cubicBezTo>
                <a:cubicBezTo>
                  <a:pt x="1163" y="256"/>
                  <a:pt x="1161" y="256"/>
                  <a:pt x="1159" y="256"/>
                </a:cubicBezTo>
                <a:cubicBezTo>
                  <a:pt x="1157" y="256"/>
                  <a:pt x="1155" y="255"/>
                  <a:pt x="1154" y="253"/>
                </a:cubicBezTo>
                <a:cubicBezTo>
                  <a:pt x="1153" y="252"/>
                  <a:pt x="1153" y="249"/>
                  <a:pt x="1153" y="246"/>
                </a:cubicBezTo>
                <a:cubicBezTo>
                  <a:pt x="1153" y="242"/>
                  <a:pt x="1153" y="239"/>
                  <a:pt x="1154" y="236"/>
                </a:cubicBezTo>
                <a:cubicBezTo>
                  <a:pt x="1155" y="232"/>
                  <a:pt x="1157" y="230"/>
                  <a:pt x="1159" y="227"/>
                </a:cubicBezTo>
                <a:cubicBezTo>
                  <a:pt x="1161" y="225"/>
                  <a:pt x="1164" y="224"/>
                  <a:pt x="1167" y="224"/>
                </a:cubicBezTo>
                <a:cubicBezTo>
                  <a:pt x="1169" y="224"/>
                  <a:pt x="1171" y="224"/>
                  <a:pt x="1172" y="225"/>
                </a:cubicBezTo>
                <a:close/>
                <a:moveTo>
                  <a:pt x="1198" y="254"/>
                </a:moveTo>
                <a:cubicBezTo>
                  <a:pt x="1202" y="221"/>
                  <a:pt x="1202" y="221"/>
                  <a:pt x="1202" y="221"/>
                </a:cubicBezTo>
                <a:cubicBezTo>
                  <a:pt x="1201" y="220"/>
                  <a:pt x="1201" y="220"/>
                  <a:pt x="1201" y="220"/>
                </a:cubicBezTo>
                <a:cubicBezTo>
                  <a:pt x="1191" y="222"/>
                  <a:pt x="1191" y="222"/>
                  <a:pt x="1191" y="222"/>
                </a:cubicBezTo>
                <a:cubicBezTo>
                  <a:pt x="1190" y="224"/>
                  <a:pt x="1190" y="224"/>
                  <a:pt x="1190" y="224"/>
                </a:cubicBezTo>
                <a:cubicBezTo>
                  <a:pt x="1195" y="226"/>
                  <a:pt x="1195" y="226"/>
                  <a:pt x="1195" y="226"/>
                </a:cubicBezTo>
                <a:cubicBezTo>
                  <a:pt x="1194" y="233"/>
                  <a:pt x="1193" y="239"/>
                  <a:pt x="1192" y="243"/>
                </a:cubicBezTo>
                <a:cubicBezTo>
                  <a:pt x="1191" y="251"/>
                  <a:pt x="1191" y="255"/>
                  <a:pt x="1191" y="256"/>
                </a:cubicBezTo>
                <a:cubicBezTo>
                  <a:pt x="1190" y="258"/>
                  <a:pt x="1191" y="259"/>
                  <a:pt x="1192" y="260"/>
                </a:cubicBezTo>
                <a:cubicBezTo>
                  <a:pt x="1192" y="260"/>
                  <a:pt x="1194" y="261"/>
                  <a:pt x="1195" y="261"/>
                </a:cubicBezTo>
                <a:cubicBezTo>
                  <a:pt x="1197" y="261"/>
                  <a:pt x="1199" y="260"/>
                  <a:pt x="1200" y="259"/>
                </a:cubicBezTo>
                <a:cubicBezTo>
                  <a:pt x="1202" y="258"/>
                  <a:pt x="1203" y="257"/>
                  <a:pt x="1203" y="256"/>
                </a:cubicBezTo>
                <a:cubicBezTo>
                  <a:pt x="1202" y="254"/>
                  <a:pt x="1202" y="254"/>
                  <a:pt x="1202" y="254"/>
                </a:cubicBezTo>
                <a:cubicBezTo>
                  <a:pt x="1202" y="255"/>
                  <a:pt x="1201" y="256"/>
                  <a:pt x="1200" y="256"/>
                </a:cubicBezTo>
                <a:cubicBezTo>
                  <a:pt x="1200" y="256"/>
                  <a:pt x="1199" y="256"/>
                  <a:pt x="1199" y="256"/>
                </a:cubicBezTo>
                <a:cubicBezTo>
                  <a:pt x="1198" y="256"/>
                  <a:pt x="1198" y="256"/>
                  <a:pt x="1198" y="256"/>
                </a:cubicBezTo>
                <a:cubicBezTo>
                  <a:pt x="1198" y="256"/>
                  <a:pt x="1198" y="255"/>
                  <a:pt x="1198" y="255"/>
                </a:cubicBezTo>
                <a:lnTo>
                  <a:pt x="1198" y="254"/>
                </a:lnTo>
                <a:close/>
                <a:moveTo>
                  <a:pt x="1200" y="213"/>
                </a:moveTo>
                <a:cubicBezTo>
                  <a:pt x="1201" y="213"/>
                  <a:pt x="1202" y="212"/>
                  <a:pt x="1203" y="211"/>
                </a:cubicBezTo>
                <a:cubicBezTo>
                  <a:pt x="1204" y="210"/>
                  <a:pt x="1205" y="209"/>
                  <a:pt x="1205" y="207"/>
                </a:cubicBezTo>
                <a:cubicBezTo>
                  <a:pt x="1205" y="206"/>
                  <a:pt x="1204" y="206"/>
                  <a:pt x="1204" y="205"/>
                </a:cubicBezTo>
                <a:cubicBezTo>
                  <a:pt x="1203" y="204"/>
                  <a:pt x="1202" y="204"/>
                  <a:pt x="1201" y="204"/>
                </a:cubicBezTo>
                <a:cubicBezTo>
                  <a:pt x="1200" y="204"/>
                  <a:pt x="1198" y="204"/>
                  <a:pt x="1198" y="205"/>
                </a:cubicBezTo>
                <a:cubicBezTo>
                  <a:pt x="1197" y="206"/>
                  <a:pt x="1196" y="207"/>
                  <a:pt x="1196" y="209"/>
                </a:cubicBezTo>
                <a:cubicBezTo>
                  <a:pt x="1196" y="210"/>
                  <a:pt x="1197" y="211"/>
                  <a:pt x="1197" y="212"/>
                </a:cubicBezTo>
                <a:cubicBezTo>
                  <a:pt x="1198" y="212"/>
                  <a:pt x="1199" y="213"/>
                  <a:pt x="1200" y="213"/>
                </a:cubicBezTo>
                <a:close/>
                <a:moveTo>
                  <a:pt x="1237" y="228"/>
                </a:moveTo>
                <a:cubicBezTo>
                  <a:pt x="1238" y="229"/>
                  <a:pt x="1238" y="229"/>
                  <a:pt x="1238" y="229"/>
                </a:cubicBezTo>
                <a:cubicBezTo>
                  <a:pt x="1240" y="222"/>
                  <a:pt x="1240" y="222"/>
                  <a:pt x="1240" y="222"/>
                </a:cubicBezTo>
                <a:cubicBezTo>
                  <a:pt x="1239" y="221"/>
                  <a:pt x="1238" y="221"/>
                  <a:pt x="1237" y="221"/>
                </a:cubicBezTo>
                <a:cubicBezTo>
                  <a:pt x="1235" y="220"/>
                  <a:pt x="1234" y="220"/>
                  <a:pt x="1232" y="220"/>
                </a:cubicBezTo>
                <a:cubicBezTo>
                  <a:pt x="1228" y="220"/>
                  <a:pt x="1224" y="221"/>
                  <a:pt x="1221" y="224"/>
                </a:cubicBezTo>
                <a:cubicBezTo>
                  <a:pt x="1218" y="227"/>
                  <a:pt x="1216" y="230"/>
                  <a:pt x="1214" y="234"/>
                </a:cubicBezTo>
                <a:cubicBezTo>
                  <a:pt x="1213" y="237"/>
                  <a:pt x="1212" y="241"/>
                  <a:pt x="1212" y="245"/>
                </a:cubicBezTo>
                <a:cubicBezTo>
                  <a:pt x="1212" y="250"/>
                  <a:pt x="1213" y="254"/>
                  <a:pt x="1215" y="257"/>
                </a:cubicBezTo>
                <a:cubicBezTo>
                  <a:pt x="1217" y="259"/>
                  <a:pt x="1220" y="261"/>
                  <a:pt x="1224" y="261"/>
                </a:cubicBezTo>
                <a:cubicBezTo>
                  <a:pt x="1227" y="261"/>
                  <a:pt x="1230" y="260"/>
                  <a:pt x="1232" y="259"/>
                </a:cubicBezTo>
                <a:cubicBezTo>
                  <a:pt x="1235" y="257"/>
                  <a:pt x="1236" y="256"/>
                  <a:pt x="1238" y="254"/>
                </a:cubicBezTo>
                <a:cubicBezTo>
                  <a:pt x="1236" y="252"/>
                  <a:pt x="1236" y="252"/>
                  <a:pt x="1236" y="252"/>
                </a:cubicBezTo>
                <a:cubicBezTo>
                  <a:pt x="1235" y="253"/>
                  <a:pt x="1233" y="254"/>
                  <a:pt x="1232" y="255"/>
                </a:cubicBezTo>
                <a:cubicBezTo>
                  <a:pt x="1230" y="256"/>
                  <a:pt x="1229" y="256"/>
                  <a:pt x="1227" y="256"/>
                </a:cubicBezTo>
                <a:cubicBezTo>
                  <a:pt x="1224" y="256"/>
                  <a:pt x="1222" y="255"/>
                  <a:pt x="1221" y="253"/>
                </a:cubicBezTo>
                <a:cubicBezTo>
                  <a:pt x="1220" y="251"/>
                  <a:pt x="1219" y="248"/>
                  <a:pt x="1219" y="244"/>
                </a:cubicBezTo>
                <a:cubicBezTo>
                  <a:pt x="1219" y="240"/>
                  <a:pt x="1219" y="237"/>
                  <a:pt x="1221" y="234"/>
                </a:cubicBezTo>
                <a:cubicBezTo>
                  <a:pt x="1222" y="231"/>
                  <a:pt x="1223" y="229"/>
                  <a:pt x="1225" y="227"/>
                </a:cubicBezTo>
                <a:cubicBezTo>
                  <a:pt x="1227" y="225"/>
                  <a:pt x="1229" y="225"/>
                  <a:pt x="1231" y="225"/>
                </a:cubicBezTo>
                <a:cubicBezTo>
                  <a:pt x="1232" y="225"/>
                  <a:pt x="1235" y="226"/>
                  <a:pt x="1237" y="228"/>
                </a:cubicBezTo>
                <a:close/>
                <a:moveTo>
                  <a:pt x="1255" y="254"/>
                </a:moveTo>
                <a:cubicBezTo>
                  <a:pt x="1260" y="221"/>
                  <a:pt x="1260" y="221"/>
                  <a:pt x="1260" y="221"/>
                </a:cubicBezTo>
                <a:cubicBezTo>
                  <a:pt x="1259" y="220"/>
                  <a:pt x="1259" y="220"/>
                  <a:pt x="1259" y="220"/>
                </a:cubicBezTo>
                <a:cubicBezTo>
                  <a:pt x="1249" y="222"/>
                  <a:pt x="1249" y="222"/>
                  <a:pt x="1249" y="222"/>
                </a:cubicBezTo>
                <a:cubicBezTo>
                  <a:pt x="1248" y="224"/>
                  <a:pt x="1248" y="224"/>
                  <a:pt x="1248" y="224"/>
                </a:cubicBezTo>
                <a:cubicBezTo>
                  <a:pt x="1253" y="226"/>
                  <a:pt x="1253" y="226"/>
                  <a:pt x="1253" y="226"/>
                </a:cubicBezTo>
                <a:cubicBezTo>
                  <a:pt x="1252" y="233"/>
                  <a:pt x="1251" y="239"/>
                  <a:pt x="1250" y="243"/>
                </a:cubicBezTo>
                <a:cubicBezTo>
                  <a:pt x="1249" y="251"/>
                  <a:pt x="1248" y="255"/>
                  <a:pt x="1248" y="256"/>
                </a:cubicBezTo>
                <a:cubicBezTo>
                  <a:pt x="1248" y="258"/>
                  <a:pt x="1249" y="259"/>
                  <a:pt x="1249" y="260"/>
                </a:cubicBezTo>
                <a:cubicBezTo>
                  <a:pt x="1250" y="260"/>
                  <a:pt x="1251" y="261"/>
                  <a:pt x="1253" y="261"/>
                </a:cubicBezTo>
                <a:cubicBezTo>
                  <a:pt x="1255" y="261"/>
                  <a:pt x="1256" y="260"/>
                  <a:pt x="1258" y="259"/>
                </a:cubicBezTo>
                <a:cubicBezTo>
                  <a:pt x="1259" y="258"/>
                  <a:pt x="1260" y="257"/>
                  <a:pt x="1261" y="256"/>
                </a:cubicBezTo>
                <a:cubicBezTo>
                  <a:pt x="1260" y="254"/>
                  <a:pt x="1260" y="254"/>
                  <a:pt x="1260" y="254"/>
                </a:cubicBezTo>
                <a:cubicBezTo>
                  <a:pt x="1259" y="255"/>
                  <a:pt x="1259" y="256"/>
                  <a:pt x="1258" y="256"/>
                </a:cubicBezTo>
                <a:cubicBezTo>
                  <a:pt x="1258" y="256"/>
                  <a:pt x="1257" y="256"/>
                  <a:pt x="1256" y="256"/>
                </a:cubicBezTo>
                <a:cubicBezTo>
                  <a:pt x="1256" y="256"/>
                  <a:pt x="1256" y="256"/>
                  <a:pt x="1256" y="256"/>
                </a:cubicBezTo>
                <a:cubicBezTo>
                  <a:pt x="1255" y="256"/>
                  <a:pt x="1255" y="255"/>
                  <a:pt x="1255" y="255"/>
                </a:cubicBezTo>
                <a:lnTo>
                  <a:pt x="1255" y="254"/>
                </a:lnTo>
                <a:close/>
                <a:moveTo>
                  <a:pt x="1258" y="213"/>
                </a:moveTo>
                <a:cubicBezTo>
                  <a:pt x="1259" y="213"/>
                  <a:pt x="1260" y="212"/>
                  <a:pt x="1261" y="211"/>
                </a:cubicBezTo>
                <a:cubicBezTo>
                  <a:pt x="1262" y="210"/>
                  <a:pt x="1262" y="209"/>
                  <a:pt x="1262" y="207"/>
                </a:cubicBezTo>
                <a:cubicBezTo>
                  <a:pt x="1262" y="206"/>
                  <a:pt x="1262" y="206"/>
                  <a:pt x="1261" y="205"/>
                </a:cubicBezTo>
                <a:cubicBezTo>
                  <a:pt x="1261" y="204"/>
                  <a:pt x="1260" y="204"/>
                  <a:pt x="1259" y="204"/>
                </a:cubicBezTo>
                <a:cubicBezTo>
                  <a:pt x="1257" y="204"/>
                  <a:pt x="1256" y="204"/>
                  <a:pt x="1255" y="205"/>
                </a:cubicBezTo>
                <a:cubicBezTo>
                  <a:pt x="1254" y="206"/>
                  <a:pt x="1254" y="207"/>
                  <a:pt x="1254" y="209"/>
                </a:cubicBezTo>
                <a:cubicBezTo>
                  <a:pt x="1254" y="210"/>
                  <a:pt x="1254" y="211"/>
                  <a:pt x="1255" y="212"/>
                </a:cubicBezTo>
                <a:cubicBezTo>
                  <a:pt x="1256" y="212"/>
                  <a:pt x="1257" y="213"/>
                  <a:pt x="1258" y="213"/>
                </a:cubicBezTo>
                <a:close/>
                <a:moveTo>
                  <a:pt x="1282" y="229"/>
                </a:moveTo>
                <a:cubicBezTo>
                  <a:pt x="1283" y="221"/>
                  <a:pt x="1283" y="221"/>
                  <a:pt x="1283" y="221"/>
                </a:cubicBezTo>
                <a:cubicBezTo>
                  <a:pt x="1281" y="220"/>
                  <a:pt x="1281" y="220"/>
                  <a:pt x="1281" y="220"/>
                </a:cubicBezTo>
                <a:cubicBezTo>
                  <a:pt x="1273" y="222"/>
                  <a:pt x="1273" y="222"/>
                  <a:pt x="1273" y="222"/>
                </a:cubicBezTo>
                <a:cubicBezTo>
                  <a:pt x="1272" y="224"/>
                  <a:pt x="1272" y="224"/>
                  <a:pt x="1272" y="224"/>
                </a:cubicBezTo>
                <a:cubicBezTo>
                  <a:pt x="1275" y="226"/>
                  <a:pt x="1275" y="226"/>
                  <a:pt x="1275" y="226"/>
                </a:cubicBezTo>
                <a:cubicBezTo>
                  <a:pt x="1271" y="260"/>
                  <a:pt x="1271" y="260"/>
                  <a:pt x="1271" y="260"/>
                </a:cubicBezTo>
                <a:cubicBezTo>
                  <a:pt x="1278" y="260"/>
                  <a:pt x="1278" y="260"/>
                  <a:pt x="1278" y="260"/>
                </a:cubicBezTo>
                <a:cubicBezTo>
                  <a:pt x="1281" y="235"/>
                  <a:pt x="1281" y="235"/>
                  <a:pt x="1281" y="235"/>
                </a:cubicBezTo>
                <a:cubicBezTo>
                  <a:pt x="1283" y="232"/>
                  <a:pt x="1285" y="230"/>
                  <a:pt x="1287" y="228"/>
                </a:cubicBezTo>
                <a:cubicBezTo>
                  <a:pt x="1289" y="226"/>
                  <a:pt x="1291" y="225"/>
                  <a:pt x="1293" y="225"/>
                </a:cubicBezTo>
                <a:cubicBezTo>
                  <a:pt x="1295" y="225"/>
                  <a:pt x="1296" y="226"/>
                  <a:pt x="1297" y="226"/>
                </a:cubicBezTo>
                <a:cubicBezTo>
                  <a:pt x="1297" y="227"/>
                  <a:pt x="1298" y="229"/>
                  <a:pt x="1298" y="231"/>
                </a:cubicBezTo>
                <a:cubicBezTo>
                  <a:pt x="1298" y="233"/>
                  <a:pt x="1297" y="234"/>
                  <a:pt x="1297" y="236"/>
                </a:cubicBezTo>
                <a:cubicBezTo>
                  <a:pt x="1297" y="238"/>
                  <a:pt x="1297" y="240"/>
                  <a:pt x="1296" y="243"/>
                </a:cubicBezTo>
                <a:cubicBezTo>
                  <a:pt x="1296" y="245"/>
                  <a:pt x="1296" y="245"/>
                  <a:pt x="1296" y="245"/>
                </a:cubicBezTo>
                <a:cubicBezTo>
                  <a:pt x="1295" y="248"/>
                  <a:pt x="1295" y="248"/>
                  <a:pt x="1295" y="248"/>
                </a:cubicBezTo>
                <a:cubicBezTo>
                  <a:pt x="1294" y="252"/>
                  <a:pt x="1294" y="255"/>
                  <a:pt x="1294" y="256"/>
                </a:cubicBezTo>
                <a:cubicBezTo>
                  <a:pt x="1294" y="259"/>
                  <a:pt x="1295" y="261"/>
                  <a:pt x="1298" y="261"/>
                </a:cubicBezTo>
                <a:cubicBezTo>
                  <a:pt x="1300" y="261"/>
                  <a:pt x="1301" y="260"/>
                  <a:pt x="1302" y="260"/>
                </a:cubicBezTo>
                <a:cubicBezTo>
                  <a:pt x="1303" y="259"/>
                  <a:pt x="1304" y="259"/>
                  <a:pt x="1305" y="258"/>
                </a:cubicBezTo>
                <a:cubicBezTo>
                  <a:pt x="1305" y="258"/>
                  <a:pt x="1306" y="257"/>
                  <a:pt x="1306" y="257"/>
                </a:cubicBezTo>
                <a:cubicBezTo>
                  <a:pt x="1305" y="255"/>
                  <a:pt x="1305" y="255"/>
                  <a:pt x="1305" y="255"/>
                </a:cubicBezTo>
                <a:cubicBezTo>
                  <a:pt x="1304" y="256"/>
                  <a:pt x="1303" y="256"/>
                  <a:pt x="1302" y="256"/>
                </a:cubicBezTo>
                <a:cubicBezTo>
                  <a:pt x="1301" y="256"/>
                  <a:pt x="1301" y="256"/>
                  <a:pt x="1301" y="255"/>
                </a:cubicBezTo>
                <a:cubicBezTo>
                  <a:pt x="1301" y="253"/>
                  <a:pt x="1301" y="250"/>
                  <a:pt x="1302" y="246"/>
                </a:cubicBezTo>
                <a:cubicBezTo>
                  <a:pt x="1303" y="243"/>
                  <a:pt x="1303" y="243"/>
                  <a:pt x="1303" y="243"/>
                </a:cubicBezTo>
                <a:cubicBezTo>
                  <a:pt x="1303" y="241"/>
                  <a:pt x="1303" y="241"/>
                  <a:pt x="1303" y="241"/>
                </a:cubicBezTo>
                <a:cubicBezTo>
                  <a:pt x="1304" y="236"/>
                  <a:pt x="1305" y="232"/>
                  <a:pt x="1305" y="230"/>
                </a:cubicBezTo>
                <a:cubicBezTo>
                  <a:pt x="1305" y="227"/>
                  <a:pt x="1304" y="224"/>
                  <a:pt x="1302" y="223"/>
                </a:cubicBezTo>
                <a:cubicBezTo>
                  <a:pt x="1301" y="221"/>
                  <a:pt x="1299" y="220"/>
                  <a:pt x="1296" y="220"/>
                </a:cubicBezTo>
                <a:cubicBezTo>
                  <a:pt x="1294" y="220"/>
                  <a:pt x="1291" y="221"/>
                  <a:pt x="1289" y="223"/>
                </a:cubicBezTo>
                <a:cubicBezTo>
                  <a:pt x="1286" y="224"/>
                  <a:pt x="1284" y="227"/>
                  <a:pt x="1282" y="229"/>
                </a:cubicBezTo>
                <a:close/>
                <a:moveTo>
                  <a:pt x="1342" y="253"/>
                </a:moveTo>
                <a:cubicBezTo>
                  <a:pt x="1340" y="251"/>
                  <a:pt x="1340" y="251"/>
                  <a:pt x="1340" y="251"/>
                </a:cubicBezTo>
                <a:cubicBezTo>
                  <a:pt x="1339" y="253"/>
                  <a:pt x="1337" y="254"/>
                  <a:pt x="1335" y="255"/>
                </a:cubicBezTo>
                <a:cubicBezTo>
                  <a:pt x="1333" y="256"/>
                  <a:pt x="1331" y="256"/>
                  <a:pt x="1329" y="256"/>
                </a:cubicBezTo>
                <a:cubicBezTo>
                  <a:pt x="1326" y="256"/>
                  <a:pt x="1323" y="255"/>
                  <a:pt x="1322" y="253"/>
                </a:cubicBezTo>
                <a:cubicBezTo>
                  <a:pt x="1321" y="250"/>
                  <a:pt x="1320" y="247"/>
                  <a:pt x="1320" y="244"/>
                </a:cubicBezTo>
                <a:cubicBezTo>
                  <a:pt x="1323" y="244"/>
                  <a:pt x="1327" y="244"/>
                  <a:pt x="1330" y="242"/>
                </a:cubicBezTo>
                <a:cubicBezTo>
                  <a:pt x="1334" y="241"/>
                  <a:pt x="1337" y="240"/>
                  <a:pt x="1340" y="237"/>
                </a:cubicBezTo>
                <a:cubicBezTo>
                  <a:pt x="1342" y="235"/>
                  <a:pt x="1344" y="232"/>
                  <a:pt x="1344" y="229"/>
                </a:cubicBezTo>
                <a:cubicBezTo>
                  <a:pt x="1344" y="226"/>
                  <a:pt x="1343" y="224"/>
                  <a:pt x="1341" y="223"/>
                </a:cubicBezTo>
                <a:cubicBezTo>
                  <a:pt x="1340" y="221"/>
                  <a:pt x="1337" y="220"/>
                  <a:pt x="1334" y="220"/>
                </a:cubicBezTo>
                <a:cubicBezTo>
                  <a:pt x="1330" y="220"/>
                  <a:pt x="1326" y="221"/>
                  <a:pt x="1323" y="224"/>
                </a:cubicBezTo>
                <a:cubicBezTo>
                  <a:pt x="1320" y="226"/>
                  <a:pt x="1318" y="229"/>
                  <a:pt x="1316" y="233"/>
                </a:cubicBezTo>
                <a:cubicBezTo>
                  <a:pt x="1314" y="237"/>
                  <a:pt x="1313" y="241"/>
                  <a:pt x="1313" y="246"/>
                </a:cubicBezTo>
                <a:cubicBezTo>
                  <a:pt x="1313" y="248"/>
                  <a:pt x="1314" y="251"/>
                  <a:pt x="1315" y="253"/>
                </a:cubicBezTo>
                <a:cubicBezTo>
                  <a:pt x="1316" y="255"/>
                  <a:pt x="1317" y="257"/>
                  <a:pt x="1319" y="259"/>
                </a:cubicBezTo>
                <a:cubicBezTo>
                  <a:pt x="1321" y="260"/>
                  <a:pt x="1324" y="261"/>
                  <a:pt x="1327" y="261"/>
                </a:cubicBezTo>
                <a:cubicBezTo>
                  <a:pt x="1330" y="261"/>
                  <a:pt x="1333" y="260"/>
                  <a:pt x="1336" y="258"/>
                </a:cubicBezTo>
                <a:cubicBezTo>
                  <a:pt x="1339" y="257"/>
                  <a:pt x="1341" y="255"/>
                  <a:pt x="1342" y="253"/>
                </a:cubicBezTo>
                <a:close/>
                <a:moveTo>
                  <a:pt x="1332" y="224"/>
                </a:moveTo>
                <a:cubicBezTo>
                  <a:pt x="1334" y="224"/>
                  <a:pt x="1335" y="224"/>
                  <a:pt x="1336" y="225"/>
                </a:cubicBezTo>
                <a:cubicBezTo>
                  <a:pt x="1337" y="226"/>
                  <a:pt x="1337" y="228"/>
                  <a:pt x="1337" y="229"/>
                </a:cubicBezTo>
                <a:cubicBezTo>
                  <a:pt x="1337" y="232"/>
                  <a:pt x="1336" y="234"/>
                  <a:pt x="1334" y="235"/>
                </a:cubicBezTo>
                <a:cubicBezTo>
                  <a:pt x="1333" y="237"/>
                  <a:pt x="1331" y="238"/>
                  <a:pt x="1328" y="239"/>
                </a:cubicBezTo>
                <a:cubicBezTo>
                  <a:pt x="1325" y="240"/>
                  <a:pt x="1323" y="241"/>
                  <a:pt x="1321" y="241"/>
                </a:cubicBezTo>
                <a:cubicBezTo>
                  <a:pt x="1321" y="238"/>
                  <a:pt x="1321" y="236"/>
                  <a:pt x="1322" y="233"/>
                </a:cubicBezTo>
                <a:cubicBezTo>
                  <a:pt x="1323" y="230"/>
                  <a:pt x="1325" y="228"/>
                  <a:pt x="1326" y="226"/>
                </a:cubicBezTo>
                <a:cubicBezTo>
                  <a:pt x="1328" y="225"/>
                  <a:pt x="1330" y="224"/>
                  <a:pt x="1332" y="224"/>
                </a:cubicBezTo>
                <a:close/>
              </a:path>
            </a:pathLst>
          </a:custGeom>
          <a:solidFill xmlns:a="http://schemas.openxmlformats.org/drawingml/2006/main">
            <a:schemeClr val="bg1"/>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sz="1800"/>
          </a:p>
        </p:txBody>
      </p:sp>
      <p:sp>
        <p:nvSpPr>
          <p:cNvPr id="17" name="Text Placeholder 16">
            <a:extLst xmlns:a="http://schemas.openxmlformats.org/drawingml/2006/main">
              <a:ext uri="{FF2B5EF4-FFF2-40B4-BE49-F238E27FC236}">
                <a16:creationId xmlns:a16="http://schemas.microsoft.com/office/drawing/2014/main" id="{FCA018DF-7EFB-4D08-89D5-E61FB47F425E}"/>
              </a:ext>
            </a:extLst>
          </p:cNvPr>
          <p:cNvSpPr>
            <a:spLocks xmlns:a="http://schemas.openxmlformats.org/drawingml/2006/main" noGrp="1"/>
          </p:cNvSpPr>
          <p:nvPr>
            <p:ph type="body" idx="12" hasCustomPrompt="1"/>
          </p:nvPr>
        </p:nvSpPr>
        <p:spPr>
          <a:xfrm xmlns:a="http://schemas.openxmlformats.org/drawingml/2006/main">
            <a:off x="5996940" y="4886690"/>
            <a:ext cx="2416810" cy="117148"/>
          </a:xfrm>
        </p:spPr>
        <p:txBody>
          <a:bodyPr xmlns:a="http://schemas.openxmlformats.org/drawingml/2006/main" wrap="square">
            <a:spAutoFit/>
          </a:bodyPr>
          <a:lstStyle xmlns:a="http://schemas.openxmlformats.org/drawingml/2006/main">
            <a:lvl1pPr marL="0" indent="0">
              <a:buNone/>
              <a:defRPr sz="750" cap="all" spc="110" baseline="0">
                <a:solidFill>
                  <a:schemeClr val="tx2"/>
                </a:solidFill>
              </a:defRPr>
            </a:lvl1pPr>
          </a:lstStyle>
          <a:p xmlns:a="http://schemas.openxmlformats.org/drawingml/2006/main">
            <a:pPr lvl="0">
              <a:buNone/>
            </a:pPr>
            <a:r>
              <a:t>CLICK TO EDIT MASTER TEXT</a:t>
            </a:r>
          </a:p>
        </p:txBody>
      </p:sp>
    </p:spTree>
  </p:cSld>
</p:sldLayout>
</file>

<file path=ppt/slideLayouts/slideLayout48.xml><?xml version="1.0" encoding="utf-8"?>
<p:sldLayout xmlns:p="http://schemas.openxmlformats.org/presentationml/2006/main" showMasterSp="0" preserve="1">
  <p:cSld name="Title Slide - Dark Ruby">
    <p:spTree>
      <p:nvGrpSpPr>
        <p:cNvPr id="1" name=""/>
        <p:cNvGrpSpPr/>
        <p:nvPr/>
      </p:nvGrpSpPr>
      <p:grpSpPr>
        <a:xfrm xmlns:a="http://schemas.openxmlformats.org/drawingml/2006/main"/>
      </p:grpSpPr>
      <p:sp>
        <p:nvSpPr>
          <p:cNvPr id="15" name="Picture Placeholder 14">
            <a:extLst xmlns:a="http://schemas.openxmlformats.org/drawingml/2006/main">
              <a:ext uri="{FF2B5EF4-FFF2-40B4-BE49-F238E27FC236}">
                <a16:creationId xmlns:a16="http://schemas.microsoft.com/office/drawing/2014/main" id="{42927F7C-53AC-400F-8DAD-235A2AF61FB8}"/>
              </a:ext>
            </a:extLst>
          </p:cNvPr>
          <p:cNvSpPr>
            <a:spLocks xmlns:a="http://schemas.openxmlformats.org/drawingml/2006/main" noGrp="1"/>
          </p:cNvSpPr>
          <p:nvPr>
            <p:ph type="pic" idx="11"/>
          </p:nvPr>
        </p:nvSpPr>
        <p:spPr>
          <a:xfrm xmlns:a="http://schemas.openxmlformats.org/drawingml/2006/main">
            <a:off x="0" y="1"/>
            <a:ext cx="9144000" cy="4710113"/>
          </a:xfrm>
          <a:prstGeom xmlns:a="http://schemas.openxmlformats.org/drawingml/2006/main" prst="rect">
            <a:avLst/>
          </a:prstGeom>
          <a:solidFill xmlns:a="http://schemas.openxmlformats.org/drawingml/2006/main">
            <a:schemeClr val="bg2">
              <a:lumMod val="90000"/>
            </a:schemeClr>
          </a:solidFill>
        </p:spPr>
        <p:txBody>
          <a:bodyPr xmlns:a="http://schemas.openxmlformats.org/drawingml/2006/main"/>
          <a:lstStyle xmlns:a="http://schemas.openxmlformats.org/drawingml/2006/main"/>
          <a:p xmlns:a="http://schemas.openxmlformats.org/drawingml/2006/main">
            <a:r>
              <a:t>Click icon to add picture</a:t>
            </a:r>
          </a:p>
        </p:txBody>
      </p:sp>
      <p:sp>
        <p:nvSpPr>
          <p:cNvPr id="13" name="Text Placeholder 12">
            <a:extLst xmlns:a="http://schemas.openxmlformats.org/drawingml/2006/main">
              <a:ext uri="{FF2B5EF4-FFF2-40B4-BE49-F238E27FC236}">
                <a16:creationId xmlns:a16="http://schemas.microsoft.com/office/drawing/2014/main" id="{D2D74F39-96DB-4808-8693-9F55A9D7DB98}"/>
              </a:ext>
            </a:extLst>
          </p:cNvPr>
          <p:cNvSpPr>
            <a:spLocks xmlns:a="http://schemas.openxmlformats.org/drawingml/2006/main" noGrp="1"/>
          </p:cNvSpPr>
          <p:nvPr>
            <p:ph type="body" idx="10"/>
          </p:nvPr>
        </p:nvSpPr>
        <p:spPr>
          <a:xfrm xmlns:a="http://schemas.openxmlformats.org/drawingml/2006/main">
            <a:off x="2" y="1172309"/>
            <a:ext cx="5802922" cy="3971191"/>
          </a:xfrm>
          <a:prstGeom xmlns:a="http://schemas.openxmlformats.org/drawingml/2006/main" prst="rect">
            <a:avLst/>
          </a:prstGeom>
          <a:solidFill xmlns:a="http://schemas.openxmlformats.org/drawingml/2006/main">
            <a:srgbClr val="7C2629"/>
          </a:solidFill>
        </p:spPr>
        <p:txBody>
          <a:bodyPr xmlns:a="http://schemas.openxmlformats.org/drawingml/2006/main" lIns="502920" tIns="274320" rIns="457200" bIns="457200"/>
          <a:lstStyle xmlns:a="http://schemas.openxmlformats.org/drawingml/2006/main">
            <a:lvl1pPr marL="0" indent="0">
              <a:lnSpc>
                <a:spcPct val="100000"/>
              </a:lnSpc>
              <a:buNone/>
              <a:defRPr sz="3000">
                <a:solidFill>
                  <a:schemeClr val="bg1"/>
                </a:solidFill>
                <a:latin typeface="+mj-lt"/>
                <a:ea typeface="+mj-lt"/>
                <a:cs typeface="+mj-lt"/>
              </a:defRPr>
            </a:lvl1pPr>
            <a:lvl2pPr marL="0" indent="0">
              <a:spcBef>
                <a:spcPts val="900"/>
              </a:spcBef>
              <a:buNone/>
              <a:defRPr sz="1500">
                <a:solidFill>
                  <a:schemeClr val="bg1"/>
                </a:solidFill>
                <a:latin typeface="+mj-lt"/>
                <a:ea typeface="+mj-lt"/>
                <a:cs typeface="+mj-lt"/>
              </a:defRPr>
            </a:lvl2pPr>
            <a:lvl3pPr marL="457189" indent="0">
              <a:buNone/>
              <a:defRPr>
                <a:solidFill>
                  <a:schemeClr val="bg1"/>
                </a:solidFill>
                <a:latin typeface="+mj-lt"/>
                <a:ea typeface="+mj-lt"/>
                <a:cs typeface="+mj-lt"/>
              </a:defRPr>
            </a:lvl3pPr>
            <a:lvl4pPr marL="692133" indent="0">
              <a:buNone/>
              <a:defRPr>
                <a:solidFill>
                  <a:schemeClr val="bg1"/>
                </a:solidFill>
                <a:latin typeface="+mj-lt"/>
                <a:ea typeface="+mj-lt"/>
                <a:cs typeface="+mj-lt"/>
              </a:defRPr>
            </a:lvl4pPr>
            <a:lvl5pPr marL="914378" indent="0">
              <a:buNone/>
              <a:defRPr>
                <a:solidFill>
                  <a:schemeClr val="bg1"/>
                </a:solidFill>
                <a:latin typeface="+mj-lt"/>
                <a:ea typeface="+mj-lt"/>
                <a:cs typeface="+mj-lt"/>
              </a:defRPr>
            </a:lvl5pPr>
          </a:lstStyle>
          <a:p xmlns:a="http://schemas.openxmlformats.org/drawingml/2006/main">
            <a:pPr lvl="0">
              <a:buNone/>
            </a:pPr>
            <a:r>
              <a:t>Click to edit Master text styles</a:t>
            </a:r>
          </a:p>
          <a:p xmlns:a="http://schemas.openxmlformats.org/drawingml/2006/main">
            <a:pPr lvl="1">
              <a:buNone/>
            </a:pPr>
            <a:r>
              <a:t>Second level</a:t>
            </a:r>
          </a:p>
        </p:txBody>
      </p:sp>
      <p:sp>
        <p:nvSpPr>
          <p:cNvPr id="3" name="Subtitle 2">
            <a:extLst xmlns:a="http://schemas.openxmlformats.org/drawingml/2006/main">
              <a:ext uri="{FF2B5EF4-FFF2-40B4-BE49-F238E27FC236}">
                <a16:creationId xmlns:a16="http://schemas.microsoft.com/office/drawing/2014/main" id="{AFC9B9AA-D745-457B-A8DF-1D06B76C00D8}"/>
              </a:ext>
            </a:extLst>
          </p:cNvPr>
          <p:cNvSpPr>
            <a:spLocks xmlns:a="http://schemas.openxmlformats.org/drawingml/2006/main" noGrp="1"/>
          </p:cNvSpPr>
          <p:nvPr>
            <p:ph type="subTitle" idx="1"/>
          </p:nvPr>
        </p:nvSpPr>
        <p:spPr>
          <a:xfrm xmlns:a="http://schemas.openxmlformats.org/drawingml/2006/main">
            <a:off x="525780" y="3566160"/>
            <a:ext cx="4846320" cy="156646"/>
          </a:xfrm>
        </p:spPr>
        <p:txBody>
          <a:bodyPr xmlns:a="http://schemas.openxmlformats.org/drawingml/2006/main" anchor="b">
            <a:spAutoFit/>
          </a:bodyPr>
          <a:lstStyle xmlns:a="http://schemas.openxmlformats.org/drawingml/2006/main">
            <a:lvl1pPr marL="0" indent="0" algn="l">
              <a:buNone/>
              <a:defRPr sz="1000" i="1">
                <a:solidFill>
                  <a:schemeClr val="bg1"/>
                </a:solidFill>
                <a:latin typeface="+mj-lt"/>
                <a:ea typeface="+mj-lt"/>
                <a:cs typeface="+mj-lt"/>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xmlns:a="http://schemas.openxmlformats.org/drawingml/2006/main">
            <a:r>
              <a:t>Click to edit Master subtitle style</a:t>
            </a:r>
          </a:p>
        </p:txBody>
      </p:sp>
      <p:sp>
        <p:nvSpPr>
          <p:cNvPr id="9" name="Freeform 5">
            <a:extLst xmlns:a="http://schemas.openxmlformats.org/drawingml/2006/main">
              <a:ext uri="{FF2B5EF4-FFF2-40B4-BE49-F238E27FC236}">
                <a16:creationId xmlns:a16="http://schemas.microsoft.com/office/drawing/2014/main" id="{6EF64205-A64B-4137-BA41-5E5CFE0F359E}"/>
              </a:ext>
            </a:extLst>
          </p:cNvPr>
          <p:cNvSpPr>
            <a:spLocks xmlns:a="http://schemas.openxmlformats.org/drawingml/2006/main" noGrp="1"/>
          </p:cNvSpPr>
          <p:nvPr/>
        </p:nvSpPr>
        <p:spPr>
          <a:xfrm xmlns:a="http://schemas.openxmlformats.org/drawingml/2006/main">
            <a:off x="482707" y="433839"/>
            <a:ext cx="2192207" cy="410518"/>
          </a:xfrm>
          <a:custGeom xmlns:a="http://schemas.openxmlformats.org/drawingml/2006/main">
            <a:gdLst>
              <a:gd name="T0" fmla="*/ 225 w 1440"/>
              <a:gd name="T1" fmla="*/ 110 h 267"/>
              <a:gd name="T2" fmla="*/ 317 w 1440"/>
              <a:gd name="T3" fmla="*/ 7 h 267"/>
              <a:gd name="T4" fmla="*/ 475 w 1440"/>
              <a:gd name="T5" fmla="*/ 19 h 267"/>
              <a:gd name="T6" fmla="*/ 830 w 1440"/>
              <a:gd name="T7" fmla="*/ 7 h 267"/>
              <a:gd name="T8" fmla="*/ 130 w 1440"/>
              <a:gd name="T9" fmla="*/ 210 h 267"/>
              <a:gd name="T10" fmla="*/ 437 w 1440"/>
              <a:gd name="T11" fmla="*/ 209 h 267"/>
              <a:gd name="T12" fmla="*/ 493 w 1440"/>
              <a:gd name="T13" fmla="*/ 198 h 267"/>
              <a:gd name="T14" fmla="*/ 866 w 1440"/>
              <a:gd name="T15" fmla="*/ 171 h 267"/>
              <a:gd name="T16" fmla="*/ 737 w 1440"/>
              <a:gd name="T17" fmla="*/ 261 h 267"/>
              <a:gd name="T18" fmla="*/ 958 w 1440"/>
              <a:gd name="T19" fmla="*/ 172 h 267"/>
              <a:gd name="T20" fmla="*/ 906 w 1440"/>
              <a:gd name="T21" fmla="*/ 254 h 267"/>
              <a:gd name="T22" fmla="*/ 309 w 1440"/>
              <a:gd name="T23" fmla="*/ 260 h 267"/>
              <a:gd name="T24" fmla="*/ 1053 w 1440"/>
              <a:gd name="T25" fmla="*/ 31 h 267"/>
              <a:gd name="T26" fmla="*/ 1075 w 1440"/>
              <a:gd name="T27" fmla="*/ 44 h 267"/>
              <a:gd name="T28" fmla="*/ 1091 w 1440"/>
              <a:gd name="T29" fmla="*/ 22 h 267"/>
              <a:gd name="T30" fmla="*/ 1107 w 1440"/>
              <a:gd name="T31" fmla="*/ 27 h 267"/>
              <a:gd name="T32" fmla="*/ 1125 w 1440"/>
              <a:gd name="T33" fmla="*/ 55 h 267"/>
              <a:gd name="T34" fmla="*/ 1159 w 1440"/>
              <a:gd name="T35" fmla="*/ 53 h 267"/>
              <a:gd name="T36" fmla="*/ 1160 w 1440"/>
              <a:gd name="T37" fmla="*/ 57 h 267"/>
              <a:gd name="T38" fmla="*/ 1177 w 1440"/>
              <a:gd name="T39" fmla="*/ 23 h 267"/>
              <a:gd name="T40" fmla="*/ 1207 w 1440"/>
              <a:gd name="T41" fmla="*/ 58 h 267"/>
              <a:gd name="T42" fmla="*/ 1245 w 1440"/>
              <a:gd name="T43" fmla="*/ 27 h 267"/>
              <a:gd name="T44" fmla="*/ 1225 w 1440"/>
              <a:gd name="T45" fmla="*/ 43 h 267"/>
              <a:gd name="T46" fmla="*/ 1271 w 1440"/>
              <a:gd name="T47" fmla="*/ 19 h 267"/>
              <a:gd name="T48" fmla="*/ 1259 w 1440"/>
              <a:gd name="T49" fmla="*/ 32 h 267"/>
              <a:gd name="T50" fmla="*/ 1290 w 1440"/>
              <a:gd name="T51" fmla="*/ 54 h 267"/>
              <a:gd name="T52" fmla="*/ 1310 w 1440"/>
              <a:gd name="T53" fmla="*/ 25 h 267"/>
              <a:gd name="T54" fmla="*/ 1059 w 1440"/>
              <a:gd name="T55" fmla="*/ 110 h 267"/>
              <a:gd name="T56" fmla="*/ 1099 w 1440"/>
              <a:gd name="T57" fmla="*/ 134 h 267"/>
              <a:gd name="T58" fmla="*/ 1120 w 1440"/>
              <a:gd name="T59" fmla="*/ 156 h 267"/>
              <a:gd name="T60" fmla="*/ 1141 w 1440"/>
              <a:gd name="T61" fmla="*/ 123 h 267"/>
              <a:gd name="T62" fmla="*/ 1148 w 1440"/>
              <a:gd name="T63" fmla="*/ 175 h 267"/>
              <a:gd name="T64" fmla="*/ 1184 w 1440"/>
              <a:gd name="T65" fmla="*/ 119 h 267"/>
              <a:gd name="T66" fmla="*/ 1181 w 1440"/>
              <a:gd name="T67" fmla="*/ 153 h 267"/>
              <a:gd name="T68" fmla="*/ 1201 w 1440"/>
              <a:gd name="T69" fmla="*/ 125 h 267"/>
              <a:gd name="T70" fmla="*/ 1230 w 1440"/>
              <a:gd name="T71" fmla="*/ 157 h 267"/>
              <a:gd name="T72" fmla="*/ 1260 w 1440"/>
              <a:gd name="T73" fmla="*/ 154 h 267"/>
              <a:gd name="T74" fmla="*/ 1261 w 1440"/>
              <a:gd name="T75" fmla="*/ 158 h 267"/>
              <a:gd name="T76" fmla="*/ 1284 w 1440"/>
              <a:gd name="T77" fmla="*/ 152 h 267"/>
              <a:gd name="T78" fmla="*/ 1294 w 1440"/>
              <a:gd name="T79" fmla="*/ 123 h 267"/>
              <a:gd name="T80" fmla="*/ 1317 w 1440"/>
              <a:gd name="T81" fmla="*/ 125 h 267"/>
              <a:gd name="T82" fmla="*/ 1342 w 1440"/>
              <a:gd name="T83" fmla="*/ 121 h 267"/>
              <a:gd name="T84" fmla="*/ 1351 w 1440"/>
              <a:gd name="T85" fmla="*/ 112 h 267"/>
              <a:gd name="T86" fmla="*/ 1364 w 1440"/>
              <a:gd name="T87" fmla="*/ 159 h 267"/>
              <a:gd name="T88" fmla="*/ 1399 w 1440"/>
              <a:gd name="T89" fmla="*/ 156 h 267"/>
              <a:gd name="T90" fmla="*/ 1432 w 1440"/>
              <a:gd name="T91" fmla="*/ 120 h 267"/>
              <a:gd name="T92" fmla="*/ 1410 w 1440"/>
              <a:gd name="T93" fmla="*/ 176 h 267"/>
              <a:gd name="T94" fmla="*/ 1076 w 1440"/>
              <a:gd name="T95" fmla="*/ 242 h 267"/>
              <a:gd name="T96" fmla="*/ 1062 w 1440"/>
              <a:gd name="T97" fmla="*/ 225 h 267"/>
              <a:gd name="T98" fmla="*/ 1091 w 1440"/>
              <a:gd name="T99" fmla="*/ 208 h 267"/>
              <a:gd name="T100" fmla="*/ 1112 w 1440"/>
              <a:gd name="T101" fmla="*/ 233 h 267"/>
              <a:gd name="T102" fmla="*/ 1128 w 1440"/>
              <a:gd name="T103" fmla="*/ 224 h 267"/>
              <a:gd name="T104" fmla="*/ 1168 w 1440"/>
              <a:gd name="T105" fmla="*/ 255 h 267"/>
              <a:gd name="T106" fmla="*/ 1154 w 1440"/>
              <a:gd name="T107" fmla="*/ 236 h 267"/>
              <a:gd name="T108" fmla="*/ 1203 w 1440"/>
              <a:gd name="T109" fmla="*/ 256 h 267"/>
              <a:gd name="T110" fmla="*/ 1200 w 1440"/>
              <a:gd name="T111" fmla="*/ 213 h 267"/>
              <a:gd name="T112" fmla="*/ 1227 w 1440"/>
              <a:gd name="T113" fmla="*/ 256 h 267"/>
              <a:gd name="T114" fmla="*/ 1249 w 1440"/>
              <a:gd name="T115" fmla="*/ 260 h 267"/>
              <a:gd name="T116" fmla="*/ 1255 w 1440"/>
              <a:gd name="T117" fmla="*/ 205 h 267"/>
              <a:gd name="T118" fmla="*/ 1297 w 1440"/>
              <a:gd name="T119" fmla="*/ 226 h 267"/>
              <a:gd name="T120" fmla="*/ 1303 w 1440"/>
              <a:gd name="T121" fmla="*/ 243 h 267"/>
              <a:gd name="T122" fmla="*/ 1344 w 1440"/>
              <a:gd name="T123" fmla="*/ 229 h 267"/>
              <a:gd name="T124" fmla="*/ 1328 w 1440"/>
              <a:gd name="T125" fmla="*/ 239 h 267"/>
            </a:gdLst>
            <a:rect l="0" t="0" r="r" b="b"/>
            <a:pathLst>
              <a:path w="1440" h="267">
                <a:moveTo>
                  <a:pt x="17" y="110"/>
                </a:moveTo>
                <a:cubicBezTo>
                  <a:pt x="3" y="110"/>
                  <a:pt x="3" y="110"/>
                  <a:pt x="3" y="110"/>
                </a:cubicBezTo>
                <a:cubicBezTo>
                  <a:pt x="3" y="1"/>
                  <a:pt x="3" y="1"/>
                  <a:pt x="3" y="1"/>
                </a:cubicBezTo>
                <a:cubicBezTo>
                  <a:pt x="81" y="83"/>
                  <a:pt x="81" y="83"/>
                  <a:pt x="81" y="83"/>
                </a:cubicBezTo>
                <a:cubicBezTo>
                  <a:pt x="81" y="7"/>
                  <a:pt x="81" y="7"/>
                  <a:pt x="81" y="7"/>
                </a:cubicBezTo>
                <a:cubicBezTo>
                  <a:pt x="95" y="7"/>
                  <a:pt x="95" y="7"/>
                  <a:pt x="95" y="7"/>
                </a:cubicBezTo>
                <a:cubicBezTo>
                  <a:pt x="95" y="117"/>
                  <a:pt x="95" y="117"/>
                  <a:pt x="95" y="117"/>
                </a:cubicBezTo>
                <a:cubicBezTo>
                  <a:pt x="17" y="35"/>
                  <a:pt x="17" y="35"/>
                  <a:pt x="17" y="35"/>
                </a:cubicBezTo>
                <a:lnTo>
                  <a:pt x="17" y="110"/>
                </a:lnTo>
                <a:close/>
                <a:moveTo>
                  <a:pt x="130" y="110"/>
                </a:moveTo>
                <a:cubicBezTo>
                  <a:pt x="145" y="110"/>
                  <a:pt x="145" y="110"/>
                  <a:pt x="145" y="110"/>
                </a:cubicBezTo>
                <a:cubicBezTo>
                  <a:pt x="178" y="33"/>
                  <a:pt x="178" y="33"/>
                  <a:pt x="178" y="33"/>
                </a:cubicBezTo>
                <a:cubicBezTo>
                  <a:pt x="210" y="109"/>
                  <a:pt x="210" y="109"/>
                  <a:pt x="210" y="109"/>
                </a:cubicBezTo>
                <a:cubicBezTo>
                  <a:pt x="210" y="110"/>
                  <a:pt x="210" y="110"/>
                  <a:pt x="210" y="110"/>
                </a:cubicBezTo>
                <a:cubicBezTo>
                  <a:pt x="225" y="110"/>
                  <a:pt x="225" y="110"/>
                  <a:pt x="225" y="110"/>
                </a:cubicBezTo>
                <a:cubicBezTo>
                  <a:pt x="178" y="0"/>
                  <a:pt x="178" y="0"/>
                  <a:pt x="178" y="0"/>
                </a:cubicBezTo>
                <a:lnTo>
                  <a:pt x="130" y="110"/>
                </a:lnTo>
                <a:close/>
                <a:moveTo>
                  <a:pt x="700" y="110"/>
                </a:moveTo>
                <a:cubicBezTo>
                  <a:pt x="715" y="110"/>
                  <a:pt x="715" y="110"/>
                  <a:pt x="715" y="110"/>
                </a:cubicBezTo>
                <a:cubicBezTo>
                  <a:pt x="748" y="33"/>
                  <a:pt x="748" y="33"/>
                  <a:pt x="748" y="33"/>
                </a:cubicBezTo>
                <a:cubicBezTo>
                  <a:pt x="780" y="109"/>
                  <a:pt x="780" y="109"/>
                  <a:pt x="780" y="109"/>
                </a:cubicBezTo>
                <a:cubicBezTo>
                  <a:pt x="780" y="110"/>
                  <a:pt x="780" y="110"/>
                  <a:pt x="780" y="110"/>
                </a:cubicBezTo>
                <a:cubicBezTo>
                  <a:pt x="795" y="110"/>
                  <a:pt x="795" y="110"/>
                  <a:pt x="795" y="110"/>
                </a:cubicBezTo>
                <a:cubicBezTo>
                  <a:pt x="748" y="0"/>
                  <a:pt x="748" y="0"/>
                  <a:pt x="748" y="0"/>
                </a:cubicBezTo>
                <a:lnTo>
                  <a:pt x="700" y="110"/>
                </a:lnTo>
                <a:close/>
                <a:moveTo>
                  <a:pt x="273" y="110"/>
                </a:moveTo>
                <a:cubicBezTo>
                  <a:pt x="286" y="110"/>
                  <a:pt x="286" y="110"/>
                  <a:pt x="286" y="110"/>
                </a:cubicBezTo>
                <a:cubicBezTo>
                  <a:pt x="286" y="20"/>
                  <a:pt x="286" y="20"/>
                  <a:pt x="286" y="20"/>
                </a:cubicBezTo>
                <a:cubicBezTo>
                  <a:pt x="317" y="20"/>
                  <a:pt x="317" y="20"/>
                  <a:pt x="317" y="20"/>
                </a:cubicBezTo>
                <a:cubicBezTo>
                  <a:pt x="317" y="7"/>
                  <a:pt x="317" y="7"/>
                  <a:pt x="317" y="7"/>
                </a:cubicBezTo>
                <a:cubicBezTo>
                  <a:pt x="242" y="7"/>
                  <a:pt x="242" y="7"/>
                  <a:pt x="242" y="7"/>
                </a:cubicBezTo>
                <a:cubicBezTo>
                  <a:pt x="242" y="20"/>
                  <a:pt x="242" y="20"/>
                  <a:pt x="242" y="20"/>
                </a:cubicBezTo>
                <a:cubicBezTo>
                  <a:pt x="273" y="20"/>
                  <a:pt x="273" y="20"/>
                  <a:pt x="273" y="20"/>
                </a:cubicBezTo>
                <a:lnTo>
                  <a:pt x="273" y="110"/>
                </a:lnTo>
                <a:close/>
                <a:moveTo>
                  <a:pt x="374" y="7"/>
                </a:moveTo>
                <a:cubicBezTo>
                  <a:pt x="360" y="7"/>
                  <a:pt x="360" y="7"/>
                  <a:pt x="360" y="7"/>
                </a:cubicBezTo>
                <a:cubicBezTo>
                  <a:pt x="360" y="110"/>
                  <a:pt x="360" y="110"/>
                  <a:pt x="360" y="110"/>
                </a:cubicBezTo>
                <a:cubicBezTo>
                  <a:pt x="374" y="110"/>
                  <a:pt x="374" y="110"/>
                  <a:pt x="374" y="110"/>
                </a:cubicBezTo>
                <a:lnTo>
                  <a:pt x="374" y="7"/>
                </a:lnTo>
                <a:close/>
                <a:moveTo>
                  <a:pt x="475" y="112"/>
                </a:moveTo>
                <a:cubicBezTo>
                  <a:pt x="445" y="112"/>
                  <a:pt x="421" y="88"/>
                  <a:pt x="421" y="59"/>
                </a:cubicBezTo>
                <a:cubicBezTo>
                  <a:pt x="421" y="29"/>
                  <a:pt x="445" y="5"/>
                  <a:pt x="475" y="5"/>
                </a:cubicBezTo>
                <a:cubicBezTo>
                  <a:pt x="505" y="5"/>
                  <a:pt x="528" y="29"/>
                  <a:pt x="528" y="59"/>
                </a:cubicBezTo>
                <a:cubicBezTo>
                  <a:pt x="528" y="88"/>
                  <a:pt x="505" y="112"/>
                  <a:pt x="475" y="112"/>
                </a:cubicBezTo>
                <a:close/>
                <a:moveTo>
                  <a:pt x="475" y="19"/>
                </a:moveTo>
                <a:cubicBezTo>
                  <a:pt x="453" y="19"/>
                  <a:pt x="435" y="37"/>
                  <a:pt x="435" y="59"/>
                </a:cubicBezTo>
                <a:cubicBezTo>
                  <a:pt x="435" y="81"/>
                  <a:pt x="453" y="99"/>
                  <a:pt x="475" y="99"/>
                </a:cubicBezTo>
                <a:cubicBezTo>
                  <a:pt x="497" y="99"/>
                  <a:pt x="514" y="81"/>
                  <a:pt x="514" y="59"/>
                </a:cubicBezTo>
                <a:cubicBezTo>
                  <a:pt x="514" y="37"/>
                  <a:pt x="497" y="19"/>
                  <a:pt x="475" y="19"/>
                </a:cubicBezTo>
                <a:close/>
                <a:moveTo>
                  <a:pt x="586" y="35"/>
                </a:moveTo>
                <a:cubicBezTo>
                  <a:pt x="664" y="117"/>
                  <a:pt x="664" y="117"/>
                  <a:pt x="664" y="117"/>
                </a:cubicBezTo>
                <a:cubicBezTo>
                  <a:pt x="664" y="7"/>
                  <a:pt x="664" y="7"/>
                  <a:pt x="664" y="7"/>
                </a:cubicBezTo>
                <a:cubicBezTo>
                  <a:pt x="650" y="7"/>
                  <a:pt x="650" y="7"/>
                  <a:pt x="650" y="7"/>
                </a:cubicBezTo>
                <a:cubicBezTo>
                  <a:pt x="650" y="83"/>
                  <a:pt x="650" y="83"/>
                  <a:pt x="650" y="83"/>
                </a:cubicBezTo>
                <a:cubicBezTo>
                  <a:pt x="572" y="1"/>
                  <a:pt x="572" y="1"/>
                  <a:pt x="572" y="1"/>
                </a:cubicBezTo>
                <a:cubicBezTo>
                  <a:pt x="572" y="110"/>
                  <a:pt x="572" y="110"/>
                  <a:pt x="572" y="110"/>
                </a:cubicBezTo>
                <a:cubicBezTo>
                  <a:pt x="586" y="110"/>
                  <a:pt x="586" y="110"/>
                  <a:pt x="586" y="110"/>
                </a:cubicBezTo>
                <a:lnTo>
                  <a:pt x="586" y="35"/>
                </a:lnTo>
                <a:close/>
                <a:moveTo>
                  <a:pt x="843" y="7"/>
                </a:moveTo>
                <a:cubicBezTo>
                  <a:pt x="830" y="7"/>
                  <a:pt x="830" y="7"/>
                  <a:pt x="830" y="7"/>
                </a:cubicBezTo>
                <a:cubicBezTo>
                  <a:pt x="830" y="110"/>
                  <a:pt x="830" y="110"/>
                  <a:pt x="830" y="110"/>
                </a:cubicBezTo>
                <a:cubicBezTo>
                  <a:pt x="885" y="110"/>
                  <a:pt x="885" y="110"/>
                  <a:pt x="885" y="110"/>
                </a:cubicBezTo>
                <a:cubicBezTo>
                  <a:pt x="885" y="97"/>
                  <a:pt x="885" y="97"/>
                  <a:pt x="885" y="97"/>
                </a:cubicBezTo>
                <a:cubicBezTo>
                  <a:pt x="843" y="97"/>
                  <a:pt x="843" y="97"/>
                  <a:pt x="843" y="97"/>
                </a:cubicBezTo>
                <a:lnTo>
                  <a:pt x="843" y="7"/>
                </a:lnTo>
                <a:close/>
                <a:moveTo>
                  <a:pt x="169" y="156"/>
                </a:moveTo>
                <a:cubicBezTo>
                  <a:pt x="139" y="156"/>
                  <a:pt x="116" y="179"/>
                  <a:pt x="116" y="209"/>
                </a:cubicBezTo>
                <a:cubicBezTo>
                  <a:pt x="116" y="240"/>
                  <a:pt x="139" y="262"/>
                  <a:pt x="169" y="262"/>
                </a:cubicBezTo>
                <a:cubicBezTo>
                  <a:pt x="175" y="262"/>
                  <a:pt x="188" y="261"/>
                  <a:pt x="200" y="252"/>
                </a:cubicBezTo>
                <a:cubicBezTo>
                  <a:pt x="200" y="252"/>
                  <a:pt x="200" y="252"/>
                  <a:pt x="200" y="252"/>
                </a:cubicBezTo>
                <a:cubicBezTo>
                  <a:pt x="200" y="234"/>
                  <a:pt x="200" y="234"/>
                  <a:pt x="200" y="234"/>
                </a:cubicBezTo>
                <a:cubicBezTo>
                  <a:pt x="198" y="236"/>
                  <a:pt x="198" y="236"/>
                  <a:pt x="198" y="236"/>
                </a:cubicBezTo>
                <a:cubicBezTo>
                  <a:pt x="196" y="239"/>
                  <a:pt x="192" y="242"/>
                  <a:pt x="187" y="245"/>
                </a:cubicBezTo>
                <a:cubicBezTo>
                  <a:pt x="181" y="247"/>
                  <a:pt x="175" y="249"/>
                  <a:pt x="169" y="249"/>
                </a:cubicBezTo>
                <a:cubicBezTo>
                  <a:pt x="142" y="249"/>
                  <a:pt x="130" y="226"/>
                  <a:pt x="130" y="210"/>
                </a:cubicBezTo>
                <a:cubicBezTo>
                  <a:pt x="130" y="187"/>
                  <a:pt x="147" y="169"/>
                  <a:pt x="169" y="169"/>
                </a:cubicBezTo>
                <a:cubicBezTo>
                  <a:pt x="174" y="169"/>
                  <a:pt x="180" y="170"/>
                  <a:pt x="185" y="173"/>
                </a:cubicBezTo>
                <a:cubicBezTo>
                  <a:pt x="190" y="175"/>
                  <a:pt x="194" y="178"/>
                  <a:pt x="198" y="182"/>
                </a:cubicBezTo>
                <a:cubicBezTo>
                  <a:pt x="200" y="184"/>
                  <a:pt x="200" y="184"/>
                  <a:pt x="200" y="184"/>
                </a:cubicBezTo>
                <a:cubicBezTo>
                  <a:pt x="200" y="166"/>
                  <a:pt x="200" y="166"/>
                  <a:pt x="200" y="166"/>
                </a:cubicBezTo>
                <a:cubicBezTo>
                  <a:pt x="200" y="166"/>
                  <a:pt x="200" y="166"/>
                  <a:pt x="200" y="166"/>
                </a:cubicBezTo>
                <a:cubicBezTo>
                  <a:pt x="191" y="159"/>
                  <a:pt x="181" y="156"/>
                  <a:pt x="169" y="156"/>
                </a:cubicBezTo>
                <a:close/>
                <a:moveTo>
                  <a:pt x="437" y="209"/>
                </a:moveTo>
                <a:cubicBezTo>
                  <a:pt x="437" y="225"/>
                  <a:pt x="431" y="238"/>
                  <a:pt x="419" y="249"/>
                </a:cubicBezTo>
                <a:cubicBezTo>
                  <a:pt x="409" y="257"/>
                  <a:pt x="399" y="261"/>
                  <a:pt x="382" y="261"/>
                </a:cubicBezTo>
                <a:cubicBezTo>
                  <a:pt x="360" y="261"/>
                  <a:pt x="360" y="261"/>
                  <a:pt x="360" y="261"/>
                </a:cubicBezTo>
                <a:cubicBezTo>
                  <a:pt x="360" y="157"/>
                  <a:pt x="360" y="157"/>
                  <a:pt x="360" y="157"/>
                </a:cubicBezTo>
                <a:cubicBezTo>
                  <a:pt x="382" y="157"/>
                  <a:pt x="382" y="157"/>
                  <a:pt x="382" y="157"/>
                </a:cubicBezTo>
                <a:cubicBezTo>
                  <a:pt x="393" y="157"/>
                  <a:pt x="407" y="159"/>
                  <a:pt x="420" y="170"/>
                </a:cubicBezTo>
                <a:cubicBezTo>
                  <a:pt x="426" y="175"/>
                  <a:pt x="437" y="187"/>
                  <a:pt x="437" y="209"/>
                </a:cubicBezTo>
                <a:close/>
                <a:moveTo>
                  <a:pt x="423" y="209"/>
                </a:moveTo>
                <a:cubicBezTo>
                  <a:pt x="423" y="186"/>
                  <a:pt x="407" y="171"/>
                  <a:pt x="382" y="171"/>
                </a:cubicBezTo>
                <a:cubicBezTo>
                  <a:pt x="374" y="171"/>
                  <a:pt x="374" y="171"/>
                  <a:pt x="374" y="171"/>
                </a:cubicBezTo>
                <a:cubicBezTo>
                  <a:pt x="374" y="247"/>
                  <a:pt x="374" y="247"/>
                  <a:pt x="374" y="247"/>
                </a:cubicBezTo>
                <a:cubicBezTo>
                  <a:pt x="382" y="247"/>
                  <a:pt x="382" y="247"/>
                  <a:pt x="382" y="247"/>
                </a:cubicBezTo>
                <a:cubicBezTo>
                  <a:pt x="390" y="247"/>
                  <a:pt x="401" y="246"/>
                  <a:pt x="410" y="239"/>
                </a:cubicBezTo>
                <a:cubicBezTo>
                  <a:pt x="416" y="234"/>
                  <a:pt x="423" y="224"/>
                  <a:pt x="423" y="209"/>
                </a:cubicBezTo>
                <a:close/>
                <a:moveTo>
                  <a:pt x="479" y="261"/>
                </a:moveTo>
                <a:cubicBezTo>
                  <a:pt x="541" y="261"/>
                  <a:pt x="541" y="261"/>
                  <a:pt x="541" y="261"/>
                </a:cubicBezTo>
                <a:cubicBezTo>
                  <a:pt x="541" y="247"/>
                  <a:pt x="541" y="247"/>
                  <a:pt x="541" y="247"/>
                </a:cubicBezTo>
                <a:cubicBezTo>
                  <a:pt x="493" y="247"/>
                  <a:pt x="493" y="247"/>
                  <a:pt x="493" y="247"/>
                </a:cubicBezTo>
                <a:cubicBezTo>
                  <a:pt x="493" y="211"/>
                  <a:pt x="493" y="211"/>
                  <a:pt x="493" y="211"/>
                </a:cubicBezTo>
                <a:cubicBezTo>
                  <a:pt x="535" y="211"/>
                  <a:pt x="535" y="211"/>
                  <a:pt x="535" y="211"/>
                </a:cubicBezTo>
                <a:cubicBezTo>
                  <a:pt x="535" y="198"/>
                  <a:pt x="535" y="198"/>
                  <a:pt x="535" y="198"/>
                </a:cubicBezTo>
                <a:cubicBezTo>
                  <a:pt x="493" y="198"/>
                  <a:pt x="493" y="198"/>
                  <a:pt x="493" y="198"/>
                </a:cubicBezTo>
                <a:cubicBezTo>
                  <a:pt x="493" y="171"/>
                  <a:pt x="493" y="171"/>
                  <a:pt x="493" y="171"/>
                </a:cubicBezTo>
                <a:cubicBezTo>
                  <a:pt x="541" y="171"/>
                  <a:pt x="541" y="171"/>
                  <a:pt x="541" y="171"/>
                </a:cubicBezTo>
                <a:cubicBezTo>
                  <a:pt x="541" y="157"/>
                  <a:pt x="541" y="157"/>
                  <a:pt x="541" y="157"/>
                </a:cubicBezTo>
                <a:cubicBezTo>
                  <a:pt x="479" y="157"/>
                  <a:pt x="479" y="157"/>
                  <a:pt x="479" y="157"/>
                </a:cubicBezTo>
                <a:lnTo>
                  <a:pt x="479" y="261"/>
                </a:lnTo>
                <a:close/>
                <a:moveTo>
                  <a:pt x="805" y="261"/>
                </a:moveTo>
                <a:cubicBezTo>
                  <a:pt x="866" y="261"/>
                  <a:pt x="866" y="261"/>
                  <a:pt x="866" y="261"/>
                </a:cubicBezTo>
                <a:cubicBezTo>
                  <a:pt x="866" y="247"/>
                  <a:pt x="866" y="247"/>
                  <a:pt x="866" y="247"/>
                </a:cubicBezTo>
                <a:cubicBezTo>
                  <a:pt x="819" y="247"/>
                  <a:pt x="819" y="247"/>
                  <a:pt x="819" y="247"/>
                </a:cubicBezTo>
                <a:cubicBezTo>
                  <a:pt x="819" y="211"/>
                  <a:pt x="819" y="211"/>
                  <a:pt x="819" y="211"/>
                </a:cubicBezTo>
                <a:cubicBezTo>
                  <a:pt x="860" y="211"/>
                  <a:pt x="860" y="211"/>
                  <a:pt x="860" y="211"/>
                </a:cubicBezTo>
                <a:cubicBezTo>
                  <a:pt x="860" y="198"/>
                  <a:pt x="860" y="198"/>
                  <a:pt x="860" y="198"/>
                </a:cubicBezTo>
                <a:cubicBezTo>
                  <a:pt x="819" y="198"/>
                  <a:pt x="819" y="198"/>
                  <a:pt x="819" y="198"/>
                </a:cubicBezTo>
                <a:cubicBezTo>
                  <a:pt x="819" y="171"/>
                  <a:pt x="819" y="171"/>
                  <a:pt x="819" y="171"/>
                </a:cubicBezTo>
                <a:cubicBezTo>
                  <a:pt x="866" y="171"/>
                  <a:pt x="866" y="171"/>
                  <a:pt x="866" y="171"/>
                </a:cubicBezTo>
                <a:cubicBezTo>
                  <a:pt x="866" y="157"/>
                  <a:pt x="866" y="157"/>
                  <a:pt x="866" y="157"/>
                </a:cubicBezTo>
                <a:cubicBezTo>
                  <a:pt x="805" y="157"/>
                  <a:pt x="805" y="157"/>
                  <a:pt x="805" y="157"/>
                </a:cubicBezTo>
                <a:lnTo>
                  <a:pt x="805" y="261"/>
                </a:lnTo>
                <a:close/>
                <a:moveTo>
                  <a:pt x="634" y="235"/>
                </a:moveTo>
                <a:cubicBezTo>
                  <a:pt x="595" y="149"/>
                  <a:pt x="595" y="149"/>
                  <a:pt x="595" y="149"/>
                </a:cubicBezTo>
                <a:cubicBezTo>
                  <a:pt x="578" y="261"/>
                  <a:pt x="578" y="261"/>
                  <a:pt x="578" y="261"/>
                </a:cubicBezTo>
                <a:cubicBezTo>
                  <a:pt x="592" y="261"/>
                  <a:pt x="592" y="261"/>
                  <a:pt x="592" y="261"/>
                </a:cubicBezTo>
                <a:cubicBezTo>
                  <a:pt x="601" y="194"/>
                  <a:pt x="601" y="194"/>
                  <a:pt x="601" y="194"/>
                </a:cubicBezTo>
                <a:cubicBezTo>
                  <a:pt x="634" y="267"/>
                  <a:pt x="634" y="267"/>
                  <a:pt x="634" y="267"/>
                </a:cubicBezTo>
                <a:cubicBezTo>
                  <a:pt x="668" y="194"/>
                  <a:pt x="668" y="194"/>
                  <a:pt x="668" y="194"/>
                </a:cubicBezTo>
                <a:cubicBezTo>
                  <a:pt x="677" y="261"/>
                  <a:pt x="677" y="261"/>
                  <a:pt x="677" y="261"/>
                </a:cubicBezTo>
                <a:cubicBezTo>
                  <a:pt x="691" y="261"/>
                  <a:pt x="691" y="261"/>
                  <a:pt x="691" y="261"/>
                </a:cubicBezTo>
                <a:cubicBezTo>
                  <a:pt x="674" y="148"/>
                  <a:pt x="674" y="148"/>
                  <a:pt x="674" y="148"/>
                </a:cubicBezTo>
                <a:lnTo>
                  <a:pt x="634" y="235"/>
                </a:lnTo>
                <a:close/>
                <a:moveTo>
                  <a:pt x="737" y="261"/>
                </a:moveTo>
                <a:cubicBezTo>
                  <a:pt x="751" y="261"/>
                  <a:pt x="751" y="261"/>
                  <a:pt x="751" y="261"/>
                </a:cubicBezTo>
                <a:cubicBezTo>
                  <a:pt x="751" y="157"/>
                  <a:pt x="751" y="157"/>
                  <a:pt x="751" y="157"/>
                </a:cubicBezTo>
                <a:cubicBezTo>
                  <a:pt x="737" y="157"/>
                  <a:pt x="737" y="157"/>
                  <a:pt x="737" y="157"/>
                </a:cubicBezTo>
                <a:lnTo>
                  <a:pt x="737" y="261"/>
                </a:lnTo>
                <a:close/>
                <a:moveTo>
                  <a:pt x="955" y="211"/>
                </a:moveTo>
                <a:cubicBezTo>
                  <a:pt x="950" y="207"/>
                  <a:pt x="945" y="204"/>
                  <a:pt x="939" y="201"/>
                </a:cubicBezTo>
                <a:cubicBezTo>
                  <a:pt x="929" y="197"/>
                  <a:pt x="929" y="197"/>
                  <a:pt x="929" y="197"/>
                </a:cubicBezTo>
                <a:cubicBezTo>
                  <a:pt x="925" y="195"/>
                  <a:pt x="922" y="194"/>
                  <a:pt x="919" y="191"/>
                </a:cubicBezTo>
                <a:cubicBezTo>
                  <a:pt x="916" y="189"/>
                  <a:pt x="916" y="187"/>
                  <a:pt x="916" y="183"/>
                </a:cubicBezTo>
                <a:cubicBezTo>
                  <a:pt x="916" y="175"/>
                  <a:pt x="922" y="169"/>
                  <a:pt x="931" y="169"/>
                </a:cubicBezTo>
                <a:cubicBezTo>
                  <a:pt x="936" y="169"/>
                  <a:pt x="940" y="171"/>
                  <a:pt x="942" y="172"/>
                </a:cubicBezTo>
                <a:cubicBezTo>
                  <a:pt x="944" y="174"/>
                  <a:pt x="946" y="177"/>
                  <a:pt x="947" y="179"/>
                </a:cubicBezTo>
                <a:cubicBezTo>
                  <a:pt x="948" y="181"/>
                  <a:pt x="948" y="181"/>
                  <a:pt x="948" y="181"/>
                </a:cubicBezTo>
                <a:cubicBezTo>
                  <a:pt x="959" y="173"/>
                  <a:pt x="959" y="173"/>
                  <a:pt x="959" y="173"/>
                </a:cubicBezTo>
                <a:cubicBezTo>
                  <a:pt x="958" y="172"/>
                  <a:pt x="958" y="172"/>
                  <a:pt x="958" y="172"/>
                </a:cubicBezTo>
                <a:cubicBezTo>
                  <a:pt x="956" y="167"/>
                  <a:pt x="952" y="163"/>
                  <a:pt x="948" y="161"/>
                </a:cubicBezTo>
                <a:cubicBezTo>
                  <a:pt x="943" y="157"/>
                  <a:pt x="938" y="156"/>
                  <a:pt x="931" y="156"/>
                </a:cubicBezTo>
                <a:cubicBezTo>
                  <a:pt x="914" y="156"/>
                  <a:pt x="902" y="167"/>
                  <a:pt x="902" y="183"/>
                </a:cubicBezTo>
                <a:cubicBezTo>
                  <a:pt x="902" y="190"/>
                  <a:pt x="904" y="195"/>
                  <a:pt x="909" y="200"/>
                </a:cubicBezTo>
                <a:cubicBezTo>
                  <a:pt x="913" y="205"/>
                  <a:pt x="918" y="207"/>
                  <a:pt x="922" y="209"/>
                </a:cubicBezTo>
                <a:cubicBezTo>
                  <a:pt x="932" y="213"/>
                  <a:pt x="932" y="213"/>
                  <a:pt x="932" y="213"/>
                </a:cubicBezTo>
                <a:cubicBezTo>
                  <a:pt x="937" y="215"/>
                  <a:pt x="941" y="217"/>
                  <a:pt x="944" y="220"/>
                </a:cubicBezTo>
                <a:cubicBezTo>
                  <a:pt x="947" y="223"/>
                  <a:pt x="948" y="226"/>
                  <a:pt x="948" y="231"/>
                </a:cubicBezTo>
                <a:cubicBezTo>
                  <a:pt x="948" y="240"/>
                  <a:pt x="942" y="249"/>
                  <a:pt x="929" y="249"/>
                </a:cubicBezTo>
                <a:cubicBezTo>
                  <a:pt x="924" y="249"/>
                  <a:pt x="919" y="247"/>
                  <a:pt x="916" y="244"/>
                </a:cubicBezTo>
                <a:cubicBezTo>
                  <a:pt x="913" y="241"/>
                  <a:pt x="911" y="236"/>
                  <a:pt x="910" y="232"/>
                </a:cubicBezTo>
                <a:cubicBezTo>
                  <a:pt x="910" y="230"/>
                  <a:pt x="910" y="230"/>
                  <a:pt x="910" y="230"/>
                </a:cubicBezTo>
                <a:cubicBezTo>
                  <a:pt x="896" y="234"/>
                  <a:pt x="896" y="234"/>
                  <a:pt x="896" y="234"/>
                </a:cubicBezTo>
                <a:cubicBezTo>
                  <a:pt x="897" y="235"/>
                  <a:pt x="897" y="235"/>
                  <a:pt x="897" y="235"/>
                </a:cubicBezTo>
                <a:cubicBezTo>
                  <a:pt x="898" y="243"/>
                  <a:pt x="902" y="249"/>
                  <a:pt x="906" y="254"/>
                </a:cubicBezTo>
                <a:cubicBezTo>
                  <a:pt x="912" y="260"/>
                  <a:pt x="920" y="262"/>
                  <a:pt x="929" y="262"/>
                </a:cubicBezTo>
                <a:cubicBezTo>
                  <a:pt x="948" y="262"/>
                  <a:pt x="962" y="249"/>
                  <a:pt x="962" y="230"/>
                </a:cubicBezTo>
                <a:cubicBezTo>
                  <a:pt x="962" y="222"/>
                  <a:pt x="960" y="216"/>
                  <a:pt x="955" y="211"/>
                </a:cubicBezTo>
                <a:close/>
                <a:moveTo>
                  <a:pt x="0" y="261"/>
                </a:moveTo>
                <a:cubicBezTo>
                  <a:pt x="15" y="261"/>
                  <a:pt x="15" y="261"/>
                  <a:pt x="15" y="261"/>
                </a:cubicBezTo>
                <a:cubicBezTo>
                  <a:pt x="48" y="184"/>
                  <a:pt x="48" y="184"/>
                  <a:pt x="48" y="184"/>
                </a:cubicBezTo>
                <a:cubicBezTo>
                  <a:pt x="79" y="260"/>
                  <a:pt x="79" y="260"/>
                  <a:pt x="79" y="260"/>
                </a:cubicBezTo>
                <a:cubicBezTo>
                  <a:pt x="80" y="261"/>
                  <a:pt x="80" y="261"/>
                  <a:pt x="80" y="261"/>
                </a:cubicBezTo>
                <a:cubicBezTo>
                  <a:pt x="95" y="261"/>
                  <a:pt x="95" y="261"/>
                  <a:pt x="95" y="261"/>
                </a:cubicBezTo>
                <a:cubicBezTo>
                  <a:pt x="48" y="151"/>
                  <a:pt x="48" y="151"/>
                  <a:pt x="48" y="151"/>
                </a:cubicBezTo>
                <a:lnTo>
                  <a:pt x="0" y="261"/>
                </a:lnTo>
                <a:close/>
                <a:moveTo>
                  <a:pt x="229" y="261"/>
                </a:moveTo>
                <a:cubicBezTo>
                  <a:pt x="244" y="261"/>
                  <a:pt x="244" y="261"/>
                  <a:pt x="244" y="261"/>
                </a:cubicBezTo>
                <a:cubicBezTo>
                  <a:pt x="277" y="184"/>
                  <a:pt x="277" y="184"/>
                  <a:pt x="277" y="184"/>
                </a:cubicBezTo>
                <a:cubicBezTo>
                  <a:pt x="309" y="260"/>
                  <a:pt x="309" y="260"/>
                  <a:pt x="309" y="260"/>
                </a:cubicBezTo>
                <a:cubicBezTo>
                  <a:pt x="309" y="261"/>
                  <a:pt x="309" y="261"/>
                  <a:pt x="309" y="261"/>
                </a:cubicBezTo>
                <a:cubicBezTo>
                  <a:pt x="324" y="261"/>
                  <a:pt x="324" y="261"/>
                  <a:pt x="324" y="261"/>
                </a:cubicBezTo>
                <a:cubicBezTo>
                  <a:pt x="277" y="151"/>
                  <a:pt x="277" y="151"/>
                  <a:pt x="277" y="151"/>
                </a:cubicBezTo>
                <a:lnTo>
                  <a:pt x="229" y="261"/>
                </a:lnTo>
                <a:close/>
                <a:moveTo>
                  <a:pt x="1071" y="11"/>
                </a:moveTo>
                <a:cubicBezTo>
                  <a:pt x="1071" y="18"/>
                  <a:pt x="1071" y="18"/>
                  <a:pt x="1071" y="18"/>
                </a:cubicBezTo>
                <a:cubicBezTo>
                  <a:pt x="1075" y="18"/>
                  <a:pt x="1075" y="18"/>
                  <a:pt x="1075" y="18"/>
                </a:cubicBezTo>
                <a:cubicBezTo>
                  <a:pt x="1077" y="9"/>
                  <a:pt x="1077" y="9"/>
                  <a:pt x="1077" y="9"/>
                </a:cubicBezTo>
                <a:cubicBezTo>
                  <a:pt x="1076" y="8"/>
                  <a:pt x="1074" y="7"/>
                  <a:pt x="1072" y="6"/>
                </a:cubicBezTo>
                <a:cubicBezTo>
                  <a:pt x="1070" y="6"/>
                  <a:pt x="1067" y="6"/>
                  <a:pt x="1064" y="6"/>
                </a:cubicBezTo>
                <a:cubicBezTo>
                  <a:pt x="1061" y="6"/>
                  <a:pt x="1058" y="6"/>
                  <a:pt x="1056" y="7"/>
                </a:cubicBezTo>
                <a:cubicBezTo>
                  <a:pt x="1053" y="9"/>
                  <a:pt x="1051" y="10"/>
                  <a:pt x="1049" y="12"/>
                </a:cubicBezTo>
                <a:cubicBezTo>
                  <a:pt x="1048" y="14"/>
                  <a:pt x="1047" y="17"/>
                  <a:pt x="1047" y="20"/>
                </a:cubicBezTo>
                <a:cubicBezTo>
                  <a:pt x="1047" y="22"/>
                  <a:pt x="1048" y="24"/>
                  <a:pt x="1049" y="26"/>
                </a:cubicBezTo>
                <a:cubicBezTo>
                  <a:pt x="1050" y="28"/>
                  <a:pt x="1051" y="30"/>
                  <a:pt x="1053" y="31"/>
                </a:cubicBezTo>
                <a:cubicBezTo>
                  <a:pt x="1055" y="32"/>
                  <a:pt x="1057" y="34"/>
                  <a:pt x="1059" y="35"/>
                </a:cubicBezTo>
                <a:cubicBezTo>
                  <a:pt x="1062" y="37"/>
                  <a:pt x="1064" y="39"/>
                  <a:pt x="1066" y="40"/>
                </a:cubicBezTo>
                <a:cubicBezTo>
                  <a:pt x="1067" y="42"/>
                  <a:pt x="1068" y="44"/>
                  <a:pt x="1068" y="47"/>
                </a:cubicBezTo>
                <a:cubicBezTo>
                  <a:pt x="1068" y="49"/>
                  <a:pt x="1067" y="52"/>
                  <a:pt x="1065" y="53"/>
                </a:cubicBezTo>
                <a:cubicBezTo>
                  <a:pt x="1062" y="55"/>
                  <a:pt x="1060" y="56"/>
                  <a:pt x="1057" y="56"/>
                </a:cubicBezTo>
                <a:cubicBezTo>
                  <a:pt x="1055" y="56"/>
                  <a:pt x="1053" y="56"/>
                  <a:pt x="1052" y="55"/>
                </a:cubicBezTo>
                <a:cubicBezTo>
                  <a:pt x="1050" y="55"/>
                  <a:pt x="1049" y="54"/>
                  <a:pt x="1048" y="54"/>
                </a:cubicBezTo>
                <a:cubicBezTo>
                  <a:pt x="1048" y="46"/>
                  <a:pt x="1048" y="46"/>
                  <a:pt x="1048" y="46"/>
                </a:cubicBezTo>
                <a:cubicBezTo>
                  <a:pt x="1044" y="46"/>
                  <a:pt x="1044" y="46"/>
                  <a:pt x="1044" y="46"/>
                </a:cubicBezTo>
                <a:cubicBezTo>
                  <a:pt x="1042" y="56"/>
                  <a:pt x="1042" y="56"/>
                  <a:pt x="1042" y="56"/>
                </a:cubicBezTo>
                <a:cubicBezTo>
                  <a:pt x="1043" y="57"/>
                  <a:pt x="1045" y="58"/>
                  <a:pt x="1048" y="58"/>
                </a:cubicBezTo>
                <a:cubicBezTo>
                  <a:pt x="1051" y="59"/>
                  <a:pt x="1054" y="59"/>
                  <a:pt x="1057" y="59"/>
                </a:cubicBezTo>
                <a:cubicBezTo>
                  <a:pt x="1060" y="59"/>
                  <a:pt x="1063" y="59"/>
                  <a:pt x="1066" y="57"/>
                </a:cubicBezTo>
                <a:cubicBezTo>
                  <a:pt x="1069" y="56"/>
                  <a:pt x="1071" y="54"/>
                  <a:pt x="1073" y="52"/>
                </a:cubicBezTo>
                <a:cubicBezTo>
                  <a:pt x="1074" y="50"/>
                  <a:pt x="1075" y="47"/>
                  <a:pt x="1075" y="44"/>
                </a:cubicBezTo>
                <a:cubicBezTo>
                  <a:pt x="1075" y="42"/>
                  <a:pt x="1074" y="40"/>
                  <a:pt x="1073" y="38"/>
                </a:cubicBezTo>
                <a:cubicBezTo>
                  <a:pt x="1072" y="36"/>
                  <a:pt x="1071" y="35"/>
                  <a:pt x="1069" y="34"/>
                </a:cubicBezTo>
                <a:cubicBezTo>
                  <a:pt x="1068" y="32"/>
                  <a:pt x="1066" y="31"/>
                  <a:pt x="1064" y="29"/>
                </a:cubicBezTo>
                <a:cubicBezTo>
                  <a:pt x="1060" y="27"/>
                  <a:pt x="1058" y="25"/>
                  <a:pt x="1056" y="24"/>
                </a:cubicBezTo>
                <a:cubicBezTo>
                  <a:pt x="1055" y="22"/>
                  <a:pt x="1054" y="20"/>
                  <a:pt x="1054" y="17"/>
                </a:cubicBezTo>
                <a:cubicBezTo>
                  <a:pt x="1054" y="15"/>
                  <a:pt x="1055" y="13"/>
                  <a:pt x="1057" y="11"/>
                </a:cubicBezTo>
                <a:cubicBezTo>
                  <a:pt x="1059" y="10"/>
                  <a:pt x="1061" y="9"/>
                  <a:pt x="1064" y="9"/>
                </a:cubicBezTo>
                <a:cubicBezTo>
                  <a:pt x="1065" y="9"/>
                  <a:pt x="1067" y="9"/>
                  <a:pt x="1068" y="10"/>
                </a:cubicBezTo>
                <a:cubicBezTo>
                  <a:pt x="1069" y="10"/>
                  <a:pt x="1070" y="10"/>
                  <a:pt x="1071" y="11"/>
                </a:cubicBezTo>
                <a:close/>
                <a:moveTo>
                  <a:pt x="1107" y="27"/>
                </a:moveTo>
                <a:cubicBezTo>
                  <a:pt x="1108" y="27"/>
                  <a:pt x="1108" y="27"/>
                  <a:pt x="1108" y="27"/>
                </a:cubicBezTo>
                <a:cubicBezTo>
                  <a:pt x="1110" y="20"/>
                  <a:pt x="1110" y="20"/>
                  <a:pt x="1110" y="20"/>
                </a:cubicBezTo>
                <a:cubicBezTo>
                  <a:pt x="1109" y="20"/>
                  <a:pt x="1108" y="19"/>
                  <a:pt x="1107" y="19"/>
                </a:cubicBezTo>
                <a:cubicBezTo>
                  <a:pt x="1105" y="19"/>
                  <a:pt x="1104" y="19"/>
                  <a:pt x="1102" y="19"/>
                </a:cubicBezTo>
                <a:cubicBezTo>
                  <a:pt x="1098" y="19"/>
                  <a:pt x="1094" y="20"/>
                  <a:pt x="1091" y="22"/>
                </a:cubicBezTo>
                <a:cubicBezTo>
                  <a:pt x="1088" y="25"/>
                  <a:pt x="1086" y="28"/>
                  <a:pt x="1084" y="32"/>
                </a:cubicBezTo>
                <a:cubicBezTo>
                  <a:pt x="1083" y="36"/>
                  <a:pt x="1082" y="40"/>
                  <a:pt x="1082" y="43"/>
                </a:cubicBezTo>
                <a:cubicBezTo>
                  <a:pt x="1082" y="48"/>
                  <a:pt x="1083" y="52"/>
                  <a:pt x="1085" y="55"/>
                </a:cubicBezTo>
                <a:cubicBezTo>
                  <a:pt x="1087" y="58"/>
                  <a:pt x="1091" y="59"/>
                  <a:pt x="1094" y="59"/>
                </a:cubicBezTo>
                <a:cubicBezTo>
                  <a:pt x="1098" y="59"/>
                  <a:pt x="1100" y="59"/>
                  <a:pt x="1102" y="57"/>
                </a:cubicBezTo>
                <a:cubicBezTo>
                  <a:pt x="1105" y="56"/>
                  <a:pt x="1106" y="54"/>
                  <a:pt x="1108" y="53"/>
                </a:cubicBezTo>
                <a:cubicBezTo>
                  <a:pt x="1106" y="50"/>
                  <a:pt x="1106" y="50"/>
                  <a:pt x="1106" y="50"/>
                </a:cubicBezTo>
                <a:cubicBezTo>
                  <a:pt x="1105" y="52"/>
                  <a:pt x="1103" y="53"/>
                  <a:pt x="1102" y="54"/>
                </a:cubicBezTo>
                <a:cubicBezTo>
                  <a:pt x="1100" y="54"/>
                  <a:pt x="1099" y="55"/>
                  <a:pt x="1097" y="55"/>
                </a:cubicBezTo>
                <a:cubicBezTo>
                  <a:pt x="1094" y="55"/>
                  <a:pt x="1092" y="54"/>
                  <a:pt x="1091" y="52"/>
                </a:cubicBezTo>
                <a:cubicBezTo>
                  <a:pt x="1090" y="50"/>
                  <a:pt x="1089" y="47"/>
                  <a:pt x="1089" y="43"/>
                </a:cubicBezTo>
                <a:cubicBezTo>
                  <a:pt x="1089" y="39"/>
                  <a:pt x="1090" y="35"/>
                  <a:pt x="1091" y="32"/>
                </a:cubicBezTo>
                <a:cubicBezTo>
                  <a:pt x="1092" y="30"/>
                  <a:pt x="1093" y="27"/>
                  <a:pt x="1095" y="26"/>
                </a:cubicBezTo>
                <a:cubicBezTo>
                  <a:pt x="1097" y="24"/>
                  <a:pt x="1099" y="23"/>
                  <a:pt x="1101" y="23"/>
                </a:cubicBezTo>
                <a:cubicBezTo>
                  <a:pt x="1102" y="23"/>
                  <a:pt x="1105" y="24"/>
                  <a:pt x="1107" y="27"/>
                </a:cubicBezTo>
                <a:close/>
                <a:moveTo>
                  <a:pt x="1124" y="52"/>
                </a:moveTo>
                <a:cubicBezTo>
                  <a:pt x="1129" y="19"/>
                  <a:pt x="1129" y="19"/>
                  <a:pt x="1129" y="19"/>
                </a:cubicBezTo>
                <a:cubicBezTo>
                  <a:pt x="1128" y="19"/>
                  <a:pt x="1128" y="19"/>
                  <a:pt x="1128" y="19"/>
                </a:cubicBezTo>
                <a:cubicBezTo>
                  <a:pt x="1118" y="20"/>
                  <a:pt x="1118" y="20"/>
                  <a:pt x="1118" y="20"/>
                </a:cubicBezTo>
                <a:cubicBezTo>
                  <a:pt x="1117" y="23"/>
                  <a:pt x="1117" y="23"/>
                  <a:pt x="1117" y="23"/>
                </a:cubicBezTo>
                <a:cubicBezTo>
                  <a:pt x="1122" y="24"/>
                  <a:pt x="1122" y="24"/>
                  <a:pt x="1122" y="24"/>
                </a:cubicBezTo>
                <a:cubicBezTo>
                  <a:pt x="1121" y="31"/>
                  <a:pt x="1120" y="37"/>
                  <a:pt x="1119" y="41"/>
                </a:cubicBezTo>
                <a:cubicBezTo>
                  <a:pt x="1118" y="49"/>
                  <a:pt x="1117" y="54"/>
                  <a:pt x="1117" y="55"/>
                </a:cubicBezTo>
                <a:cubicBezTo>
                  <a:pt x="1117" y="56"/>
                  <a:pt x="1118" y="57"/>
                  <a:pt x="1118" y="58"/>
                </a:cubicBezTo>
                <a:cubicBezTo>
                  <a:pt x="1119" y="59"/>
                  <a:pt x="1120" y="59"/>
                  <a:pt x="1122" y="59"/>
                </a:cubicBezTo>
                <a:cubicBezTo>
                  <a:pt x="1124" y="59"/>
                  <a:pt x="1125" y="59"/>
                  <a:pt x="1127" y="58"/>
                </a:cubicBezTo>
                <a:cubicBezTo>
                  <a:pt x="1128" y="57"/>
                  <a:pt x="1129" y="55"/>
                  <a:pt x="1130" y="54"/>
                </a:cubicBezTo>
                <a:cubicBezTo>
                  <a:pt x="1129" y="53"/>
                  <a:pt x="1129" y="53"/>
                  <a:pt x="1129" y="53"/>
                </a:cubicBezTo>
                <a:cubicBezTo>
                  <a:pt x="1128" y="54"/>
                  <a:pt x="1128" y="54"/>
                  <a:pt x="1127" y="54"/>
                </a:cubicBezTo>
                <a:cubicBezTo>
                  <a:pt x="1126" y="55"/>
                  <a:pt x="1126" y="55"/>
                  <a:pt x="1125" y="55"/>
                </a:cubicBezTo>
                <a:cubicBezTo>
                  <a:pt x="1125" y="55"/>
                  <a:pt x="1125" y="55"/>
                  <a:pt x="1125" y="54"/>
                </a:cubicBezTo>
                <a:cubicBezTo>
                  <a:pt x="1124" y="54"/>
                  <a:pt x="1124" y="54"/>
                  <a:pt x="1124" y="53"/>
                </a:cubicBezTo>
                <a:lnTo>
                  <a:pt x="1124" y="52"/>
                </a:lnTo>
                <a:close/>
                <a:moveTo>
                  <a:pt x="1127" y="11"/>
                </a:moveTo>
                <a:cubicBezTo>
                  <a:pt x="1128" y="11"/>
                  <a:pt x="1129" y="11"/>
                  <a:pt x="1130" y="10"/>
                </a:cubicBezTo>
                <a:cubicBezTo>
                  <a:pt x="1131" y="9"/>
                  <a:pt x="1131" y="7"/>
                  <a:pt x="1131" y="6"/>
                </a:cubicBezTo>
                <a:cubicBezTo>
                  <a:pt x="1131" y="5"/>
                  <a:pt x="1131" y="4"/>
                  <a:pt x="1130" y="3"/>
                </a:cubicBezTo>
                <a:cubicBezTo>
                  <a:pt x="1130" y="3"/>
                  <a:pt x="1129" y="2"/>
                  <a:pt x="1128" y="2"/>
                </a:cubicBezTo>
                <a:cubicBezTo>
                  <a:pt x="1126" y="2"/>
                  <a:pt x="1125" y="3"/>
                  <a:pt x="1124" y="4"/>
                </a:cubicBezTo>
                <a:cubicBezTo>
                  <a:pt x="1123" y="5"/>
                  <a:pt x="1123" y="6"/>
                  <a:pt x="1123" y="7"/>
                </a:cubicBezTo>
                <a:cubicBezTo>
                  <a:pt x="1123" y="8"/>
                  <a:pt x="1123" y="9"/>
                  <a:pt x="1124" y="10"/>
                </a:cubicBezTo>
                <a:cubicBezTo>
                  <a:pt x="1125" y="11"/>
                  <a:pt x="1126" y="11"/>
                  <a:pt x="1127" y="11"/>
                </a:cubicBezTo>
                <a:close/>
                <a:moveTo>
                  <a:pt x="1166" y="52"/>
                </a:moveTo>
                <a:cubicBezTo>
                  <a:pt x="1165" y="49"/>
                  <a:pt x="1165" y="49"/>
                  <a:pt x="1165" y="49"/>
                </a:cubicBezTo>
                <a:cubicBezTo>
                  <a:pt x="1163" y="51"/>
                  <a:pt x="1161" y="52"/>
                  <a:pt x="1159" y="53"/>
                </a:cubicBezTo>
                <a:cubicBezTo>
                  <a:pt x="1157" y="54"/>
                  <a:pt x="1155" y="55"/>
                  <a:pt x="1153" y="55"/>
                </a:cubicBezTo>
                <a:cubicBezTo>
                  <a:pt x="1150" y="55"/>
                  <a:pt x="1148" y="54"/>
                  <a:pt x="1147" y="51"/>
                </a:cubicBezTo>
                <a:cubicBezTo>
                  <a:pt x="1145" y="49"/>
                  <a:pt x="1145" y="46"/>
                  <a:pt x="1145" y="43"/>
                </a:cubicBezTo>
                <a:cubicBezTo>
                  <a:pt x="1148" y="43"/>
                  <a:pt x="1151" y="42"/>
                  <a:pt x="1155" y="41"/>
                </a:cubicBezTo>
                <a:cubicBezTo>
                  <a:pt x="1158" y="40"/>
                  <a:pt x="1162" y="38"/>
                  <a:pt x="1164" y="36"/>
                </a:cubicBezTo>
                <a:cubicBezTo>
                  <a:pt x="1167" y="33"/>
                  <a:pt x="1168" y="31"/>
                  <a:pt x="1168" y="27"/>
                </a:cubicBezTo>
                <a:cubicBezTo>
                  <a:pt x="1168" y="25"/>
                  <a:pt x="1167" y="23"/>
                  <a:pt x="1166" y="21"/>
                </a:cubicBezTo>
                <a:cubicBezTo>
                  <a:pt x="1164" y="19"/>
                  <a:pt x="1162" y="19"/>
                  <a:pt x="1158" y="19"/>
                </a:cubicBezTo>
                <a:cubicBezTo>
                  <a:pt x="1154" y="19"/>
                  <a:pt x="1151" y="20"/>
                  <a:pt x="1148" y="22"/>
                </a:cubicBezTo>
                <a:cubicBezTo>
                  <a:pt x="1145" y="24"/>
                  <a:pt x="1142" y="28"/>
                  <a:pt x="1140" y="31"/>
                </a:cubicBezTo>
                <a:cubicBezTo>
                  <a:pt x="1138" y="35"/>
                  <a:pt x="1138" y="40"/>
                  <a:pt x="1138" y="44"/>
                </a:cubicBezTo>
                <a:cubicBezTo>
                  <a:pt x="1138" y="47"/>
                  <a:pt x="1138" y="49"/>
                  <a:pt x="1139" y="52"/>
                </a:cubicBezTo>
                <a:cubicBezTo>
                  <a:pt x="1140" y="54"/>
                  <a:pt x="1142" y="56"/>
                  <a:pt x="1144" y="57"/>
                </a:cubicBezTo>
                <a:cubicBezTo>
                  <a:pt x="1146" y="59"/>
                  <a:pt x="1148" y="59"/>
                  <a:pt x="1151" y="59"/>
                </a:cubicBezTo>
                <a:cubicBezTo>
                  <a:pt x="1155" y="59"/>
                  <a:pt x="1158" y="58"/>
                  <a:pt x="1160" y="57"/>
                </a:cubicBezTo>
                <a:cubicBezTo>
                  <a:pt x="1163" y="55"/>
                  <a:pt x="1165" y="54"/>
                  <a:pt x="1166" y="52"/>
                </a:cubicBezTo>
                <a:close/>
                <a:moveTo>
                  <a:pt x="1157" y="22"/>
                </a:moveTo>
                <a:cubicBezTo>
                  <a:pt x="1158" y="22"/>
                  <a:pt x="1159" y="23"/>
                  <a:pt x="1160" y="24"/>
                </a:cubicBezTo>
                <a:cubicBezTo>
                  <a:pt x="1161" y="25"/>
                  <a:pt x="1161" y="26"/>
                  <a:pt x="1161" y="28"/>
                </a:cubicBezTo>
                <a:cubicBezTo>
                  <a:pt x="1161" y="30"/>
                  <a:pt x="1161" y="32"/>
                  <a:pt x="1159" y="34"/>
                </a:cubicBezTo>
                <a:cubicBezTo>
                  <a:pt x="1157" y="35"/>
                  <a:pt x="1155" y="37"/>
                  <a:pt x="1152" y="38"/>
                </a:cubicBezTo>
                <a:cubicBezTo>
                  <a:pt x="1150" y="39"/>
                  <a:pt x="1147" y="39"/>
                  <a:pt x="1145" y="39"/>
                </a:cubicBezTo>
                <a:cubicBezTo>
                  <a:pt x="1145" y="37"/>
                  <a:pt x="1146" y="34"/>
                  <a:pt x="1147" y="32"/>
                </a:cubicBezTo>
                <a:cubicBezTo>
                  <a:pt x="1148" y="29"/>
                  <a:pt x="1149" y="27"/>
                  <a:pt x="1151" y="25"/>
                </a:cubicBezTo>
                <a:cubicBezTo>
                  <a:pt x="1152" y="23"/>
                  <a:pt x="1154" y="22"/>
                  <a:pt x="1157" y="22"/>
                </a:cubicBezTo>
                <a:close/>
                <a:moveTo>
                  <a:pt x="1187" y="28"/>
                </a:moveTo>
                <a:cubicBezTo>
                  <a:pt x="1188" y="19"/>
                  <a:pt x="1188" y="19"/>
                  <a:pt x="1188" y="19"/>
                </a:cubicBezTo>
                <a:cubicBezTo>
                  <a:pt x="1186" y="19"/>
                  <a:pt x="1186" y="19"/>
                  <a:pt x="1186" y="19"/>
                </a:cubicBezTo>
                <a:cubicBezTo>
                  <a:pt x="1178" y="20"/>
                  <a:pt x="1178" y="20"/>
                  <a:pt x="1178" y="20"/>
                </a:cubicBezTo>
                <a:cubicBezTo>
                  <a:pt x="1177" y="23"/>
                  <a:pt x="1177" y="23"/>
                  <a:pt x="1177" y="23"/>
                </a:cubicBezTo>
                <a:cubicBezTo>
                  <a:pt x="1180" y="25"/>
                  <a:pt x="1180" y="25"/>
                  <a:pt x="1180" y="25"/>
                </a:cubicBezTo>
                <a:cubicBezTo>
                  <a:pt x="1176" y="58"/>
                  <a:pt x="1176" y="58"/>
                  <a:pt x="1176" y="58"/>
                </a:cubicBezTo>
                <a:cubicBezTo>
                  <a:pt x="1183" y="58"/>
                  <a:pt x="1183" y="58"/>
                  <a:pt x="1183" y="58"/>
                </a:cubicBezTo>
                <a:cubicBezTo>
                  <a:pt x="1186" y="33"/>
                  <a:pt x="1186" y="33"/>
                  <a:pt x="1186" y="33"/>
                </a:cubicBezTo>
                <a:cubicBezTo>
                  <a:pt x="1188" y="31"/>
                  <a:pt x="1190" y="28"/>
                  <a:pt x="1192" y="26"/>
                </a:cubicBezTo>
                <a:cubicBezTo>
                  <a:pt x="1194" y="25"/>
                  <a:pt x="1196" y="24"/>
                  <a:pt x="1198" y="24"/>
                </a:cubicBezTo>
                <a:cubicBezTo>
                  <a:pt x="1200" y="24"/>
                  <a:pt x="1201" y="24"/>
                  <a:pt x="1202" y="25"/>
                </a:cubicBezTo>
                <a:cubicBezTo>
                  <a:pt x="1202" y="26"/>
                  <a:pt x="1203" y="27"/>
                  <a:pt x="1203" y="29"/>
                </a:cubicBezTo>
                <a:cubicBezTo>
                  <a:pt x="1203" y="31"/>
                  <a:pt x="1202" y="33"/>
                  <a:pt x="1202" y="35"/>
                </a:cubicBezTo>
                <a:cubicBezTo>
                  <a:pt x="1202" y="37"/>
                  <a:pt x="1201" y="39"/>
                  <a:pt x="1201" y="41"/>
                </a:cubicBezTo>
                <a:cubicBezTo>
                  <a:pt x="1201" y="43"/>
                  <a:pt x="1201" y="43"/>
                  <a:pt x="1201" y="43"/>
                </a:cubicBezTo>
                <a:cubicBezTo>
                  <a:pt x="1200" y="46"/>
                  <a:pt x="1200" y="46"/>
                  <a:pt x="1200" y="46"/>
                </a:cubicBezTo>
                <a:cubicBezTo>
                  <a:pt x="1199" y="51"/>
                  <a:pt x="1199" y="54"/>
                  <a:pt x="1199" y="55"/>
                </a:cubicBezTo>
                <a:cubicBezTo>
                  <a:pt x="1199" y="58"/>
                  <a:pt x="1200" y="59"/>
                  <a:pt x="1203" y="59"/>
                </a:cubicBezTo>
                <a:cubicBezTo>
                  <a:pt x="1205" y="59"/>
                  <a:pt x="1206" y="59"/>
                  <a:pt x="1207" y="58"/>
                </a:cubicBezTo>
                <a:cubicBezTo>
                  <a:pt x="1208" y="58"/>
                  <a:pt x="1209" y="57"/>
                  <a:pt x="1210" y="57"/>
                </a:cubicBezTo>
                <a:cubicBezTo>
                  <a:pt x="1210" y="56"/>
                  <a:pt x="1211" y="55"/>
                  <a:pt x="1211" y="55"/>
                </a:cubicBezTo>
                <a:cubicBezTo>
                  <a:pt x="1210" y="53"/>
                  <a:pt x="1210" y="53"/>
                  <a:pt x="1210" y="53"/>
                </a:cubicBezTo>
                <a:cubicBezTo>
                  <a:pt x="1209" y="54"/>
                  <a:pt x="1208" y="55"/>
                  <a:pt x="1207" y="55"/>
                </a:cubicBezTo>
                <a:cubicBezTo>
                  <a:pt x="1206" y="55"/>
                  <a:pt x="1206" y="54"/>
                  <a:pt x="1206" y="53"/>
                </a:cubicBezTo>
                <a:cubicBezTo>
                  <a:pt x="1206" y="51"/>
                  <a:pt x="1206" y="48"/>
                  <a:pt x="1207" y="45"/>
                </a:cubicBezTo>
                <a:cubicBezTo>
                  <a:pt x="1208" y="41"/>
                  <a:pt x="1208" y="41"/>
                  <a:pt x="1208" y="41"/>
                </a:cubicBezTo>
                <a:cubicBezTo>
                  <a:pt x="1208" y="40"/>
                  <a:pt x="1208" y="40"/>
                  <a:pt x="1208" y="40"/>
                </a:cubicBezTo>
                <a:cubicBezTo>
                  <a:pt x="1209" y="34"/>
                  <a:pt x="1210" y="31"/>
                  <a:pt x="1210" y="29"/>
                </a:cubicBezTo>
                <a:cubicBezTo>
                  <a:pt x="1210" y="25"/>
                  <a:pt x="1209" y="23"/>
                  <a:pt x="1207" y="21"/>
                </a:cubicBezTo>
                <a:cubicBezTo>
                  <a:pt x="1206" y="19"/>
                  <a:pt x="1204" y="19"/>
                  <a:pt x="1201" y="19"/>
                </a:cubicBezTo>
                <a:cubicBezTo>
                  <a:pt x="1199" y="19"/>
                  <a:pt x="1196" y="19"/>
                  <a:pt x="1193" y="21"/>
                </a:cubicBezTo>
                <a:cubicBezTo>
                  <a:pt x="1191" y="23"/>
                  <a:pt x="1189" y="25"/>
                  <a:pt x="1187" y="28"/>
                </a:cubicBezTo>
                <a:close/>
                <a:moveTo>
                  <a:pt x="1243" y="27"/>
                </a:moveTo>
                <a:cubicBezTo>
                  <a:pt x="1245" y="27"/>
                  <a:pt x="1245" y="27"/>
                  <a:pt x="1245" y="27"/>
                </a:cubicBezTo>
                <a:cubicBezTo>
                  <a:pt x="1247" y="20"/>
                  <a:pt x="1247" y="20"/>
                  <a:pt x="1247" y="20"/>
                </a:cubicBezTo>
                <a:cubicBezTo>
                  <a:pt x="1246" y="20"/>
                  <a:pt x="1244" y="19"/>
                  <a:pt x="1243" y="19"/>
                </a:cubicBezTo>
                <a:cubicBezTo>
                  <a:pt x="1241" y="19"/>
                  <a:pt x="1240" y="19"/>
                  <a:pt x="1239" y="19"/>
                </a:cubicBezTo>
                <a:cubicBezTo>
                  <a:pt x="1234" y="19"/>
                  <a:pt x="1231" y="20"/>
                  <a:pt x="1228" y="22"/>
                </a:cubicBezTo>
                <a:cubicBezTo>
                  <a:pt x="1224" y="25"/>
                  <a:pt x="1222" y="28"/>
                  <a:pt x="1220" y="32"/>
                </a:cubicBezTo>
                <a:cubicBezTo>
                  <a:pt x="1219" y="36"/>
                  <a:pt x="1218" y="40"/>
                  <a:pt x="1218" y="43"/>
                </a:cubicBezTo>
                <a:cubicBezTo>
                  <a:pt x="1218" y="48"/>
                  <a:pt x="1219" y="52"/>
                  <a:pt x="1221" y="55"/>
                </a:cubicBezTo>
                <a:cubicBezTo>
                  <a:pt x="1224" y="58"/>
                  <a:pt x="1227" y="59"/>
                  <a:pt x="1231" y="59"/>
                </a:cubicBezTo>
                <a:cubicBezTo>
                  <a:pt x="1234" y="59"/>
                  <a:pt x="1236" y="59"/>
                  <a:pt x="1239" y="57"/>
                </a:cubicBezTo>
                <a:cubicBezTo>
                  <a:pt x="1241" y="56"/>
                  <a:pt x="1243" y="54"/>
                  <a:pt x="1244" y="53"/>
                </a:cubicBezTo>
                <a:cubicBezTo>
                  <a:pt x="1242" y="50"/>
                  <a:pt x="1242" y="50"/>
                  <a:pt x="1242" y="50"/>
                </a:cubicBezTo>
                <a:cubicBezTo>
                  <a:pt x="1241" y="52"/>
                  <a:pt x="1239" y="53"/>
                  <a:pt x="1238" y="54"/>
                </a:cubicBezTo>
                <a:cubicBezTo>
                  <a:pt x="1236" y="54"/>
                  <a:pt x="1235" y="55"/>
                  <a:pt x="1233" y="55"/>
                </a:cubicBezTo>
                <a:cubicBezTo>
                  <a:pt x="1230" y="55"/>
                  <a:pt x="1228" y="54"/>
                  <a:pt x="1227" y="52"/>
                </a:cubicBezTo>
                <a:cubicBezTo>
                  <a:pt x="1226" y="50"/>
                  <a:pt x="1225" y="47"/>
                  <a:pt x="1225" y="43"/>
                </a:cubicBezTo>
                <a:cubicBezTo>
                  <a:pt x="1225" y="39"/>
                  <a:pt x="1226" y="35"/>
                  <a:pt x="1227" y="32"/>
                </a:cubicBezTo>
                <a:cubicBezTo>
                  <a:pt x="1228" y="30"/>
                  <a:pt x="1229" y="27"/>
                  <a:pt x="1231" y="26"/>
                </a:cubicBezTo>
                <a:cubicBezTo>
                  <a:pt x="1233" y="24"/>
                  <a:pt x="1235" y="23"/>
                  <a:pt x="1237" y="23"/>
                </a:cubicBezTo>
                <a:cubicBezTo>
                  <a:pt x="1239" y="23"/>
                  <a:pt x="1241" y="24"/>
                  <a:pt x="1243" y="27"/>
                </a:cubicBezTo>
                <a:close/>
                <a:moveTo>
                  <a:pt x="1279" y="52"/>
                </a:moveTo>
                <a:cubicBezTo>
                  <a:pt x="1277" y="49"/>
                  <a:pt x="1277" y="49"/>
                  <a:pt x="1277" y="49"/>
                </a:cubicBezTo>
                <a:cubicBezTo>
                  <a:pt x="1276" y="51"/>
                  <a:pt x="1274" y="52"/>
                  <a:pt x="1272" y="53"/>
                </a:cubicBezTo>
                <a:cubicBezTo>
                  <a:pt x="1270" y="54"/>
                  <a:pt x="1268" y="55"/>
                  <a:pt x="1266" y="55"/>
                </a:cubicBezTo>
                <a:cubicBezTo>
                  <a:pt x="1263" y="55"/>
                  <a:pt x="1261" y="54"/>
                  <a:pt x="1259" y="51"/>
                </a:cubicBezTo>
                <a:cubicBezTo>
                  <a:pt x="1258" y="49"/>
                  <a:pt x="1257" y="46"/>
                  <a:pt x="1258" y="43"/>
                </a:cubicBezTo>
                <a:cubicBezTo>
                  <a:pt x="1260" y="43"/>
                  <a:pt x="1264" y="42"/>
                  <a:pt x="1267" y="41"/>
                </a:cubicBezTo>
                <a:cubicBezTo>
                  <a:pt x="1271" y="40"/>
                  <a:pt x="1274" y="38"/>
                  <a:pt x="1277" y="36"/>
                </a:cubicBezTo>
                <a:cubicBezTo>
                  <a:pt x="1280" y="33"/>
                  <a:pt x="1281" y="31"/>
                  <a:pt x="1281" y="27"/>
                </a:cubicBezTo>
                <a:cubicBezTo>
                  <a:pt x="1281" y="25"/>
                  <a:pt x="1280" y="23"/>
                  <a:pt x="1278" y="21"/>
                </a:cubicBezTo>
                <a:cubicBezTo>
                  <a:pt x="1277" y="19"/>
                  <a:pt x="1274" y="19"/>
                  <a:pt x="1271" y="19"/>
                </a:cubicBezTo>
                <a:cubicBezTo>
                  <a:pt x="1267" y="19"/>
                  <a:pt x="1264" y="20"/>
                  <a:pt x="1260" y="22"/>
                </a:cubicBezTo>
                <a:cubicBezTo>
                  <a:pt x="1257" y="24"/>
                  <a:pt x="1255" y="28"/>
                  <a:pt x="1253" y="31"/>
                </a:cubicBezTo>
                <a:cubicBezTo>
                  <a:pt x="1251" y="35"/>
                  <a:pt x="1250" y="40"/>
                  <a:pt x="1250" y="44"/>
                </a:cubicBezTo>
                <a:cubicBezTo>
                  <a:pt x="1250" y="47"/>
                  <a:pt x="1251" y="49"/>
                  <a:pt x="1252" y="52"/>
                </a:cubicBezTo>
                <a:cubicBezTo>
                  <a:pt x="1253" y="54"/>
                  <a:pt x="1254" y="56"/>
                  <a:pt x="1256" y="57"/>
                </a:cubicBezTo>
                <a:cubicBezTo>
                  <a:pt x="1258" y="59"/>
                  <a:pt x="1261" y="59"/>
                  <a:pt x="1264" y="59"/>
                </a:cubicBezTo>
                <a:cubicBezTo>
                  <a:pt x="1267" y="59"/>
                  <a:pt x="1270" y="58"/>
                  <a:pt x="1273" y="57"/>
                </a:cubicBezTo>
                <a:cubicBezTo>
                  <a:pt x="1276" y="55"/>
                  <a:pt x="1278" y="54"/>
                  <a:pt x="1279" y="52"/>
                </a:cubicBezTo>
                <a:close/>
                <a:moveTo>
                  <a:pt x="1269" y="22"/>
                </a:moveTo>
                <a:cubicBezTo>
                  <a:pt x="1271" y="22"/>
                  <a:pt x="1272" y="23"/>
                  <a:pt x="1273" y="24"/>
                </a:cubicBezTo>
                <a:cubicBezTo>
                  <a:pt x="1274" y="25"/>
                  <a:pt x="1274" y="26"/>
                  <a:pt x="1274" y="28"/>
                </a:cubicBezTo>
                <a:cubicBezTo>
                  <a:pt x="1274" y="30"/>
                  <a:pt x="1273" y="32"/>
                  <a:pt x="1272" y="34"/>
                </a:cubicBezTo>
                <a:cubicBezTo>
                  <a:pt x="1270" y="35"/>
                  <a:pt x="1268" y="37"/>
                  <a:pt x="1265" y="38"/>
                </a:cubicBezTo>
                <a:cubicBezTo>
                  <a:pt x="1263" y="39"/>
                  <a:pt x="1260" y="39"/>
                  <a:pt x="1258" y="39"/>
                </a:cubicBezTo>
                <a:cubicBezTo>
                  <a:pt x="1258" y="37"/>
                  <a:pt x="1259" y="34"/>
                  <a:pt x="1259" y="32"/>
                </a:cubicBezTo>
                <a:cubicBezTo>
                  <a:pt x="1260" y="29"/>
                  <a:pt x="1262" y="27"/>
                  <a:pt x="1263" y="25"/>
                </a:cubicBezTo>
                <a:cubicBezTo>
                  <a:pt x="1265" y="23"/>
                  <a:pt x="1267" y="22"/>
                  <a:pt x="1269" y="22"/>
                </a:cubicBezTo>
                <a:close/>
                <a:moveTo>
                  <a:pt x="1310" y="25"/>
                </a:moveTo>
                <a:cubicBezTo>
                  <a:pt x="1311" y="20"/>
                  <a:pt x="1311" y="20"/>
                  <a:pt x="1311" y="20"/>
                </a:cubicBezTo>
                <a:cubicBezTo>
                  <a:pt x="1311" y="20"/>
                  <a:pt x="1309" y="19"/>
                  <a:pt x="1308" y="19"/>
                </a:cubicBezTo>
                <a:cubicBezTo>
                  <a:pt x="1306" y="19"/>
                  <a:pt x="1304" y="19"/>
                  <a:pt x="1303" y="19"/>
                </a:cubicBezTo>
                <a:cubicBezTo>
                  <a:pt x="1300" y="19"/>
                  <a:pt x="1298" y="19"/>
                  <a:pt x="1296" y="20"/>
                </a:cubicBezTo>
                <a:cubicBezTo>
                  <a:pt x="1293" y="21"/>
                  <a:pt x="1292" y="22"/>
                  <a:pt x="1291" y="24"/>
                </a:cubicBezTo>
                <a:cubicBezTo>
                  <a:pt x="1289" y="26"/>
                  <a:pt x="1289" y="27"/>
                  <a:pt x="1289" y="30"/>
                </a:cubicBezTo>
                <a:cubicBezTo>
                  <a:pt x="1289" y="34"/>
                  <a:pt x="1291" y="38"/>
                  <a:pt x="1296" y="41"/>
                </a:cubicBezTo>
                <a:cubicBezTo>
                  <a:pt x="1298" y="43"/>
                  <a:pt x="1300" y="44"/>
                  <a:pt x="1301" y="45"/>
                </a:cubicBezTo>
                <a:cubicBezTo>
                  <a:pt x="1302" y="46"/>
                  <a:pt x="1303" y="48"/>
                  <a:pt x="1303" y="50"/>
                </a:cubicBezTo>
                <a:cubicBezTo>
                  <a:pt x="1303" y="51"/>
                  <a:pt x="1302" y="53"/>
                  <a:pt x="1301" y="54"/>
                </a:cubicBezTo>
                <a:cubicBezTo>
                  <a:pt x="1299" y="55"/>
                  <a:pt x="1297" y="55"/>
                  <a:pt x="1295" y="55"/>
                </a:cubicBezTo>
                <a:cubicBezTo>
                  <a:pt x="1293" y="55"/>
                  <a:pt x="1292" y="55"/>
                  <a:pt x="1290" y="54"/>
                </a:cubicBezTo>
                <a:cubicBezTo>
                  <a:pt x="1288" y="53"/>
                  <a:pt x="1287" y="53"/>
                  <a:pt x="1286" y="52"/>
                </a:cubicBezTo>
                <a:cubicBezTo>
                  <a:pt x="1285" y="57"/>
                  <a:pt x="1285" y="57"/>
                  <a:pt x="1285" y="57"/>
                </a:cubicBezTo>
                <a:cubicBezTo>
                  <a:pt x="1285" y="58"/>
                  <a:pt x="1287" y="58"/>
                  <a:pt x="1289" y="58"/>
                </a:cubicBezTo>
                <a:cubicBezTo>
                  <a:pt x="1291" y="59"/>
                  <a:pt x="1293" y="59"/>
                  <a:pt x="1295" y="59"/>
                </a:cubicBezTo>
                <a:cubicBezTo>
                  <a:pt x="1299" y="59"/>
                  <a:pt x="1303" y="58"/>
                  <a:pt x="1305" y="56"/>
                </a:cubicBezTo>
                <a:cubicBezTo>
                  <a:pt x="1308" y="54"/>
                  <a:pt x="1309" y="52"/>
                  <a:pt x="1309" y="48"/>
                </a:cubicBezTo>
                <a:cubicBezTo>
                  <a:pt x="1309" y="46"/>
                  <a:pt x="1309" y="45"/>
                  <a:pt x="1308" y="43"/>
                </a:cubicBezTo>
                <a:cubicBezTo>
                  <a:pt x="1307" y="42"/>
                  <a:pt x="1306" y="41"/>
                  <a:pt x="1305" y="40"/>
                </a:cubicBezTo>
                <a:cubicBezTo>
                  <a:pt x="1304" y="39"/>
                  <a:pt x="1303" y="38"/>
                  <a:pt x="1301" y="36"/>
                </a:cubicBezTo>
                <a:cubicBezTo>
                  <a:pt x="1299" y="35"/>
                  <a:pt x="1298" y="34"/>
                  <a:pt x="1297" y="32"/>
                </a:cubicBezTo>
                <a:cubicBezTo>
                  <a:pt x="1296" y="31"/>
                  <a:pt x="1295" y="30"/>
                  <a:pt x="1295" y="28"/>
                </a:cubicBezTo>
                <a:cubicBezTo>
                  <a:pt x="1295" y="26"/>
                  <a:pt x="1296" y="25"/>
                  <a:pt x="1297" y="24"/>
                </a:cubicBezTo>
                <a:cubicBezTo>
                  <a:pt x="1299" y="23"/>
                  <a:pt x="1300" y="23"/>
                  <a:pt x="1303" y="23"/>
                </a:cubicBezTo>
                <a:cubicBezTo>
                  <a:pt x="1304" y="23"/>
                  <a:pt x="1306" y="23"/>
                  <a:pt x="1307" y="24"/>
                </a:cubicBezTo>
                <a:cubicBezTo>
                  <a:pt x="1309" y="24"/>
                  <a:pt x="1310" y="25"/>
                  <a:pt x="1310" y="25"/>
                </a:cubicBezTo>
                <a:close/>
                <a:moveTo>
                  <a:pt x="1047" y="110"/>
                </a:moveTo>
                <a:cubicBezTo>
                  <a:pt x="1052" y="111"/>
                  <a:pt x="1052" y="111"/>
                  <a:pt x="1052" y="111"/>
                </a:cubicBezTo>
                <a:cubicBezTo>
                  <a:pt x="1046" y="156"/>
                  <a:pt x="1046" y="156"/>
                  <a:pt x="1046" y="156"/>
                </a:cubicBezTo>
                <a:cubicBezTo>
                  <a:pt x="1041" y="157"/>
                  <a:pt x="1041" y="157"/>
                  <a:pt x="1041" y="157"/>
                </a:cubicBezTo>
                <a:cubicBezTo>
                  <a:pt x="1041" y="159"/>
                  <a:pt x="1041" y="159"/>
                  <a:pt x="1041" y="159"/>
                </a:cubicBezTo>
                <a:cubicBezTo>
                  <a:pt x="1078" y="159"/>
                  <a:pt x="1078" y="159"/>
                  <a:pt x="1078" y="159"/>
                </a:cubicBezTo>
                <a:cubicBezTo>
                  <a:pt x="1081" y="147"/>
                  <a:pt x="1081" y="147"/>
                  <a:pt x="1081" y="147"/>
                </a:cubicBezTo>
                <a:cubicBezTo>
                  <a:pt x="1077" y="146"/>
                  <a:pt x="1077" y="146"/>
                  <a:pt x="1077" y="146"/>
                </a:cubicBezTo>
                <a:cubicBezTo>
                  <a:pt x="1073" y="155"/>
                  <a:pt x="1073" y="155"/>
                  <a:pt x="1073" y="155"/>
                </a:cubicBezTo>
                <a:cubicBezTo>
                  <a:pt x="1053" y="156"/>
                  <a:pt x="1053" y="156"/>
                  <a:pt x="1053" y="156"/>
                </a:cubicBezTo>
                <a:cubicBezTo>
                  <a:pt x="1056" y="134"/>
                  <a:pt x="1056" y="134"/>
                  <a:pt x="1056" y="134"/>
                </a:cubicBezTo>
                <a:cubicBezTo>
                  <a:pt x="1072" y="135"/>
                  <a:pt x="1072" y="135"/>
                  <a:pt x="1072" y="135"/>
                </a:cubicBezTo>
                <a:cubicBezTo>
                  <a:pt x="1073" y="130"/>
                  <a:pt x="1073" y="130"/>
                  <a:pt x="1073" y="130"/>
                </a:cubicBezTo>
                <a:cubicBezTo>
                  <a:pt x="1057" y="130"/>
                  <a:pt x="1057" y="130"/>
                  <a:pt x="1057" y="130"/>
                </a:cubicBezTo>
                <a:cubicBezTo>
                  <a:pt x="1059" y="110"/>
                  <a:pt x="1059" y="110"/>
                  <a:pt x="1059" y="110"/>
                </a:cubicBezTo>
                <a:cubicBezTo>
                  <a:pt x="1075" y="111"/>
                  <a:pt x="1075" y="111"/>
                  <a:pt x="1075" y="111"/>
                </a:cubicBezTo>
                <a:cubicBezTo>
                  <a:pt x="1076" y="118"/>
                  <a:pt x="1076" y="118"/>
                  <a:pt x="1076" y="118"/>
                </a:cubicBezTo>
                <a:cubicBezTo>
                  <a:pt x="1080" y="118"/>
                  <a:pt x="1080" y="118"/>
                  <a:pt x="1080" y="118"/>
                </a:cubicBezTo>
                <a:cubicBezTo>
                  <a:pt x="1081" y="107"/>
                  <a:pt x="1081" y="107"/>
                  <a:pt x="1081" y="107"/>
                </a:cubicBezTo>
                <a:cubicBezTo>
                  <a:pt x="1048" y="107"/>
                  <a:pt x="1048" y="107"/>
                  <a:pt x="1048" y="107"/>
                </a:cubicBezTo>
                <a:lnTo>
                  <a:pt x="1047" y="110"/>
                </a:lnTo>
                <a:close/>
                <a:moveTo>
                  <a:pt x="1100" y="129"/>
                </a:moveTo>
                <a:cubicBezTo>
                  <a:pt x="1100" y="120"/>
                  <a:pt x="1100" y="120"/>
                  <a:pt x="1100" y="120"/>
                </a:cubicBezTo>
                <a:cubicBezTo>
                  <a:pt x="1099" y="119"/>
                  <a:pt x="1099" y="119"/>
                  <a:pt x="1099" y="119"/>
                </a:cubicBezTo>
                <a:cubicBezTo>
                  <a:pt x="1090" y="121"/>
                  <a:pt x="1090" y="121"/>
                  <a:pt x="1090" y="121"/>
                </a:cubicBezTo>
                <a:cubicBezTo>
                  <a:pt x="1090" y="124"/>
                  <a:pt x="1090" y="124"/>
                  <a:pt x="1090" y="124"/>
                </a:cubicBezTo>
                <a:cubicBezTo>
                  <a:pt x="1093" y="125"/>
                  <a:pt x="1093" y="125"/>
                  <a:pt x="1093" y="125"/>
                </a:cubicBezTo>
                <a:cubicBezTo>
                  <a:pt x="1089" y="159"/>
                  <a:pt x="1089" y="159"/>
                  <a:pt x="1089" y="159"/>
                </a:cubicBezTo>
                <a:cubicBezTo>
                  <a:pt x="1095" y="159"/>
                  <a:pt x="1095" y="159"/>
                  <a:pt x="1095" y="159"/>
                </a:cubicBezTo>
                <a:cubicBezTo>
                  <a:pt x="1099" y="134"/>
                  <a:pt x="1099" y="134"/>
                  <a:pt x="1099" y="134"/>
                </a:cubicBezTo>
                <a:cubicBezTo>
                  <a:pt x="1101" y="131"/>
                  <a:pt x="1103" y="129"/>
                  <a:pt x="1105" y="127"/>
                </a:cubicBezTo>
                <a:cubicBezTo>
                  <a:pt x="1107" y="125"/>
                  <a:pt x="1109" y="124"/>
                  <a:pt x="1111" y="124"/>
                </a:cubicBezTo>
                <a:cubicBezTo>
                  <a:pt x="1113" y="124"/>
                  <a:pt x="1114" y="125"/>
                  <a:pt x="1114" y="126"/>
                </a:cubicBezTo>
                <a:cubicBezTo>
                  <a:pt x="1115" y="127"/>
                  <a:pt x="1115" y="128"/>
                  <a:pt x="1115" y="130"/>
                </a:cubicBezTo>
                <a:cubicBezTo>
                  <a:pt x="1115" y="132"/>
                  <a:pt x="1115" y="134"/>
                  <a:pt x="1115" y="135"/>
                </a:cubicBezTo>
                <a:cubicBezTo>
                  <a:pt x="1115" y="137"/>
                  <a:pt x="1114" y="140"/>
                  <a:pt x="1114" y="142"/>
                </a:cubicBezTo>
                <a:cubicBezTo>
                  <a:pt x="1114" y="144"/>
                  <a:pt x="1114" y="144"/>
                  <a:pt x="1114" y="144"/>
                </a:cubicBezTo>
                <a:cubicBezTo>
                  <a:pt x="1113" y="147"/>
                  <a:pt x="1113" y="147"/>
                  <a:pt x="1113" y="147"/>
                </a:cubicBezTo>
                <a:cubicBezTo>
                  <a:pt x="1112" y="151"/>
                  <a:pt x="1112" y="154"/>
                  <a:pt x="1112" y="156"/>
                </a:cubicBezTo>
                <a:cubicBezTo>
                  <a:pt x="1112" y="159"/>
                  <a:pt x="1113" y="160"/>
                  <a:pt x="1116" y="160"/>
                </a:cubicBezTo>
                <a:cubicBezTo>
                  <a:pt x="1117" y="160"/>
                  <a:pt x="1119" y="160"/>
                  <a:pt x="1120" y="159"/>
                </a:cubicBezTo>
                <a:cubicBezTo>
                  <a:pt x="1121" y="159"/>
                  <a:pt x="1122" y="158"/>
                  <a:pt x="1123" y="157"/>
                </a:cubicBezTo>
                <a:cubicBezTo>
                  <a:pt x="1123" y="157"/>
                  <a:pt x="1124" y="156"/>
                  <a:pt x="1124" y="156"/>
                </a:cubicBezTo>
                <a:cubicBezTo>
                  <a:pt x="1123" y="154"/>
                  <a:pt x="1123" y="154"/>
                  <a:pt x="1123" y="154"/>
                </a:cubicBezTo>
                <a:cubicBezTo>
                  <a:pt x="1122" y="155"/>
                  <a:pt x="1121" y="156"/>
                  <a:pt x="1120" y="156"/>
                </a:cubicBezTo>
                <a:cubicBezTo>
                  <a:pt x="1119" y="156"/>
                  <a:pt x="1119" y="155"/>
                  <a:pt x="1119" y="154"/>
                </a:cubicBezTo>
                <a:cubicBezTo>
                  <a:pt x="1119" y="152"/>
                  <a:pt x="1119" y="149"/>
                  <a:pt x="1120" y="145"/>
                </a:cubicBezTo>
                <a:cubicBezTo>
                  <a:pt x="1121" y="142"/>
                  <a:pt x="1121" y="142"/>
                  <a:pt x="1121" y="142"/>
                </a:cubicBezTo>
                <a:cubicBezTo>
                  <a:pt x="1121" y="140"/>
                  <a:pt x="1121" y="140"/>
                  <a:pt x="1121" y="140"/>
                </a:cubicBezTo>
                <a:cubicBezTo>
                  <a:pt x="1122" y="135"/>
                  <a:pt x="1122" y="132"/>
                  <a:pt x="1122" y="130"/>
                </a:cubicBezTo>
                <a:cubicBezTo>
                  <a:pt x="1122" y="126"/>
                  <a:pt x="1122" y="123"/>
                  <a:pt x="1120" y="122"/>
                </a:cubicBezTo>
                <a:cubicBezTo>
                  <a:pt x="1119" y="120"/>
                  <a:pt x="1117" y="119"/>
                  <a:pt x="1114" y="119"/>
                </a:cubicBezTo>
                <a:cubicBezTo>
                  <a:pt x="1112" y="119"/>
                  <a:pt x="1109" y="120"/>
                  <a:pt x="1106" y="122"/>
                </a:cubicBezTo>
                <a:cubicBezTo>
                  <a:pt x="1104" y="124"/>
                  <a:pt x="1102" y="126"/>
                  <a:pt x="1100" y="129"/>
                </a:cubicBezTo>
                <a:close/>
                <a:moveTo>
                  <a:pt x="1159" y="162"/>
                </a:moveTo>
                <a:cubicBezTo>
                  <a:pt x="1165" y="119"/>
                  <a:pt x="1165" y="119"/>
                  <a:pt x="1165" y="119"/>
                </a:cubicBezTo>
                <a:cubicBezTo>
                  <a:pt x="1160" y="121"/>
                  <a:pt x="1160" y="121"/>
                  <a:pt x="1160" y="121"/>
                </a:cubicBezTo>
                <a:cubicBezTo>
                  <a:pt x="1159" y="121"/>
                  <a:pt x="1158" y="120"/>
                  <a:pt x="1157" y="120"/>
                </a:cubicBezTo>
                <a:cubicBezTo>
                  <a:pt x="1155" y="120"/>
                  <a:pt x="1154" y="119"/>
                  <a:pt x="1153" y="119"/>
                </a:cubicBezTo>
                <a:cubicBezTo>
                  <a:pt x="1148" y="119"/>
                  <a:pt x="1144" y="121"/>
                  <a:pt x="1141" y="123"/>
                </a:cubicBezTo>
                <a:cubicBezTo>
                  <a:pt x="1137" y="126"/>
                  <a:pt x="1135" y="129"/>
                  <a:pt x="1133" y="133"/>
                </a:cubicBezTo>
                <a:cubicBezTo>
                  <a:pt x="1131" y="137"/>
                  <a:pt x="1130" y="141"/>
                  <a:pt x="1130" y="145"/>
                </a:cubicBezTo>
                <a:cubicBezTo>
                  <a:pt x="1130" y="150"/>
                  <a:pt x="1131" y="153"/>
                  <a:pt x="1133" y="156"/>
                </a:cubicBezTo>
                <a:cubicBezTo>
                  <a:pt x="1135" y="159"/>
                  <a:pt x="1138" y="160"/>
                  <a:pt x="1142" y="160"/>
                </a:cubicBezTo>
                <a:cubicBezTo>
                  <a:pt x="1144" y="160"/>
                  <a:pt x="1146" y="159"/>
                  <a:pt x="1148" y="158"/>
                </a:cubicBezTo>
                <a:cubicBezTo>
                  <a:pt x="1150" y="157"/>
                  <a:pt x="1152" y="156"/>
                  <a:pt x="1153" y="155"/>
                </a:cubicBezTo>
                <a:cubicBezTo>
                  <a:pt x="1151" y="164"/>
                  <a:pt x="1151" y="164"/>
                  <a:pt x="1151" y="164"/>
                </a:cubicBezTo>
                <a:cubicBezTo>
                  <a:pt x="1151" y="167"/>
                  <a:pt x="1150" y="169"/>
                  <a:pt x="1149" y="170"/>
                </a:cubicBezTo>
                <a:cubicBezTo>
                  <a:pt x="1147" y="172"/>
                  <a:pt x="1145" y="172"/>
                  <a:pt x="1142" y="172"/>
                </a:cubicBezTo>
                <a:cubicBezTo>
                  <a:pt x="1140" y="172"/>
                  <a:pt x="1139" y="172"/>
                  <a:pt x="1137" y="171"/>
                </a:cubicBezTo>
                <a:cubicBezTo>
                  <a:pt x="1136" y="171"/>
                  <a:pt x="1134" y="170"/>
                  <a:pt x="1133" y="170"/>
                </a:cubicBezTo>
                <a:cubicBezTo>
                  <a:pt x="1132" y="175"/>
                  <a:pt x="1132" y="175"/>
                  <a:pt x="1132" y="175"/>
                </a:cubicBezTo>
                <a:cubicBezTo>
                  <a:pt x="1132" y="176"/>
                  <a:pt x="1134" y="176"/>
                  <a:pt x="1135" y="176"/>
                </a:cubicBezTo>
                <a:cubicBezTo>
                  <a:pt x="1137" y="177"/>
                  <a:pt x="1138" y="177"/>
                  <a:pt x="1140" y="177"/>
                </a:cubicBezTo>
                <a:cubicBezTo>
                  <a:pt x="1142" y="177"/>
                  <a:pt x="1145" y="176"/>
                  <a:pt x="1148" y="175"/>
                </a:cubicBezTo>
                <a:cubicBezTo>
                  <a:pt x="1150" y="174"/>
                  <a:pt x="1153" y="173"/>
                  <a:pt x="1155" y="170"/>
                </a:cubicBezTo>
                <a:cubicBezTo>
                  <a:pt x="1157" y="168"/>
                  <a:pt x="1158" y="165"/>
                  <a:pt x="1159" y="162"/>
                </a:cubicBezTo>
                <a:close/>
                <a:moveTo>
                  <a:pt x="1157" y="125"/>
                </a:moveTo>
                <a:cubicBezTo>
                  <a:pt x="1154" y="150"/>
                  <a:pt x="1154" y="150"/>
                  <a:pt x="1154" y="150"/>
                </a:cubicBezTo>
                <a:cubicBezTo>
                  <a:pt x="1152" y="151"/>
                  <a:pt x="1151" y="153"/>
                  <a:pt x="1149" y="154"/>
                </a:cubicBezTo>
                <a:cubicBezTo>
                  <a:pt x="1148" y="155"/>
                  <a:pt x="1146" y="155"/>
                  <a:pt x="1144" y="155"/>
                </a:cubicBezTo>
                <a:cubicBezTo>
                  <a:pt x="1142" y="155"/>
                  <a:pt x="1140" y="155"/>
                  <a:pt x="1139" y="153"/>
                </a:cubicBezTo>
                <a:cubicBezTo>
                  <a:pt x="1138" y="151"/>
                  <a:pt x="1138" y="148"/>
                  <a:pt x="1138" y="145"/>
                </a:cubicBezTo>
                <a:cubicBezTo>
                  <a:pt x="1138" y="142"/>
                  <a:pt x="1138" y="138"/>
                  <a:pt x="1139" y="135"/>
                </a:cubicBezTo>
                <a:cubicBezTo>
                  <a:pt x="1140" y="132"/>
                  <a:pt x="1142" y="129"/>
                  <a:pt x="1144" y="127"/>
                </a:cubicBezTo>
                <a:cubicBezTo>
                  <a:pt x="1146" y="124"/>
                  <a:pt x="1149" y="123"/>
                  <a:pt x="1152" y="123"/>
                </a:cubicBezTo>
                <a:cubicBezTo>
                  <a:pt x="1154" y="123"/>
                  <a:pt x="1156" y="124"/>
                  <a:pt x="1157" y="125"/>
                </a:cubicBezTo>
                <a:close/>
                <a:moveTo>
                  <a:pt x="1181" y="153"/>
                </a:moveTo>
                <a:cubicBezTo>
                  <a:pt x="1185" y="120"/>
                  <a:pt x="1185" y="120"/>
                  <a:pt x="1185" y="120"/>
                </a:cubicBezTo>
                <a:cubicBezTo>
                  <a:pt x="1184" y="119"/>
                  <a:pt x="1184" y="119"/>
                  <a:pt x="1184" y="119"/>
                </a:cubicBezTo>
                <a:cubicBezTo>
                  <a:pt x="1174" y="121"/>
                  <a:pt x="1174" y="121"/>
                  <a:pt x="1174" y="121"/>
                </a:cubicBezTo>
                <a:cubicBezTo>
                  <a:pt x="1173" y="123"/>
                  <a:pt x="1173" y="123"/>
                  <a:pt x="1173" y="123"/>
                </a:cubicBezTo>
                <a:cubicBezTo>
                  <a:pt x="1178" y="125"/>
                  <a:pt x="1178" y="125"/>
                  <a:pt x="1178" y="125"/>
                </a:cubicBezTo>
                <a:cubicBezTo>
                  <a:pt x="1177" y="132"/>
                  <a:pt x="1176" y="138"/>
                  <a:pt x="1175" y="142"/>
                </a:cubicBezTo>
                <a:cubicBezTo>
                  <a:pt x="1174" y="150"/>
                  <a:pt x="1174" y="154"/>
                  <a:pt x="1173" y="156"/>
                </a:cubicBezTo>
                <a:cubicBezTo>
                  <a:pt x="1173" y="157"/>
                  <a:pt x="1174" y="158"/>
                  <a:pt x="1174" y="159"/>
                </a:cubicBezTo>
                <a:cubicBezTo>
                  <a:pt x="1175" y="160"/>
                  <a:pt x="1176" y="160"/>
                  <a:pt x="1178" y="160"/>
                </a:cubicBezTo>
                <a:cubicBezTo>
                  <a:pt x="1180" y="160"/>
                  <a:pt x="1182" y="159"/>
                  <a:pt x="1183" y="158"/>
                </a:cubicBezTo>
                <a:cubicBezTo>
                  <a:pt x="1184" y="157"/>
                  <a:pt x="1185" y="156"/>
                  <a:pt x="1186" y="155"/>
                </a:cubicBezTo>
                <a:cubicBezTo>
                  <a:pt x="1185" y="154"/>
                  <a:pt x="1185" y="154"/>
                  <a:pt x="1185" y="154"/>
                </a:cubicBezTo>
                <a:cubicBezTo>
                  <a:pt x="1184" y="154"/>
                  <a:pt x="1184" y="155"/>
                  <a:pt x="1183" y="155"/>
                </a:cubicBezTo>
                <a:cubicBezTo>
                  <a:pt x="1183" y="156"/>
                  <a:pt x="1182" y="156"/>
                  <a:pt x="1182" y="156"/>
                </a:cubicBezTo>
                <a:cubicBezTo>
                  <a:pt x="1181" y="156"/>
                  <a:pt x="1181" y="156"/>
                  <a:pt x="1181" y="155"/>
                </a:cubicBezTo>
                <a:cubicBezTo>
                  <a:pt x="1181" y="155"/>
                  <a:pt x="1180" y="155"/>
                  <a:pt x="1180" y="154"/>
                </a:cubicBezTo>
                <a:lnTo>
                  <a:pt x="1181" y="153"/>
                </a:lnTo>
                <a:close/>
                <a:moveTo>
                  <a:pt x="1183" y="112"/>
                </a:moveTo>
                <a:cubicBezTo>
                  <a:pt x="1184" y="112"/>
                  <a:pt x="1185" y="111"/>
                  <a:pt x="1186" y="110"/>
                </a:cubicBezTo>
                <a:cubicBezTo>
                  <a:pt x="1187" y="109"/>
                  <a:pt x="1188" y="108"/>
                  <a:pt x="1188" y="107"/>
                </a:cubicBezTo>
                <a:cubicBezTo>
                  <a:pt x="1188" y="106"/>
                  <a:pt x="1187" y="105"/>
                  <a:pt x="1187" y="104"/>
                </a:cubicBezTo>
                <a:cubicBezTo>
                  <a:pt x="1186" y="103"/>
                  <a:pt x="1185" y="103"/>
                  <a:pt x="1184" y="103"/>
                </a:cubicBezTo>
                <a:cubicBezTo>
                  <a:pt x="1182" y="103"/>
                  <a:pt x="1181" y="103"/>
                  <a:pt x="1180" y="104"/>
                </a:cubicBezTo>
                <a:cubicBezTo>
                  <a:pt x="1180" y="105"/>
                  <a:pt x="1179" y="107"/>
                  <a:pt x="1179" y="108"/>
                </a:cubicBezTo>
                <a:cubicBezTo>
                  <a:pt x="1179" y="109"/>
                  <a:pt x="1179" y="110"/>
                  <a:pt x="1180" y="111"/>
                </a:cubicBezTo>
                <a:cubicBezTo>
                  <a:pt x="1181" y="111"/>
                  <a:pt x="1182" y="112"/>
                  <a:pt x="1183" y="112"/>
                </a:cubicBezTo>
                <a:close/>
                <a:moveTo>
                  <a:pt x="1207" y="129"/>
                </a:moveTo>
                <a:cubicBezTo>
                  <a:pt x="1208" y="120"/>
                  <a:pt x="1208" y="120"/>
                  <a:pt x="1208" y="120"/>
                </a:cubicBezTo>
                <a:cubicBezTo>
                  <a:pt x="1207" y="119"/>
                  <a:pt x="1207" y="119"/>
                  <a:pt x="1207" y="119"/>
                </a:cubicBezTo>
                <a:cubicBezTo>
                  <a:pt x="1198" y="121"/>
                  <a:pt x="1198" y="121"/>
                  <a:pt x="1198" y="121"/>
                </a:cubicBezTo>
                <a:cubicBezTo>
                  <a:pt x="1198" y="124"/>
                  <a:pt x="1198" y="124"/>
                  <a:pt x="1198" y="124"/>
                </a:cubicBezTo>
                <a:cubicBezTo>
                  <a:pt x="1201" y="125"/>
                  <a:pt x="1201" y="125"/>
                  <a:pt x="1201" y="125"/>
                </a:cubicBezTo>
                <a:cubicBezTo>
                  <a:pt x="1196" y="159"/>
                  <a:pt x="1196" y="159"/>
                  <a:pt x="1196" y="159"/>
                </a:cubicBezTo>
                <a:cubicBezTo>
                  <a:pt x="1203" y="159"/>
                  <a:pt x="1203" y="159"/>
                  <a:pt x="1203" y="159"/>
                </a:cubicBezTo>
                <a:cubicBezTo>
                  <a:pt x="1207" y="134"/>
                  <a:pt x="1207" y="134"/>
                  <a:pt x="1207" y="134"/>
                </a:cubicBezTo>
                <a:cubicBezTo>
                  <a:pt x="1208" y="131"/>
                  <a:pt x="1210" y="129"/>
                  <a:pt x="1213" y="127"/>
                </a:cubicBezTo>
                <a:cubicBezTo>
                  <a:pt x="1215" y="125"/>
                  <a:pt x="1217" y="124"/>
                  <a:pt x="1219" y="124"/>
                </a:cubicBezTo>
                <a:cubicBezTo>
                  <a:pt x="1220" y="124"/>
                  <a:pt x="1221" y="125"/>
                  <a:pt x="1222" y="126"/>
                </a:cubicBezTo>
                <a:cubicBezTo>
                  <a:pt x="1223" y="127"/>
                  <a:pt x="1223" y="128"/>
                  <a:pt x="1223" y="130"/>
                </a:cubicBezTo>
                <a:cubicBezTo>
                  <a:pt x="1223" y="132"/>
                  <a:pt x="1223" y="134"/>
                  <a:pt x="1223" y="135"/>
                </a:cubicBezTo>
                <a:cubicBezTo>
                  <a:pt x="1222" y="137"/>
                  <a:pt x="1222" y="140"/>
                  <a:pt x="1222" y="142"/>
                </a:cubicBezTo>
                <a:cubicBezTo>
                  <a:pt x="1221" y="144"/>
                  <a:pt x="1221" y="144"/>
                  <a:pt x="1221" y="144"/>
                </a:cubicBezTo>
                <a:cubicBezTo>
                  <a:pt x="1221" y="147"/>
                  <a:pt x="1221" y="147"/>
                  <a:pt x="1221" y="147"/>
                </a:cubicBezTo>
                <a:cubicBezTo>
                  <a:pt x="1220" y="151"/>
                  <a:pt x="1219" y="154"/>
                  <a:pt x="1219" y="156"/>
                </a:cubicBezTo>
                <a:cubicBezTo>
                  <a:pt x="1219" y="159"/>
                  <a:pt x="1221" y="160"/>
                  <a:pt x="1224" y="160"/>
                </a:cubicBezTo>
                <a:cubicBezTo>
                  <a:pt x="1225" y="160"/>
                  <a:pt x="1226" y="160"/>
                  <a:pt x="1227" y="159"/>
                </a:cubicBezTo>
                <a:cubicBezTo>
                  <a:pt x="1228" y="159"/>
                  <a:pt x="1229" y="158"/>
                  <a:pt x="1230" y="157"/>
                </a:cubicBezTo>
                <a:cubicBezTo>
                  <a:pt x="1231" y="157"/>
                  <a:pt x="1231" y="156"/>
                  <a:pt x="1232" y="156"/>
                </a:cubicBezTo>
                <a:cubicBezTo>
                  <a:pt x="1231" y="154"/>
                  <a:pt x="1231" y="154"/>
                  <a:pt x="1231" y="154"/>
                </a:cubicBezTo>
                <a:cubicBezTo>
                  <a:pt x="1229" y="155"/>
                  <a:pt x="1228" y="156"/>
                  <a:pt x="1227" y="156"/>
                </a:cubicBezTo>
                <a:cubicBezTo>
                  <a:pt x="1227" y="156"/>
                  <a:pt x="1227" y="155"/>
                  <a:pt x="1227" y="154"/>
                </a:cubicBezTo>
                <a:cubicBezTo>
                  <a:pt x="1227" y="152"/>
                  <a:pt x="1227" y="149"/>
                  <a:pt x="1228" y="145"/>
                </a:cubicBezTo>
                <a:cubicBezTo>
                  <a:pt x="1228" y="142"/>
                  <a:pt x="1228" y="142"/>
                  <a:pt x="1228" y="142"/>
                </a:cubicBezTo>
                <a:cubicBezTo>
                  <a:pt x="1229" y="140"/>
                  <a:pt x="1229" y="140"/>
                  <a:pt x="1229" y="140"/>
                </a:cubicBezTo>
                <a:cubicBezTo>
                  <a:pt x="1230" y="135"/>
                  <a:pt x="1230" y="132"/>
                  <a:pt x="1230" y="130"/>
                </a:cubicBezTo>
                <a:cubicBezTo>
                  <a:pt x="1230" y="126"/>
                  <a:pt x="1229" y="123"/>
                  <a:pt x="1228" y="122"/>
                </a:cubicBezTo>
                <a:cubicBezTo>
                  <a:pt x="1227" y="120"/>
                  <a:pt x="1225" y="119"/>
                  <a:pt x="1222" y="119"/>
                </a:cubicBezTo>
                <a:cubicBezTo>
                  <a:pt x="1219" y="119"/>
                  <a:pt x="1217" y="120"/>
                  <a:pt x="1214" y="122"/>
                </a:cubicBezTo>
                <a:cubicBezTo>
                  <a:pt x="1211" y="124"/>
                  <a:pt x="1209" y="126"/>
                  <a:pt x="1207" y="129"/>
                </a:cubicBezTo>
                <a:close/>
                <a:moveTo>
                  <a:pt x="1267" y="153"/>
                </a:moveTo>
                <a:cubicBezTo>
                  <a:pt x="1266" y="150"/>
                  <a:pt x="1266" y="150"/>
                  <a:pt x="1266" y="150"/>
                </a:cubicBezTo>
                <a:cubicBezTo>
                  <a:pt x="1264" y="152"/>
                  <a:pt x="1262" y="153"/>
                  <a:pt x="1260" y="154"/>
                </a:cubicBezTo>
                <a:cubicBezTo>
                  <a:pt x="1258" y="155"/>
                  <a:pt x="1256" y="156"/>
                  <a:pt x="1254" y="156"/>
                </a:cubicBezTo>
                <a:cubicBezTo>
                  <a:pt x="1251" y="156"/>
                  <a:pt x="1249" y="154"/>
                  <a:pt x="1248" y="152"/>
                </a:cubicBezTo>
                <a:cubicBezTo>
                  <a:pt x="1246" y="150"/>
                  <a:pt x="1246" y="147"/>
                  <a:pt x="1246" y="143"/>
                </a:cubicBezTo>
                <a:cubicBezTo>
                  <a:pt x="1249" y="143"/>
                  <a:pt x="1252" y="143"/>
                  <a:pt x="1256" y="142"/>
                </a:cubicBezTo>
                <a:cubicBezTo>
                  <a:pt x="1259" y="140"/>
                  <a:pt x="1263" y="139"/>
                  <a:pt x="1265" y="136"/>
                </a:cubicBezTo>
                <a:cubicBezTo>
                  <a:pt x="1268" y="134"/>
                  <a:pt x="1269" y="131"/>
                  <a:pt x="1269" y="128"/>
                </a:cubicBezTo>
                <a:cubicBezTo>
                  <a:pt x="1269" y="125"/>
                  <a:pt x="1268" y="123"/>
                  <a:pt x="1267" y="122"/>
                </a:cubicBezTo>
                <a:cubicBezTo>
                  <a:pt x="1265" y="120"/>
                  <a:pt x="1263" y="119"/>
                  <a:pt x="1259" y="119"/>
                </a:cubicBezTo>
                <a:cubicBezTo>
                  <a:pt x="1255" y="119"/>
                  <a:pt x="1252" y="121"/>
                  <a:pt x="1249" y="123"/>
                </a:cubicBezTo>
                <a:cubicBezTo>
                  <a:pt x="1246" y="125"/>
                  <a:pt x="1243" y="128"/>
                  <a:pt x="1241" y="132"/>
                </a:cubicBezTo>
                <a:cubicBezTo>
                  <a:pt x="1240" y="136"/>
                  <a:pt x="1239" y="140"/>
                  <a:pt x="1239" y="145"/>
                </a:cubicBezTo>
                <a:cubicBezTo>
                  <a:pt x="1239" y="147"/>
                  <a:pt x="1239" y="150"/>
                  <a:pt x="1240" y="152"/>
                </a:cubicBezTo>
                <a:cubicBezTo>
                  <a:pt x="1241" y="155"/>
                  <a:pt x="1243" y="156"/>
                  <a:pt x="1245" y="158"/>
                </a:cubicBezTo>
                <a:cubicBezTo>
                  <a:pt x="1247" y="159"/>
                  <a:pt x="1249" y="160"/>
                  <a:pt x="1253" y="160"/>
                </a:cubicBezTo>
                <a:cubicBezTo>
                  <a:pt x="1256" y="160"/>
                  <a:pt x="1259" y="159"/>
                  <a:pt x="1261" y="158"/>
                </a:cubicBezTo>
                <a:cubicBezTo>
                  <a:pt x="1264" y="156"/>
                  <a:pt x="1266" y="154"/>
                  <a:pt x="1267" y="153"/>
                </a:cubicBezTo>
                <a:close/>
                <a:moveTo>
                  <a:pt x="1258" y="123"/>
                </a:moveTo>
                <a:cubicBezTo>
                  <a:pt x="1259" y="123"/>
                  <a:pt x="1260" y="124"/>
                  <a:pt x="1261" y="125"/>
                </a:cubicBezTo>
                <a:cubicBezTo>
                  <a:pt x="1262" y="125"/>
                  <a:pt x="1263" y="127"/>
                  <a:pt x="1263" y="129"/>
                </a:cubicBezTo>
                <a:cubicBezTo>
                  <a:pt x="1263" y="131"/>
                  <a:pt x="1262" y="133"/>
                  <a:pt x="1260" y="135"/>
                </a:cubicBezTo>
                <a:cubicBezTo>
                  <a:pt x="1258" y="136"/>
                  <a:pt x="1256" y="138"/>
                  <a:pt x="1253" y="139"/>
                </a:cubicBezTo>
                <a:cubicBezTo>
                  <a:pt x="1251" y="139"/>
                  <a:pt x="1248" y="140"/>
                  <a:pt x="1246" y="140"/>
                </a:cubicBezTo>
                <a:cubicBezTo>
                  <a:pt x="1246" y="138"/>
                  <a:pt x="1247" y="135"/>
                  <a:pt x="1248" y="132"/>
                </a:cubicBezTo>
                <a:cubicBezTo>
                  <a:pt x="1249" y="130"/>
                  <a:pt x="1250" y="127"/>
                  <a:pt x="1252" y="126"/>
                </a:cubicBezTo>
                <a:cubicBezTo>
                  <a:pt x="1254" y="124"/>
                  <a:pt x="1255" y="123"/>
                  <a:pt x="1258" y="123"/>
                </a:cubicBezTo>
                <a:close/>
                <a:moveTo>
                  <a:pt x="1303" y="153"/>
                </a:moveTo>
                <a:cubicBezTo>
                  <a:pt x="1302" y="150"/>
                  <a:pt x="1302" y="150"/>
                  <a:pt x="1302" y="150"/>
                </a:cubicBezTo>
                <a:cubicBezTo>
                  <a:pt x="1300" y="152"/>
                  <a:pt x="1298" y="153"/>
                  <a:pt x="1296" y="154"/>
                </a:cubicBezTo>
                <a:cubicBezTo>
                  <a:pt x="1294" y="155"/>
                  <a:pt x="1292" y="156"/>
                  <a:pt x="1290" y="156"/>
                </a:cubicBezTo>
                <a:cubicBezTo>
                  <a:pt x="1287" y="156"/>
                  <a:pt x="1285" y="154"/>
                  <a:pt x="1284" y="152"/>
                </a:cubicBezTo>
                <a:cubicBezTo>
                  <a:pt x="1282" y="150"/>
                  <a:pt x="1282" y="147"/>
                  <a:pt x="1282" y="143"/>
                </a:cubicBezTo>
                <a:cubicBezTo>
                  <a:pt x="1285" y="143"/>
                  <a:pt x="1288" y="143"/>
                  <a:pt x="1292" y="142"/>
                </a:cubicBezTo>
                <a:cubicBezTo>
                  <a:pt x="1295" y="140"/>
                  <a:pt x="1299" y="139"/>
                  <a:pt x="1301" y="136"/>
                </a:cubicBezTo>
                <a:cubicBezTo>
                  <a:pt x="1304" y="134"/>
                  <a:pt x="1305" y="131"/>
                  <a:pt x="1305" y="128"/>
                </a:cubicBezTo>
                <a:cubicBezTo>
                  <a:pt x="1305" y="125"/>
                  <a:pt x="1304" y="123"/>
                  <a:pt x="1303" y="122"/>
                </a:cubicBezTo>
                <a:cubicBezTo>
                  <a:pt x="1301" y="120"/>
                  <a:pt x="1299" y="119"/>
                  <a:pt x="1295" y="119"/>
                </a:cubicBezTo>
                <a:cubicBezTo>
                  <a:pt x="1291" y="119"/>
                  <a:pt x="1288" y="121"/>
                  <a:pt x="1285" y="123"/>
                </a:cubicBezTo>
                <a:cubicBezTo>
                  <a:pt x="1282" y="125"/>
                  <a:pt x="1279" y="128"/>
                  <a:pt x="1277" y="132"/>
                </a:cubicBezTo>
                <a:cubicBezTo>
                  <a:pt x="1275" y="136"/>
                  <a:pt x="1275" y="140"/>
                  <a:pt x="1275" y="145"/>
                </a:cubicBezTo>
                <a:cubicBezTo>
                  <a:pt x="1275" y="147"/>
                  <a:pt x="1275" y="150"/>
                  <a:pt x="1276" y="152"/>
                </a:cubicBezTo>
                <a:cubicBezTo>
                  <a:pt x="1277" y="155"/>
                  <a:pt x="1279" y="156"/>
                  <a:pt x="1281" y="158"/>
                </a:cubicBezTo>
                <a:cubicBezTo>
                  <a:pt x="1283" y="159"/>
                  <a:pt x="1285" y="160"/>
                  <a:pt x="1288" y="160"/>
                </a:cubicBezTo>
                <a:cubicBezTo>
                  <a:pt x="1292" y="160"/>
                  <a:pt x="1295" y="159"/>
                  <a:pt x="1297" y="158"/>
                </a:cubicBezTo>
                <a:cubicBezTo>
                  <a:pt x="1300" y="156"/>
                  <a:pt x="1302" y="154"/>
                  <a:pt x="1303" y="153"/>
                </a:cubicBezTo>
                <a:close/>
                <a:moveTo>
                  <a:pt x="1294" y="123"/>
                </a:moveTo>
                <a:cubicBezTo>
                  <a:pt x="1295" y="123"/>
                  <a:pt x="1296" y="124"/>
                  <a:pt x="1297" y="125"/>
                </a:cubicBezTo>
                <a:cubicBezTo>
                  <a:pt x="1298" y="125"/>
                  <a:pt x="1298" y="127"/>
                  <a:pt x="1298" y="129"/>
                </a:cubicBezTo>
                <a:cubicBezTo>
                  <a:pt x="1298" y="131"/>
                  <a:pt x="1298" y="133"/>
                  <a:pt x="1296" y="135"/>
                </a:cubicBezTo>
                <a:cubicBezTo>
                  <a:pt x="1294" y="136"/>
                  <a:pt x="1292" y="138"/>
                  <a:pt x="1289" y="139"/>
                </a:cubicBezTo>
                <a:cubicBezTo>
                  <a:pt x="1287" y="139"/>
                  <a:pt x="1284" y="140"/>
                  <a:pt x="1282" y="140"/>
                </a:cubicBezTo>
                <a:cubicBezTo>
                  <a:pt x="1282" y="138"/>
                  <a:pt x="1283" y="135"/>
                  <a:pt x="1284" y="132"/>
                </a:cubicBezTo>
                <a:cubicBezTo>
                  <a:pt x="1285" y="130"/>
                  <a:pt x="1286" y="127"/>
                  <a:pt x="1288" y="126"/>
                </a:cubicBezTo>
                <a:cubicBezTo>
                  <a:pt x="1289" y="124"/>
                  <a:pt x="1291" y="123"/>
                  <a:pt x="1294" y="123"/>
                </a:cubicBezTo>
                <a:close/>
                <a:moveTo>
                  <a:pt x="1322" y="129"/>
                </a:moveTo>
                <a:cubicBezTo>
                  <a:pt x="1323" y="127"/>
                  <a:pt x="1323" y="127"/>
                  <a:pt x="1323" y="127"/>
                </a:cubicBezTo>
                <a:cubicBezTo>
                  <a:pt x="1323" y="120"/>
                  <a:pt x="1323" y="120"/>
                  <a:pt x="1323" y="120"/>
                </a:cubicBezTo>
                <a:cubicBezTo>
                  <a:pt x="1322" y="119"/>
                  <a:pt x="1322" y="119"/>
                  <a:pt x="1322" y="119"/>
                </a:cubicBezTo>
                <a:cubicBezTo>
                  <a:pt x="1314" y="121"/>
                  <a:pt x="1314" y="121"/>
                  <a:pt x="1314" y="121"/>
                </a:cubicBezTo>
                <a:cubicBezTo>
                  <a:pt x="1313" y="124"/>
                  <a:pt x="1313" y="124"/>
                  <a:pt x="1313" y="124"/>
                </a:cubicBezTo>
                <a:cubicBezTo>
                  <a:pt x="1317" y="125"/>
                  <a:pt x="1317" y="125"/>
                  <a:pt x="1317" y="125"/>
                </a:cubicBezTo>
                <a:cubicBezTo>
                  <a:pt x="1312" y="159"/>
                  <a:pt x="1312" y="159"/>
                  <a:pt x="1312" y="159"/>
                </a:cubicBezTo>
                <a:cubicBezTo>
                  <a:pt x="1319" y="159"/>
                  <a:pt x="1319" y="159"/>
                  <a:pt x="1319" y="159"/>
                </a:cubicBezTo>
                <a:cubicBezTo>
                  <a:pt x="1322" y="134"/>
                  <a:pt x="1322" y="134"/>
                  <a:pt x="1322" y="134"/>
                </a:cubicBezTo>
                <a:cubicBezTo>
                  <a:pt x="1323" y="132"/>
                  <a:pt x="1325" y="130"/>
                  <a:pt x="1327" y="129"/>
                </a:cubicBezTo>
                <a:cubicBezTo>
                  <a:pt x="1329" y="127"/>
                  <a:pt x="1331" y="127"/>
                  <a:pt x="1333" y="127"/>
                </a:cubicBezTo>
                <a:cubicBezTo>
                  <a:pt x="1334" y="127"/>
                  <a:pt x="1335" y="127"/>
                  <a:pt x="1336" y="127"/>
                </a:cubicBezTo>
                <a:cubicBezTo>
                  <a:pt x="1338" y="120"/>
                  <a:pt x="1338" y="120"/>
                  <a:pt x="1338" y="120"/>
                </a:cubicBezTo>
                <a:cubicBezTo>
                  <a:pt x="1337" y="120"/>
                  <a:pt x="1336" y="119"/>
                  <a:pt x="1335" y="119"/>
                </a:cubicBezTo>
                <a:cubicBezTo>
                  <a:pt x="1333" y="119"/>
                  <a:pt x="1331" y="120"/>
                  <a:pt x="1330" y="121"/>
                </a:cubicBezTo>
                <a:cubicBezTo>
                  <a:pt x="1328" y="122"/>
                  <a:pt x="1326" y="123"/>
                  <a:pt x="1325" y="125"/>
                </a:cubicBezTo>
                <a:cubicBezTo>
                  <a:pt x="1324" y="126"/>
                  <a:pt x="1323" y="128"/>
                  <a:pt x="1322" y="129"/>
                </a:cubicBezTo>
                <a:close/>
                <a:moveTo>
                  <a:pt x="1349" y="153"/>
                </a:moveTo>
                <a:cubicBezTo>
                  <a:pt x="1354" y="120"/>
                  <a:pt x="1354" y="120"/>
                  <a:pt x="1354" y="120"/>
                </a:cubicBezTo>
                <a:cubicBezTo>
                  <a:pt x="1352" y="119"/>
                  <a:pt x="1352" y="119"/>
                  <a:pt x="1352" y="119"/>
                </a:cubicBezTo>
                <a:cubicBezTo>
                  <a:pt x="1342" y="121"/>
                  <a:pt x="1342" y="121"/>
                  <a:pt x="1342" y="121"/>
                </a:cubicBezTo>
                <a:cubicBezTo>
                  <a:pt x="1342" y="123"/>
                  <a:pt x="1342" y="123"/>
                  <a:pt x="1342" y="123"/>
                </a:cubicBezTo>
                <a:cubicBezTo>
                  <a:pt x="1346" y="125"/>
                  <a:pt x="1346" y="125"/>
                  <a:pt x="1346" y="125"/>
                </a:cubicBezTo>
                <a:cubicBezTo>
                  <a:pt x="1345" y="132"/>
                  <a:pt x="1345" y="138"/>
                  <a:pt x="1344" y="142"/>
                </a:cubicBezTo>
                <a:cubicBezTo>
                  <a:pt x="1343" y="150"/>
                  <a:pt x="1342" y="154"/>
                  <a:pt x="1342" y="156"/>
                </a:cubicBezTo>
                <a:cubicBezTo>
                  <a:pt x="1342" y="157"/>
                  <a:pt x="1342" y="158"/>
                  <a:pt x="1343" y="159"/>
                </a:cubicBezTo>
                <a:cubicBezTo>
                  <a:pt x="1344" y="160"/>
                  <a:pt x="1345" y="160"/>
                  <a:pt x="1347" y="160"/>
                </a:cubicBezTo>
                <a:cubicBezTo>
                  <a:pt x="1349" y="160"/>
                  <a:pt x="1350" y="159"/>
                  <a:pt x="1352" y="158"/>
                </a:cubicBezTo>
                <a:cubicBezTo>
                  <a:pt x="1353" y="157"/>
                  <a:pt x="1354" y="156"/>
                  <a:pt x="1355" y="155"/>
                </a:cubicBezTo>
                <a:cubicBezTo>
                  <a:pt x="1354" y="154"/>
                  <a:pt x="1354" y="154"/>
                  <a:pt x="1354" y="154"/>
                </a:cubicBezTo>
                <a:cubicBezTo>
                  <a:pt x="1353" y="154"/>
                  <a:pt x="1352" y="155"/>
                  <a:pt x="1352" y="155"/>
                </a:cubicBezTo>
                <a:cubicBezTo>
                  <a:pt x="1351" y="156"/>
                  <a:pt x="1351" y="156"/>
                  <a:pt x="1350" y="156"/>
                </a:cubicBezTo>
                <a:cubicBezTo>
                  <a:pt x="1350" y="156"/>
                  <a:pt x="1350" y="156"/>
                  <a:pt x="1349" y="155"/>
                </a:cubicBezTo>
                <a:cubicBezTo>
                  <a:pt x="1349" y="155"/>
                  <a:pt x="1349" y="155"/>
                  <a:pt x="1349" y="154"/>
                </a:cubicBezTo>
                <a:lnTo>
                  <a:pt x="1349" y="153"/>
                </a:lnTo>
                <a:close/>
                <a:moveTo>
                  <a:pt x="1351" y="112"/>
                </a:moveTo>
                <a:cubicBezTo>
                  <a:pt x="1353" y="112"/>
                  <a:pt x="1354" y="111"/>
                  <a:pt x="1355" y="110"/>
                </a:cubicBezTo>
                <a:cubicBezTo>
                  <a:pt x="1356" y="109"/>
                  <a:pt x="1356" y="108"/>
                  <a:pt x="1356" y="107"/>
                </a:cubicBezTo>
                <a:cubicBezTo>
                  <a:pt x="1356" y="106"/>
                  <a:pt x="1356" y="105"/>
                  <a:pt x="1355" y="104"/>
                </a:cubicBezTo>
                <a:cubicBezTo>
                  <a:pt x="1354" y="103"/>
                  <a:pt x="1353" y="103"/>
                  <a:pt x="1352" y="103"/>
                </a:cubicBezTo>
                <a:cubicBezTo>
                  <a:pt x="1351" y="103"/>
                  <a:pt x="1350" y="103"/>
                  <a:pt x="1349" y="104"/>
                </a:cubicBezTo>
                <a:cubicBezTo>
                  <a:pt x="1348" y="105"/>
                  <a:pt x="1348" y="107"/>
                  <a:pt x="1348" y="108"/>
                </a:cubicBezTo>
                <a:cubicBezTo>
                  <a:pt x="1348" y="109"/>
                  <a:pt x="1348" y="110"/>
                  <a:pt x="1349" y="111"/>
                </a:cubicBezTo>
                <a:cubicBezTo>
                  <a:pt x="1350" y="111"/>
                  <a:pt x="1350" y="112"/>
                  <a:pt x="1351" y="112"/>
                </a:cubicBezTo>
                <a:close/>
                <a:moveTo>
                  <a:pt x="1374" y="129"/>
                </a:moveTo>
                <a:cubicBezTo>
                  <a:pt x="1375" y="120"/>
                  <a:pt x="1375" y="120"/>
                  <a:pt x="1375" y="120"/>
                </a:cubicBezTo>
                <a:cubicBezTo>
                  <a:pt x="1374" y="119"/>
                  <a:pt x="1374" y="119"/>
                  <a:pt x="1374" y="119"/>
                </a:cubicBezTo>
                <a:cubicBezTo>
                  <a:pt x="1365" y="121"/>
                  <a:pt x="1365" y="121"/>
                  <a:pt x="1365" y="121"/>
                </a:cubicBezTo>
                <a:cubicBezTo>
                  <a:pt x="1365" y="124"/>
                  <a:pt x="1365" y="124"/>
                  <a:pt x="1365" y="124"/>
                </a:cubicBezTo>
                <a:cubicBezTo>
                  <a:pt x="1368" y="125"/>
                  <a:pt x="1368" y="125"/>
                  <a:pt x="1368" y="125"/>
                </a:cubicBezTo>
                <a:cubicBezTo>
                  <a:pt x="1364" y="159"/>
                  <a:pt x="1364" y="159"/>
                  <a:pt x="1364" y="159"/>
                </a:cubicBezTo>
                <a:cubicBezTo>
                  <a:pt x="1370" y="159"/>
                  <a:pt x="1370" y="159"/>
                  <a:pt x="1370" y="159"/>
                </a:cubicBezTo>
                <a:cubicBezTo>
                  <a:pt x="1374" y="134"/>
                  <a:pt x="1374" y="134"/>
                  <a:pt x="1374" y="134"/>
                </a:cubicBezTo>
                <a:cubicBezTo>
                  <a:pt x="1375" y="131"/>
                  <a:pt x="1377" y="129"/>
                  <a:pt x="1380" y="127"/>
                </a:cubicBezTo>
                <a:cubicBezTo>
                  <a:pt x="1382" y="125"/>
                  <a:pt x="1384" y="124"/>
                  <a:pt x="1386" y="124"/>
                </a:cubicBezTo>
                <a:cubicBezTo>
                  <a:pt x="1388" y="124"/>
                  <a:pt x="1389" y="125"/>
                  <a:pt x="1389" y="126"/>
                </a:cubicBezTo>
                <a:cubicBezTo>
                  <a:pt x="1390" y="127"/>
                  <a:pt x="1390" y="128"/>
                  <a:pt x="1390" y="130"/>
                </a:cubicBezTo>
                <a:cubicBezTo>
                  <a:pt x="1390" y="132"/>
                  <a:pt x="1390" y="134"/>
                  <a:pt x="1390" y="135"/>
                </a:cubicBezTo>
                <a:cubicBezTo>
                  <a:pt x="1390" y="137"/>
                  <a:pt x="1389" y="140"/>
                  <a:pt x="1389" y="142"/>
                </a:cubicBezTo>
                <a:cubicBezTo>
                  <a:pt x="1388" y="144"/>
                  <a:pt x="1388" y="144"/>
                  <a:pt x="1388" y="144"/>
                </a:cubicBezTo>
                <a:cubicBezTo>
                  <a:pt x="1388" y="147"/>
                  <a:pt x="1388" y="147"/>
                  <a:pt x="1388" y="147"/>
                </a:cubicBezTo>
                <a:cubicBezTo>
                  <a:pt x="1387" y="151"/>
                  <a:pt x="1387" y="154"/>
                  <a:pt x="1387" y="156"/>
                </a:cubicBezTo>
                <a:cubicBezTo>
                  <a:pt x="1387" y="159"/>
                  <a:pt x="1388" y="160"/>
                  <a:pt x="1391" y="160"/>
                </a:cubicBezTo>
                <a:cubicBezTo>
                  <a:pt x="1392" y="160"/>
                  <a:pt x="1394" y="160"/>
                  <a:pt x="1395" y="159"/>
                </a:cubicBezTo>
                <a:cubicBezTo>
                  <a:pt x="1396" y="159"/>
                  <a:pt x="1397" y="158"/>
                  <a:pt x="1397" y="157"/>
                </a:cubicBezTo>
                <a:cubicBezTo>
                  <a:pt x="1398" y="157"/>
                  <a:pt x="1399" y="156"/>
                  <a:pt x="1399" y="156"/>
                </a:cubicBezTo>
                <a:cubicBezTo>
                  <a:pt x="1398" y="154"/>
                  <a:pt x="1398" y="154"/>
                  <a:pt x="1398" y="154"/>
                </a:cubicBezTo>
                <a:cubicBezTo>
                  <a:pt x="1397" y="155"/>
                  <a:pt x="1396" y="156"/>
                  <a:pt x="1395" y="156"/>
                </a:cubicBezTo>
                <a:cubicBezTo>
                  <a:pt x="1394" y="156"/>
                  <a:pt x="1394" y="155"/>
                  <a:pt x="1394" y="154"/>
                </a:cubicBezTo>
                <a:cubicBezTo>
                  <a:pt x="1394" y="152"/>
                  <a:pt x="1394" y="149"/>
                  <a:pt x="1395" y="145"/>
                </a:cubicBezTo>
                <a:cubicBezTo>
                  <a:pt x="1395" y="142"/>
                  <a:pt x="1395" y="142"/>
                  <a:pt x="1395" y="142"/>
                </a:cubicBezTo>
                <a:cubicBezTo>
                  <a:pt x="1396" y="140"/>
                  <a:pt x="1396" y="140"/>
                  <a:pt x="1396" y="140"/>
                </a:cubicBezTo>
                <a:cubicBezTo>
                  <a:pt x="1397" y="135"/>
                  <a:pt x="1397" y="132"/>
                  <a:pt x="1397" y="130"/>
                </a:cubicBezTo>
                <a:cubicBezTo>
                  <a:pt x="1397" y="126"/>
                  <a:pt x="1397" y="123"/>
                  <a:pt x="1395" y="122"/>
                </a:cubicBezTo>
                <a:cubicBezTo>
                  <a:pt x="1394" y="120"/>
                  <a:pt x="1392" y="119"/>
                  <a:pt x="1389" y="119"/>
                </a:cubicBezTo>
                <a:cubicBezTo>
                  <a:pt x="1386" y="119"/>
                  <a:pt x="1384" y="120"/>
                  <a:pt x="1381" y="122"/>
                </a:cubicBezTo>
                <a:cubicBezTo>
                  <a:pt x="1379" y="124"/>
                  <a:pt x="1376" y="126"/>
                  <a:pt x="1374" y="129"/>
                </a:cubicBezTo>
                <a:close/>
                <a:moveTo>
                  <a:pt x="1433" y="162"/>
                </a:moveTo>
                <a:cubicBezTo>
                  <a:pt x="1440" y="119"/>
                  <a:pt x="1440" y="119"/>
                  <a:pt x="1440" y="119"/>
                </a:cubicBezTo>
                <a:cubicBezTo>
                  <a:pt x="1435" y="121"/>
                  <a:pt x="1435" y="121"/>
                  <a:pt x="1435" y="121"/>
                </a:cubicBezTo>
                <a:cubicBezTo>
                  <a:pt x="1434" y="121"/>
                  <a:pt x="1433" y="120"/>
                  <a:pt x="1432" y="120"/>
                </a:cubicBezTo>
                <a:cubicBezTo>
                  <a:pt x="1430" y="120"/>
                  <a:pt x="1429" y="119"/>
                  <a:pt x="1428" y="119"/>
                </a:cubicBezTo>
                <a:cubicBezTo>
                  <a:pt x="1423" y="119"/>
                  <a:pt x="1419" y="121"/>
                  <a:pt x="1416" y="123"/>
                </a:cubicBezTo>
                <a:cubicBezTo>
                  <a:pt x="1412" y="126"/>
                  <a:pt x="1410" y="129"/>
                  <a:pt x="1408" y="133"/>
                </a:cubicBezTo>
                <a:cubicBezTo>
                  <a:pt x="1406" y="137"/>
                  <a:pt x="1405" y="141"/>
                  <a:pt x="1405" y="145"/>
                </a:cubicBezTo>
                <a:cubicBezTo>
                  <a:pt x="1405" y="150"/>
                  <a:pt x="1406" y="153"/>
                  <a:pt x="1408" y="156"/>
                </a:cubicBezTo>
                <a:cubicBezTo>
                  <a:pt x="1410" y="159"/>
                  <a:pt x="1413" y="160"/>
                  <a:pt x="1417" y="160"/>
                </a:cubicBezTo>
                <a:cubicBezTo>
                  <a:pt x="1419" y="160"/>
                  <a:pt x="1421" y="159"/>
                  <a:pt x="1423" y="158"/>
                </a:cubicBezTo>
                <a:cubicBezTo>
                  <a:pt x="1425" y="157"/>
                  <a:pt x="1426" y="156"/>
                  <a:pt x="1428" y="155"/>
                </a:cubicBezTo>
                <a:cubicBezTo>
                  <a:pt x="1426" y="164"/>
                  <a:pt x="1426" y="164"/>
                  <a:pt x="1426" y="164"/>
                </a:cubicBezTo>
                <a:cubicBezTo>
                  <a:pt x="1426" y="167"/>
                  <a:pt x="1425" y="169"/>
                  <a:pt x="1424" y="170"/>
                </a:cubicBezTo>
                <a:cubicBezTo>
                  <a:pt x="1422" y="172"/>
                  <a:pt x="1420" y="172"/>
                  <a:pt x="1417" y="172"/>
                </a:cubicBezTo>
                <a:cubicBezTo>
                  <a:pt x="1415" y="172"/>
                  <a:pt x="1414" y="172"/>
                  <a:pt x="1412" y="171"/>
                </a:cubicBezTo>
                <a:cubicBezTo>
                  <a:pt x="1410" y="171"/>
                  <a:pt x="1409" y="170"/>
                  <a:pt x="1408" y="170"/>
                </a:cubicBezTo>
                <a:cubicBezTo>
                  <a:pt x="1406" y="175"/>
                  <a:pt x="1406" y="175"/>
                  <a:pt x="1406" y="175"/>
                </a:cubicBezTo>
                <a:cubicBezTo>
                  <a:pt x="1407" y="176"/>
                  <a:pt x="1408" y="176"/>
                  <a:pt x="1410" y="176"/>
                </a:cubicBezTo>
                <a:cubicBezTo>
                  <a:pt x="1411" y="177"/>
                  <a:pt x="1413" y="177"/>
                  <a:pt x="1414" y="177"/>
                </a:cubicBezTo>
                <a:cubicBezTo>
                  <a:pt x="1417" y="177"/>
                  <a:pt x="1420" y="176"/>
                  <a:pt x="1423" y="175"/>
                </a:cubicBezTo>
                <a:cubicBezTo>
                  <a:pt x="1425" y="174"/>
                  <a:pt x="1428" y="173"/>
                  <a:pt x="1430" y="170"/>
                </a:cubicBezTo>
                <a:cubicBezTo>
                  <a:pt x="1432" y="168"/>
                  <a:pt x="1433" y="165"/>
                  <a:pt x="1433" y="162"/>
                </a:cubicBezTo>
                <a:close/>
                <a:moveTo>
                  <a:pt x="1432" y="125"/>
                </a:moveTo>
                <a:cubicBezTo>
                  <a:pt x="1428" y="150"/>
                  <a:pt x="1428" y="150"/>
                  <a:pt x="1428" y="150"/>
                </a:cubicBezTo>
                <a:cubicBezTo>
                  <a:pt x="1427" y="151"/>
                  <a:pt x="1426" y="153"/>
                  <a:pt x="1424" y="154"/>
                </a:cubicBezTo>
                <a:cubicBezTo>
                  <a:pt x="1423" y="155"/>
                  <a:pt x="1421" y="155"/>
                  <a:pt x="1419" y="155"/>
                </a:cubicBezTo>
                <a:cubicBezTo>
                  <a:pt x="1417" y="155"/>
                  <a:pt x="1415" y="155"/>
                  <a:pt x="1414" y="153"/>
                </a:cubicBezTo>
                <a:cubicBezTo>
                  <a:pt x="1413" y="151"/>
                  <a:pt x="1412" y="148"/>
                  <a:pt x="1412" y="145"/>
                </a:cubicBezTo>
                <a:cubicBezTo>
                  <a:pt x="1412" y="142"/>
                  <a:pt x="1413" y="138"/>
                  <a:pt x="1414" y="135"/>
                </a:cubicBezTo>
                <a:cubicBezTo>
                  <a:pt x="1415" y="132"/>
                  <a:pt x="1417" y="129"/>
                  <a:pt x="1419" y="127"/>
                </a:cubicBezTo>
                <a:cubicBezTo>
                  <a:pt x="1421" y="124"/>
                  <a:pt x="1424" y="123"/>
                  <a:pt x="1427" y="123"/>
                </a:cubicBezTo>
                <a:cubicBezTo>
                  <a:pt x="1429" y="123"/>
                  <a:pt x="1431" y="124"/>
                  <a:pt x="1432" y="125"/>
                </a:cubicBezTo>
                <a:close/>
                <a:moveTo>
                  <a:pt x="1076" y="242"/>
                </a:moveTo>
                <a:cubicBezTo>
                  <a:pt x="1072" y="249"/>
                  <a:pt x="1072" y="249"/>
                  <a:pt x="1072" y="249"/>
                </a:cubicBezTo>
                <a:cubicBezTo>
                  <a:pt x="1072" y="242"/>
                  <a:pt x="1072" y="242"/>
                  <a:pt x="1072" y="242"/>
                </a:cubicBezTo>
                <a:cubicBezTo>
                  <a:pt x="1066" y="208"/>
                  <a:pt x="1066" y="208"/>
                  <a:pt x="1066" y="208"/>
                </a:cubicBezTo>
                <a:cubicBezTo>
                  <a:pt x="1050" y="208"/>
                  <a:pt x="1050" y="208"/>
                  <a:pt x="1050" y="208"/>
                </a:cubicBezTo>
                <a:cubicBezTo>
                  <a:pt x="1049" y="211"/>
                  <a:pt x="1049" y="211"/>
                  <a:pt x="1049" y="211"/>
                </a:cubicBezTo>
                <a:cubicBezTo>
                  <a:pt x="1056" y="212"/>
                  <a:pt x="1056" y="212"/>
                  <a:pt x="1056" y="212"/>
                </a:cubicBezTo>
                <a:cubicBezTo>
                  <a:pt x="1045" y="256"/>
                  <a:pt x="1045" y="256"/>
                  <a:pt x="1045" y="256"/>
                </a:cubicBezTo>
                <a:cubicBezTo>
                  <a:pt x="1039" y="257"/>
                  <a:pt x="1039" y="257"/>
                  <a:pt x="1039" y="257"/>
                </a:cubicBezTo>
                <a:cubicBezTo>
                  <a:pt x="1039" y="260"/>
                  <a:pt x="1039" y="260"/>
                  <a:pt x="1039" y="260"/>
                </a:cubicBezTo>
                <a:cubicBezTo>
                  <a:pt x="1057" y="260"/>
                  <a:pt x="1057" y="260"/>
                  <a:pt x="1057" y="260"/>
                </a:cubicBezTo>
                <a:cubicBezTo>
                  <a:pt x="1057" y="257"/>
                  <a:pt x="1057" y="257"/>
                  <a:pt x="1057" y="257"/>
                </a:cubicBezTo>
                <a:cubicBezTo>
                  <a:pt x="1050" y="256"/>
                  <a:pt x="1050" y="256"/>
                  <a:pt x="1050" y="256"/>
                </a:cubicBezTo>
                <a:cubicBezTo>
                  <a:pt x="1057" y="225"/>
                  <a:pt x="1057" y="225"/>
                  <a:pt x="1057" y="225"/>
                </a:cubicBezTo>
                <a:cubicBezTo>
                  <a:pt x="1060" y="211"/>
                  <a:pt x="1060" y="211"/>
                  <a:pt x="1060" y="211"/>
                </a:cubicBezTo>
                <a:cubicBezTo>
                  <a:pt x="1062" y="225"/>
                  <a:pt x="1062" y="225"/>
                  <a:pt x="1062" y="225"/>
                </a:cubicBezTo>
                <a:cubicBezTo>
                  <a:pt x="1068" y="261"/>
                  <a:pt x="1068" y="261"/>
                  <a:pt x="1068" y="261"/>
                </a:cubicBezTo>
                <a:cubicBezTo>
                  <a:pt x="1072" y="260"/>
                  <a:pt x="1072" y="260"/>
                  <a:pt x="1072" y="260"/>
                </a:cubicBezTo>
                <a:cubicBezTo>
                  <a:pt x="1088" y="224"/>
                  <a:pt x="1088" y="224"/>
                  <a:pt x="1088" y="224"/>
                </a:cubicBezTo>
                <a:cubicBezTo>
                  <a:pt x="1094" y="211"/>
                  <a:pt x="1094" y="211"/>
                  <a:pt x="1094" y="211"/>
                </a:cubicBezTo>
                <a:cubicBezTo>
                  <a:pt x="1093" y="225"/>
                  <a:pt x="1093" y="225"/>
                  <a:pt x="1093" y="225"/>
                </a:cubicBezTo>
                <a:cubicBezTo>
                  <a:pt x="1091" y="256"/>
                  <a:pt x="1091" y="256"/>
                  <a:pt x="1091" y="256"/>
                </a:cubicBezTo>
                <a:cubicBezTo>
                  <a:pt x="1085" y="257"/>
                  <a:pt x="1085" y="257"/>
                  <a:pt x="1085" y="257"/>
                </a:cubicBezTo>
                <a:cubicBezTo>
                  <a:pt x="1084" y="260"/>
                  <a:pt x="1084" y="260"/>
                  <a:pt x="1084" y="260"/>
                </a:cubicBezTo>
                <a:cubicBezTo>
                  <a:pt x="1104" y="260"/>
                  <a:pt x="1104" y="260"/>
                  <a:pt x="1104" y="260"/>
                </a:cubicBezTo>
                <a:cubicBezTo>
                  <a:pt x="1104" y="257"/>
                  <a:pt x="1104" y="257"/>
                  <a:pt x="1104" y="257"/>
                </a:cubicBezTo>
                <a:cubicBezTo>
                  <a:pt x="1098" y="256"/>
                  <a:pt x="1098" y="256"/>
                  <a:pt x="1098" y="256"/>
                </a:cubicBezTo>
                <a:cubicBezTo>
                  <a:pt x="1099" y="212"/>
                  <a:pt x="1099" y="212"/>
                  <a:pt x="1099" y="212"/>
                </a:cubicBezTo>
                <a:cubicBezTo>
                  <a:pt x="1106" y="211"/>
                  <a:pt x="1106" y="211"/>
                  <a:pt x="1106" y="211"/>
                </a:cubicBezTo>
                <a:cubicBezTo>
                  <a:pt x="1106" y="208"/>
                  <a:pt x="1106" y="208"/>
                  <a:pt x="1106" y="208"/>
                </a:cubicBezTo>
                <a:cubicBezTo>
                  <a:pt x="1091" y="208"/>
                  <a:pt x="1091" y="208"/>
                  <a:pt x="1091" y="208"/>
                </a:cubicBezTo>
                <a:cubicBezTo>
                  <a:pt x="1090" y="211"/>
                  <a:pt x="1087" y="217"/>
                  <a:pt x="1083" y="225"/>
                </a:cubicBezTo>
                <a:cubicBezTo>
                  <a:pt x="1079" y="233"/>
                  <a:pt x="1077" y="239"/>
                  <a:pt x="1076" y="242"/>
                </a:cubicBezTo>
                <a:close/>
                <a:moveTo>
                  <a:pt x="1138" y="253"/>
                </a:moveTo>
                <a:cubicBezTo>
                  <a:pt x="1136" y="251"/>
                  <a:pt x="1136" y="251"/>
                  <a:pt x="1136" y="251"/>
                </a:cubicBezTo>
                <a:cubicBezTo>
                  <a:pt x="1134" y="253"/>
                  <a:pt x="1133" y="254"/>
                  <a:pt x="1131" y="255"/>
                </a:cubicBezTo>
                <a:cubicBezTo>
                  <a:pt x="1129" y="256"/>
                  <a:pt x="1126" y="256"/>
                  <a:pt x="1124" y="256"/>
                </a:cubicBezTo>
                <a:cubicBezTo>
                  <a:pt x="1121" y="256"/>
                  <a:pt x="1119" y="255"/>
                  <a:pt x="1118" y="253"/>
                </a:cubicBezTo>
                <a:cubicBezTo>
                  <a:pt x="1117" y="250"/>
                  <a:pt x="1116" y="247"/>
                  <a:pt x="1116" y="244"/>
                </a:cubicBezTo>
                <a:cubicBezTo>
                  <a:pt x="1119" y="244"/>
                  <a:pt x="1123" y="244"/>
                  <a:pt x="1126" y="242"/>
                </a:cubicBezTo>
                <a:cubicBezTo>
                  <a:pt x="1130" y="241"/>
                  <a:pt x="1133" y="240"/>
                  <a:pt x="1136" y="237"/>
                </a:cubicBezTo>
                <a:cubicBezTo>
                  <a:pt x="1138" y="235"/>
                  <a:pt x="1140" y="232"/>
                  <a:pt x="1140" y="229"/>
                </a:cubicBezTo>
                <a:cubicBezTo>
                  <a:pt x="1140" y="226"/>
                  <a:pt x="1139" y="224"/>
                  <a:pt x="1137" y="223"/>
                </a:cubicBezTo>
                <a:cubicBezTo>
                  <a:pt x="1135" y="221"/>
                  <a:pt x="1133" y="220"/>
                  <a:pt x="1130" y="220"/>
                </a:cubicBezTo>
                <a:cubicBezTo>
                  <a:pt x="1126" y="220"/>
                  <a:pt x="1122" y="221"/>
                  <a:pt x="1119" y="224"/>
                </a:cubicBezTo>
                <a:cubicBezTo>
                  <a:pt x="1116" y="226"/>
                  <a:pt x="1114" y="229"/>
                  <a:pt x="1112" y="233"/>
                </a:cubicBezTo>
                <a:cubicBezTo>
                  <a:pt x="1110" y="237"/>
                  <a:pt x="1109" y="241"/>
                  <a:pt x="1109" y="246"/>
                </a:cubicBezTo>
                <a:cubicBezTo>
                  <a:pt x="1109" y="248"/>
                  <a:pt x="1110" y="251"/>
                  <a:pt x="1111" y="253"/>
                </a:cubicBezTo>
                <a:cubicBezTo>
                  <a:pt x="1111" y="255"/>
                  <a:pt x="1113" y="257"/>
                  <a:pt x="1115" y="259"/>
                </a:cubicBezTo>
                <a:cubicBezTo>
                  <a:pt x="1117" y="260"/>
                  <a:pt x="1120" y="261"/>
                  <a:pt x="1123" y="261"/>
                </a:cubicBezTo>
                <a:cubicBezTo>
                  <a:pt x="1126" y="261"/>
                  <a:pt x="1129" y="260"/>
                  <a:pt x="1132" y="258"/>
                </a:cubicBezTo>
                <a:cubicBezTo>
                  <a:pt x="1135" y="257"/>
                  <a:pt x="1136" y="255"/>
                  <a:pt x="1138" y="253"/>
                </a:cubicBezTo>
                <a:close/>
                <a:moveTo>
                  <a:pt x="1128" y="224"/>
                </a:moveTo>
                <a:cubicBezTo>
                  <a:pt x="1130" y="224"/>
                  <a:pt x="1131" y="224"/>
                  <a:pt x="1132" y="225"/>
                </a:cubicBezTo>
                <a:cubicBezTo>
                  <a:pt x="1132" y="226"/>
                  <a:pt x="1133" y="228"/>
                  <a:pt x="1133" y="229"/>
                </a:cubicBezTo>
                <a:cubicBezTo>
                  <a:pt x="1133" y="232"/>
                  <a:pt x="1132" y="234"/>
                  <a:pt x="1130" y="235"/>
                </a:cubicBezTo>
                <a:cubicBezTo>
                  <a:pt x="1129" y="237"/>
                  <a:pt x="1126" y="238"/>
                  <a:pt x="1124" y="239"/>
                </a:cubicBezTo>
                <a:cubicBezTo>
                  <a:pt x="1121" y="240"/>
                  <a:pt x="1119" y="241"/>
                  <a:pt x="1116" y="241"/>
                </a:cubicBezTo>
                <a:cubicBezTo>
                  <a:pt x="1117" y="238"/>
                  <a:pt x="1117" y="236"/>
                  <a:pt x="1118" y="233"/>
                </a:cubicBezTo>
                <a:cubicBezTo>
                  <a:pt x="1119" y="230"/>
                  <a:pt x="1121" y="228"/>
                  <a:pt x="1122" y="226"/>
                </a:cubicBezTo>
                <a:cubicBezTo>
                  <a:pt x="1124" y="225"/>
                  <a:pt x="1126" y="224"/>
                  <a:pt x="1128" y="224"/>
                </a:cubicBezTo>
                <a:close/>
                <a:moveTo>
                  <a:pt x="1175" y="254"/>
                </a:moveTo>
                <a:cubicBezTo>
                  <a:pt x="1182" y="204"/>
                  <a:pt x="1182" y="204"/>
                  <a:pt x="1182" y="204"/>
                </a:cubicBezTo>
                <a:cubicBezTo>
                  <a:pt x="1181" y="204"/>
                  <a:pt x="1181" y="204"/>
                  <a:pt x="1181" y="204"/>
                </a:cubicBezTo>
                <a:cubicBezTo>
                  <a:pt x="1171" y="205"/>
                  <a:pt x="1171" y="205"/>
                  <a:pt x="1171" y="205"/>
                </a:cubicBezTo>
                <a:cubicBezTo>
                  <a:pt x="1170" y="207"/>
                  <a:pt x="1170" y="207"/>
                  <a:pt x="1170" y="207"/>
                </a:cubicBezTo>
                <a:cubicBezTo>
                  <a:pt x="1175" y="208"/>
                  <a:pt x="1175" y="208"/>
                  <a:pt x="1175" y="208"/>
                </a:cubicBezTo>
                <a:cubicBezTo>
                  <a:pt x="1173" y="221"/>
                  <a:pt x="1173" y="221"/>
                  <a:pt x="1173" y="221"/>
                </a:cubicBezTo>
                <a:cubicBezTo>
                  <a:pt x="1171" y="220"/>
                  <a:pt x="1169" y="220"/>
                  <a:pt x="1168" y="220"/>
                </a:cubicBezTo>
                <a:cubicBezTo>
                  <a:pt x="1163" y="220"/>
                  <a:pt x="1159" y="222"/>
                  <a:pt x="1156" y="224"/>
                </a:cubicBezTo>
                <a:cubicBezTo>
                  <a:pt x="1152" y="227"/>
                  <a:pt x="1150" y="230"/>
                  <a:pt x="1148" y="234"/>
                </a:cubicBezTo>
                <a:cubicBezTo>
                  <a:pt x="1146" y="238"/>
                  <a:pt x="1145" y="242"/>
                  <a:pt x="1145" y="246"/>
                </a:cubicBezTo>
                <a:cubicBezTo>
                  <a:pt x="1145" y="250"/>
                  <a:pt x="1146" y="254"/>
                  <a:pt x="1148" y="257"/>
                </a:cubicBezTo>
                <a:cubicBezTo>
                  <a:pt x="1150" y="259"/>
                  <a:pt x="1153" y="261"/>
                  <a:pt x="1157" y="261"/>
                </a:cubicBezTo>
                <a:cubicBezTo>
                  <a:pt x="1159" y="261"/>
                  <a:pt x="1162" y="260"/>
                  <a:pt x="1163" y="259"/>
                </a:cubicBezTo>
                <a:cubicBezTo>
                  <a:pt x="1165" y="258"/>
                  <a:pt x="1167" y="256"/>
                  <a:pt x="1168" y="255"/>
                </a:cubicBezTo>
                <a:cubicBezTo>
                  <a:pt x="1168" y="256"/>
                  <a:pt x="1168" y="256"/>
                  <a:pt x="1168" y="256"/>
                </a:cubicBezTo>
                <a:cubicBezTo>
                  <a:pt x="1168" y="259"/>
                  <a:pt x="1170" y="261"/>
                  <a:pt x="1173" y="261"/>
                </a:cubicBezTo>
                <a:cubicBezTo>
                  <a:pt x="1174" y="261"/>
                  <a:pt x="1176" y="260"/>
                  <a:pt x="1177" y="259"/>
                </a:cubicBezTo>
                <a:cubicBezTo>
                  <a:pt x="1178" y="258"/>
                  <a:pt x="1179" y="257"/>
                  <a:pt x="1180" y="256"/>
                </a:cubicBezTo>
                <a:cubicBezTo>
                  <a:pt x="1179" y="255"/>
                  <a:pt x="1179" y="255"/>
                  <a:pt x="1179" y="255"/>
                </a:cubicBezTo>
                <a:cubicBezTo>
                  <a:pt x="1178" y="256"/>
                  <a:pt x="1177" y="256"/>
                  <a:pt x="1176" y="256"/>
                </a:cubicBezTo>
                <a:cubicBezTo>
                  <a:pt x="1175" y="256"/>
                  <a:pt x="1175" y="256"/>
                  <a:pt x="1175" y="255"/>
                </a:cubicBezTo>
                <a:cubicBezTo>
                  <a:pt x="1175" y="254"/>
                  <a:pt x="1175" y="254"/>
                  <a:pt x="1175" y="254"/>
                </a:cubicBezTo>
                <a:close/>
                <a:moveTo>
                  <a:pt x="1172" y="225"/>
                </a:moveTo>
                <a:cubicBezTo>
                  <a:pt x="1169" y="250"/>
                  <a:pt x="1169" y="250"/>
                  <a:pt x="1169" y="250"/>
                </a:cubicBezTo>
                <a:cubicBezTo>
                  <a:pt x="1168" y="252"/>
                  <a:pt x="1166" y="253"/>
                  <a:pt x="1164" y="254"/>
                </a:cubicBezTo>
                <a:cubicBezTo>
                  <a:pt x="1163" y="256"/>
                  <a:pt x="1161" y="256"/>
                  <a:pt x="1159" y="256"/>
                </a:cubicBezTo>
                <a:cubicBezTo>
                  <a:pt x="1157" y="256"/>
                  <a:pt x="1155" y="255"/>
                  <a:pt x="1154" y="253"/>
                </a:cubicBezTo>
                <a:cubicBezTo>
                  <a:pt x="1153" y="252"/>
                  <a:pt x="1153" y="249"/>
                  <a:pt x="1153" y="246"/>
                </a:cubicBezTo>
                <a:cubicBezTo>
                  <a:pt x="1153" y="242"/>
                  <a:pt x="1153" y="239"/>
                  <a:pt x="1154" y="236"/>
                </a:cubicBezTo>
                <a:cubicBezTo>
                  <a:pt x="1155" y="232"/>
                  <a:pt x="1157" y="230"/>
                  <a:pt x="1159" y="227"/>
                </a:cubicBezTo>
                <a:cubicBezTo>
                  <a:pt x="1161" y="225"/>
                  <a:pt x="1164" y="224"/>
                  <a:pt x="1167" y="224"/>
                </a:cubicBezTo>
                <a:cubicBezTo>
                  <a:pt x="1169" y="224"/>
                  <a:pt x="1171" y="224"/>
                  <a:pt x="1172" y="225"/>
                </a:cubicBezTo>
                <a:close/>
                <a:moveTo>
                  <a:pt x="1198" y="254"/>
                </a:moveTo>
                <a:cubicBezTo>
                  <a:pt x="1202" y="221"/>
                  <a:pt x="1202" y="221"/>
                  <a:pt x="1202" y="221"/>
                </a:cubicBezTo>
                <a:cubicBezTo>
                  <a:pt x="1201" y="220"/>
                  <a:pt x="1201" y="220"/>
                  <a:pt x="1201" y="220"/>
                </a:cubicBezTo>
                <a:cubicBezTo>
                  <a:pt x="1191" y="222"/>
                  <a:pt x="1191" y="222"/>
                  <a:pt x="1191" y="222"/>
                </a:cubicBezTo>
                <a:cubicBezTo>
                  <a:pt x="1190" y="224"/>
                  <a:pt x="1190" y="224"/>
                  <a:pt x="1190" y="224"/>
                </a:cubicBezTo>
                <a:cubicBezTo>
                  <a:pt x="1195" y="226"/>
                  <a:pt x="1195" y="226"/>
                  <a:pt x="1195" y="226"/>
                </a:cubicBezTo>
                <a:cubicBezTo>
                  <a:pt x="1194" y="233"/>
                  <a:pt x="1193" y="239"/>
                  <a:pt x="1192" y="243"/>
                </a:cubicBezTo>
                <a:cubicBezTo>
                  <a:pt x="1191" y="251"/>
                  <a:pt x="1191" y="255"/>
                  <a:pt x="1191" y="256"/>
                </a:cubicBezTo>
                <a:cubicBezTo>
                  <a:pt x="1190" y="258"/>
                  <a:pt x="1191" y="259"/>
                  <a:pt x="1192" y="260"/>
                </a:cubicBezTo>
                <a:cubicBezTo>
                  <a:pt x="1192" y="260"/>
                  <a:pt x="1194" y="261"/>
                  <a:pt x="1195" y="261"/>
                </a:cubicBezTo>
                <a:cubicBezTo>
                  <a:pt x="1197" y="261"/>
                  <a:pt x="1199" y="260"/>
                  <a:pt x="1200" y="259"/>
                </a:cubicBezTo>
                <a:cubicBezTo>
                  <a:pt x="1202" y="258"/>
                  <a:pt x="1203" y="257"/>
                  <a:pt x="1203" y="256"/>
                </a:cubicBezTo>
                <a:cubicBezTo>
                  <a:pt x="1202" y="254"/>
                  <a:pt x="1202" y="254"/>
                  <a:pt x="1202" y="254"/>
                </a:cubicBezTo>
                <a:cubicBezTo>
                  <a:pt x="1202" y="255"/>
                  <a:pt x="1201" y="256"/>
                  <a:pt x="1200" y="256"/>
                </a:cubicBezTo>
                <a:cubicBezTo>
                  <a:pt x="1200" y="256"/>
                  <a:pt x="1199" y="256"/>
                  <a:pt x="1199" y="256"/>
                </a:cubicBezTo>
                <a:cubicBezTo>
                  <a:pt x="1198" y="256"/>
                  <a:pt x="1198" y="256"/>
                  <a:pt x="1198" y="256"/>
                </a:cubicBezTo>
                <a:cubicBezTo>
                  <a:pt x="1198" y="256"/>
                  <a:pt x="1198" y="255"/>
                  <a:pt x="1198" y="255"/>
                </a:cubicBezTo>
                <a:lnTo>
                  <a:pt x="1198" y="254"/>
                </a:lnTo>
                <a:close/>
                <a:moveTo>
                  <a:pt x="1200" y="213"/>
                </a:moveTo>
                <a:cubicBezTo>
                  <a:pt x="1201" y="213"/>
                  <a:pt x="1202" y="212"/>
                  <a:pt x="1203" y="211"/>
                </a:cubicBezTo>
                <a:cubicBezTo>
                  <a:pt x="1204" y="210"/>
                  <a:pt x="1205" y="209"/>
                  <a:pt x="1205" y="207"/>
                </a:cubicBezTo>
                <a:cubicBezTo>
                  <a:pt x="1205" y="206"/>
                  <a:pt x="1204" y="206"/>
                  <a:pt x="1204" y="205"/>
                </a:cubicBezTo>
                <a:cubicBezTo>
                  <a:pt x="1203" y="204"/>
                  <a:pt x="1202" y="204"/>
                  <a:pt x="1201" y="204"/>
                </a:cubicBezTo>
                <a:cubicBezTo>
                  <a:pt x="1200" y="204"/>
                  <a:pt x="1198" y="204"/>
                  <a:pt x="1198" y="205"/>
                </a:cubicBezTo>
                <a:cubicBezTo>
                  <a:pt x="1197" y="206"/>
                  <a:pt x="1196" y="207"/>
                  <a:pt x="1196" y="209"/>
                </a:cubicBezTo>
                <a:cubicBezTo>
                  <a:pt x="1196" y="210"/>
                  <a:pt x="1197" y="211"/>
                  <a:pt x="1197" y="212"/>
                </a:cubicBezTo>
                <a:cubicBezTo>
                  <a:pt x="1198" y="212"/>
                  <a:pt x="1199" y="213"/>
                  <a:pt x="1200" y="213"/>
                </a:cubicBezTo>
                <a:close/>
                <a:moveTo>
                  <a:pt x="1237" y="228"/>
                </a:moveTo>
                <a:cubicBezTo>
                  <a:pt x="1238" y="229"/>
                  <a:pt x="1238" y="229"/>
                  <a:pt x="1238" y="229"/>
                </a:cubicBezTo>
                <a:cubicBezTo>
                  <a:pt x="1240" y="222"/>
                  <a:pt x="1240" y="222"/>
                  <a:pt x="1240" y="222"/>
                </a:cubicBezTo>
                <a:cubicBezTo>
                  <a:pt x="1239" y="221"/>
                  <a:pt x="1238" y="221"/>
                  <a:pt x="1237" y="221"/>
                </a:cubicBezTo>
                <a:cubicBezTo>
                  <a:pt x="1235" y="220"/>
                  <a:pt x="1234" y="220"/>
                  <a:pt x="1232" y="220"/>
                </a:cubicBezTo>
                <a:cubicBezTo>
                  <a:pt x="1228" y="220"/>
                  <a:pt x="1224" y="221"/>
                  <a:pt x="1221" y="224"/>
                </a:cubicBezTo>
                <a:cubicBezTo>
                  <a:pt x="1218" y="227"/>
                  <a:pt x="1216" y="230"/>
                  <a:pt x="1214" y="234"/>
                </a:cubicBezTo>
                <a:cubicBezTo>
                  <a:pt x="1213" y="237"/>
                  <a:pt x="1212" y="241"/>
                  <a:pt x="1212" y="245"/>
                </a:cubicBezTo>
                <a:cubicBezTo>
                  <a:pt x="1212" y="250"/>
                  <a:pt x="1213" y="254"/>
                  <a:pt x="1215" y="257"/>
                </a:cubicBezTo>
                <a:cubicBezTo>
                  <a:pt x="1217" y="259"/>
                  <a:pt x="1220" y="261"/>
                  <a:pt x="1224" y="261"/>
                </a:cubicBezTo>
                <a:cubicBezTo>
                  <a:pt x="1227" y="261"/>
                  <a:pt x="1230" y="260"/>
                  <a:pt x="1232" y="259"/>
                </a:cubicBezTo>
                <a:cubicBezTo>
                  <a:pt x="1235" y="257"/>
                  <a:pt x="1236" y="256"/>
                  <a:pt x="1238" y="254"/>
                </a:cubicBezTo>
                <a:cubicBezTo>
                  <a:pt x="1236" y="252"/>
                  <a:pt x="1236" y="252"/>
                  <a:pt x="1236" y="252"/>
                </a:cubicBezTo>
                <a:cubicBezTo>
                  <a:pt x="1235" y="253"/>
                  <a:pt x="1233" y="254"/>
                  <a:pt x="1232" y="255"/>
                </a:cubicBezTo>
                <a:cubicBezTo>
                  <a:pt x="1230" y="256"/>
                  <a:pt x="1229" y="256"/>
                  <a:pt x="1227" y="256"/>
                </a:cubicBezTo>
                <a:cubicBezTo>
                  <a:pt x="1224" y="256"/>
                  <a:pt x="1222" y="255"/>
                  <a:pt x="1221" y="253"/>
                </a:cubicBezTo>
                <a:cubicBezTo>
                  <a:pt x="1220" y="251"/>
                  <a:pt x="1219" y="248"/>
                  <a:pt x="1219" y="244"/>
                </a:cubicBezTo>
                <a:cubicBezTo>
                  <a:pt x="1219" y="240"/>
                  <a:pt x="1219" y="237"/>
                  <a:pt x="1221" y="234"/>
                </a:cubicBezTo>
                <a:cubicBezTo>
                  <a:pt x="1222" y="231"/>
                  <a:pt x="1223" y="229"/>
                  <a:pt x="1225" y="227"/>
                </a:cubicBezTo>
                <a:cubicBezTo>
                  <a:pt x="1227" y="225"/>
                  <a:pt x="1229" y="225"/>
                  <a:pt x="1231" y="225"/>
                </a:cubicBezTo>
                <a:cubicBezTo>
                  <a:pt x="1232" y="225"/>
                  <a:pt x="1235" y="226"/>
                  <a:pt x="1237" y="228"/>
                </a:cubicBezTo>
                <a:close/>
                <a:moveTo>
                  <a:pt x="1255" y="254"/>
                </a:moveTo>
                <a:cubicBezTo>
                  <a:pt x="1260" y="221"/>
                  <a:pt x="1260" y="221"/>
                  <a:pt x="1260" y="221"/>
                </a:cubicBezTo>
                <a:cubicBezTo>
                  <a:pt x="1259" y="220"/>
                  <a:pt x="1259" y="220"/>
                  <a:pt x="1259" y="220"/>
                </a:cubicBezTo>
                <a:cubicBezTo>
                  <a:pt x="1249" y="222"/>
                  <a:pt x="1249" y="222"/>
                  <a:pt x="1249" y="222"/>
                </a:cubicBezTo>
                <a:cubicBezTo>
                  <a:pt x="1248" y="224"/>
                  <a:pt x="1248" y="224"/>
                  <a:pt x="1248" y="224"/>
                </a:cubicBezTo>
                <a:cubicBezTo>
                  <a:pt x="1253" y="226"/>
                  <a:pt x="1253" y="226"/>
                  <a:pt x="1253" y="226"/>
                </a:cubicBezTo>
                <a:cubicBezTo>
                  <a:pt x="1252" y="233"/>
                  <a:pt x="1251" y="239"/>
                  <a:pt x="1250" y="243"/>
                </a:cubicBezTo>
                <a:cubicBezTo>
                  <a:pt x="1249" y="251"/>
                  <a:pt x="1248" y="255"/>
                  <a:pt x="1248" y="256"/>
                </a:cubicBezTo>
                <a:cubicBezTo>
                  <a:pt x="1248" y="258"/>
                  <a:pt x="1249" y="259"/>
                  <a:pt x="1249" y="260"/>
                </a:cubicBezTo>
                <a:cubicBezTo>
                  <a:pt x="1250" y="260"/>
                  <a:pt x="1251" y="261"/>
                  <a:pt x="1253" y="261"/>
                </a:cubicBezTo>
                <a:cubicBezTo>
                  <a:pt x="1255" y="261"/>
                  <a:pt x="1256" y="260"/>
                  <a:pt x="1258" y="259"/>
                </a:cubicBezTo>
                <a:cubicBezTo>
                  <a:pt x="1259" y="258"/>
                  <a:pt x="1260" y="257"/>
                  <a:pt x="1261" y="256"/>
                </a:cubicBezTo>
                <a:cubicBezTo>
                  <a:pt x="1260" y="254"/>
                  <a:pt x="1260" y="254"/>
                  <a:pt x="1260" y="254"/>
                </a:cubicBezTo>
                <a:cubicBezTo>
                  <a:pt x="1259" y="255"/>
                  <a:pt x="1259" y="256"/>
                  <a:pt x="1258" y="256"/>
                </a:cubicBezTo>
                <a:cubicBezTo>
                  <a:pt x="1258" y="256"/>
                  <a:pt x="1257" y="256"/>
                  <a:pt x="1256" y="256"/>
                </a:cubicBezTo>
                <a:cubicBezTo>
                  <a:pt x="1256" y="256"/>
                  <a:pt x="1256" y="256"/>
                  <a:pt x="1256" y="256"/>
                </a:cubicBezTo>
                <a:cubicBezTo>
                  <a:pt x="1255" y="256"/>
                  <a:pt x="1255" y="255"/>
                  <a:pt x="1255" y="255"/>
                </a:cubicBezTo>
                <a:lnTo>
                  <a:pt x="1255" y="254"/>
                </a:lnTo>
                <a:close/>
                <a:moveTo>
                  <a:pt x="1258" y="213"/>
                </a:moveTo>
                <a:cubicBezTo>
                  <a:pt x="1259" y="213"/>
                  <a:pt x="1260" y="212"/>
                  <a:pt x="1261" y="211"/>
                </a:cubicBezTo>
                <a:cubicBezTo>
                  <a:pt x="1262" y="210"/>
                  <a:pt x="1262" y="209"/>
                  <a:pt x="1262" y="207"/>
                </a:cubicBezTo>
                <a:cubicBezTo>
                  <a:pt x="1262" y="206"/>
                  <a:pt x="1262" y="206"/>
                  <a:pt x="1261" y="205"/>
                </a:cubicBezTo>
                <a:cubicBezTo>
                  <a:pt x="1261" y="204"/>
                  <a:pt x="1260" y="204"/>
                  <a:pt x="1259" y="204"/>
                </a:cubicBezTo>
                <a:cubicBezTo>
                  <a:pt x="1257" y="204"/>
                  <a:pt x="1256" y="204"/>
                  <a:pt x="1255" y="205"/>
                </a:cubicBezTo>
                <a:cubicBezTo>
                  <a:pt x="1254" y="206"/>
                  <a:pt x="1254" y="207"/>
                  <a:pt x="1254" y="209"/>
                </a:cubicBezTo>
                <a:cubicBezTo>
                  <a:pt x="1254" y="210"/>
                  <a:pt x="1254" y="211"/>
                  <a:pt x="1255" y="212"/>
                </a:cubicBezTo>
                <a:cubicBezTo>
                  <a:pt x="1256" y="212"/>
                  <a:pt x="1257" y="213"/>
                  <a:pt x="1258" y="213"/>
                </a:cubicBezTo>
                <a:close/>
                <a:moveTo>
                  <a:pt x="1282" y="229"/>
                </a:moveTo>
                <a:cubicBezTo>
                  <a:pt x="1283" y="221"/>
                  <a:pt x="1283" y="221"/>
                  <a:pt x="1283" y="221"/>
                </a:cubicBezTo>
                <a:cubicBezTo>
                  <a:pt x="1281" y="220"/>
                  <a:pt x="1281" y="220"/>
                  <a:pt x="1281" y="220"/>
                </a:cubicBezTo>
                <a:cubicBezTo>
                  <a:pt x="1273" y="222"/>
                  <a:pt x="1273" y="222"/>
                  <a:pt x="1273" y="222"/>
                </a:cubicBezTo>
                <a:cubicBezTo>
                  <a:pt x="1272" y="224"/>
                  <a:pt x="1272" y="224"/>
                  <a:pt x="1272" y="224"/>
                </a:cubicBezTo>
                <a:cubicBezTo>
                  <a:pt x="1275" y="226"/>
                  <a:pt x="1275" y="226"/>
                  <a:pt x="1275" y="226"/>
                </a:cubicBezTo>
                <a:cubicBezTo>
                  <a:pt x="1271" y="260"/>
                  <a:pt x="1271" y="260"/>
                  <a:pt x="1271" y="260"/>
                </a:cubicBezTo>
                <a:cubicBezTo>
                  <a:pt x="1278" y="260"/>
                  <a:pt x="1278" y="260"/>
                  <a:pt x="1278" y="260"/>
                </a:cubicBezTo>
                <a:cubicBezTo>
                  <a:pt x="1281" y="235"/>
                  <a:pt x="1281" y="235"/>
                  <a:pt x="1281" y="235"/>
                </a:cubicBezTo>
                <a:cubicBezTo>
                  <a:pt x="1283" y="232"/>
                  <a:pt x="1285" y="230"/>
                  <a:pt x="1287" y="228"/>
                </a:cubicBezTo>
                <a:cubicBezTo>
                  <a:pt x="1289" y="226"/>
                  <a:pt x="1291" y="225"/>
                  <a:pt x="1293" y="225"/>
                </a:cubicBezTo>
                <a:cubicBezTo>
                  <a:pt x="1295" y="225"/>
                  <a:pt x="1296" y="226"/>
                  <a:pt x="1297" y="226"/>
                </a:cubicBezTo>
                <a:cubicBezTo>
                  <a:pt x="1297" y="227"/>
                  <a:pt x="1298" y="229"/>
                  <a:pt x="1298" y="231"/>
                </a:cubicBezTo>
                <a:cubicBezTo>
                  <a:pt x="1298" y="233"/>
                  <a:pt x="1297" y="234"/>
                  <a:pt x="1297" y="236"/>
                </a:cubicBezTo>
                <a:cubicBezTo>
                  <a:pt x="1297" y="238"/>
                  <a:pt x="1297" y="240"/>
                  <a:pt x="1296" y="243"/>
                </a:cubicBezTo>
                <a:cubicBezTo>
                  <a:pt x="1296" y="245"/>
                  <a:pt x="1296" y="245"/>
                  <a:pt x="1296" y="245"/>
                </a:cubicBezTo>
                <a:cubicBezTo>
                  <a:pt x="1295" y="248"/>
                  <a:pt x="1295" y="248"/>
                  <a:pt x="1295" y="248"/>
                </a:cubicBezTo>
                <a:cubicBezTo>
                  <a:pt x="1294" y="252"/>
                  <a:pt x="1294" y="255"/>
                  <a:pt x="1294" y="256"/>
                </a:cubicBezTo>
                <a:cubicBezTo>
                  <a:pt x="1294" y="259"/>
                  <a:pt x="1295" y="261"/>
                  <a:pt x="1298" y="261"/>
                </a:cubicBezTo>
                <a:cubicBezTo>
                  <a:pt x="1300" y="261"/>
                  <a:pt x="1301" y="260"/>
                  <a:pt x="1302" y="260"/>
                </a:cubicBezTo>
                <a:cubicBezTo>
                  <a:pt x="1303" y="259"/>
                  <a:pt x="1304" y="259"/>
                  <a:pt x="1305" y="258"/>
                </a:cubicBezTo>
                <a:cubicBezTo>
                  <a:pt x="1305" y="258"/>
                  <a:pt x="1306" y="257"/>
                  <a:pt x="1306" y="257"/>
                </a:cubicBezTo>
                <a:cubicBezTo>
                  <a:pt x="1305" y="255"/>
                  <a:pt x="1305" y="255"/>
                  <a:pt x="1305" y="255"/>
                </a:cubicBezTo>
                <a:cubicBezTo>
                  <a:pt x="1304" y="256"/>
                  <a:pt x="1303" y="256"/>
                  <a:pt x="1302" y="256"/>
                </a:cubicBezTo>
                <a:cubicBezTo>
                  <a:pt x="1301" y="256"/>
                  <a:pt x="1301" y="256"/>
                  <a:pt x="1301" y="255"/>
                </a:cubicBezTo>
                <a:cubicBezTo>
                  <a:pt x="1301" y="253"/>
                  <a:pt x="1301" y="250"/>
                  <a:pt x="1302" y="246"/>
                </a:cubicBezTo>
                <a:cubicBezTo>
                  <a:pt x="1303" y="243"/>
                  <a:pt x="1303" y="243"/>
                  <a:pt x="1303" y="243"/>
                </a:cubicBezTo>
                <a:cubicBezTo>
                  <a:pt x="1303" y="241"/>
                  <a:pt x="1303" y="241"/>
                  <a:pt x="1303" y="241"/>
                </a:cubicBezTo>
                <a:cubicBezTo>
                  <a:pt x="1304" y="236"/>
                  <a:pt x="1305" y="232"/>
                  <a:pt x="1305" y="230"/>
                </a:cubicBezTo>
                <a:cubicBezTo>
                  <a:pt x="1305" y="227"/>
                  <a:pt x="1304" y="224"/>
                  <a:pt x="1302" y="223"/>
                </a:cubicBezTo>
                <a:cubicBezTo>
                  <a:pt x="1301" y="221"/>
                  <a:pt x="1299" y="220"/>
                  <a:pt x="1296" y="220"/>
                </a:cubicBezTo>
                <a:cubicBezTo>
                  <a:pt x="1294" y="220"/>
                  <a:pt x="1291" y="221"/>
                  <a:pt x="1289" y="223"/>
                </a:cubicBezTo>
                <a:cubicBezTo>
                  <a:pt x="1286" y="224"/>
                  <a:pt x="1284" y="227"/>
                  <a:pt x="1282" y="229"/>
                </a:cubicBezTo>
                <a:close/>
                <a:moveTo>
                  <a:pt x="1342" y="253"/>
                </a:moveTo>
                <a:cubicBezTo>
                  <a:pt x="1340" y="251"/>
                  <a:pt x="1340" y="251"/>
                  <a:pt x="1340" y="251"/>
                </a:cubicBezTo>
                <a:cubicBezTo>
                  <a:pt x="1339" y="253"/>
                  <a:pt x="1337" y="254"/>
                  <a:pt x="1335" y="255"/>
                </a:cubicBezTo>
                <a:cubicBezTo>
                  <a:pt x="1333" y="256"/>
                  <a:pt x="1331" y="256"/>
                  <a:pt x="1329" y="256"/>
                </a:cubicBezTo>
                <a:cubicBezTo>
                  <a:pt x="1326" y="256"/>
                  <a:pt x="1323" y="255"/>
                  <a:pt x="1322" y="253"/>
                </a:cubicBezTo>
                <a:cubicBezTo>
                  <a:pt x="1321" y="250"/>
                  <a:pt x="1320" y="247"/>
                  <a:pt x="1320" y="244"/>
                </a:cubicBezTo>
                <a:cubicBezTo>
                  <a:pt x="1323" y="244"/>
                  <a:pt x="1327" y="244"/>
                  <a:pt x="1330" y="242"/>
                </a:cubicBezTo>
                <a:cubicBezTo>
                  <a:pt x="1334" y="241"/>
                  <a:pt x="1337" y="240"/>
                  <a:pt x="1340" y="237"/>
                </a:cubicBezTo>
                <a:cubicBezTo>
                  <a:pt x="1342" y="235"/>
                  <a:pt x="1344" y="232"/>
                  <a:pt x="1344" y="229"/>
                </a:cubicBezTo>
                <a:cubicBezTo>
                  <a:pt x="1344" y="226"/>
                  <a:pt x="1343" y="224"/>
                  <a:pt x="1341" y="223"/>
                </a:cubicBezTo>
                <a:cubicBezTo>
                  <a:pt x="1340" y="221"/>
                  <a:pt x="1337" y="220"/>
                  <a:pt x="1334" y="220"/>
                </a:cubicBezTo>
                <a:cubicBezTo>
                  <a:pt x="1330" y="220"/>
                  <a:pt x="1326" y="221"/>
                  <a:pt x="1323" y="224"/>
                </a:cubicBezTo>
                <a:cubicBezTo>
                  <a:pt x="1320" y="226"/>
                  <a:pt x="1318" y="229"/>
                  <a:pt x="1316" y="233"/>
                </a:cubicBezTo>
                <a:cubicBezTo>
                  <a:pt x="1314" y="237"/>
                  <a:pt x="1313" y="241"/>
                  <a:pt x="1313" y="246"/>
                </a:cubicBezTo>
                <a:cubicBezTo>
                  <a:pt x="1313" y="248"/>
                  <a:pt x="1314" y="251"/>
                  <a:pt x="1315" y="253"/>
                </a:cubicBezTo>
                <a:cubicBezTo>
                  <a:pt x="1316" y="255"/>
                  <a:pt x="1317" y="257"/>
                  <a:pt x="1319" y="259"/>
                </a:cubicBezTo>
                <a:cubicBezTo>
                  <a:pt x="1321" y="260"/>
                  <a:pt x="1324" y="261"/>
                  <a:pt x="1327" y="261"/>
                </a:cubicBezTo>
                <a:cubicBezTo>
                  <a:pt x="1330" y="261"/>
                  <a:pt x="1333" y="260"/>
                  <a:pt x="1336" y="258"/>
                </a:cubicBezTo>
                <a:cubicBezTo>
                  <a:pt x="1339" y="257"/>
                  <a:pt x="1341" y="255"/>
                  <a:pt x="1342" y="253"/>
                </a:cubicBezTo>
                <a:close/>
                <a:moveTo>
                  <a:pt x="1332" y="224"/>
                </a:moveTo>
                <a:cubicBezTo>
                  <a:pt x="1334" y="224"/>
                  <a:pt x="1335" y="224"/>
                  <a:pt x="1336" y="225"/>
                </a:cubicBezTo>
                <a:cubicBezTo>
                  <a:pt x="1337" y="226"/>
                  <a:pt x="1337" y="228"/>
                  <a:pt x="1337" y="229"/>
                </a:cubicBezTo>
                <a:cubicBezTo>
                  <a:pt x="1337" y="232"/>
                  <a:pt x="1336" y="234"/>
                  <a:pt x="1334" y="235"/>
                </a:cubicBezTo>
                <a:cubicBezTo>
                  <a:pt x="1333" y="237"/>
                  <a:pt x="1331" y="238"/>
                  <a:pt x="1328" y="239"/>
                </a:cubicBezTo>
                <a:cubicBezTo>
                  <a:pt x="1325" y="240"/>
                  <a:pt x="1323" y="241"/>
                  <a:pt x="1321" y="241"/>
                </a:cubicBezTo>
                <a:cubicBezTo>
                  <a:pt x="1321" y="238"/>
                  <a:pt x="1321" y="236"/>
                  <a:pt x="1322" y="233"/>
                </a:cubicBezTo>
                <a:cubicBezTo>
                  <a:pt x="1323" y="230"/>
                  <a:pt x="1325" y="228"/>
                  <a:pt x="1326" y="226"/>
                </a:cubicBezTo>
                <a:cubicBezTo>
                  <a:pt x="1328" y="225"/>
                  <a:pt x="1330" y="224"/>
                  <a:pt x="1332" y="224"/>
                </a:cubicBezTo>
                <a:close/>
              </a:path>
            </a:pathLst>
          </a:custGeom>
          <a:solidFill xmlns:a="http://schemas.openxmlformats.org/drawingml/2006/main">
            <a:schemeClr val="bg1"/>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sz="1800"/>
          </a:p>
        </p:txBody>
      </p:sp>
      <p:sp>
        <p:nvSpPr>
          <p:cNvPr id="17" name="Text Placeholder 16">
            <a:extLst xmlns:a="http://schemas.openxmlformats.org/drawingml/2006/main">
              <a:ext uri="{FF2B5EF4-FFF2-40B4-BE49-F238E27FC236}">
                <a16:creationId xmlns:a16="http://schemas.microsoft.com/office/drawing/2014/main" id="{FCA018DF-7EFB-4D08-89D5-E61FB47F425E}"/>
              </a:ext>
            </a:extLst>
          </p:cNvPr>
          <p:cNvSpPr>
            <a:spLocks xmlns:a="http://schemas.openxmlformats.org/drawingml/2006/main" noGrp="1"/>
          </p:cNvSpPr>
          <p:nvPr>
            <p:ph type="body" idx="12" hasCustomPrompt="1"/>
          </p:nvPr>
        </p:nvSpPr>
        <p:spPr>
          <a:xfrm xmlns:a="http://schemas.openxmlformats.org/drawingml/2006/main">
            <a:off x="5996940" y="4886690"/>
            <a:ext cx="2416810" cy="117148"/>
          </a:xfrm>
        </p:spPr>
        <p:txBody>
          <a:bodyPr xmlns:a="http://schemas.openxmlformats.org/drawingml/2006/main" wrap="square">
            <a:spAutoFit/>
          </a:bodyPr>
          <a:lstStyle xmlns:a="http://schemas.openxmlformats.org/drawingml/2006/main">
            <a:lvl1pPr marL="0" indent="0">
              <a:buNone/>
              <a:defRPr sz="750" cap="all" spc="110" baseline="0">
                <a:solidFill>
                  <a:schemeClr val="tx2"/>
                </a:solidFill>
              </a:defRPr>
            </a:lvl1pPr>
          </a:lstStyle>
          <a:p xmlns:a="http://schemas.openxmlformats.org/drawingml/2006/main">
            <a:pPr lvl="0">
              <a:buNone/>
            </a:pPr>
            <a:r>
              <a:t>CLICK TO EDIT MASTER TEXT</a:t>
            </a:r>
          </a:p>
        </p:txBody>
      </p:sp>
    </p:spTree>
  </p:cSld>
</p:sldLayout>
</file>

<file path=ppt/slideLayouts/slideLayout49.xml><?xml version="1.0" encoding="utf-8"?>
<p:sldLayout xmlns:p="http://schemas.openxmlformats.org/presentationml/2006/main" showMasterSp="0" preserve="1">
  <p:cSld name="Section Header - Deep Purple">
    <p:bg>
      <p:bgPr>
        <a:solidFill xmlns:a="http://schemas.openxmlformats.org/drawingml/2006/main">
          <a:schemeClr val="accent1"/>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0A01BD2-153A-4DD6-A72F-EAD52EDD913C}"/>
              </a:ext>
            </a:extLst>
          </p:cNvPr>
          <p:cNvSpPr>
            <a:spLocks xmlns:a="http://schemas.openxmlformats.org/drawingml/2006/main" noGrp="1"/>
          </p:cNvSpPr>
          <p:nvPr>
            <p:ph type="title" idx="0"/>
          </p:nvPr>
        </p:nvSpPr>
        <p:spPr>
          <a:xfrm xmlns:a="http://schemas.openxmlformats.org/drawingml/2006/main">
            <a:off x="495301" y="1405557"/>
            <a:ext cx="3596054" cy="1772693"/>
          </a:xfrm>
        </p:spPr>
        <p:txBody>
          <a:bodyPr xmlns:a="http://schemas.openxmlformats.org/drawingml/2006/main" anchor="t">
            <a:normAutofit/>
          </a:bodyPr>
          <a:lstStyle xmlns:a="http://schemas.openxmlformats.org/drawingml/2006/main">
            <a:lvl1pPr>
              <a:buNone/>
              <a:defRPr sz="2800">
                <a:solidFill>
                  <a:schemeClr val="bg1"/>
                </a:solidFill>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26322-6CEA-4120-8EE4-8EFF90C37224}"/>
              </a:ext>
            </a:extLst>
          </p:cNvPr>
          <p:cNvSpPr>
            <a:spLocks xmlns:a="http://schemas.openxmlformats.org/drawingml/2006/main" noGrp="1"/>
          </p:cNvSpPr>
          <p:nvPr>
            <p:ph type="body" idx="1" hasCustomPrompt="1"/>
          </p:nvPr>
        </p:nvSpPr>
        <p:spPr>
          <a:xfrm xmlns:a="http://schemas.openxmlformats.org/drawingml/2006/main">
            <a:off x="7319620" y="1143028"/>
            <a:ext cx="1160585" cy="936923"/>
          </a:xfrm>
        </p:spPr>
        <p:txBody>
          <a:bodyPr xmlns:a="http://schemas.openxmlformats.org/drawingml/2006/main">
            <a:noAutofit/>
          </a:bodyPr>
          <a:lstStyle xmlns:a="http://schemas.openxmlformats.org/drawingml/2006/main">
            <a:lvl1pPr marL="0" indent="0" algn="r">
              <a:buNone/>
              <a:defRPr sz="6000">
                <a:solidFill>
                  <a:srgbClr val="B6BDBD"/>
                </a:solidFill>
                <a:latin typeface="+mj-lt"/>
                <a:ea typeface="+mj-lt"/>
                <a:cs typeface="+mj-lt"/>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xmlns:a="http://schemas.openxmlformats.org/drawingml/2006/main">
            <a:pPr lvl="0">
              <a:buNone/>
            </a:pPr>
            <a:r>
              <a:t>XX</a:t>
            </a:r>
          </a:p>
        </p:txBody>
      </p:sp>
      <p:sp>
        <p:nvSpPr>
          <p:cNvPr id="6" name="Slide Number Placeholder 5">
            <a:extLst xmlns:a="http://schemas.openxmlformats.org/drawingml/2006/main">
              <a:ext uri="{FF2B5EF4-FFF2-40B4-BE49-F238E27FC236}">
                <a16:creationId xmlns:a16="http://schemas.microsoft.com/office/drawing/2014/main" id="{F0E43693-F383-421C-8F9F-9AC0701D882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6A1DB-EA2D-4A7E-BF0D-8FECFA0D1CEB}" type="slidenum">
              <a:t>‹#›</a:t>
            </a:fld>
            <a:endParaRPr/>
          </a:p>
        </p:txBody>
      </p:sp>
      <p:sp>
        <p:nvSpPr>
          <p:cNvPr id="10" name="Picture Placeholder 9">
            <a:extLst xmlns:a="http://schemas.openxmlformats.org/drawingml/2006/main">
              <a:ext uri="{FF2B5EF4-FFF2-40B4-BE49-F238E27FC236}">
                <a16:creationId xmlns:a16="http://schemas.microsoft.com/office/drawing/2014/main" id="{8113BA2E-092B-4BF2-8FB1-0AAC0955C2BB}"/>
              </a:ext>
            </a:extLst>
          </p:cNvPr>
          <p:cNvSpPr>
            <a:spLocks xmlns:a="http://schemas.openxmlformats.org/drawingml/2006/main" noGrp="1"/>
          </p:cNvSpPr>
          <p:nvPr>
            <p:ph type="pic" idx="13"/>
          </p:nvPr>
        </p:nvSpPr>
        <p:spPr>
          <a:xfrm xmlns:a="http://schemas.openxmlformats.org/drawingml/2006/main">
            <a:off x="4373564" y="1404939"/>
            <a:ext cx="3087687" cy="3738562"/>
          </a:xfrm>
          <a:prstGeom xmlns:a="http://schemas.openxmlformats.org/drawingml/2006/main" prst="rect">
            <a:avLst/>
          </a:prstGeom>
          <a:solidFill xmlns:a="http://schemas.openxmlformats.org/drawingml/2006/main">
            <a:schemeClr val="bg2">
              <a:lumMod val="90000"/>
            </a:schemeClr>
          </a:solidFill>
        </p:spPr>
        <p:txBody>
          <a:bodyPr xmlns:a="http://schemas.openxmlformats.org/drawingml/2006/main" tIns="548640"/>
          <a:lstStyle xmlns:a="http://schemas.openxmlformats.org/drawingml/2006/main">
            <a:lvl1pPr marL="0" indent="0" algn="ctr">
              <a:buNone/>
              <a:defRPr/>
            </a:lvl1pPr>
          </a:lstStyle>
          <a:p xmlns:a="http://schemas.openxmlformats.org/drawingml/2006/main">
            <a:r>
              <a:t>Click icon to add picture</a:t>
            </a:r>
          </a:p>
        </p:txBody>
      </p:sp>
      <p:sp>
        <p:nvSpPr>
          <p:cNvPr id="11" name="Text Placeholder 16">
            <a:extLst xmlns:a="http://schemas.openxmlformats.org/drawingml/2006/main">
              <a:ext uri="{FF2B5EF4-FFF2-40B4-BE49-F238E27FC236}">
                <a16:creationId xmlns:a16="http://schemas.microsoft.com/office/drawing/2014/main" id="{D8F21E1D-5F95-4EE3-B551-B64B1E8EA4BC}"/>
              </a:ext>
            </a:extLst>
          </p:cNvPr>
          <p:cNvSpPr>
            <a:spLocks xmlns:a="http://schemas.openxmlformats.org/drawingml/2006/main" noGrp="1"/>
          </p:cNvSpPr>
          <p:nvPr>
            <p:ph type="body" idx="14" hasCustomPrompt="1"/>
          </p:nvPr>
        </p:nvSpPr>
        <p:spPr>
          <a:xfrm xmlns:a="http://schemas.openxmlformats.org/drawingml/2006/main">
            <a:off x="495300" y="477933"/>
            <a:ext cx="2416810" cy="124906"/>
          </a:xfrm>
        </p:spPr>
        <p:txBody>
          <a:bodyPr xmlns:a="http://schemas.openxmlformats.org/drawingml/2006/main" wrap="square">
            <a:spAutoFit/>
          </a:bodyPr>
          <a:lstStyle xmlns:a="http://schemas.openxmlformats.org/drawingml/2006/main">
            <a:lvl1pPr marL="0" indent="0">
              <a:buNone/>
              <a:defRPr sz="800" cap="all" spc="110" baseline="0">
                <a:solidFill>
                  <a:schemeClr val="bg1"/>
                </a:solidFill>
              </a:defRPr>
            </a:lvl1pPr>
          </a:lstStyle>
          <a:p xmlns:a="http://schemas.openxmlformats.org/drawingml/2006/main">
            <a:pPr lvl="0">
              <a:buNone/>
            </a:pPr>
            <a:r>
              <a:t>CLICK TO EDIT MASTER TEXT</a:t>
            </a:r>
          </a:p>
        </p:txBody>
      </p:sp>
    </p:spTree>
  </p:cSld>
</p:sldLayout>
</file>

<file path=ppt/slideLayouts/slideLayout50.xml><?xml version="1.0" encoding="utf-8"?>
<p:sldLayout xmlns:p="http://schemas.openxmlformats.org/presentationml/2006/main" showMasterSp="0" preserve="1">
  <p:cSld name="Section Header - Deep Blue">
    <p:bg>
      <p:bgPr>
        <a:solidFill xmlns:a="http://schemas.openxmlformats.org/drawingml/2006/main">
          <a:srgbClr val="315470"/>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2B60E0B-EADD-49E3-86E8-C1C142D99B72}"/>
              </a:ext>
            </a:extLst>
          </p:cNvPr>
          <p:cNvSpPr>
            <a:spLocks xmlns:a="http://schemas.openxmlformats.org/drawingml/2006/main" noGrp="1"/>
          </p:cNvSpPr>
          <p:nvPr>
            <p:ph type="title" idx="0"/>
          </p:nvPr>
        </p:nvSpPr>
        <p:spPr>
          <a:xfrm xmlns:a="http://schemas.openxmlformats.org/drawingml/2006/main">
            <a:off x="495301" y="1405557"/>
            <a:ext cx="3596054" cy="1772693"/>
          </a:xfrm>
        </p:spPr>
        <p:txBody>
          <a:bodyPr xmlns:a="http://schemas.openxmlformats.org/drawingml/2006/main" anchor="t">
            <a:normAutofit/>
          </a:bodyPr>
          <a:lstStyle xmlns:a="http://schemas.openxmlformats.org/drawingml/2006/main">
            <a:lvl1pPr>
              <a:buNone/>
              <a:defRPr sz="2800">
                <a:solidFill>
                  <a:schemeClr val="bg1"/>
                </a:solidFill>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7B1BE22-AD4A-47FA-96E5-1FCF9FC3F485}"/>
              </a:ext>
            </a:extLst>
          </p:cNvPr>
          <p:cNvSpPr>
            <a:spLocks xmlns:a="http://schemas.openxmlformats.org/drawingml/2006/main" noGrp="1"/>
          </p:cNvSpPr>
          <p:nvPr>
            <p:ph type="body" idx="1" hasCustomPrompt="1"/>
          </p:nvPr>
        </p:nvSpPr>
        <p:spPr>
          <a:xfrm xmlns:a="http://schemas.openxmlformats.org/drawingml/2006/main">
            <a:off x="7319620" y="1143028"/>
            <a:ext cx="1160585" cy="936923"/>
          </a:xfrm>
        </p:spPr>
        <p:txBody>
          <a:bodyPr xmlns:a="http://schemas.openxmlformats.org/drawingml/2006/main">
            <a:noAutofit/>
          </a:bodyPr>
          <a:lstStyle xmlns:a="http://schemas.openxmlformats.org/drawingml/2006/main">
            <a:lvl1pPr marL="0" indent="0" algn="r">
              <a:buNone/>
              <a:defRPr sz="6000">
                <a:solidFill>
                  <a:srgbClr val="B6BDBD"/>
                </a:solidFill>
                <a:latin typeface="+mj-lt"/>
                <a:ea typeface="+mj-lt"/>
                <a:cs typeface="+mj-lt"/>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xmlns:a="http://schemas.openxmlformats.org/drawingml/2006/main">
            <a:pPr lvl="0">
              <a:buNone/>
            </a:pPr>
            <a:r>
              <a:t>XX</a:t>
            </a:r>
          </a:p>
        </p:txBody>
      </p:sp>
      <p:sp>
        <p:nvSpPr>
          <p:cNvPr id="6" name="Slide Number Placeholder 5">
            <a:extLst xmlns:a="http://schemas.openxmlformats.org/drawingml/2006/main">
              <a:ext uri="{FF2B5EF4-FFF2-40B4-BE49-F238E27FC236}">
                <a16:creationId xmlns:a16="http://schemas.microsoft.com/office/drawing/2014/main" id="{7B6EAF30-423F-4E36-9D33-EEAF35171A9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6A1DB-EA2D-4A7E-BF0D-8FECFA0D1CEB}" type="slidenum">
              <a:t>‹#›</a:t>
            </a:fld>
            <a:endParaRPr/>
          </a:p>
        </p:txBody>
      </p:sp>
      <p:sp>
        <p:nvSpPr>
          <p:cNvPr id="10" name="Picture Placeholder 9">
            <a:extLst xmlns:a="http://schemas.openxmlformats.org/drawingml/2006/main">
              <a:ext uri="{FF2B5EF4-FFF2-40B4-BE49-F238E27FC236}">
                <a16:creationId xmlns:a16="http://schemas.microsoft.com/office/drawing/2014/main" id="{8113BA2E-092B-4BF2-8FB1-0AAC0955C2BB}"/>
              </a:ext>
            </a:extLst>
          </p:cNvPr>
          <p:cNvSpPr>
            <a:spLocks xmlns:a="http://schemas.openxmlformats.org/drawingml/2006/main" noGrp="1"/>
          </p:cNvSpPr>
          <p:nvPr>
            <p:ph type="pic" idx="13"/>
          </p:nvPr>
        </p:nvSpPr>
        <p:spPr>
          <a:xfrm xmlns:a="http://schemas.openxmlformats.org/drawingml/2006/main">
            <a:off x="4373564" y="1404939"/>
            <a:ext cx="3087687" cy="3738562"/>
          </a:xfrm>
          <a:prstGeom xmlns:a="http://schemas.openxmlformats.org/drawingml/2006/main" prst="rect">
            <a:avLst/>
          </a:prstGeom>
          <a:solidFill xmlns:a="http://schemas.openxmlformats.org/drawingml/2006/main">
            <a:schemeClr val="bg2">
              <a:lumMod val="90000"/>
            </a:schemeClr>
          </a:solidFill>
        </p:spPr>
        <p:txBody>
          <a:bodyPr xmlns:a="http://schemas.openxmlformats.org/drawingml/2006/main" tIns="548640"/>
          <a:lstStyle xmlns:a="http://schemas.openxmlformats.org/drawingml/2006/main">
            <a:lvl1pPr marL="0" indent="0" algn="ctr">
              <a:buNone/>
              <a:defRPr/>
            </a:lvl1pPr>
          </a:lstStyle>
          <a:p xmlns:a="http://schemas.openxmlformats.org/drawingml/2006/main">
            <a:r>
              <a:t>Click icon to add picture</a:t>
            </a:r>
          </a:p>
        </p:txBody>
      </p:sp>
      <p:sp>
        <p:nvSpPr>
          <p:cNvPr id="11" name="Text Placeholder 16">
            <a:extLst xmlns:a="http://schemas.openxmlformats.org/drawingml/2006/main">
              <a:ext uri="{FF2B5EF4-FFF2-40B4-BE49-F238E27FC236}">
                <a16:creationId xmlns:a16="http://schemas.microsoft.com/office/drawing/2014/main" id="{D8F21E1D-5F95-4EE3-B551-B64B1E8EA4BC}"/>
              </a:ext>
            </a:extLst>
          </p:cNvPr>
          <p:cNvSpPr>
            <a:spLocks xmlns:a="http://schemas.openxmlformats.org/drawingml/2006/main" noGrp="1"/>
          </p:cNvSpPr>
          <p:nvPr>
            <p:ph type="body" idx="14" hasCustomPrompt="1"/>
          </p:nvPr>
        </p:nvSpPr>
        <p:spPr>
          <a:xfrm xmlns:a="http://schemas.openxmlformats.org/drawingml/2006/main">
            <a:off x="495300" y="477933"/>
            <a:ext cx="2416810" cy="124906"/>
          </a:xfrm>
        </p:spPr>
        <p:txBody>
          <a:bodyPr xmlns:a="http://schemas.openxmlformats.org/drawingml/2006/main" wrap="square">
            <a:spAutoFit/>
          </a:bodyPr>
          <a:lstStyle xmlns:a="http://schemas.openxmlformats.org/drawingml/2006/main">
            <a:lvl1pPr marL="0" indent="0">
              <a:buNone/>
              <a:defRPr sz="800" cap="all" spc="110" baseline="0">
                <a:solidFill>
                  <a:schemeClr val="bg1"/>
                </a:solidFill>
              </a:defRPr>
            </a:lvl1pPr>
          </a:lstStyle>
          <a:p xmlns:a="http://schemas.openxmlformats.org/drawingml/2006/main">
            <a:pPr lvl="0">
              <a:buNone/>
            </a:pPr>
            <a:r>
              <a:t>CLICK TO EDIT MASTER TEXT</a:t>
            </a:r>
          </a:p>
        </p:txBody>
      </p:sp>
    </p:spTree>
  </p:cSld>
</p:sldLayout>
</file>

<file path=ppt/slideLayouts/slideLayout51.xml><?xml version="1.0" encoding="utf-8"?>
<p:sldLayout xmlns:p="http://schemas.openxmlformats.org/presentationml/2006/main" showMasterSp="0" preserve="1">
  <p:cSld name="Section Header - Deep Violet">
    <p:bg>
      <p:bgPr>
        <a:solidFill xmlns:a="http://schemas.openxmlformats.org/drawingml/2006/main">
          <a:srgbClr val="683B5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E8787B0-B9C2-4214-BCD2-3711A8956671}"/>
              </a:ext>
            </a:extLst>
          </p:cNvPr>
          <p:cNvSpPr>
            <a:spLocks xmlns:a="http://schemas.openxmlformats.org/drawingml/2006/main" noGrp="1"/>
          </p:cNvSpPr>
          <p:nvPr>
            <p:ph type="title" idx="0"/>
          </p:nvPr>
        </p:nvSpPr>
        <p:spPr>
          <a:xfrm xmlns:a="http://schemas.openxmlformats.org/drawingml/2006/main">
            <a:off x="495301" y="1405557"/>
            <a:ext cx="3596054" cy="1772693"/>
          </a:xfrm>
        </p:spPr>
        <p:txBody>
          <a:bodyPr xmlns:a="http://schemas.openxmlformats.org/drawingml/2006/main" anchor="t">
            <a:normAutofit/>
          </a:bodyPr>
          <a:lstStyle xmlns:a="http://schemas.openxmlformats.org/drawingml/2006/main">
            <a:lvl1pPr>
              <a:buNone/>
              <a:defRPr sz="2800">
                <a:solidFill>
                  <a:schemeClr val="bg1"/>
                </a:solidFill>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1B9212F-D447-4CCA-B4E1-8B15D91AA783}"/>
              </a:ext>
            </a:extLst>
          </p:cNvPr>
          <p:cNvSpPr>
            <a:spLocks xmlns:a="http://schemas.openxmlformats.org/drawingml/2006/main" noGrp="1"/>
          </p:cNvSpPr>
          <p:nvPr>
            <p:ph type="body" idx="1" hasCustomPrompt="1"/>
          </p:nvPr>
        </p:nvSpPr>
        <p:spPr>
          <a:xfrm xmlns:a="http://schemas.openxmlformats.org/drawingml/2006/main">
            <a:off x="7319620" y="1143028"/>
            <a:ext cx="1160585" cy="936923"/>
          </a:xfrm>
        </p:spPr>
        <p:txBody>
          <a:bodyPr xmlns:a="http://schemas.openxmlformats.org/drawingml/2006/main">
            <a:noAutofit/>
          </a:bodyPr>
          <a:lstStyle xmlns:a="http://schemas.openxmlformats.org/drawingml/2006/main">
            <a:lvl1pPr marL="0" indent="0" algn="r">
              <a:buNone/>
              <a:defRPr sz="6000">
                <a:solidFill>
                  <a:srgbClr val="B6BDBD"/>
                </a:solidFill>
                <a:latin typeface="+mj-lt"/>
                <a:ea typeface="+mj-lt"/>
                <a:cs typeface="+mj-lt"/>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xmlns:a="http://schemas.openxmlformats.org/drawingml/2006/main">
            <a:pPr lvl="0">
              <a:buNone/>
            </a:pPr>
            <a:r>
              <a:t>XX</a:t>
            </a:r>
          </a:p>
        </p:txBody>
      </p:sp>
      <p:sp>
        <p:nvSpPr>
          <p:cNvPr id="6" name="Slide Number Placeholder 5">
            <a:extLst xmlns:a="http://schemas.openxmlformats.org/drawingml/2006/main">
              <a:ext uri="{FF2B5EF4-FFF2-40B4-BE49-F238E27FC236}">
                <a16:creationId xmlns:a16="http://schemas.microsoft.com/office/drawing/2014/main" id="{50B7D091-360D-4DB1-AD4D-2F7A35158C7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6A1DB-EA2D-4A7E-BF0D-8FECFA0D1CEB}" type="slidenum">
              <a:t>‹#›</a:t>
            </a:fld>
            <a:endParaRPr/>
          </a:p>
        </p:txBody>
      </p:sp>
      <p:sp>
        <p:nvSpPr>
          <p:cNvPr id="10" name="Picture Placeholder 9">
            <a:extLst xmlns:a="http://schemas.openxmlformats.org/drawingml/2006/main">
              <a:ext uri="{FF2B5EF4-FFF2-40B4-BE49-F238E27FC236}">
                <a16:creationId xmlns:a16="http://schemas.microsoft.com/office/drawing/2014/main" id="{8113BA2E-092B-4BF2-8FB1-0AAC0955C2BB}"/>
              </a:ext>
            </a:extLst>
          </p:cNvPr>
          <p:cNvSpPr>
            <a:spLocks xmlns:a="http://schemas.openxmlformats.org/drawingml/2006/main" noGrp="1"/>
          </p:cNvSpPr>
          <p:nvPr>
            <p:ph type="pic" idx="13"/>
          </p:nvPr>
        </p:nvSpPr>
        <p:spPr>
          <a:xfrm xmlns:a="http://schemas.openxmlformats.org/drawingml/2006/main">
            <a:off x="4373564" y="1404939"/>
            <a:ext cx="3087687" cy="3738562"/>
          </a:xfrm>
          <a:prstGeom xmlns:a="http://schemas.openxmlformats.org/drawingml/2006/main" prst="rect">
            <a:avLst/>
          </a:prstGeom>
          <a:solidFill xmlns:a="http://schemas.openxmlformats.org/drawingml/2006/main">
            <a:schemeClr val="bg2">
              <a:lumMod val="90000"/>
            </a:schemeClr>
          </a:solidFill>
        </p:spPr>
        <p:txBody>
          <a:bodyPr xmlns:a="http://schemas.openxmlformats.org/drawingml/2006/main" tIns="548640"/>
          <a:lstStyle xmlns:a="http://schemas.openxmlformats.org/drawingml/2006/main">
            <a:lvl1pPr marL="0" indent="0" algn="ctr">
              <a:buNone/>
              <a:defRPr/>
            </a:lvl1pPr>
          </a:lstStyle>
          <a:p xmlns:a="http://schemas.openxmlformats.org/drawingml/2006/main">
            <a:r>
              <a:t>Click icon to add picture</a:t>
            </a:r>
          </a:p>
        </p:txBody>
      </p:sp>
      <p:sp>
        <p:nvSpPr>
          <p:cNvPr id="11" name="Text Placeholder 16">
            <a:extLst xmlns:a="http://schemas.openxmlformats.org/drawingml/2006/main">
              <a:ext uri="{FF2B5EF4-FFF2-40B4-BE49-F238E27FC236}">
                <a16:creationId xmlns:a16="http://schemas.microsoft.com/office/drawing/2014/main" id="{D8F21E1D-5F95-4EE3-B551-B64B1E8EA4BC}"/>
              </a:ext>
            </a:extLst>
          </p:cNvPr>
          <p:cNvSpPr>
            <a:spLocks xmlns:a="http://schemas.openxmlformats.org/drawingml/2006/main" noGrp="1"/>
          </p:cNvSpPr>
          <p:nvPr>
            <p:ph type="body" idx="14" hasCustomPrompt="1"/>
          </p:nvPr>
        </p:nvSpPr>
        <p:spPr>
          <a:xfrm xmlns:a="http://schemas.openxmlformats.org/drawingml/2006/main">
            <a:off x="495300" y="477933"/>
            <a:ext cx="2416810" cy="124906"/>
          </a:xfrm>
        </p:spPr>
        <p:txBody>
          <a:bodyPr xmlns:a="http://schemas.openxmlformats.org/drawingml/2006/main" wrap="square">
            <a:spAutoFit/>
          </a:bodyPr>
          <a:lstStyle xmlns:a="http://schemas.openxmlformats.org/drawingml/2006/main">
            <a:lvl1pPr marL="0" indent="0">
              <a:buNone/>
              <a:defRPr sz="800" cap="all" spc="110" baseline="0">
                <a:solidFill>
                  <a:schemeClr val="bg1"/>
                </a:solidFill>
              </a:defRPr>
            </a:lvl1pPr>
          </a:lstStyle>
          <a:p xmlns:a="http://schemas.openxmlformats.org/drawingml/2006/main">
            <a:pPr lvl="0">
              <a:buNone/>
            </a:pPr>
            <a:r>
              <a:t>CLICK TO EDIT MASTER TEXT</a:t>
            </a:r>
          </a:p>
        </p:txBody>
      </p:sp>
    </p:spTree>
  </p:cSld>
</p:sldLayout>
</file>

<file path=ppt/slideLayouts/slideLayout52.xml><?xml version="1.0" encoding="utf-8"?>
<p:sldLayout xmlns:p="http://schemas.openxmlformats.org/presentationml/2006/main" showMasterSp="0" preserve="1">
  <p:cSld name="Section Header - Deep Green">
    <p:bg>
      <p:bgPr>
        <a:solidFill xmlns:a="http://schemas.openxmlformats.org/drawingml/2006/main">
          <a:srgbClr val="344847"/>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22A1DE7-4687-44BE-AF4C-FBAF63B87DA1}"/>
              </a:ext>
            </a:extLst>
          </p:cNvPr>
          <p:cNvSpPr>
            <a:spLocks xmlns:a="http://schemas.openxmlformats.org/drawingml/2006/main" noGrp="1"/>
          </p:cNvSpPr>
          <p:nvPr>
            <p:ph type="title" idx="0"/>
          </p:nvPr>
        </p:nvSpPr>
        <p:spPr>
          <a:xfrm xmlns:a="http://schemas.openxmlformats.org/drawingml/2006/main">
            <a:off x="495301" y="1405557"/>
            <a:ext cx="3596054" cy="1772693"/>
          </a:xfrm>
        </p:spPr>
        <p:txBody>
          <a:bodyPr xmlns:a="http://schemas.openxmlformats.org/drawingml/2006/main" anchor="t">
            <a:normAutofit/>
          </a:bodyPr>
          <a:lstStyle xmlns:a="http://schemas.openxmlformats.org/drawingml/2006/main">
            <a:lvl1pPr>
              <a:buNone/>
              <a:defRPr sz="2800">
                <a:solidFill>
                  <a:schemeClr val="bg1"/>
                </a:solidFill>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C66022B-91D7-48AF-9B59-00A9BA704653}"/>
              </a:ext>
            </a:extLst>
          </p:cNvPr>
          <p:cNvSpPr>
            <a:spLocks xmlns:a="http://schemas.openxmlformats.org/drawingml/2006/main" noGrp="1"/>
          </p:cNvSpPr>
          <p:nvPr>
            <p:ph type="body" idx="1" hasCustomPrompt="1"/>
          </p:nvPr>
        </p:nvSpPr>
        <p:spPr>
          <a:xfrm xmlns:a="http://schemas.openxmlformats.org/drawingml/2006/main">
            <a:off x="7319620" y="1143028"/>
            <a:ext cx="1160585" cy="936923"/>
          </a:xfrm>
        </p:spPr>
        <p:txBody>
          <a:bodyPr xmlns:a="http://schemas.openxmlformats.org/drawingml/2006/main">
            <a:noAutofit/>
          </a:bodyPr>
          <a:lstStyle xmlns:a="http://schemas.openxmlformats.org/drawingml/2006/main">
            <a:lvl1pPr marL="0" indent="0" algn="r">
              <a:buNone/>
              <a:defRPr sz="6000">
                <a:solidFill>
                  <a:srgbClr val="B6BDBD"/>
                </a:solidFill>
                <a:latin typeface="+mj-lt"/>
                <a:ea typeface="+mj-lt"/>
                <a:cs typeface="+mj-lt"/>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xmlns:a="http://schemas.openxmlformats.org/drawingml/2006/main">
            <a:pPr lvl="0">
              <a:buNone/>
            </a:pPr>
            <a:r>
              <a:t>XX</a:t>
            </a:r>
          </a:p>
        </p:txBody>
      </p:sp>
      <p:sp>
        <p:nvSpPr>
          <p:cNvPr id="6" name="Slide Number Placeholder 5">
            <a:extLst xmlns:a="http://schemas.openxmlformats.org/drawingml/2006/main">
              <a:ext uri="{FF2B5EF4-FFF2-40B4-BE49-F238E27FC236}">
                <a16:creationId xmlns:a16="http://schemas.microsoft.com/office/drawing/2014/main" id="{22B81F8B-521F-4601-B8CB-40F5EB8C09C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6A1DB-EA2D-4A7E-BF0D-8FECFA0D1CEB}" type="slidenum">
              <a:t>‹#›</a:t>
            </a:fld>
            <a:endParaRPr/>
          </a:p>
        </p:txBody>
      </p:sp>
      <p:sp>
        <p:nvSpPr>
          <p:cNvPr id="10" name="Picture Placeholder 9">
            <a:extLst xmlns:a="http://schemas.openxmlformats.org/drawingml/2006/main">
              <a:ext uri="{FF2B5EF4-FFF2-40B4-BE49-F238E27FC236}">
                <a16:creationId xmlns:a16="http://schemas.microsoft.com/office/drawing/2014/main" id="{8113BA2E-092B-4BF2-8FB1-0AAC0955C2BB}"/>
              </a:ext>
            </a:extLst>
          </p:cNvPr>
          <p:cNvSpPr>
            <a:spLocks xmlns:a="http://schemas.openxmlformats.org/drawingml/2006/main" noGrp="1"/>
          </p:cNvSpPr>
          <p:nvPr>
            <p:ph type="pic" idx="13"/>
          </p:nvPr>
        </p:nvSpPr>
        <p:spPr>
          <a:xfrm xmlns:a="http://schemas.openxmlformats.org/drawingml/2006/main">
            <a:off x="4373564" y="1404939"/>
            <a:ext cx="3087687" cy="3738562"/>
          </a:xfrm>
          <a:prstGeom xmlns:a="http://schemas.openxmlformats.org/drawingml/2006/main" prst="rect">
            <a:avLst/>
          </a:prstGeom>
          <a:solidFill xmlns:a="http://schemas.openxmlformats.org/drawingml/2006/main">
            <a:schemeClr val="bg2">
              <a:lumMod val="90000"/>
            </a:schemeClr>
          </a:solidFill>
        </p:spPr>
        <p:txBody>
          <a:bodyPr xmlns:a="http://schemas.openxmlformats.org/drawingml/2006/main" tIns="548640"/>
          <a:lstStyle xmlns:a="http://schemas.openxmlformats.org/drawingml/2006/main">
            <a:lvl1pPr marL="0" indent="0" algn="ctr">
              <a:buNone/>
              <a:defRPr/>
            </a:lvl1pPr>
          </a:lstStyle>
          <a:p xmlns:a="http://schemas.openxmlformats.org/drawingml/2006/main">
            <a:r>
              <a:t>Click icon to add picture</a:t>
            </a:r>
          </a:p>
        </p:txBody>
      </p:sp>
      <p:sp>
        <p:nvSpPr>
          <p:cNvPr id="11" name="Text Placeholder 16">
            <a:extLst xmlns:a="http://schemas.openxmlformats.org/drawingml/2006/main">
              <a:ext uri="{FF2B5EF4-FFF2-40B4-BE49-F238E27FC236}">
                <a16:creationId xmlns:a16="http://schemas.microsoft.com/office/drawing/2014/main" id="{D8F21E1D-5F95-4EE3-B551-B64B1E8EA4BC}"/>
              </a:ext>
            </a:extLst>
          </p:cNvPr>
          <p:cNvSpPr>
            <a:spLocks xmlns:a="http://schemas.openxmlformats.org/drawingml/2006/main" noGrp="1"/>
          </p:cNvSpPr>
          <p:nvPr>
            <p:ph type="body" idx="14" hasCustomPrompt="1"/>
          </p:nvPr>
        </p:nvSpPr>
        <p:spPr>
          <a:xfrm xmlns:a="http://schemas.openxmlformats.org/drawingml/2006/main">
            <a:off x="495300" y="477933"/>
            <a:ext cx="2416810" cy="124906"/>
          </a:xfrm>
        </p:spPr>
        <p:txBody>
          <a:bodyPr xmlns:a="http://schemas.openxmlformats.org/drawingml/2006/main" wrap="square">
            <a:spAutoFit/>
          </a:bodyPr>
          <a:lstStyle xmlns:a="http://schemas.openxmlformats.org/drawingml/2006/main">
            <a:lvl1pPr marL="0" indent="0">
              <a:buNone/>
              <a:defRPr sz="800" cap="all" spc="110" baseline="0">
                <a:solidFill>
                  <a:schemeClr val="bg1"/>
                </a:solidFill>
              </a:defRPr>
            </a:lvl1pPr>
          </a:lstStyle>
          <a:p xmlns:a="http://schemas.openxmlformats.org/drawingml/2006/main">
            <a:pPr lvl="0">
              <a:buNone/>
            </a:pPr>
            <a:r>
              <a:t>CLICK TO EDIT MASTER TEXT</a:t>
            </a:r>
          </a:p>
        </p:txBody>
      </p:sp>
    </p:spTree>
  </p:cSld>
</p:sldLayout>
</file>

<file path=ppt/slideLayouts/slideLayout53.xml><?xml version="1.0" encoding="utf-8"?>
<p:sldLayout xmlns:p="http://schemas.openxmlformats.org/presentationml/2006/main" showMasterSp="0" preserve="1">
  <p:cSld name="Section Header - Deep Red">
    <p:bg>
      <p:bgPr>
        <a:solidFill xmlns:a="http://schemas.openxmlformats.org/drawingml/2006/main">
          <a:srgbClr val="7C2629"/>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A05DF5-243F-4D11-AAB9-AD2F2D020930}"/>
              </a:ext>
            </a:extLst>
          </p:cNvPr>
          <p:cNvSpPr>
            <a:spLocks xmlns:a="http://schemas.openxmlformats.org/drawingml/2006/main" noGrp="1"/>
          </p:cNvSpPr>
          <p:nvPr>
            <p:ph type="title" idx="0"/>
          </p:nvPr>
        </p:nvSpPr>
        <p:spPr>
          <a:xfrm xmlns:a="http://schemas.openxmlformats.org/drawingml/2006/main">
            <a:off x="495301" y="1405557"/>
            <a:ext cx="3596054" cy="1772693"/>
          </a:xfrm>
        </p:spPr>
        <p:txBody>
          <a:bodyPr xmlns:a="http://schemas.openxmlformats.org/drawingml/2006/main" anchor="t">
            <a:normAutofit/>
          </a:bodyPr>
          <a:lstStyle xmlns:a="http://schemas.openxmlformats.org/drawingml/2006/main">
            <a:lvl1pPr>
              <a:buNone/>
              <a:defRPr sz="2800">
                <a:solidFill>
                  <a:schemeClr val="bg1"/>
                </a:solidFill>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75BFAFA-A8D7-45AE-BBC2-DC88EA743E84}"/>
              </a:ext>
            </a:extLst>
          </p:cNvPr>
          <p:cNvSpPr>
            <a:spLocks xmlns:a="http://schemas.openxmlformats.org/drawingml/2006/main" noGrp="1"/>
          </p:cNvSpPr>
          <p:nvPr>
            <p:ph type="body" idx="1" hasCustomPrompt="1"/>
          </p:nvPr>
        </p:nvSpPr>
        <p:spPr>
          <a:xfrm xmlns:a="http://schemas.openxmlformats.org/drawingml/2006/main">
            <a:off x="7319620" y="1143028"/>
            <a:ext cx="1160585" cy="936923"/>
          </a:xfrm>
        </p:spPr>
        <p:txBody>
          <a:bodyPr xmlns:a="http://schemas.openxmlformats.org/drawingml/2006/main">
            <a:noAutofit/>
          </a:bodyPr>
          <a:lstStyle xmlns:a="http://schemas.openxmlformats.org/drawingml/2006/main">
            <a:lvl1pPr marL="0" indent="0" algn="r">
              <a:buNone/>
              <a:defRPr sz="6000">
                <a:solidFill>
                  <a:srgbClr val="B6BDBD"/>
                </a:solidFill>
                <a:latin typeface="+mj-lt"/>
                <a:ea typeface="+mj-lt"/>
                <a:cs typeface="+mj-lt"/>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xmlns:a="http://schemas.openxmlformats.org/drawingml/2006/main">
            <a:pPr lvl="0">
              <a:buNone/>
            </a:pPr>
            <a:r>
              <a:t>XX</a:t>
            </a:r>
          </a:p>
        </p:txBody>
      </p:sp>
      <p:sp>
        <p:nvSpPr>
          <p:cNvPr id="6" name="Slide Number Placeholder 5">
            <a:extLst xmlns:a="http://schemas.openxmlformats.org/drawingml/2006/main">
              <a:ext uri="{FF2B5EF4-FFF2-40B4-BE49-F238E27FC236}">
                <a16:creationId xmlns:a16="http://schemas.microsoft.com/office/drawing/2014/main" id="{68B28658-68F3-43C5-828F-DA4BDAA2399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6A1DB-EA2D-4A7E-BF0D-8FECFA0D1CEB}" type="slidenum">
              <a:t>‹#›</a:t>
            </a:fld>
            <a:endParaRPr/>
          </a:p>
        </p:txBody>
      </p:sp>
      <p:sp>
        <p:nvSpPr>
          <p:cNvPr id="10" name="Picture Placeholder 9">
            <a:extLst xmlns:a="http://schemas.openxmlformats.org/drawingml/2006/main">
              <a:ext uri="{FF2B5EF4-FFF2-40B4-BE49-F238E27FC236}">
                <a16:creationId xmlns:a16="http://schemas.microsoft.com/office/drawing/2014/main" id="{8113BA2E-092B-4BF2-8FB1-0AAC0955C2BB}"/>
              </a:ext>
            </a:extLst>
          </p:cNvPr>
          <p:cNvSpPr>
            <a:spLocks xmlns:a="http://schemas.openxmlformats.org/drawingml/2006/main" noGrp="1"/>
          </p:cNvSpPr>
          <p:nvPr>
            <p:ph type="pic" idx="13"/>
          </p:nvPr>
        </p:nvSpPr>
        <p:spPr>
          <a:xfrm xmlns:a="http://schemas.openxmlformats.org/drawingml/2006/main">
            <a:off x="4373564" y="1404939"/>
            <a:ext cx="3087687" cy="3738562"/>
          </a:xfrm>
          <a:prstGeom xmlns:a="http://schemas.openxmlformats.org/drawingml/2006/main" prst="rect">
            <a:avLst/>
          </a:prstGeom>
          <a:solidFill xmlns:a="http://schemas.openxmlformats.org/drawingml/2006/main">
            <a:schemeClr val="bg2">
              <a:lumMod val="90000"/>
            </a:schemeClr>
          </a:solidFill>
        </p:spPr>
        <p:txBody>
          <a:bodyPr xmlns:a="http://schemas.openxmlformats.org/drawingml/2006/main" tIns="548640"/>
          <a:lstStyle xmlns:a="http://schemas.openxmlformats.org/drawingml/2006/main">
            <a:lvl1pPr marL="0" indent="0" algn="ctr">
              <a:buNone/>
              <a:defRPr/>
            </a:lvl1pPr>
          </a:lstStyle>
          <a:p xmlns:a="http://schemas.openxmlformats.org/drawingml/2006/main">
            <a:r>
              <a:t>Click icon to add picture</a:t>
            </a:r>
          </a:p>
        </p:txBody>
      </p:sp>
      <p:sp>
        <p:nvSpPr>
          <p:cNvPr id="11" name="Text Placeholder 16">
            <a:extLst xmlns:a="http://schemas.openxmlformats.org/drawingml/2006/main">
              <a:ext uri="{FF2B5EF4-FFF2-40B4-BE49-F238E27FC236}">
                <a16:creationId xmlns:a16="http://schemas.microsoft.com/office/drawing/2014/main" id="{D8F21E1D-5F95-4EE3-B551-B64B1E8EA4BC}"/>
              </a:ext>
            </a:extLst>
          </p:cNvPr>
          <p:cNvSpPr>
            <a:spLocks xmlns:a="http://schemas.openxmlformats.org/drawingml/2006/main" noGrp="1"/>
          </p:cNvSpPr>
          <p:nvPr>
            <p:ph type="body" idx="14" hasCustomPrompt="1"/>
          </p:nvPr>
        </p:nvSpPr>
        <p:spPr>
          <a:xfrm xmlns:a="http://schemas.openxmlformats.org/drawingml/2006/main">
            <a:off x="495300" y="477933"/>
            <a:ext cx="2416810" cy="124906"/>
          </a:xfrm>
        </p:spPr>
        <p:txBody>
          <a:bodyPr xmlns:a="http://schemas.openxmlformats.org/drawingml/2006/main" wrap="square">
            <a:spAutoFit/>
          </a:bodyPr>
          <a:lstStyle xmlns:a="http://schemas.openxmlformats.org/drawingml/2006/main">
            <a:lvl1pPr marL="0" indent="0">
              <a:buNone/>
              <a:defRPr sz="800" cap="all" spc="110" baseline="0">
                <a:solidFill>
                  <a:schemeClr val="bg1"/>
                </a:solidFill>
              </a:defRPr>
            </a:lvl1pPr>
          </a:lstStyle>
          <a:p xmlns:a="http://schemas.openxmlformats.org/drawingml/2006/main">
            <a:pPr lvl="0">
              <a:buNone/>
            </a:pPr>
            <a:r>
              <a:t>CLICK TO EDIT MASTER TEXT</a:t>
            </a:r>
          </a:p>
        </p:txBody>
      </p:sp>
    </p:spTree>
  </p:cSld>
</p:sldLayout>
</file>

<file path=ppt/slideLayouts/slideLayout54.xml><?xml version="1.0" encoding="utf-8"?>
<p:sldLayout xmlns:p="http://schemas.openxmlformats.org/presentationml/2006/main" showMasterSp="0" preserve="1">
  <p:cSld name="Section Header - Deep Gold">
    <p:bg>
      <p:bgPr>
        <a:solidFill xmlns:a="http://schemas.openxmlformats.org/drawingml/2006/main">
          <a:srgbClr val="73531D"/>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223DB0B-3009-4F0B-8C99-1A582A618B9D}"/>
              </a:ext>
            </a:extLst>
          </p:cNvPr>
          <p:cNvSpPr>
            <a:spLocks xmlns:a="http://schemas.openxmlformats.org/drawingml/2006/main" noGrp="1"/>
          </p:cNvSpPr>
          <p:nvPr>
            <p:ph type="title" idx="0"/>
          </p:nvPr>
        </p:nvSpPr>
        <p:spPr>
          <a:xfrm xmlns:a="http://schemas.openxmlformats.org/drawingml/2006/main">
            <a:off x="495301" y="1405557"/>
            <a:ext cx="3596054" cy="1772693"/>
          </a:xfrm>
        </p:spPr>
        <p:txBody>
          <a:bodyPr xmlns:a="http://schemas.openxmlformats.org/drawingml/2006/main" anchor="t">
            <a:normAutofit/>
          </a:bodyPr>
          <a:lstStyle xmlns:a="http://schemas.openxmlformats.org/drawingml/2006/main">
            <a:lvl1pPr>
              <a:buNone/>
              <a:defRPr sz="2800">
                <a:solidFill>
                  <a:schemeClr val="bg1"/>
                </a:solidFill>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E5E22C0-B0EA-405C-9A7F-C54E5412C541}"/>
              </a:ext>
            </a:extLst>
          </p:cNvPr>
          <p:cNvSpPr>
            <a:spLocks xmlns:a="http://schemas.openxmlformats.org/drawingml/2006/main" noGrp="1"/>
          </p:cNvSpPr>
          <p:nvPr>
            <p:ph type="body" idx="1" hasCustomPrompt="1"/>
          </p:nvPr>
        </p:nvSpPr>
        <p:spPr>
          <a:xfrm xmlns:a="http://schemas.openxmlformats.org/drawingml/2006/main">
            <a:off x="7319620" y="1143028"/>
            <a:ext cx="1160585" cy="936923"/>
          </a:xfrm>
        </p:spPr>
        <p:txBody>
          <a:bodyPr xmlns:a="http://schemas.openxmlformats.org/drawingml/2006/main">
            <a:noAutofit/>
          </a:bodyPr>
          <a:lstStyle xmlns:a="http://schemas.openxmlformats.org/drawingml/2006/main">
            <a:lvl1pPr marL="0" indent="0" algn="r">
              <a:buNone/>
              <a:defRPr sz="6000">
                <a:solidFill>
                  <a:srgbClr val="B6BDBD"/>
                </a:solidFill>
                <a:latin typeface="+mj-lt"/>
                <a:ea typeface="+mj-lt"/>
                <a:cs typeface="+mj-lt"/>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xmlns:a="http://schemas.openxmlformats.org/drawingml/2006/main">
            <a:pPr lvl="0">
              <a:buNone/>
            </a:pPr>
            <a:r>
              <a:t>XX</a:t>
            </a:r>
          </a:p>
        </p:txBody>
      </p:sp>
      <p:sp>
        <p:nvSpPr>
          <p:cNvPr id="6" name="Slide Number Placeholder 5">
            <a:extLst xmlns:a="http://schemas.openxmlformats.org/drawingml/2006/main">
              <a:ext uri="{FF2B5EF4-FFF2-40B4-BE49-F238E27FC236}">
                <a16:creationId xmlns:a16="http://schemas.microsoft.com/office/drawing/2014/main" id="{B6765CAF-EF9E-4E5F-B3D5-A787134E4BB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6A1DB-EA2D-4A7E-BF0D-8FECFA0D1CEB}" type="slidenum">
              <a:t>‹#›</a:t>
            </a:fld>
            <a:endParaRPr/>
          </a:p>
        </p:txBody>
      </p:sp>
      <p:sp>
        <p:nvSpPr>
          <p:cNvPr id="10" name="Picture Placeholder 9">
            <a:extLst xmlns:a="http://schemas.openxmlformats.org/drawingml/2006/main">
              <a:ext uri="{FF2B5EF4-FFF2-40B4-BE49-F238E27FC236}">
                <a16:creationId xmlns:a16="http://schemas.microsoft.com/office/drawing/2014/main" id="{8113BA2E-092B-4BF2-8FB1-0AAC0955C2BB}"/>
              </a:ext>
            </a:extLst>
          </p:cNvPr>
          <p:cNvSpPr>
            <a:spLocks xmlns:a="http://schemas.openxmlformats.org/drawingml/2006/main" noGrp="1"/>
          </p:cNvSpPr>
          <p:nvPr>
            <p:ph type="pic" idx="13"/>
          </p:nvPr>
        </p:nvSpPr>
        <p:spPr>
          <a:xfrm xmlns:a="http://schemas.openxmlformats.org/drawingml/2006/main">
            <a:off x="4373564" y="1404939"/>
            <a:ext cx="3087687" cy="3738562"/>
          </a:xfrm>
          <a:prstGeom xmlns:a="http://schemas.openxmlformats.org/drawingml/2006/main" prst="rect">
            <a:avLst/>
          </a:prstGeom>
          <a:solidFill xmlns:a="http://schemas.openxmlformats.org/drawingml/2006/main">
            <a:schemeClr val="bg2">
              <a:lumMod val="90000"/>
            </a:schemeClr>
          </a:solidFill>
        </p:spPr>
        <p:txBody>
          <a:bodyPr xmlns:a="http://schemas.openxmlformats.org/drawingml/2006/main" tIns="548640"/>
          <a:lstStyle xmlns:a="http://schemas.openxmlformats.org/drawingml/2006/main">
            <a:lvl1pPr marL="0" indent="0" algn="ctr">
              <a:buNone/>
              <a:defRPr/>
            </a:lvl1pPr>
          </a:lstStyle>
          <a:p xmlns:a="http://schemas.openxmlformats.org/drawingml/2006/main">
            <a:r>
              <a:t>Click icon to add picture</a:t>
            </a:r>
          </a:p>
        </p:txBody>
      </p:sp>
      <p:sp>
        <p:nvSpPr>
          <p:cNvPr id="11" name="Text Placeholder 16">
            <a:extLst xmlns:a="http://schemas.openxmlformats.org/drawingml/2006/main">
              <a:ext uri="{FF2B5EF4-FFF2-40B4-BE49-F238E27FC236}">
                <a16:creationId xmlns:a16="http://schemas.microsoft.com/office/drawing/2014/main" id="{D8F21E1D-5F95-4EE3-B551-B64B1E8EA4BC}"/>
              </a:ext>
            </a:extLst>
          </p:cNvPr>
          <p:cNvSpPr>
            <a:spLocks xmlns:a="http://schemas.openxmlformats.org/drawingml/2006/main" noGrp="1"/>
          </p:cNvSpPr>
          <p:nvPr>
            <p:ph type="body" idx="14" hasCustomPrompt="1"/>
          </p:nvPr>
        </p:nvSpPr>
        <p:spPr>
          <a:xfrm xmlns:a="http://schemas.openxmlformats.org/drawingml/2006/main">
            <a:off x="495300" y="477933"/>
            <a:ext cx="2416810" cy="124906"/>
          </a:xfrm>
        </p:spPr>
        <p:txBody>
          <a:bodyPr xmlns:a="http://schemas.openxmlformats.org/drawingml/2006/main" wrap="square">
            <a:spAutoFit/>
          </a:bodyPr>
          <a:lstStyle xmlns:a="http://schemas.openxmlformats.org/drawingml/2006/main">
            <a:lvl1pPr marL="0" indent="0">
              <a:buNone/>
              <a:defRPr sz="800" cap="all" spc="110" baseline="0">
                <a:solidFill>
                  <a:schemeClr val="bg1"/>
                </a:solidFill>
              </a:defRPr>
            </a:lvl1pPr>
          </a:lstStyle>
          <a:p xmlns:a="http://schemas.openxmlformats.org/drawingml/2006/main">
            <a:pPr lvl="0">
              <a:buNone/>
            </a:pPr>
            <a:r>
              <a:t>CLICK TO EDIT MASTER TEXT</a:t>
            </a:r>
          </a:p>
        </p:txBody>
      </p:sp>
    </p:spTree>
  </p:cSld>
</p:sldLayout>
</file>

<file path=ppt/slideLayouts/slideLayout55.xml><?xml version="1.0" encoding="utf-8"?>
<p:sldLayout xmlns:p="http://schemas.openxmlformats.org/presentationml/2006/main" preserve="1">
  <p:cSld name="Quote">
    <p:spTree>
      <p:nvGrpSpPr>
        <p:cNvPr id="1" name=""/>
        <p:cNvGrpSpPr/>
        <p:nvPr/>
      </p:nvGrpSpPr>
      <p:grpSpPr>
        <a:xfrm xmlns:a="http://schemas.openxmlformats.org/drawingml/2006/main"/>
      </p:grpSpPr>
      <p:sp>
        <p:nvSpPr>
          <p:cNvPr id="15" name="Picture Placeholder 14">
            <a:extLst xmlns:a="http://schemas.openxmlformats.org/drawingml/2006/main">
              <a:ext uri="{FF2B5EF4-FFF2-40B4-BE49-F238E27FC236}">
                <a16:creationId xmlns:a16="http://schemas.microsoft.com/office/drawing/2014/main" id="{BB92FFCA-85D1-4CA5-A797-87F6F998E12D}"/>
              </a:ext>
            </a:extLst>
          </p:cNvPr>
          <p:cNvSpPr>
            <a:spLocks xmlns:a="http://schemas.openxmlformats.org/drawingml/2006/main" noGrp="1"/>
          </p:cNvSpPr>
          <p:nvPr>
            <p:ph type="pic" idx="13"/>
          </p:nvPr>
        </p:nvSpPr>
        <p:spPr>
          <a:xfrm xmlns:a="http://schemas.openxmlformats.org/drawingml/2006/main">
            <a:off x="0" y="1"/>
            <a:ext cx="9144000" cy="2497015"/>
          </a:xfrm>
          <a:prstGeom xmlns:a="http://schemas.openxmlformats.org/drawingml/2006/main" prst="rect">
            <a:avLst/>
          </a:prstGeom>
          <a:solidFill xmlns:a="http://schemas.openxmlformats.org/drawingml/2006/main">
            <a:schemeClr val="bg2">
              <a:lumMod val="90000"/>
            </a:schemeClr>
          </a:solidFill>
        </p:spPr>
        <p:txBody>
          <a:bodyPr xmlns:a="http://schemas.openxmlformats.org/drawingml/2006/main" lIns="274320" tIns="182880"/>
          <a:lstStyle xmlns:a="http://schemas.openxmlformats.org/drawingml/2006/main">
            <a:lvl1pPr marL="0" indent="0">
              <a:buNone/>
              <a:defRPr/>
            </a:lvl1pPr>
          </a:lstStyle>
          <a:p xmlns:a="http://schemas.openxmlformats.org/drawingml/2006/main">
            <a:r>
              <a:t>Click icon to add picture</a:t>
            </a:r>
          </a:p>
        </p:txBody>
      </p:sp>
      <p:sp>
        <p:nvSpPr>
          <p:cNvPr id="21" name="Text Placeholder 20">
            <a:extLst xmlns:a="http://schemas.openxmlformats.org/drawingml/2006/main">
              <a:ext uri="{FF2B5EF4-FFF2-40B4-BE49-F238E27FC236}">
                <a16:creationId xmlns:a16="http://schemas.microsoft.com/office/drawing/2014/main" id="{31E953C3-1002-4E09-BA10-86FC589FF3FC}"/>
              </a:ext>
            </a:extLst>
          </p:cNvPr>
          <p:cNvSpPr>
            <a:spLocks xmlns:a="http://schemas.openxmlformats.org/drawingml/2006/main" noGrp="1"/>
          </p:cNvSpPr>
          <p:nvPr>
            <p:ph type="body" idx="14"/>
          </p:nvPr>
        </p:nvSpPr>
        <p:spPr>
          <a:xfrm xmlns:a="http://schemas.openxmlformats.org/drawingml/2006/main">
            <a:off x="447675" y="427237"/>
            <a:ext cx="8247086" cy="4286250"/>
          </a:xfrm>
          <a:prstGeom xmlns:a="http://schemas.openxmlformats.org/drawingml/2006/main" prst="rect">
            <a:avLst/>
          </a:prstGeom>
          <a:solidFill xmlns:a="http://schemas.openxmlformats.org/drawingml/2006/main">
            <a:schemeClr val="bg2"/>
          </a:solidFill>
        </p:spPr>
        <p:txBody>
          <a:bodyPr xmlns:a="http://schemas.openxmlformats.org/drawingml/2006/main" lIns="1097280" tIns="1005840" rIns="1097280" bIns="457200"/>
          <a:lstStyle xmlns:a="http://schemas.openxmlformats.org/drawingml/2006/main">
            <a:lvl1pPr marL="0" indent="0" algn="ctr">
              <a:buNone/>
              <a:defRPr sz="2400">
                <a:solidFill>
                  <a:schemeClr val="tx2"/>
                </a:solidFill>
                <a:latin typeface="+mj-lt"/>
                <a:ea typeface="+mj-lt"/>
                <a:cs typeface="+mj-lt"/>
              </a:defRPr>
            </a:lvl1pPr>
          </a:lstStyle>
          <a:p xmlns:a="http://schemas.openxmlformats.org/drawingml/2006/main">
            <a:pPr lvl="0">
              <a:buNone/>
            </a:pPr>
            <a:r>
              <a:t>Click to edit Master text styles</a:t>
            </a:r>
          </a:p>
        </p:txBody>
      </p:sp>
      <p:sp>
        <p:nvSpPr>
          <p:cNvPr id="3" name="Content Placeholder 2">
            <a:extLst xmlns:a="http://schemas.openxmlformats.org/drawingml/2006/main">
              <a:ext uri="{FF2B5EF4-FFF2-40B4-BE49-F238E27FC236}">
                <a16:creationId xmlns:a16="http://schemas.microsoft.com/office/drawing/2014/main" id="{E35BAEE5-123C-415D-8D39-06410AB0C0B6}"/>
              </a:ext>
            </a:extLst>
          </p:cNvPr>
          <p:cNvSpPr>
            <a:spLocks xmlns:a="http://schemas.openxmlformats.org/drawingml/2006/main" noGrp="1"/>
          </p:cNvSpPr>
          <p:nvPr>
            <p:ph idx="1" hasCustomPrompt="1"/>
          </p:nvPr>
        </p:nvSpPr>
        <p:spPr>
          <a:xfrm xmlns:a="http://schemas.openxmlformats.org/drawingml/2006/main">
            <a:off x="731520" y="3305267"/>
            <a:ext cx="7918450" cy="633687"/>
          </a:xfrm>
        </p:spPr>
        <p:txBody>
          <a:bodyPr xmlns:a="http://schemas.openxmlformats.org/drawingml/2006/main"/>
          <a:lstStyle xmlns:a="http://schemas.openxmlformats.org/drawingml/2006/main">
            <a:lvl1pPr marL="0" indent="0" algn="ctr">
              <a:buNone/>
              <a:defRPr sz="900" cap="all" baseline="0">
                <a:solidFill>
                  <a:schemeClr val="tx1"/>
                </a:solidFill>
              </a:defRPr>
            </a:lvl1pPr>
          </a:lstStyle>
          <a:p xmlns:a="http://schemas.openxmlformats.org/drawingml/2006/main">
            <a:pPr lvl="0">
              <a:buNone/>
            </a:pPr>
            <a:r>
              <a:t>CLICK TO EDIT MASTER TEXT STYLES</a:t>
            </a:r>
          </a:p>
        </p:txBody>
      </p:sp>
      <p:sp>
        <p:nvSpPr>
          <p:cNvPr id="6" name="Slide Number Placeholder 5">
            <a:extLst xmlns:a="http://schemas.openxmlformats.org/drawingml/2006/main">
              <a:ext uri="{FF2B5EF4-FFF2-40B4-BE49-F238E27FC236}">
                <a16:creationId xmlns:a16="http://schemas.microsoft.com/office/drawing/2014/main" id="{BF8B19B1-AF7F-4034-8618-F500C456DD3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6A1DB-EA2D-4A7E-BF0D-8FECFA0D1CEB}" type="slidenum">
              <a:t>‹#›</a:t>
            </a:fld>
            <a:endParaRPr/>
          </a:p>
        </p:txBody>
      </p:sp>
      <p:sp>
        <p:nvSpPr>
          <p:cNvPr id="11" name="Straight Connector 10">
            <a:extLst xmlns:a="http://schemas.openxmlformats.org/drawingml/2006/main">
              <a:ext uri="{FF2B5EF4-FFF2-40B4-BE49-F238E27FC236}">
                <a16:creationId xmlns:a16="http://schemas.microsoft.com/office/drawing/2014/main" id="{99540483-9756-45C6-9829-97780BF5C2BE}"/>
              </a:ext>
            </a:extLst>
          </p:cNvPr>
          <p:cNvSpPr>
            <a:spLocks xmlns:a="http://schemas.openxmlformats.org/drawingml/2006/main" noGrp="1"/>
          </p:cNvSpPr>
          <p:nvPr/>
        </p:nvSpPr>
        <p:spPr>
          <a:xfrm xmlns:a="http://schemas.openxmlformats.org/drawingml/2006/main">
            <a:off x="4456674" y="2955534"/>
            <a:ext cx="313446" cy="0"/>
          </a:xfrm>
          <a:prstGeom xmlns:a="http://schemas.openxmlformats.org/drawingml/2006/main" prst="line">
            <a:avLst/>
          </a:prstGeom>
          <a:ln xmlns:a="http://schemas.openxmlformats.org/drawingml/2006/main" w="28575">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56.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1FF8A8D-EDC3-479B-8A30-CAF247A6EC1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9094AFA-E17C-4D60-9FA5-FDF3FF902F29}"/>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E4A19EAB-F50A-4E4D-AFD6-E76ECA1E8AC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6A1DB-EA2D-4A7E-BF0D-8FECFA0D1CEB}" type="slidenum">
              <a:t>‹#›</a:t>
            </a:fld>
            <a:endParaRPr/>
          </a:p>
        </p:txBody>
      </p:sp>
    </p:spTree>
  </p:cSld>
</p:sldLayout>
</file>

<file path=ppt/slideLayouts/slideLayout57.xml><?xml version="1.0" encoding="utf-8"?>
<p:sldLayout xmlns:p="http://schemas.openxmlformats.org/presentationml/2006/main" type="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D8738FB-4F85-4F4F-B33E-812017FA8A2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6E7E186-9FD4-46D4-A9D1-FE1E27C243C1}"/>
              </a:ext>
            </a:extLst>
          </p:cNvPr>
          <p:cNvSpPr>
            <a:spLocks xmlns:a="http://schemas.openxmlformats.org/drawingml/2006/main" noGrp="1"/>
          </p:cNvSpPr>
          <p:nvPr>
            <p:ph idx="1"/>
          </p:nvPr>
        </p:nvSpPr>
        <p:spPr>
          <a:xfrm xmlns:a="http://schemas.openxmlformats.org/drawingml/2006/main">
            <a:off x="495789" y="1817689"/>
            <a:ext cx="3607288" cy="2791589"/>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1A9CF99E-2B3D-4479-91F4-E595D70897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6A1DB-EA2D-4A7E-BF0D-8FECFA0D1CEB}" type="slidenum">
              <a:t>‹#›</a:t>
            </a:fld>
            <a:endParaRPr/>
          </a:p>
        </p:txBody>
      </p:sp>
      <p:sp>
        <p:nvSpPr>
          <p:cNvPr id="5" name="Content Placeholder 2">
            <a:extLst xmlns:a="http://schemas.openxmlformats.org/drawingml/2006/main">
              <a:ext uri="{FF2B5EF4-FFF2-40B4-BE49-F238E27FC236}">
                <a16:creationId xmlns:a16="http://schemas.microsoft.com/office/drawing/2014/main" id="{BA822995-1844-4B85-89FD-F70A7096EEBE}"/>
              </a:ext>
            </a:extLst>
          </p:cNvPr>
          <p:cNvSpPr>
            <a:spLocks xmlns:a="http://schemas.openxmlformats.org/drawingml/2006/main" noGrp="1"/>
          </p:cNvSpPr>
          <p:nvPr>
            <p:ph idx="13"/>
          </p:nvPr>
        </p:nvSpPr>
        <p:spPr>
          <a:xfrm xmlns:a="http://schemas.openxmlformats.org/drawingml/2006/main">
            <a:off x="4439256" y="1817689"/>
            <a:ext cx="3607288" cy="2791589"/>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58.xml><?xml version="1.0" encoding="utf-8"?>
<p:sldLayout xmlns:p="http://schemas.openxmlformats.org/presentationml/2006/main" type="obj" preserve="1">
  <p:cSld name="Three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157F3CF-53D1-410F-B921-25F6F041000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F54D7AB-0C94-439B-987D-13DD2E33B013}"/>
              </a:ext>
            </a:extLst>
          </p:cNvPr>
          <p:cNvSpPr>
            <a:spLocks xmlns:a="http://schemas.openxmlformats.org/drawingml/2006/main" noGrp="1"/>
          </p:cNvSpPr>
          <p:nvPr>
            <p:ph idx="1"/>
          </p:nvPr>
        </p:nvSpPr>
        <p:spPr>
          <a:xfrm xmlns:a="http://schemas.openxmlformats.org/drawingml/2006/main">
            <a:off x="495789" y="1817689"/>
            <a:ext cx="2359554" cy="2791589"/>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B950439A-8717-4CEB-A223-A335342486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6A1DB-EA2D-4A7E-BF0D-8FECFA0D1CEB}" type="slidenum">
              <a:t>‹#›</a:t>
            </a:fld>
            <a:endParaRPr/>
          </a:p>
        </p:txBody>
      </p:sp>
      <p:sp>
        <p:nvSpPr>
          <p:cNvPr id="5" name="Content Placeholder 2">
            <a:extLst xmlns:a="http://schemas.openxmlformats.org/drawingml/2006/main">
              <a:ext uri="{FF2B5EF4-FFF2-40B4-BE49-F238E27FC236}">
                <a16:creationId xmlns:a16="http://schemas.microsoft.com/office/drawing/2014/main" id="{BA822995-1844-4B85-89FD-F70A7096EEBE}"/>
              </a:ext>
            </a:extLst>
          </p:cNvPr>
          <p:cNvSpPr>
            <a:spLocks xmlns:a="http://schemas.openxmlformats.org/drawingml/2006/main" noGrp="1"/>
          </p:cNvSpPr>
          <p:nvPr>
            <p:ph idx="13"/>
          </p:nvPr>
        </p:nvSpPr>
        <p:spPr>
          <a:xfrm xmlns:a="http://schemas.openxmlformats.org/drawingml/2006/main">
            <a:off x="3274357" y="1817689"/>
            <a:ext cx="2359554" cy="2791589"/>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Content Placeholder 2">
            <a:extLst xmlns:a="http://schemas.openxmlformats.org/drawingml/2006/main">
              <a:ext uri="{FF2B5EF4-FFF2-40B4-BE49-F238E27FC236}">
                <a16:creationId xmlns:a16="http://schemas.microsoft.com/office/drawing/2014/main" id="{FE843150-ADE4-4964-8B5C-777665BC9CFE}"/>
              </a:ext>
            </a:extLst>
          </p:cNvPr>
          <p:cNvSpPr>
            <a:spLocks xmlns:a="http://schemas.openxmlformats.org/drawingml/2006/main" noGrp="1"/>
          </p:cNvSpPr>
          <p:nvPr>
            <p:ph idx="14"/>
          </p:nvPr>
        </p:nvSpPr>
        <p:spPr>
          <a:xfrm xmlns:a="http://schemas.openxmlformats.org/drawingml/2006/main">
            <a:off x="6052925" y="1817689"/>
            <a:ext cx="2359554" cy="2791589"/>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59.xml><?xml version="1.0" encoding="utf-8"?>
<p:sldLayout xmlns:p="http://schemas.openxmlformats.org/presentationml/2006/main" preserve="1">
  <p:cSld name="Four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7A54CEC-92CF-48DC-A829-2A833DF181C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64409AC-AAD2-4051-96F6-F3FD3C70AE5E}"/>
              </a:ext>
            </a:extLst>
          </p:cNvPr>
          <p:cNvSpPr>
            <a:spLocks xmlns:a="http://schemas.openxmlformats.org/drawingml/2006/main" noGrp="1"/>
          </p:cNvSpPr>
          <p:nvPr>
            <p:ph idx="1"/>
          </p:nvPr>
        </p:nvSpPr>
        <p:spPr>
          <a:xfrm xmlns:a="http://schemas.openxmlformats.org/drawingml/2006/main">
            <a:off x="495790" y="1817689"/>
            <a:ext cx="1764332" cy="2791589"/>
          </a:xfrm>
        </p:spPr>
        <p:txBody>
          <a:bodyPr xmlns:a="http://schemas.openxmlformats.org/drawingml/2006/main"/>
          <a:lstStyle xmlns:a="http://schemas.openxmlformats.org/drawingml/2006/main">
            <a:lvl1pPr marL="173034" indent="-173034">
              <a:buNone/>
              <a:defRPr sz="1300"/>
            </a:lvl1pPr>
            <a:lvl2pPr marL="344480" indent="-171446">
              <a:buNone/>
              <a:defRPr sz="1200"/>
            </a:lvl2pPr>
            <a:lvl3pPr marL="517512" indent="-173034">
              <a:buNone/>
              <a:defRPr/>
            </a:lvl3pPr>
            <a:lvl4pPr marL="690546" indent="-173034">
              <a:buNone/>
              <a:defRPr sz="1000"/>
            </a:lvl4pPr>
            <a:lvl5pPr marL="854054" indent="-163509">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p:txBody>
      </p:sp>
      <p:sp>
        <p:nvSpPr>
          <p:cNvPr id="6" name="Slide Number Placeholder 5">
            <a:extLst xmlns:a="http://schemas.openxmlformats.org/drawingml/2006/main">
              <a:ext uri="{FF2B5EF4-FFF2-40B4-BE49-F238E27FC236}">
                <a16:creationId xmlns:a16="http://schemas.microsoft.com/office/drawing/2014/main" id="{6A6F5AED-804F-4640-909B-F158D4DE5BB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6A1DB-EA2D-4A7E-BF0D-8FECFA0D1CEB}" type="slidenum">
              <a:t>‹#›</a:t>
            </a:fld>
            <a:endParaRPr/>
          </a:p>
        </p:txBody>
      </p:sp>
      <p:sp>
        <p:nvSpPr>
          <p:cNvPr id="12" name="Content Placeholder 2">
            <a:extLst xmlns:a="http://schemas.openxmlformats.org/drawingml/2006/main">
              <a:ext uri="{FF2B5EF4-FFF2-40B4-BE49-F238E27FC236}">
                <a16:creationId xmlns:a16="http://schemas.microsoft.com/office/drawing/2014/main" id="{5F7BB18F-7847-4709-B159-588F3CA5D57D}"/>
              </a:ext>
            </a:extLst>
          </p:cNvPr>
          <p:cNvSpPr>
            <a:spLocks xmlns:a="http://schemas.openxmlformats.org/drawingml/2006/main" noGrp="1"/>
          </p:cNvSpPr>
          <p:nvPr>
            <p:ph idx="13"/>
          </p:nvPr>
        </p:nvSpPr>
        <p:spPr>
          <a:xfrm xmlns:a="http://schemas.openxmlformats.org/drawingml/2006/main">
            <a:off x="2546577" y="1817689"/>
            <a:ext cx="1764332" cy="2791589"/>
          </a:xfrm>
        </p:spPr>
        <p:txBody>
          <a:bodyPr xmlns:a="http://schemas.openxmlformats.org/drawingml/2006/main"/>
          <a:lstStyle xmlns:a="http://schemas.openxmlformats.org/drawingml/2006/main">
            <a:lvl1pPr marL="173034" indent="-173034">
              <a:buNone/>
              <a:defRPr sz="1300"/>
            </a:lvl1pPr>
            <a:lvl2pPr marL="344480" indent="-171446">
              <a:buNone/>
              <a:defRPr sz="1200"/>
            </a:lvl2pPr>
            <a:lvl3pPr marL="517512" indent="-173034">
              <a:buNone/>
              <a:defRPr/>
            </a:lvl3pPr>
            <a:lvl4pPr marL="690546" indent="-173034">
              <a:buNone/>
              <a:defRPr sz="1000"/>
            </a:lvl4pPr>
            <a:lvl5pPr marL="854054" indent="-163509">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p:txBody>
      </p:sp>
      <p:sp>
        <p:nvSpPr>
          <p:cNvPr id="13" name="Content Placeholder 2">
            <a:extLst xmlns:a="http://schemas.openxmlformats.org/drawingml/2006/main">
              <a:ext uri="{FF2B5EF4-FFF2-40B4-BE49-F238E27FC236}">
                <a16:creationId xmlns:a16="http://schemas.microsoft.com/office/drawing/2014/main" id="{D974D9DD-910B-4846-A2BB-F0F43AEC4720}"/>
              </a:ext>
            </a:extLst>
          </p:cNvPr>
          <p:cNvSpPr>
            <a:spLocks xmlns:a="http://schemas.openxmlformats.org/drawingml/2006/main" noGrp="1"/>
          </p:cNvSpPr>
          <p:nvPr>
            <p:ph idx="14"/>
          </p:nvPr>
        </p:nvSpPr>
        <p:spPr>
          <a:xfrm xmlns:a="http://schemas.openxmlformats.org/drawingml/2006/main">
            <a:off x="4597363" y="1817689"/>
            <a:ext cx="1764332" cy="2791589"/>
          </a:xfrm>
        </p:spPr>
        <p:txBody>
          <a:bodyPr xmlns:a="http://schemas.openxmlformats.org/drawingml/2006/main"/>
          <a:lstStyle xmlns:a="http://schemas.openxmlformats.org/drawingml/2006/main">
            <a:lvl1pPr marL="173034" indent="-173034">
              <a:buNone/>
              <a:defRPr sz="1300"/>
            </a:lvl1pPr>
            <a:lvl2pPr marL="344480" indent="-171446">
              <a:buNone/>
              <a:defRPr sz="1200"/>
            </a:lvl2pPr>
            <a:lvl3pPr marL="517512" indent="-173034">
              <a:buNone/>
              <a:defRPr/>
            </a:lvl3pPr>
            <a:lvl4pPr marL="690546" indent="-173034">
              <a:buNone/>
              <a:defRPr sz="1000"/>
            </a:lvl4pPr>
            <a:lvl5pPr marL="854054" indent="-163509">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p:txBody>
      </p:sp>
      <p:sp>
        <p:nvSpPr>
          <p:cNvPr id="14" name="Content Placeholder 2">
            <a:extLst xmlns:a="http://schemas.openxmlformats.org/drawingml/2006/main">
              <a:ext uri="{FF2B5EF4-FFF2-40B4-BE49-F238E27FC236}">
                <a16:creationId xmlns:a16="http://schemas.microsoft.com/office/drawing/2014/main" id="{0D08DDAC-45DA-407C-952A-1A0B402D35DE}"/>
              </a:ext>
            </a:extLst>
          </p:cNvPr>
          <p:cNvSpPr>
            <a:spLocks xmlns:a="http://schemas.openxmlformats.org/drawingml/2006/main" noGrp="1"/>
          </p:cNvSpPr>
          <p:nvPr>
            <p:ph idx="15"/>
          </p:nvPr>
        </p:nvSpPr>
        <p:spPr>
          <a:xfrm xmlns:a="http://schemas.openxmlformats.org/drawingml/2006/main">
            <a:off x="6648148" y="1817689"/>
            <a:ext cx="1764332" cy="2791589"/>
          </a:xfrm>
        </p:spPr>
        <p:txBody>
          <a:bodyPr xmlns:a="http://schemas.openxmlformats.org/drawingml/2006/main"/>
          <a:lstStyle xmlns:a="http://schemas.openxmlformats.org/drawingml/2006/main">
            <a:lvl1pPr marL="173034" indent="-173034">
              <a:buNone/>
              <a:defRPr sz="1300"/>
            </a:lvl1pPr>
            <a:lvl2pPr marL="344480" indent="-171446">
              <a:buNone/>
              <a:defRPr sz="1200"/>
            </a:lvl2pPr>
            <a:lvl3pPr marL="517512" indent="-173034">
              <a:buNone/>
              <a:defRPr/>
            </a:lvl3pPr>
            <a:lvl4pPr marL="690546" indent="-173034">
              <a:buNone/>
              <a:defRPr sz="1000"/>
            </a:lvl4pPr>
            <a:lvl5pPr marL="854054" indent="-163509">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p:txBody>
      </p:sp>
    </p:spTree>
  </p:cSld>
</p:sldLayout>
</file>

<file path=ppt/slideLayouts/slideLayout60.xml><?xml version="1.0" encoding="utf-8"?>
<p:sldLayout xmlns:p="http://schemas.openxmlformats.org/presentationml/2006/main" preserve="1">
  <p:cSld name="Five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D37905-5971-4ACD-8180-D07E46AAB47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1A958796-664F-4D3D-8D9E-AB6A15725096}"/>
              </a:ext>
            </a:extLst>
          </p:cNvPr>
          <p:cNvSpPr>
            <a:spLocks xmlns:a="http://schemas.openxmlformats.org/drawingml/2006/main" noGrp="1"/>
          </p:cNvSpPr>
          <p:nvPr>
            <p:ph idx="1"/>
          </p:nvPr>
        </p:nvSpPr>
        <p:spPr>
          <a:xfrm xmlns:a="http://schemas.openxmlformats.org/drawingml/2006/main">
            <a:off x="495791" y="1817689"/>
            <a:ext cx="1445153" cy="2791589"/>
          </a:xfrm>
        </p:spPr>
        <p:txBody>
          <a:bodyPr xmlns:a="http://schemas.openxmlformats.org/drawingml/2006/main"/>
          <a:lstStyle xmlns:a="http://schemas.openxmlformats.org/drawingml/2006/main">
            <a:lvl1pPr marL="112710" indent="-112710">
              <a:buNone/>
              <a:defRPr sz="1100"/>
            </a:lvl1pPr>
            <a:lvl2pPr marL="233357" indent="-120647">
              <a:buNone/>
              <a:defRPr sz="1000"/>
            </a:lvl2pPr>
            <a:lvl3pPr marL="344480" indent="-111122">
              <a:buNone/>
              <a:defRPr sz="900"/>
            </a:lvl3pPr>
            <a:lvl4pPr marL="457189" indent="-112710">
              <a:buNone/>
              <a:defRPr sz="800"/>
            </a:lvl4pPr>
            <a:lvl5pPr marL="854054" indent="-163509">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p:txBody>
      </p:sp>
      <p:sp>
        <p:nvSpPr>
          <p:cNvPr id="6" name="Slide Number Placeholder 5">
            <a:extLst xmlns:a="http://schemas.openxmlformats.org/drawingml/2006/main">
              <a:ext uri="{FF2B5EF4-FFF2-40B4-BE49-F238E27FC236}">
                <a16:creationId xmlns:a16="http://schemas.microsoft.com/office/drawing/2014/main" id="{A613081F-9DA3-4E28-9EE6-8618755AD1B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6A1DB-EA2D-4A7E-BF0D-8FECFA0D1CEB}" type="slidenum">
              <a:t>‹#›</a:t>
            </a:fld>
            <a:endParaRPr/>
          </a:p>
        </p:txBody>
      </p:sp>
      <p:sp>
        <p:nvSpPr>
          <p:cNvPr id="19" name="Content Placeholder 2">
            <a:extLst xmlns:a="http://schemas.openxmlformats.org/drawingml/2006/main">
              <a:ext uri="{FF2B5EF4-FFF2-40B4-BE49-F238E27FC236}">
                <a16:creationId xmlns:a16="http://schemas.microsoft.com/office/drawing/2014/main" id="{4EB108D6-7313-4C37-8D4F-6A49FA0933B4}"/>
              </a:ext>
            </a:extLst>
          </p:cNvPr>
          <p:cNvSpPr>
            <a:spLocks xmlns:a="http://schemas.openxmlformats.org/drawingml/2006/main" noGrp="1"/>
          </p:cNvSpPr>
          <p:nvPr>
            <p:ph idx="13"/>
          </p:nvPr>
        </p:nvSpPr>
        <p:spPr>
          <a:xfrm xmlns:a="http://schemas.openxmlformats.org/drawingml/2006/main">
            <a:off x="2113244" y="1817689"/>
            <a:ext cx="1445153" cy="2791589"/>
          </a:xfrm>
        </p:spPr>
        <p:txBody>
          <a:bodyPr xmlns:a="http://schemas.openxmlformats.org/drawingml/2006/main"/>
          <a:lstStyle xmlns:a="http://schemas.openxmlformats.org/drawingml/2006/main">
            <a:lvl1pPr marL="112710" indent="-112710">
              <a:buNone/>
              <a:defRPr sz="1100"/>
            </a:lvl1pPr>
            <a:lvl2pPr marL="233357" indent="-120647">
              <a:buNone/>
              <a:defRPr sz="1000"/>
            </a:lvl2pPr>
            <a:lvl3pPr marL="344480" indent="-111122">
              <a:buNone/>
              <a:defRPr sz="900"/>
            </a:lvl3pPr>
            <a:lvl4pPr marL="457189" indent="-112710">
              <a:buNone/>
              <a:defRPr sz="800"/>
            </a:lvl4pPr>
            <a:lvl5pPr marL="854054" indent="-163509">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p:txBody>
      </p:sp>
      <p:sp>
        <p:nvSpPr>
          <p:cNvPr id="20" name="Content Placeholder 2">
            <a:extLst xmlns:a="http://schemas.openxmlformats.org/drawingml/2006/main">
              <a:ext uri="{FF2B5EF4-FFF2-40B4-BE49-F238E27FC236}">
                <a16:creationId xmlns:a16="http://schemas.microsoft.com/office/drawing/2014/main" id="{0B17ECF6-30D7-4B4B-B670-FEB84C8130C1}"/>
              </a:ext>
            </a:extLst>
          </p:cNvPr>
          <p:cNvSpPr>
            <a:spLocks xmlns:a="http://schemas.openxmlformats.org/drawingml/2006/main" noGrp="1"/>
          </p:cNvSpPr>
          <p:nvPr>
            <p:ph idx="14"/>
          </p:nvPr>
        </p:nvSpPr>
        <p:spPr>
          <a:xfrm xmlns:a="http://schemas.openxmlformats.org/drawingml/2006/main">
            <a:off x="3730697" y="1817689"/>
            <a:ext cx="1445153" cy="2791589"/>
          </a:xfrm>
        </p:spPr>
        <p:txBody>
          <a:bodyPr xmlns:a="http://schemas.openxmlformats.org/drawingml/2006/main"/>
          <a:lstStyle xmlns:a="http://schemas.openxmlformats.org/drawingml/2006/main">
            <a:lvl1pPr marL="112710" indent="-112710">
              <a:buNone/>
              <a:defRPr sz="1100"/>
            </a:lvl1pPr>
            <a:lvl2pPr marL="233357" indent="-120647">
              <a:buNone/>
              <a:defRPr sz="1000"/>
            </a:lvl2pPr>
            <a:lvl3pPr marL="344480" indent="-111122">
              <a:buNone/>
              <a:defRPr sz="900"/>
            </a:lvl3pPr>
            <a:lvl4pPr marL="457189" indent="-112710">
              <a:buNone/>
              <a:defRPr sz="800"/>
            </a:lvl4pPr>
            <a:lvl5pPr marL="854054" indent="-163509">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p:txBody>
      </p:sp>
      <p:sp>
        <p:nvSpPr>
          <p:cNvPr id="21" name="Content Placeholder 2">
            <a:extLst xmlns:a="http://schemas.openxmlformats.org/drawingml/2006/main">
              <a:ext uri="{FF2B5EF4-FFF2-40B4-BE49-F238E27FC236}">
                <a16:creationId xmlns:a16="http://schemas.microsoft.com/office/drawing/2014/main" id="{78E053DB-CB79-4834-9B82-A2B4B03B099F}"/>
              </a:ext>
            </a:extLst>
          </p:cNvPr>
          <p:cNvSpPr>
            <a:spLocks xmlns:a="http://schemas.openxmlformats.org/drawingml/2006/main" noGrp="1"/>
          </p:cNvSpPr>
          <p:nvPr>
            <p:ph idx="15"/>
          </p:nvPr>
        </p:nvSpPr>
        <p:spPr>
          <a:xfrm xmlns:a="http://schemas.openxmlformats.org/drawingml/2006/main">
            <a:off x="5348150" y="1817689"/>
            <a:ext cx="1445153" cy="2791589"/>
          </a:xfrm>
        </p:spPr>
        <p:txBody>
          <a:bodyPr xmlns:a="http://schemas.openxmlformats.org/drawingml/2006/main"/>
          <a:lstStyle xmlns:a="http://schemas.openxmlformats.org/drawingml/2006/main">
            <a:lvl1pPr marL="112710" indent="-112710">
              <a:buNone/>
              <a:defRPr sz="1100"/>
            </a:lvl1pPr>
            <a:lvl2pPr marL="233357" indent="-120647">
              <a:buNone/>
              <a:defRPr sz="1000"/>
            </a:lvl2pPr>
            <a:lvl3pPr marL="344480" indent="-111122">
              <a:buNone/>
              <a:defRPr sz="900"/>
            </a:lvl3pPr>
            <a:lvl4pPr marL="457189" indent="-112710">
              <a:buNone/>
              <a:defRPr sz="800"/>
            </a:lvl4pPr>
            <a:lvl5pPr marL="854054" indent="-163509">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p:txBody>
      </p:sp>
      <p:sp>
        <p:nvSpPr>
          <p:cNvPr id="22" name="Content Placeholder 2">
            <a:extLst xmlns:a="http://schemas.openxmlformats.org/drawingml/2006/main">
              <a:ext uri="{FF2B5EF4-FFF2-40B4-BE49-F238E27FC236}">
                <a16:creationId xmlns:a16="http://schemas.microsoft.com/office/drawing/2014/main" id="{042BD6AF-288E-4274-8225-4F8B273CA565}"/>
              </a:ext>
            </a:extLst>
          </p:cNvPr>
          <p:cNvSpPr>
            <a:spLocks xmlns:a="http://schemas.openxmlformats.org/drawingml/2006/main" noGrp="1"/>
          </p:cNvSpPr>
          <p:nvPr>
            <p:ph idx="16"/>
          </p:nvPr>
        </p:nvSpPr>
        <p:spPr>
          <a:xfrm xmlns:a="http://schemas.openxmlformats.org/drawingml/2006/main">
            <a:off x="6965601" y="1817689"/>
            <a:ext cx="1445153" cy="2791589"/>
          </a:xfrm>
        </p:spPr>
        <p:txBody>
          <a:bodyPr xmlns:a="http://schemas.openxmlformats.org/drawingml/2006/main"/>
          <a:lstStyle xmlns:a="http://schemas.openxmlformats.org/drawingml/2006/main">
            <a:lvl1pPr marL="112710" indent="-112710">
              <a:buNone/>
              <a:defRPr sz="1100"/>
            </a:lvl1pPr>
            <a:lvl2pPr marL="233357" indent="-120647">
              <a:buNone/>
              <a:defRPr sz="1000"/>
            </a:lvl2pPr>
            <a:lvl3pPr marL="344480" indent="-111122">
              <a:buNone/>
              <a:defRPr sz="900"/>
            </a:lvl3pPr>
            <a:lvl4pPr marL="457189" indent="-112710">
              <a:buNone/>
              <a:defRPr sz="800"/>
            </a:lvl4pPr>
            <a:lvl5pPr marL="854054" indent="-163509">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p:txBody>
      </p:sp>
    </p:spTree>
  </p:cSld>
</p:sldLayout>
</file>

<file path=ppt/slideLayouts/slideLayout61.xml><?xml version="1.0" encoding="utf-8"?>
<p:sldLayout xmlns:p="http://schemas.openxmlformats.org/presentationml/2006/main" type="obj" preserve="1">
  <p:cSld name="Title and Content_Heavy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9A3755B-D139-4B7D-AA01-F25C3EC5FD3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7CF74DF-98B2-4F9A-A30D-D4988A8216DF}"/>
              </a:ext>
            </a:extLst>
          </p:cNvPr>
          <p:cNvSpPr>
            <a:spLocks xmlns:a="http://schemas.openxmlformats.org/drawingml/2006/main" noGrp="1"/>
          </p:cNvSpPr>
          <p:nvPr>
            <p:ph idx="1"/>
          </p:nvPr>
        </p:nvSpPr>
        <p:spPr>
          <a:xfrm xmlns:a="http://schemas.openxmlformats.org/drawingml/2006/main">
            <a:off x="495301" y="1695451"/>
            <a:ext cx="7201862" cy="2913827"/>
          </a:xfrm>
        </p:spPr>
        <p:txBody>
          <a:bodyPr xmlns:a="http://schemas.openxmlformats.org/drawingml/2006/main"/>
          <a:lstStyle xmlns:a="http://schemas.openxmlformats.org/drawingml/2006/main">
            <a:lvl1pPr marL="173034" indent="-173034">
              <a:lnSpc>
                <a:spcPct val="100000"/>
              </a:lnSpc>
              <a:spcBef>
                <a:spcPts val="6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E6AACC61-BE3D-4F28-8454-60427229CC7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6A1DB-EA2D-4A7E-BF0D-8FECFA0D1CEB}" type="slidenum">
              <a:t>‹#›</a:t>
            </a:fld>
            <a:endParaRPr/>
          </a:p>
        </p:txBody>
      </p:sp>
    </p:spTree>
  </p:cSld>
</p:sldLayout>
</file>

<file path=ppt/slideLayouts/slideLayout62.xml><?xml version="1.0" encoding="utf-8"?>
<p:sldLayout xmlns:p="http://schemas.openxmlformats.org/presentationml/2006/main" type="obj" preserve="1">
  <p:cSld name="Two Content_Heavy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DE465F0-7FEC-4660-A9A5-369C5D5DBF1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ADF7EAF-01A2-47B7-80A2-6E8958FF0295}"/>
              </a:ext>
            </a:extLst>
          </p:cNvPr>
          <p:cNvSpPr>
            <a:spLocks xmlns:a="http://schemas.openxmlformats.org/drawingml/2006/main" noGrp="1"/>
          </p:cNvSpPr>
          <p:nvPr>
            <p:ph idx="1"/>
          </p:nvPr>
        </p:nvSpPr>
        <p:spPr>
          <a:xfrm xmlns:a="http://schemas.openxmlformats.org/drawingml/2006/main">
            <a:off x="495300" y="1695451"/>
            <a:ext cx="3611880" cy="2913827"/>
          </a:xfrm>
        </p:spPr>
        <p:txBody>
          <a:bodyPr xmlns:a="http://schemas.openxmlformats.org/drawingml/2006/main"/>
          <a:lstStyle xmlns:a="http://schemas.openxmlformats.org/drawingml/2006/main">
            <a:lvl1pPr marL="173034" indent="-173034">
              <a:lnSpc>
                <a:spcPct val="100000"/>
              </a:lnSpc>
              <a:spcBef>
                <a:spcPts val="6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87776925-CFB3-4DC8-A335-091619D8ABC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6A1DB-EA2D-4A7E-BF0D-8FECFA0D1CEB}" type="slidenum">
              <a:t>‹#›</a:t>
            </a:fld>
            <a:endParaRPr/>
          </a:p>
        </p:txBody>
      </p:sp>
      <p:sp>
        <p:nvSpPr>
          <p:cNvPr id="5" name="Content Placeholder 2">
            <a:extLst xmlns:a="http://schemas.openxmlformats.org/drawingml/2006/main">
              <a:ext uri="{FF2B5EF4-FFF2-40B4-BE49-F238E27FC236}">
                <a16:creationId xmlns:a16="http://schemas.microsoft.com/office/drawing/2014/main" id="{07CECDB5-813F-44A7-A308-C2E59BAB2159}"/>
              </a:ext>
            </a:extLst>
          </p:cNvPr>
          <p:cNvSpPr>
            <a:spLocks xmlns:a="http://schemas.openxmlformats.org/drawingml/2006/main" noGrp="1"/>
          </p:cNvSpPr>
          <p:nvPr>
            <p:ph idx="13"/>
          </p:nvPr>
        </p:nvSpPr>
        <p:spPr>
          <a:xfrm xmlns:a="http://schemas.openxmlformats.org/drawingml/2006/main">
            <a:off x="4428564" y="1695451"/>
            <a:ext cx="3611880" cy="2913827"/>
          </a:xfrm>
        </p:spPr>
        <p:txBody>
          <a:bodyPr xmlns:a="http://schemas.openxmlformats.org/drawingml/2006/main"/>
          <a:lstStyle xmlns:a="http://schemas.openxmlformats.org/drawingml/2006/main">
            <a:lvl1pPr marL="173034" indent="-173034">
              <a:lnSpc>
                <a:spcPct val="100000"/>
              </a:lnSpc>
              <a:spcBef>
                <a:spcPts val="6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63.xml><?xml version="1.0" encoding="utf-8"?>
<p:sldLayout xmlns:p="http://schemas.openxmlformats.org/presentationml/2006/main" type="obj" preserve="1">
  <p:cSld name="Three Content_Heavy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17D32F4-AEA5-4150-818F-F2C7B330776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1EE37AB-DC77-4D26-B9FB-C64AEF17EBFC}"/>
              </a:ext>
            </a:extLst>
          </p:cNvPr>
          <p:cNvSpPr>
            <a:spLocks xmlns:a="http://schemas.openxmlformats.org/drawingml/2006/main" noGrp="1"/>
          </p:cNvSpPr>
          <p:nvPr>
            <p:ph idx="1"/>
          </p:nvPr>
        </p:nvSpPr>
        <p:spPr>
          <a:xfrm xmlns:a="http://schemas.openxmlformats.org/drawingml/2006/main">
            <a:off x="495300" y="1695451"/>
            <a:ext cx="2359152" cy="2913827"/>
          </a:xfrm>
        </p:spPr>
        <p:txBody>
          <a:bodyPr xmlns:a="http://schemas.openxmlformats.org/drawingml/2006/main"/>
          <a:lstStyle xmlns:a="http://schemas.openxmlformats.org/drawingml/2006/main">
            <a:lvl1pPr marL="173034" indent="-173034">
              <a:lnSpc>
                <a:spcPct val="100000"/>
              </a:lnSpc>
              <a:spcBef>
                <a:spcPts val="6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7619728C-7202-4498-A561-A22D0C415F5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6A1DB-EA2D-4A7E-BF0D-8FECFA0D1CEB}" type="slidenum">
              <a:t>‹#›</a:t>
            </a:fld>
            <a:endParaRPr/>
          </a:p>
        </p:txBody>
      </p:sp>
      <p:sp>
        <p:nvSpPr>
          <p:cNvPr id="5" name="Content Placeholder 2">
            <a:extLst xmlns:a="http://schemas.openxmlformats.org/drawingml/2006/main">
              <a:ext uri="{FF2B5EF4-FFF2-40B4-BE49-F238E27FC236}">
                <a16:creationId xmlns:a16="http://schemas.microsoft.com/office/drawing/2014/main" id="{07CECDB5-813F-44A7-A308-C2E59BAB2159}"/>
              </a:ext>
            </a:extLst>
          </p:cNvPr>
          <p:cNvSpPr>
            <a:spLocks xmlns:a="http://schemas.openxmlformats.org/drawingml/2006/main" noGrp="1"/>
          </p:cNvSpPr>
          <p:nvPr>
            <p:ph idx="13"/>
          </p:nvPr>
        </p:nvSpPr>
        <p:spPr>
          <a:xfrm xmlns:a="http://schemas.openxmlformats.org/drawingml/2006/main">
            <a:off x="3274314" y="1695451"/>
            <a:ext cx="2359152" cy="2913827"/>
          </a:xfrm>
        </p:spPr>
        <p:txBody>
          <a:bodyPr xmlns:a="http://schemas.openxmlformats.org/drawingml/2006/main"/>
          <a:lstStyle xmlns:a="http://schemas.openxmlformats.org/drawingml/2006/main">
            <a:lvl1pPr marL="173034" indent="-173034">
              <a:lnSpc>
                <a:spcPct val="100000"/>
              </a:lnSpc>
              <a:spcBef>
                <a:spcPts val="6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Content Placeholder 2">
            <a:extLst xmlns:a="http://schemas.openxmlformats.org/drawingml/2006/main">
              <a:ext uri="{FF2B5EF4-FFF2-40B4-BE49-F238E27FC236}">
                <a16:creationId xmlns:a16="http://schemas.microsoft.com/office/drawing/2014/main" id="{5596E2F6-FF82-441A-919C-438C1BEE4F3E}"/>
              </a:ext>
            </a:extLst>
          </p:cNvPr>
          <p:cNvSpPr>
            <a:spLocks xmlns:a="http://schemas.openxmlformats.org/drawingml/2006/main" noGrp="1"/>
          </p:cNvSpPr>
          <p:nvPr>
            <p:ph idx="14"/>
          </p:nvPr>
        </p:nvSpPr>
        <p:spPr>
          <a:xfrm xmlns:a="http://schemas.openxmlformats.org/drawingml/2006/main">
            <a:off x="6053327" y="1695451"/>
            <a:ext cx="2359152" cy="2913827"/>
          </a:xfrm>
        </p:spPr>
        <p:txBody>
          <a:bodyPr xmlns:a="http://schemas.openxmlformats.org/drawingml/2006/main"/>
          <a:lstStyle xmlns:a="http://schemas.openxmlformats.org/drawingml/2006/main">
            <a:lvl1pPr marL="173034" indent="-173034">
              <a:lnSpc>
                <a:spcPct val="100000"/>
              </a:lnSpc>
              <a:spcBef>
                <a:spcPts val="6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64.xml><?xml version="1.0" encoding="utf-8"?>
<p:sldLayout xmlns:p="http://schemas.openxmlformats.org/presentationml/2006/main" type="obj" preserve="1">
  <p:cSld name="Four Content_Heavy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AE94625-760F-4B55-9ABF-34B72027AE0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67EDB8D1-52DA-4E8A-B6AB-0144BBA016C9}"/>
              </a:ext>
            </a:extLst>
          </p:cNvPr>
          <p:cNvSpPr>
            <a:spLocks xmlns:a="http://schemas.openxmlformats.org/drawingml/2006/main" noGrp="1"/>
          </p:cNvSpPr>
          <p:nvPr>
            <p:ph idx="1"/>
          </p:nvPr>
        </p:nvSpPr>
        <p:spPr>
          <a:xfrm xmlns:a="http://schemas.openxmlformats.org/drawingml/2006/main">
            <a:off x="495300" y="1695451"/>
            <a:ext cx="1764792" cy="2913827"/>
          </a:xfrm>
        </p:spPr>
        <p:txBody>
          <a:bodyPr xmlns:a="http://schemas.openxmlformats.org/drawingml/2006/main"/>
          <a:lstStyle xmlns:a="http://schemas.openxmlformats.org/drawingml/2006/main">
            <a:lvl1pPr marL="173034" indent="-173034">
              <a:lnSpc>
                <a:spcPct val="100000"/>
              </a:lnSpc>
              <a:spcBef>
                <a:spcPts val="6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4F32328C-4E8A-457C-995E-504095231D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6A1DB-EA2D-4A7E-BF0D-8FECFA0D1CEB}" type="slidenum">
              <a:t>‹#›</a:t>
            </a:fld>
            <a:endParaRPr/>
          </a:p>
        </p:txBody>
      </p:sp>
      <p:sp>
        <p:nvSpPr>
          <p:cNvPr id="5" name="Content Placeholder 2">
            <a:extLst xmlns:a="http://schemas.openxmlformats.org/drawingml/2006/main">
              <a:ext uri="{FF2B5EF4-FFF2-40B4-BE49-F238E27FC236}">
                <a16:creationId xmlns:a16="http://schemas.microsoft.com/office/drawing/2014/main" id="{07CECDB5-813F-44A7-A308-C2E59BAB2159}"/>
              </a:ext>
            </a:extLst>
          </p:cNvPr>
          <p:cNvSpPr>
            <a:spLocks xmlns:a="http://schemas.openxmlformats.org/drawingml/2006/main" noGrp="1"/>
          </p:cNvSpPr>
          <p:nvPr>
            <p:ph idx="13"/>
          </p:nvPr>
        </p:nvSpPr>
        <p:spPr>
          <a:xfrm xmlns:a="http://schemas.openxmlformats.org/drawingml/2006/main">
            <a:off x="2546096" y="1695451"/>
            <a:ext cx="1764792" cy="2913827"/>
          </a:xfrm>
        </p:spPr>
        <p:txBody>
          <a:bodyPr xmlns:a="http://schemas.openxmlformats.org/drawingml/2006/main"/>
          <a:lstStyle xmlns:a="http://schemas.openxmlformats.org/drawingml/2006/main">
            <a:lvl1pPr marL="173034" indent="-173034">
              <a:lnSpc>
                <a:spcPct val="100000"/>
              </a:lnSpc>
              <a:spcBef>
                <a:spcPts val="6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Content Placeholder 2">
            <a:extLst xmlns:a="http://schemas.openxmlformats.org/drawingml/2006/main">
              <a:ext uri="{FF2B5EF4-FFF2-40B4-BE49-F238E27FC236}">
                <a16:creationId xmlns:a16="http://schemas.microsoft.com/office/drawing/2014/main" id="{5596E2F6-FF82-441A-919C-438C1BEE4F3E}"/>
              </a:ext>
            </a:extLst>
          </p:cNvPr>
          <p:cNvSpPr>
            <a:spLocks xmlns:a="http://schemas.openxmlformats.org/drawingml/2006/main" noGrp="1"/>
          </p:cNvSpPr>
          <p:nvPr>
            <p:ph idx="14"/>
          </p:nvPr>
        </p:nvSpPr>
        <p:spPr>
          <a:xfrm xmlns:a="http://schemas.openxmlformats.org/drawingml/2006/main">
            <a:off x="4596892" y="1695451"/>
            <a:ext cx="1764792" cy="2913827"/>
          </a:xfrm>
        </p:spPr>
        <p:txBody>
          <a:bodyPr xmlns:a="http://schemas.openxmlformats.org/drawingml/2006/main"/>
          <a:lstStyle xmlns:a="http://schemas.openxmlformats.org/drawingml/2006/main">
            <a:lvl1pPr marL="173034" indent="-173034">
              <a:lnSpc>
                <a:spcPct val="100000"/>
              </a:lnSpc>
              <a:spcBef>
                <a:spcPts val="6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Content Placeholder 2">
            <a:extLst xmlns:a="http://schemas.openxmlformats.org/drawingml/2006/main">
              <a:ext uri="{FF2B5EF4-FFF2-40B4-BE49-F238E27FC236}">
                <a16:creationId xmlns:a16="http://schemas.microsoft.com/office/drawing/2014/main" id="{75F2E673-F52C-4F78-BAC9-56503F69B59A}"/>
              </a:ext>
            </a:extLst>
          </p:cNvPr>
          <p:cNvSpPr>
            <a:spLocks xmlns:a="http://schemas.openxmlformats.org/drawingml/2006/main" noGrp="1"/>
          </p:cNvSpPr>
          <p:nvPr>
            <p:ph idx="15"/>
          </p:nvPr>
        </p:nvSpPr>
        <p:spPr>
          <a:xfrm xmlns:a="http://schemas.openxmlformats.org/drawingml/2006/main">
            <a:off x="6647687" y="1695451"/>
            <a:ext cx="1764792" cy="2913827"/>
          </a:xfrm>
        </p:spPr>
        <p:txBody>
          <a:bodyPr xmlns:a="http://schemas.openxmlformats.org/drawingml/2006/main"/>
          <a:lstStyle xmlns:a="http://schemas.openxmlformats.org/drawingml/2006/main">
            <a:lvl1pPr marL="173034" indent="-173034">
              <a:lnSpc>
                <a:spcPct val="100000"/>
              </a:lnSpc>
              <a:spcBef>
                <a:spcPts val="6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65.xml><?xml version="1.0" encoding="utf-8"?>
<p:sldLayout xmlns:p="http://schemas.openxmlformats.org/presentationml/2006/main" type="obj" preserve="1">
  <p:cSld name="Department description">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B7FB1027-BCD9-449C-A98B-33364CB17664}"/>
              </a:ext>
            </a:extLst>
          </p:cNvPr>
          <p:cNvSpPr>
            <a:spLocks xmlns:a="http://schemas.openxmlformats.org/drawingml/2006/main" noGrp="1"/>
          </p:cNvSpPr>
          <p:nvPr/>
        </p:nvSpPr>
        <p:spPr>
          <a:xfrm xmlns:a="http://schemas.openxmlformats.org/drawingml/2006/main">
            <a:off x="1" y="1"/>
            <a:ext cx="4325815" cy="4684893"/>
          </a:xfrm>
          <a:prstGeom xmlns:a="http://schemas.openxmlformats.org/drawingml/2006/main" prst="rect">
            <a:avLst/>
          </a:prstGeom>
          <a:solidFill xmlns:a="http://schemas.openxmlformats.org/drawingml/2006/main">
            <a:srgbClr val="003C5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 name="Title 1">
            <a:extLst xmlns:a="http://schemas.openxmlformats.org/drawingml/2006/main">
              <a:ext uri="{FF2B5EF4-FFF2-40B4-BE49-F238E27FC236}">
                <a16:creationId xmlns:a16="http://schemas.microsoft.com/office/drawing/2014/main" id="{A12C8F05-324A-41F2-86C3-9C8C0141BA26}"/>
              </a:ext>
            </a:extLst>
          </p:cNvPr>
          <p:cNvSpPr>
            <a:spLocks xmlns:a="http://schemas.openxmlformats.org/drawingml/2006/main" noGrp="1"/>
          </p:cNvSpPr>
          <p:nvPr>
            <p:ph type="title" idx="0"/>
          </p:nvPr>
        </p:nvSpPr>
        <p:spPr>
          <a:xfrm xmlns:a="http://schemas.openxmlformats.org/drawingml/2006/main">
            <a:off x="497205" y="328422"/>
            <a:ext cx="3607288" cy="913396"/>
          </a:xfrm>
        </p:spPr>
        <p:txBody>
          <a:bodyPr xmlns:a="http://schemas.openxmlformats.org/drawingml/2006/main" anchor="t"/>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D74433D-CF2E-405B-AFD5-350DED669462}"/>
              </a:ext>
            </a:extLst>
          </p:cNvPr>
          <p:cNvSpPr>
            <a:spLocks xmlns:a="http://schemas.openxmlformats.org/drawingml/2006/main" noGrp="1"/>
          </p:cNvSpPr>
          <p:nvPr>
            <p:ph idx="1"/>
          </p:nvPr>
        </p:nvSpPr>
        <p:spPr>
          <a:xfrm xmlns:a="http://schemas.openxmlformats.org/drawingml/2006/main">
            <a:off x="495789" y="1695451"/>
            <a:ext cx="3607288" cy="2913827"/>
          </a:xfrm>
        </p:spPr>
        <p:txBody>
          <a:bodyPr xmlns:a="http://schemas.openxmlformats.org/drawingml/2006/main"/>
          <a:lstStyle xmlns:a="http://schemas.openxmlformats.org/drawingml/2006/main">
            <a:lvl1pPr marL="0" indent="0">
              <a:lnSpc>
                <a:spcPct val="120000"/>
              </a:lnSpc>
              <a:buNone/>
              <a:defRPr sz="1600">
                <a:solidFill>
                  <a:schemeClr val="tx2"/>
                </a:solidFill>
                <a:latin typeface="+mj-lt"/>
                <a:ea typeface="+mj-lt"/>
                <a:cs typeface="+mj-lt"/>
              </a:defRPr>
            </a:lvl1pPr>
            <a:lvl2pPr marL="234944" indent="-234944">
              <a:buFont typeface="Arial"/>
              <a:buChar char="•"/>
              <a:defRPr sz="1400"/>
            </a:lvl2pPr>
            <a:lvl3pPr marL="457189" indent="-222245">
              <a:buFont typeface="Arial"/>
              <a:buChar char="–"/>
              <a:defRPr sz="1200"/>
            </a:lvl3pPr>
            <a:lvl4pPr marL="692133" indent="-234944">
              <a:buNone/>
              <a:defRPr sz="1100"/>
            </a:lvl4pPr>
            <a:lvl5pPr marL="914378" indent="-222245">
              <a:buNone/>
              <a:defRPr sz="10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4EAFC48C-BFA2-4548-B587-4E303043959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6A1DB-EA2D-4A7E-BF0D-8FECFA0D1CEB}" type="slidenum">
              <a:t>‹#›</a:t>
            </a:fld>
            <a:endParaRPr/>
          </a:p>
        </p:txBody>
      </p:sp>
      <p:sp>
        <p:nvSpPr>
          <p:cNvPr id="5" name="Content Placeholder 2">
            <a:extLst xmlns:a="http://schemas.openxmlformats.org/drawingml/2006/main">
              <a:ext uri="{FF2B5EF4-FFF2-40B4-BE49-F238E27FC236}">
                <a16:creationId xmlns:a16="http://schemas.microsoft.com/office/drawing/2014/main" id="{BA822995-1844-4B85-89FD-F70A7096EEBE}"/>
              </a:ext>
            </a:extLst>
          </p:cNvPr>
          <p:cNvSpPr>
            <a:spLocks xmlns:a="http://schemas.openxmlformats.org/drawingml/2006/main" noGrp="1"/>
          </p:cNvSpPr>
          <p:nvPr>
            <p:ph idx="13"/>
          </p:nvPr>
        </p:nvSpPr>
        <p:spPr>
          <a:xfrm xmlns:a="http://schemas.openxmlformats.org/drawingml/2006/main">
            <a:off x="4689233" y="785447"/>
            <a:ext cx="3607288" cy="3823831"/>
          </a:xfrm>
        </p:spPr>
        <p:txBody>
          <a:bodyPr xmlns:a="http://schemas.openxmlformats.org/drawingml/2006/main"/>
          <a:lstStyle xmlns:a="http://schemas.openxmlformats.org/drawingml/2006/main">
            <a:lvl1pPr marL="0" indent="0">
              <a:lnSpc>
                <a:spcPct val="120000"/>
              </a:lnSpc>
              <a:spcAft>
                <a:spcPts val="1800"/>
              </a:spcAft>
              <a:buNone/>
              <a:defRPr sz="1050"/>
            </a:lvl1pPr>
            <a:lvl2pPr marL="117472" indent="-117472">
              <a:lnSpc>
                <a:spcPct val="100000"/>
              </a:lnSpc>
              <a:spcBef>
                <a:spcPts val="1500"/>
              </a:spcBef>
              <a:buFont typeface="Arial"/>
              <a:buChar char="•"/>
              <a:defRPr sz="1050"/>
            </a:lvl2pPr>
            <a:lvl3pPr>
              <a:buNone/>
              <a:defRPr sz="900"/>
            </a:lvl3pPr>
            <a:lvl4pPr>
              <a:buNone/>
              <a:defRPr sz="800"/>
            </a:lvl4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p:txBody>
      </p:sp>
    </p:spTree>
  </p:cSld>
</p:sldLayout>
</file>

<file path=ppt/slideLayouts/slideLayout66.xml><?xml version="1.0" encoding="utf-8"?>
<p:sldLayout xmlns:p="http://schemas.openxmlformats.org/presentationml/2006/main" type="obj" preserve="1">
  <p:cSld name="Department description Purple">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B7FB1027-BCD9-449C-A98B-33364CB17664}"/>
              </a:ext>
            </a:extLst>
          </p:cNvPr>
          <p:cNvSpPr>
            <a:spLocks xmlns:a="http://schemas.openxmlformats.org/drawingml/2006/main" noGrp="1"/>
          </p:cNvSpPr>
          <p:nvPr/>
        </p:nvSpPr>
        <p:spPr>
          <a:xfrm xmlns:a="http://schemas.openxmlformats.org/drawingml/2006/main">
            <a:off x="1" y="1"/>
            <a:ext cx="5863589" cy="4684893"/>
          </a:xfrm>
          <a:prstGeom xmlns:a="http://schemas.openxmlformats.org/drawingml/2006/main" prst="rect">
            <a:avLst/>
          </a:prstGeom>
          <a:solidFill xmlns:a="http://schemas.openxmlformats.org/drawingml/2006/main">
            <a:srgbClr val="003C5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 name="Title 1">
            <a:extLst xmlns:a="http://schemas.openxmlformats.org/drawingml/2006/main">
              <a:ext uri="{FF2B5EF4-FFF2-40B4-BE49-F238E27FC236}">
                <a16:creationId xmlns:a16="http://schemas.microsoft.com/office/drawing/2014/main" id="{5B266759-485E-4B52-9AA4-DB7D5867F1D8}"/>
              </a:ext>
            </a:extLst>
          </p:cNvPr>
          <p:cNvSpPr>
            <a:spLocks xmlns:a="http://schemas.openxmlformats.org/drawingml/2006/main" noGrp="1"/>
          </p:cNvSpPr>
          <p:nvPr>
            <p:ph type="title" idx="0"/>
          </p:nvPr>
        </p:nvSpPr>
        <p:spPr>
          <a:xfrm xmlns:a="http://schemas.openxmlformats.org/drawingml/2006/main">
            <a:off x="497205" y="328422"/>
            <a:ext cx="3607288" cy="913396"/>
          </a:xfrm>
        </p:spPr>
        <p:txBody>
          <a:bodyPr xmlns:a="http://schemas.openxmlformats.org/drawingml/2006/main" anchor="t"/>
          <a:lstStyle xmlns:a="http://schemas.openxmlformats.org/drawingml/2006/main">
            <a:lvl1pPr>
              <a:buNone/>
              <a:defRPr>
                <a:solidFill>
                  <a:schemeClr val="bg1"/>
                </a:solidFill>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65684EB7-54A7-47F9-9742-7C560E46B98D}"/>
              </a:ext>
            </a:extLst>
          </p:cNvPr>
          <p:cNvSpPr>
            <a:spLocks xmlns:a="http://schemas.openxmlformats.org/drawingml/2006/main" noGrp="1"/>
          </p:cNvSpPr>
          <p:nvPr>
            <p:ph idx="1"/>
          </p:nvPr>
        </p:nvSpPr>
        <p:spPr>
          <a:xfrm xmlns:a="http://schemas.openxmlformats.org/drawingml/2006/main">
            <a:off x="495789" y="1695451"/>
            <a:ext cx="3607288" cy="2913827"/>
          </a:xfrm>
        </p:spPr>
        <p:txBody>
          <a:bodyPr xmlns:a="http://schemas.openxmlformats.org/drawingml/2006/main"/>
          <a:lstStyle xmlns:a="http://schemas.openxmlformats.org/drawingml/2006/main">
            <a:lvl1pPr marL="0" indent="0">
              <a:lnSpc>
                <a:spcPct val="120000"/>
              </a:lnSpc>
              <a:buNone/>
              <a:defRPr sz="1600">
                <a:solidFill>
                  <a:schemeClr val="bg1"/>
                </a:solidFill>
                <a:latin typeface="+mj-lt"/>
                <a:ea typeface="+mj-lt"/>
                <a:cs typeface="+mj-lt"/>
              </a:defRPr>
            </a:lvl1pPr>
            <a:lvl2pPr marL="234944" indent="-234944">
              <a:buFont typeface="Arial"/>
              <a:buChar char="•"/>
              <a:defRPr sz="1400">
                <a:solidFill>
                  <a:schemeClr val="bg1"/>
                </a:solidFill>
              </a:defRPr>
            </a:lvl2pPr>
            <a:lvl3pPr marL="457189" indent="-222245">
              <a:buFont typeface="Arial"/>
              <a:buChar char="–"/>
              <a:defRPr sz="1200">
                <a:solidFill>
                  <a:schemeClr val="bg1"/>
                </a:solidFill>
              </a:defRPr>
            </a:lvl3pPr>
            <a:lvl4pPr marL="692133" indent="-234944">
              <a:buNone/>
              <a:defRPr sz="1100">
                <a:solidFill>
                  <a:schemeClr val="bg1"/>
                </a:solidFill>
              </a:defRPr>
            </a:lvl4pPr>
            <a:lvl5pPr marL="914378" indent="-222245">
              <a:buNone/>
              <a:defRPr sz="1000">
                <a:solidFill>
                  <a:schemeClr val="bg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17E0347E-DFEE-4458-BC3D-2B64B331EE3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6A1DB-EA2D-4A7E-BF0D-8FECFA0D1CEB}" type="slidenum">
              <a:t>‹#›</a:t>
            </a:fld>
            <a:endParaRPr/>
          </a:p>
        </p:txBody>
      </p:sp>
      <p:sp>
        <p:nvSpPr>
          <p:cNvPr id="5" name="Content Placeholder 2">
            <a:extLst xmlns:a="http://schemas.openxmlformats.org/drawingml/2006/main">
              <a:ext uri="{FF2B5EF4-FFF2-40B4-BE49-F238E27FC236}">
                <a16:creationId xmlns:a16="http://schemas.microsoft.com/office/drawing/2014/main" id="{BA822995-1844-4B85-89FD-F70A7096EEBE}"/>
              </a:ext>
            </a:extLst>
          </p:cNvPr>
          <p:cNvSpPr>
            <a:spLocks xmlns:a="http://schemas.openxmlformats.org/drawingml/2006/main" noGrp="1"/>
          </p:cNvSpPr>
          <p:nvPr>
            <p:ph idx="13"/>
          </p:nvPr>
        </p:nvSpPr>
        <p:spPr>
          <a:xfrm xmlns:a="http://schemas.openxmlformats.org/drawingml/2006/main">
            <a:off x="4689233" y="785447"/>
            <a:ext cx="3607288" cy="3823831"/>
          </a:xfrm>
        </p:spPr>
        <p:txBody>
          <a:bodyPr xmlns:a="http://schemas.openxmlformats.org/drawingml/2006/main"/>
          <a:lstStyle xmlns:a="http://schemas.openxmlformats.org/drawingml/2006/main">
            <a:lvl1pPr marL="0" indent="0">
              <a:lnSpc>
                <a:spcPct val="120000"/>
              </a:lnSpc>
              <a:spcAft>
                <a:spcPts val="1800"/>
              </a:spcAft>
              <a:buNone/>
              <a:defRPr sz="1050"/>
            </a:lvl1pPr>
            <a:lvl2pPr marL="117472" indent="-117472">
              <a:lnSpc>
                <a:spcPct val="100000"/>
              </a:lnSpc>
              <a:spcBef>
                <a:spcPts val="1500"/>
              </a:spcBef>
              <a:buFont typeface="Arial"/>
              <a:buChar char="•"/>
              <a:defRPr sz="1050"/>
            </a:lvl2pPr>
            <a:lvl3pPr>
              <a:buNone/>
              <a:defRPr sz="900"/>
            </a:lvl3pPr>
            <a:lvl4pPr>
              <a:buNone/>
              <a:defRPr sz="800"/>
            </a:lvl4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p:txBody>
      </p:sp>
    </p:spTree>
  </p:cSld>
</p:sldLayout>
</file>

<file path=ppt/slideLayouts/slideLayout67.xml><?xml version="1.0" encoding="utf-8"?>
<p:sldLayout xmlns:p="http://schemas.openxmlformats.org/presentationml/2006/main" showMasterSp="0" preserve="1">
  <p:cSld name="Full page image">
    <p:spTree>
      <p:nvGrpSpPr>
        <p:cNvPr id="1" name=""/>
        <p:cNvGrpSpPr/>
        <p:nvPr/>
      </p:nvGrpSpPr>
      <p:grpSpPr>
        <a:xfrm xmlns:a="http://schemas.openxmlformats.org/drawingml/2006/main"/>
      </p:grpSpPr>
      <p:sp>
        <p:nvSpPr>
          <p:cNvPr id="4" name="Picture Placeholder 3">
            <a:extLst xmlns:a="http://schemas.openxmlformats.org/drawingml/2006/main">
              <a:ext uri="{FF2B5EF4-FFF2-40B4-BE49-F238E27FC236}">
                <a16:creationId xmlns:a16="http://schemas.microsoft.com/office/drawing/2014/main" id="{EDC0698F-EBDF-49FA-A73A-1B335440AF10}"/>
              </a:ext>
            </a:extLst>
          </p:cNvPr>
          <p:cNvSpPr>
            <a:spLocks xmlns:a="http://schemas.openxmlformats.org/drawingml/2006/main" noGrp="1"/>
          </p:cNvSpPr>
          <p:nvPr>
            <p:ph type="pic" idx="13"/>
          </p:nvPr>
        </p:nvSpPr>
        <p:spPr>
          <a:xfrm xmlns:a="http://schemas.openxmlformats.org/drawingml/2006/main">
            <a:off x="0" y="0"/>
            <a:ext cx="9144000" cy="5143500"/>
          </a:xfrm>
          <a:prstGeom xmlns:a="http://schemas.openxmlformats.org/drawingml/2006/main" prst="rect">
            <a:avLst/>
          </a:prstGeom>
          <a:solidFill xmlns:a="http://schemas.openxmlformats.org/drawingml/2006/main">
            <a:schemeClr val="bg2">
              <a:lumMod val="90000"/>
            </a:schemeClr>
          </a:solidFill>
        </p:spPr>
        <p:txBody>
          <a:bodyPr xmlns:a="http://schemas.openxmlformats.org/drawingml/2006/main" tIns="1554480"/>
          <a:lstStyle xmlns:a="http://schemas.openxmlformats.org/drawingml/2006/main">
            <a:lvl1pPr marL="0" indent="0" algn="ctr">
              <a:buNone/>
              <a:defRPr/>
            </a:lvl1pPr>
          </a:lstStyle>
          <a:p xmlns:a="http://schemas.openxmlformats.org/drawingml/2006/main">
            <a:r>
              <a:t>Click icon to add picture</a:t>
            </a:r>
          </a:p>
        </p:txBody>
      </p:sp>
      <p:sp>
        <p:nvSpPr>
          <p:cNvPr id="2" name="Title 1">
            <a:extLst xmlns:a="http://schemas.openxmlformats.org/drawingml/2006/main">
              <a:ext uri="{FF2B5EF4-FFF2-40B4-BE49-F238E27FC236}">
                <a16:creationId xmlns:a16="http://schemas.microsoft.com/office/drawing/2014/main" id="{1A1E5138-4351-4A73-8F48-44FAB16C68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Click to edit Master title style</a:t>
            </a:r>
          </a:p>
        </p:txBody>
      </p:sp>
      <p:sp>
        <p:nvSpPr>
          <p:cNvPr id="5" name="Slide Number Placeholder 4">
            <a:extLst xmlns:a="http://schemas.openxmlformats.org/drawingml/2006/main">
              <a:ext uri="{FF2B5EF4-FFF2-40B4-BE49-F238E27FC236}">
                <a16:creationId xmlns:a16="http://schemas.microsoft.com/office/drawing/2014/main" id="{AACC0F3C-97C5-4765-A49E-D24CF1E2229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0636A1DB-EA2D-4A7E-BF0D-8FECFA0D1CEB}" type="slidenum">
              <a:t>‹#›</a:t>
            </a:fld>
            <a:endParaRPr/>
          </a:p>
        </p:txBody>
      </p:sp>
      <p:sp>
        <p:nvSpPr>
          <p:cNvPr id="6" name="Freeform 5">
            <a:extLst xmlns:a="http://schemas.openxmlformats.org/drawingml/2006/main">
              <a:ext uri="{FF2B5EF4-FFF2-40B4-BE49-F238E27FC236}">
                <a16:creationId xmlns:a16="http://schemas.microsoft.com/office/drawing/2014/main" id="{EB0A5C7A-CAA8-43DD-B541-DCF02544DCA8}"/>
              </a:ext>
            </a:extLst>
          </p:cNvPr>
          <p:cNvSpPr>
            <a:spLocks xmlns:a="http://schemas.openxmlformats.org/drawingml/2006/main" noGrp="1"/>
          </p:cNvSpPr>
          <p:nvPr/>
        </p:nvSpPr>
        <p:spPr>
          <a:xfrm xmlns:a="http://schemas.openxmlformats.org/drawingml/2006/main">
            <a:off x="544392" y="4795468"/>
            <a:ext cx="1252024" cy="234457"/>
          </a:xfrm>
          <a:custGeom xmlns:a="http://schemas.openxmlformats.org/drawingml/2006/main">
            <a:gdLst>
              <a:gd name="T0" fmla="*/ 225 w 1440"/>
              <a:gd name="T1" fmla="*/ 110 h 267"/>
              <a:gd name="T2" fmla="*/ 317 w 1440"/>
              <a:gd name="T3" fmla="*/ 7 h 267"/>
              <a:gd name="T4" fmla="*/ 475 w 1440"/>
              <a:gd name="T5" fmla="*/ 19 h 267"/>
              <a:gd name="T6" fmla="*/ 830 w 1440"/>
              <a:gd name="T7" fmla="*/ 7 h 267"/>
              <a:gd name="T8" fmla="*/ 130 w 1440"/>
              <a:gd name="T9" fmla="*/ 210 h 267"/>
              <a:gd name="T10" fmla="*/ 437 w 1440"/>
              <a:gd name="T11" fmla="*/ 209 h 267"/>
              <a:gd name="T12" fmla="*/ 493 w 1440"/>
              <a:gd name="T13" fmla="*/ 198 h 267"/>
              <a:gd name="T14" fmla="*/ 866 w 1440"/>
              <a:gd name="T15" fmla="*/ 171 h 267"/>
              <a:gd name="T16" fmla="*/ 737 w 1440"/>
              <a:gd name="T17" fmla="*/ 261 h 267"/>
              <a:gd name="T18" fmla="*/ 958 w 1440"/>
              <a:gd name="T19" fmla="*/ 172 h 267"/>
              <a:gd name="T20" fmla="*/ 906 w 1440"/>
              <a:gd name="T21" fmla="*/ 254 h 267"/>
              <a:gd name="T22" fmla="*/ 309 w 1440"/>
              <a:gd name="T23" fmla="*/ 260 h 267"/>
              <a:gd name="T24" fmla="*/ 1053 w 1440"/>
              <a:gd name="T25" fmla="*/ 31 h 267"/>
              <a:gd name="T26" fmla="*/ 1075 w 1440"/>
              <a:gd name="T27" fmla="*/ 44 h 267"/>
              <a:gd name="T28" fmla="*/ 1091 w 1440"/>
              <a:gd name="T29" fmla="*/ 22 h 267"/>
              <a:gd name="T30" fmla="*/ 1107 w 1440"/>
              <a:gd name="T31" fmla="*/ 27 h 267"/>
              <a:gd name="T32" fmla="*/ 1125 w 1440"/>
              <a:gd name="T33" fmla="*/ 55 h 267"/>
              <a:gd name="T34" fmla="*/ 1159 w 1440"/>
              <a:gd name="T35" fmla="*/ 53 h 267"/>
              <a:gd name="T36" fmla="*/ 1160 w 1440"/>
              <a:gd name="T37" fmla="*/ 57 h 267"/>
              <a:gd name="T38" fmla="*/ 1177 w 1440"/>
              <a:gd name="T39" fmla="*/ 23 h 267"/>
              <a:gd name="T40" fmla="*/ 1207 w 1440"/>
              <a:gd name="T41" fmla="*/ 58 h 267"/>
              <a:gd name="T42" fmla="*/ 1245 w 1440"/>
              <a:gd name="T43" fmla="*/ 27 h 267"/>
              <a:gd name="T44" fmla="*/ 1225 w 1440"/>
              <a:gd name="T45" fmla="*/ 43 h 267"/>
              <a:gd name="T46" fmla="*/ 1271 w 1440"/>
              <a:gd name="T47" fmla="*/ 19 h 267"/>
              <a:gd name="T48" fmla="*/ 1259 w 1440"/>
              <a:gd name="T49" fmla="*/ 32 h 267"/>
              <a:gd name="T50" fmla="*/ 1290 w 1440"/>
              <a:gd name="T51" fmla="*/ 54 h 267"/>
              <a:gd name="T52" fmla="*/ 1310 w 1440"/>
              <a:gd name="T53" fmla="*/ 25 h 267"/>
              <a:gd name="T54" fmla="*/ 1059 w 1440"/>
              <a:gd name="T55" fmla="*/ 110 h 267"/>
              <a:gd name="T56" fmla="*/ 1099 w 1440"/>
              <a:gd name="T57" fmla="*/ 134 h 267"/>
              <a:gd name="T58" fmla="*/ 1120 w 1440"/>
              <a:gd name="T59" fmla="*/ 156 h 267"/>
              <a:gd name="T60" fmla="*/ 1141 w 1440"/>
              <a:gd name="T61" fmla="*/ 123 h 267"/>
              <a:gd name="T62" fmla="*/ 1148 w 1440"/>
              <a:gd name="T63" fmla="*/ 175 h 267"/>
              <a:gd name="T64" fmla="*/ 1184 w 1440"/>
              <a:gd name="T65" fmla="*/ 119 h 267"/>
              <a:gd name="T66" fmla="*/ 1181 w 1440"/>
              <a:gd name="T67" fmla="*/ 153 h 267"/>
              <a:gd name="T68" fmla="*/ 1201 w 1440"/>
              <a:gd name="T69" fmla="*/ 125 h 267"/>
              <a:gd name="T70" fmla="*/ 1230 w 1440"/>
              <a:gd name="T71" fmla="*/ 157 h 267"/>
              <a:gd name="T72" fmla="*/ 1260 w 1440"/>
              <a:gd name="T73" fmla="*/ 154 h 267"/>
              <a:gd name="T74" fmla="*/ 1261 w 1440"/>
              <a:gd name="T75" fmla="*/ 158 h 267"/>
              <a:gd name="T76" fmla="*/ 1284 w 1440"/>
              <a:gd name="T77" fmla="*/ 152 h 267"/>
              <a:gd name="T78" fmla="*/ 1294 w 1440"/>
              <a:gd name="T79" fmla="*/ 123 h 267"/>
              <a:gd name="T80" fmla="*/ 1317 w 1440"/>
              <a:gd name="T81" fmla="*/ 125 h 267"/>
              <a:gd name="T82" fmla="*/ 1342 w 1440"/>
              <a:gd name="T83" fmla="*/ 121 h 267"/>
              <a:gd name="T84" fmla="*/ 1351 w 1440"/>
              <a:gd name="T85" fmla="*/ 112 h 267"/>
              <a:gd name="T86" fmla="*/ 1364 w 1440"/>
              <a:gd name="T87" fmla="*/ 159 h 267"/>
              <a:gd name="T88" fmla="*/ 1399 w 1440"/>
              <a:gd name="T89" fmla="*/ 156 h 267"/>
              <a:gd name="T90" fmla="*/ 1432 w 1440"/>
              <a:gd name="T91" fmla="*/ 120 h 267"/>
              <a:gd name="T92" fmla="*/ 1410 w 1440"/>
              <a:gd name="T93" fmla="*/ 176 h 267"/>
              <a:gd name="T94" fmla="*/ 1076 w 1440"/>
              <a:gd name="T95" fmla="*/ 242 h 267"/>
              <a:gd name="T96" fmla="*/ 1062 w 1440"/>
              <a:gd name="T97" fmla="*/ 225 h 267"/>
              <a:gd name="T98" fmla="*/ 1091 w 1440"/>
              <a:gd name="T99" fmla="*/ 208 h 267"/>
              <a:gd name="T100" fmla="*/ 1112 w 1440"/>
              <a:gd name="T101" fmla="*/ 233 h 267"/>
              <a:gd name="T102" fmla="*/ 1128 w 1440"/>
              <a:gd name="T103" fmla="*/ 224 h 267"/>
              <a:gd name="T104" fmla="*/ 1168 w 1440"/>
              <a:gd name="T105" fmla="*/ 255 h 267"/>
              <a:gd name="T106" fmla="*/ 1154 w 1440"/>
              <a:gd name="T107" fmla="*/ 236 h 267"/>
              <a:gd name="T108" fmla="*/ 1203 w 1440"/>
              <a:gd name="T109" fmla="*/ 256 h 267"/>
              <a:gd name="T110" fmla="*/ 1200 w 1440"/>
              <a:gd name="T111" fmla="*/ 213 h 267"/>
              <a:gd name="T112" fmla="*/ 1227 w 1440"/>
              <a:gd name="T113" fmla="*/ 256 h 267"/>
              <a:gd name="T114" fmla="*/ 1249 w 1440"/>
              <a:gd name="T115" fmla="*/ 260 h 267"/>
              <a:gd name="T116" fmla="*/ 1255 w 1440"/>
              <a:gd name="T117" fmla="*/ 205 h 267"/>
              <a:gd name="T118" fmla="*/ 1297 w 1440"/>
              <a:gd name="T119" fmla="*/ 226 h 267"/>
              <a:gd name="T120" fmla="*/ 1303 w 1440"/>
              <a:gd name="T121" fmla="*/ 243 h 267"/>
              <a:gd name="T122" fmla="*/ 1344 w 1440"/>
              <a:gd name="T123" fmla="*/ 229 h 267"/>
              <a:gd name="T124" fmla="*/ 1328 w 1440"/>
              <a:gd name="T125" fmla="*/ 239 h 267"/>
            </a:gdLst>
            <a:rect l="0" t="0" r="r" b="b"/>
            <a:pathLst>
              <a:path w="1440" h="267">
                <a:moveTo>
                  <a:pt x="17" y="110"/>
                </a:moveTo>
                <a:cubicBezTo>
                  <a:pt x="3" y="110"/>
                  <a:pt x="3" y="110"/>
                  <a:pt x="3" y="110"/>
                </a:cubicBezTo>
                <a:cubicBezTo>
                  <a:pt x="3" y="1"/>
                  <a:pt x="3" y="1"/>
                  <a:pt x="3" y="1"/>
                </a:cubicBezTo>
                <a:cubicBezTo>
                  <a:pt x="81" y="83"/>
                  <a:pt x="81" y="83"/>
                  <a:pt x="81" y="83"/>
                </a:cubicBezTo>
                <a:cubicBezTo>
                  <a:pt x="81" y="7"/>
                  <a:pt x="81" y="7"/>
                  <a:pt x="81" y="7"/>
                </a:cubicBezTo>
                <a:cubicBezTo>
                  <a:pt x="95" y="7"/>
                  <a:pt x="95" y="7"/>
                  <a:pt x="95" y="7"/>
                </a:cubicBezTo>
                <a:cubicBezTo>
                  <a:pt x="95" y="117"/>
                  <a:pt x="95" y="117"/>
                  <a:pt x="95" y="117"/>
                </a:cubicBezTo>
                <a:cubicBezTo>
                  <a:pt x="17" y="35"/>
                  <a:pt x="17" y="35"/>
                  <a:pt x="17" y="35"/>
                </a:cubicBezTo>
                <a:lnTo>
                  <a:pt x="17" y="110"/>
                </a:lnTo>
                <a:close/>
                <a:moveTo>
                  <a:pt x="130" y="110"/>
                </a:moveTo>
                <a:cubicBezTo>
                  <a:pt x="145" y="110"/>
                  <a:pt x="145" y="110"/>
                  <a:pt x="145" y="110"/>
                </a:cubicBezTo>
                <a:cubicBezTo>
                  <a:pt x="178" y="33"/>
                  <a:pt x="178" y="33"/>
                  <a:pt x="178" y="33"/>
                </a:cubicBezTo>
                <a:cubicBezTo>
                  <a:pt x="210" y="109"/>
                  <a:pt x="210" y="109"/>
                  <a:pt x="210" y="109"/>
                </a:cubicBezTo>
                <a:cubicBezTo>
                  <a:pt x="210" y="110"/>
                  <a:pt x="210" y="110"/>
                  <a:pt x="210" y="110"/>
                </a:cubicBezTo>
                <a:cubicBezTo>
                  <a:pt x="225" y="110"/>
                  <a:pt x="225" y="110"/>
                  <a:pt x="225" y="110"/>
                </a:cubicBezTo>
                <a:cubicBezTo>
                  <a:pt x="178" y="0"/>
                  <a:pt x="178" y="0"/>
                  <a:pt x="178" y="0"/>
                </a:cubicBezTo>
                <a:lnTo>
                  <a:pt x="130" y="110"/>
                </a:lnTo>
                <a:close/>
                <a:moveTo>
                  <a:pt x="700" y="110"/>
                </a:moveTo>
                <a:cubicBezTo>
                  <a:pt x="715" y="110"/>
                  <a:pt x="715" y="110"/>
                  <a:pt x="715" y="110"/>
                </a:cubicBezTo>
                <a:cubicBezTo>
                  <a:pt x="748" y="33"/>
                  <a:pt x="748" y="33"/>
                  <a:pt x="748" y="33"/>
                </a:cubicBezTo>
                <a:cubicBezTo>
                  <a:pt x="780" y="109"/>
                  <a:pt x="780" y="109"/>
                  <a:pt x="780" y="109"/>
                </a:cubicBezTo>
                <a:cubicBezTo>
                  <a:pt x="780" y="110"/>
                  <a:pt x="780" y="110"/>
                  <a:pt x="780" y="110"/>
                </a:cubicBezTo>
                <a:cubicBezTo>
                  <a:pt x="795" y="110"/>
                  <a:pt x="795" y="110"/>
                  <a:pt x="795" y="110"/>
                </a:cubicBezTo>
                <a:cubicBezTo>
                  <a:pt x="748" y="0"/>
                  <a:pt x="748" y="0"/>
                  <a:pt x="748" y="0"/>
                </a:cubicBezTo>
                <a:lnTo>
                  <a:pt x="700" y="110"/>
                </a:lnTo>
                <a:close/>
                <a:moveTo>
                  <a:pt x="273" y="110"/>
                </a:moveTo>
                <a:cubicBezTo>
                  <a:pt x="286" y="110"/>
                  <a:pt x="286" y="110"/>
                  <a:pt x="286" y="110"/>
                </a:cubicBezTo>
                <a:cubicBezTo>
                  <a:pt x="286" y="20"/>
                  <a:pt x="286" y="20"/>
                  <a:pt x="286" y="20"/>
                </a:cubicBezTo>
                <a:cubicBezTo>
                  <a:pt x="317" y="20"/>
                  <a:pt x="317" y="20"/>
                  <a:pt x="317" y="20"/>
                </a:cubicBezTo>
                <a:cubicBezTo>
                  <a:pt x="317" y="7"/>
                  <a:pt x="317" y="7"/>
                  <a:pt x="317" y="7"/>
                </a:cubicBezTo>
                <a:cubicBezTo>
                  <a:pt x="242" y="7"/>
                  <a:pt x="242" y="7"/>
                  <a:pt x="242" y="7"/>
                </a:cubicBezTo>
                <a:cubicBezTo>
                  <a:pt x="242" y="20"/>
                  <a:pt x="242" y="20"/>
                  <a:pt x="242" y="20"/>
                </a:cubicBezTo>
                <a:cubicBezTo>
                  <a:pt x="273" y="20"/>
                  <a:pt x="273" y="20"/>
                  <a:pt x="273" y="20"/>
                </a:cubicBezTo>
                <a:lnTo>
                  <a:pt x="273" y="110"/>
                </a:lnTo>
                <a:close/>
                <a:moveTo>
                  <a:pt x="374" y="7"/>
                </a:moveTo>
                <a:cubicBezTo>
                  <a:pt x="360" y="7"/>
                  <a:pt x="360" y="7"/>
                  <a:pt x="360" y="7"/>
                </a:cubicBezTo>
                <a:cubicBezTo>
                  <a:pt x="360" y="110"/>
                  <a:pt x="360" y="110"/>
                  <a:pt x="360" y="110"/>
                </a:cubicBezTo>
                <a:cubicBezTo>
                  <a:pt x="374" y="110"/>
                  <a:pt x="374" y="110"/>
                  <a:pt x="374" y="110"/>
                </a:cubicBezTo>
                <a:lnTo>
                  <a:pt x="374" y="7"/>
                </a:lnTo>
                <a:close/>
                <a:moveTo>
                  <a:pt x="475" y="112"/>
                </a:moveTo>
                <a:cubicBezTo>
                  <a:pt x="445" y="112"/>
                  <a:pt x="421" y="88"/>
                  <a:pt x="421" y="59"/>
                </a:cubicBezTo>
                <a:cubicBezTo>
                  <a:pt x="421" y="29"/>
                  <a:pt x="445" y="5"/>
                  <a:pt x="475" y="5"/>
                </a:cubicBezTo>
                <a:cubicBezTo>
                  <a:pt x="505" y="5"/>
                  <a:pt x="528" y="29"/>
                  <a:pt x="528" y="59"/>
                </a:cubicBezTo>
                <a:cubicBezTo>
                  <a:pt x="528" y="88"/>
                  <a:pt x="505" y="112"/>
                  <a:pt x="475" y="112"/>
                </a:cubicBezTo>
                <a:close/>
                <a:moveTo>
                  <a:pt x="475" y="19"/>
                </a:moveTo>
                <a:cubicBezTo>
                  <a:pt x="453" y="19"/>
                  <a:pt x="435" y="37"/>
                  <a:pt x="435" y="59"/>
                </a:cubicBezTo>
                <a:cubicBezTo>
                  <a:pt x="435" y="81"/>
                  <a:pt x="453" y="99"/>
                  <a:pt x="475" y="99"/>
                </a:cubicBezTo>
                <a:cubicBezTo>
                  <a:pt x="497" y="99"/>
                  <a:pt x="514" y="81"/>
                  <a:pt x="514" y="59"/>
                </a:cubicBezTo>
                <a:cubicBezTo>
                  <a:pt x="514" y="37"/>
                  <a:pt x="497" y="19"/>
                  <a:pt x="475" y="19"/>
                </a:cubicBezTo>
                <a:close/>
                <a:moveTo>
                  <a:pt x="586" y="35"/>
                </a:moveTo>
                <a:cubicBezTo>
                  <a:pt x="664" y="117"/>
                  <a:pt x="664" y="117"/>
                  <a:pt x="664" y="117"/>
                </a:cubicBezTo>
                <a:cubicBezTo>
                  <a:pt x="664" y="7"/>
                  <a:pt x="664" y="7"/>
                  <a:pt x="664" y="7"/>
                </a:cubicBezTo>
                <a:cubicBezTo>
                  <a:pt x="650" y="7"/>
                  <a:pt x="650" y="7"/>
                  <a:pt x="650" y="7"/>
                </a:cubicBezTo>
                <a:cubicBezTo>
                  <a:pt x="650" y="83"/>
                  <a:pt x="650" y="83"/>
                  <a:pt x="650" y="83"/>
                </a:cubicBezTo>
                <a:cubicBezTo>
                  <a:pt x="572" y="1"/>
                  <a:pt x="572" y="1"/>
                  <a:pt x="572" y="1"/>
                </a:cubicBezTo>
                <a:cubicBezTo>
                  <a:pt x="572" y="110"/>
                  <a:pt x="572" y="110"/>
                  <a:pt x="572" y="110"/>
                </a:cubicBezTo>
                <a:cubicBezTo>
                  <a:pt x="586" y="110"/>
                  <a:pt x="586" y="110"/>
                  <a:pt x="586" y="110"/>
                </a:cubicBezTo>
                <a:lnTo>
                  <a:pt x="586" y="35"/>
                </a:lnTo>
                <a:close/>
                <a:moveTo>
                  <a:pt x="843" y="7"/>
                </a:moveTo>
                <a:cubicBezTo>
                  <a:pt x="830" y="7"/>
                  <a:pt x="830" y="7"/>
                  <a:pt x="830" y="7"/>
                </a:cubicBezTo>
                <a:cubicBezTo>
                  <a:pt x="830" y="110"/>
                  <a:pt x="830" y="110"/>
                  <a:pt x="830" y="110"/>
                </a:cubicBezTo>
                <a:cubicBezTo>
                  <a:pt x="885" y="110"/>
                  <a:pt x="885" y="110"/>
                  <a:pt x="885" y="110"/>
                </a:cubicBezTo>
                <a:cubicBezTo>
                  <a:pt x="885" y="97"/>
                  <a:pt x="885" y="97"/>
                  <a:pt x="885" y="97"/>
                </a:cubicBezTo>
                <a:cubicBezTo>
                  <a:pt x="843" y="97"/>
                  <a:pt x="843" y="97"/>
                  <a:pt x="843" y="97"/>
                </a:cubicBezTo>
                <a:lnTo>
                  <a:pt x="843" y="7"/>
                </a:lnTo>
                <a:close/>
                <a:moveTo>
                  <a:pt x="169" y="156"/>
                </a:moveTo>
                <a:cubicBezTo>
                  <a:pt x="139" y="156"/>
                  <a:pt x="116" y="179"/>
                  <a:pt x="116" y="209"/>
                </a:cubicBezTo>
                <a:cubicBezTo>
                  <a:pt x="116" y="240"/>
                  <a:pt x="139" y="262"/>
                  <a:pt x="169" y="262"/>
                </a:cubicBezTo>
                <a:cubicBezTo>
                  <a:pt x="175" y="262"/>
                  <a:pt x="188" y="261"/>
                  <a:pt x="200" y="252"/>
                </a:cubicBezTo>
                <a:cubicBezTo>
                  <a:pt x="200" y="252"/>
                  <a:pt x="200" y="252"/>
                  <a:pt x="200" y="252"/>
                </a:cubicBezTo>
                <a:cubicBezTo>
                  <a:pt x="200" y="234"/>
                  <a:pt x="200" y="234"/>
                  <a:pt x="200" y="234"/>
                </a:cubicBezTo>
                <a:cubicBezTo>
                  <a:pt x="198" y="236"/>
                  <a:pt x="198" y="236"/>
                  <a:pt x="198" y="236"/>
                </a:cubicBezTo>
                <a:cubicBezTo>
                  <a:pt x="196" y="239"/>
                  <a:pt x="192" y="242"/>
                  <a:pt x="187" y="245"/>
                </a:cubicBezTo>
                <a:cubicBezTo>
                  <a:pt x="181" y="247"/>
                  <a:pt x="175" y="249"/>
                  <a:pt x="169" y="249"/>
                </a:cubicBezTo>
                <a:cubicBezTo>
                  <a:pt x="142" y="249"/>
                  <a:pt x="130" y="226"/>
                  <a:pt x="130" y="210"/>
                </a:cubicBezTo>
                <a:cubicBezTo>
                  <a:pt x="130" y="187"/>
                  <a:pt x="147" y="169"/>
                  <a:pt x="169" y="169"/>
                </a:cubicBezTo>
                <a:cubicBezTo>
                  <a:pt x="174" y="169"/>
                  <a:pt x="180" y="170"/>
                  <a:pt x="185" y="173"/>
                </a:cubicBezTo>
                <a:cubicBezTo>
                  <a:pt x="190" y="175"/>
                  <a:pt x="194" y="178"/>
                  <a:pt x="198" y="182"/>
                </a:cubicBezTo>
                <a:cubicBezTo>
                  <a:pt x="200" y="184"/>
                  <a:pt x="200" y="184"/>
                  <a:pt x="200" y="184"/>
                </a:cubicBezTo>
                <a:cubicBezTo>
                  <a:pt x="200" y="166"/>
                  <a:pt x="200" y="166"/>
                  <a:pt x="200" y="166"/>
                </a:cubicBezTo>
                <a:cubicBezTo>
                  <a:pt x="200" y="166"/>
                  <a:pt x="200" y="166"/>
                  <a:pt x="200" y="166"/>
                </a:cubicBezTo>
                <a:cubicBezTo>
                  <a:pt x="191" y="159"/>
                  <a:pt x="181" y="156"/>
                  <a:pt x="169" y="156"/>
                </a:cubicBezTo>
                <a:close/>
                <a:moveTo>
                  <a:pt x="437" y="209"/>
                </a:moveTo>
                <a:cubicBezTo>
                  <a:pt x="437" y="225"/>
                  <a:pt x="431" y="238"/>
                  <a:pt x="419" y="249"/>
                </a:cubicBezTo>
                <a:cubicBezTo>
                  <a:pt x="409" y="257"/>
                  <a:pt x="399" y="261"/>
                  <a:pt x="382" y="261"/>
                </a:cubicBezTo>
                <a:cubicBezTo>
                  <a:pt x="360" y="261"/>
                  <a:pt x="360" y="261"/>
                  <a:pt x="360" y="261"/>
                </a:cubicBezTo>
                <a:cubicBezTo>
                  <a:pt x="360" y="157"/>
                  <a:pt x="360" y="157"/>
                  <a:pt x="360" y="157"/>
                </a:cubicBezTo>
                <a:cubicBezTo>
                  <a:pt x="382" y="157"/>
                  <a:pt x="382" y="157"/>
                  <a:pt x="382" y="157"/>
                </a:cubicBezTo>
                <a:cubicBezTo>
                  <a:pt x="393" y="157"/>
                  <a:pt x="407" y="159"/>
                  <a:pt x="420" y="170"/>
                </a:cubicBezTo>
                <a:cubicBezTo>
                  <a:pt x="426" y="175"/>
                  <a:pt x="437" y="187"/>
                  <a:pt x="437" y="209"/>
                </a:cubicBezTo>
                <a:close/>
                <a:moveTo>
                  <a:pt x="423" y="209"/>
                </a:moveTo>
                <a:cubicBezTo>
                  <a:pt x="423" y="186"/>
                  <a:pt x="407" y="171"/>
                  <a:pt x="382" y="171"/>
                </a:cubicBezTo>
                <a:cubicBezTo>
                  <a:pt x="374" y="171"/>
                  <a:pt x="374" y="171"/>
                  <a:pt x="374" y="171"/>
                </a:cubicBezTo>
                <a:cubicBezTo>
                  <a:pt x="374" y="247"/>
                  <a:pt x="374" y="247"/>
                  <a:pt x="374" y="247"/>
                </a:cubicBezTo>
                <a:cubicBezTo>
                  <a:pt x="382" y="247"/>
                  <a:pt x="382" y="247"/>
                  <a:pt x="382" y="247"/>
                </a:cubicBezTo>
                <a:cubicBezTo>
                  <a:pt x="390" y="247"/>
                  <a:pt x="401" y="246"/>
                  <a:pt x="410" y="239"/>
                </a:cubicBezTo>
                <a:cubicBezTo>
                  <a:pt x="416" y="234"/>
                  <a:pt x="423" y="224"/>
                  <a:pt x="423" y="209"/>
                </a:cubicBezTo>
                <a:close/>
                <a:moveTo>
                  <a:pt x="479" y="261"/>
                </a:moveTo>
                <a:cubicBezTo>
                  <a:pt x="541" y="261"/>
                  <a:pt x="541" y="261"/>
                  <a:pt x="541" y="261"/>
                </a:cubicBezTo>
                <a:cubicBezTo>
                  <a:pt x="541" y="247"/>
                  <a:pt x="541" y="247"/>
                  <a:pt x="541" y="247"/>
                </a:cubicBezTo>
                <a:cubicBezTo>
                  <a:pt x="493" y="247"/>
                  <a:pt x="493" y="247"/>
                  <a:pt x="493" y="247"/>
                </a:cubicBezTo>
                <a:cubicBezTo>
                  <a:pt x="493" y="211"/>
                  <a:pt x="493" y="211"/>
                  <a:pt x="493" y="211"/>
                </a:cubicBezTo>
                <a:cubicBezTo>
                  <a:pt x="535" y="211"/>
                  <a:pt x="535" y="211"/>
                  <a:pt x="535" y="211"/>
                </a:cubicBezTo>
                <a:cubicBezTo>
                  <a:pt x="535" y="198"/>
                  <a:pt x="535" y="198"/>
                  <a:pt x="535" y="198"/>
                </a:cubicBezTo>
                <a:cubicBezTo>
                  <a:pt x="493" y="198"/>
                  <a:pt x="493" y="198"/>
                  <a:pt x="493" y="198"/>
                </a:cubicBezTo>
                <a:cubicBezTo>
                  <a:pt x="493" y="171"/>
                  <a:pt x="493" y="171"/>
                  <a:pt x="493" y="171"/>
                </a:cubicBezTo>
                <a:cubicBezTo>
                  <a:pt x="541" y="171"/>
                  <a:pt x="541" y="171"/>
                  <a:pt x="541" y="171"/>
                </a:cubicBezTo>
                <a:cubicBezTo>
                  <a:pt x="541" y="157"/>
                  <a:pt x="541" y="157"/>
                  <a:pt x="541" y="157"/>
                </a:cubicBezTo>
                <a:cubicBezTo>
                  <a:pt x="479" y="157"/>
                  <a:pt x="479" y="157"/>
                  <a:pt x="479" y="157"/>
                </a:cubicBezTo>
                <a:lnTo>
                  <a:pt x="479" y="261"/>
                </a:lnTo>
                <a:close/>
                <a:moveTo>
                  <a:pt x="805" y="261"/>
                </a:moveTo>
                <a:cubicBezTo>
                  <a:pt x="866" y="261"/>
                  <a:pt x="866" y="261"/>
                  <a:pt x="866" y="261"/>
                </a:cubicBezTo>
                <a:cubicBezTo>
                  <a:pt x="866" y="247"/>
                  <a:pt x="866" y="247"/>
                  <a:pt x="866" y="247"/>
                </a:cubicBezTo>
                <a:cubicBezTo>
                  <a:pt x="819" y="247"/>
                  <a:pt x="819" y="247"/>
                  <a:pt x="819" y="247"/>
                </a:cubicBezTo>
                <a:cubicBezTo>
                  <a:pt x="819" y="211"/>
                  <a:pt x="819" y="211"/>
                  <a:pt x="819" y="211"/>
                </a:cubicBezTo>
                <a:cubicBezTo>
                  <a:pt x="860" y="211"/>
                  <a:pt x="860" y="211"/>
                  <a:pt x="860" y="211"/>
                </a:cubicBezTo>
                <a:cubicBezTo>
                  <a:pt x="860" y="198"/>
                  <a:pt x="860" y="198"/>
                  <a:pt x="860" y="198"/>
                </a:cubicBezTo>
                <a:cubicBezTo>
                  <a:pt x="819" y="198"/>
                  <a:pt x="819" y="198"/>
                  <a:pt x="819" y="198"/>
                </a:cubicBezTo>
                <a:cubicBezTo>
                  <a:pt x="819" y="171"/>
                  <a:pt x="819" y="171"/>
                  <a:pt x="819" y="171"/>
                </a:cubicBezTo>
                <a:cubicBezTo>
                  <a:pt x="866" y="171"/>
                  <a:pt x="866" y="171"/>
                  <a:pt x="866" y="171"/>
                </a:cubicBezTo>
                <a:cubicBezTo>
                  <a:pt x="866" y="157"/>
                  <a:pt x="866" y="157"/>
                  <a:pt x="866" y="157"/>
                </a:cubicBezTo>
                <a:cubicBezTo>
                  <a:pt x="805" y="157"/>
                  <a:pt x="805" y="157"/>
                  <a:pt x="805" y="157"/>
                </a:cubicBezTo>
                <a:lnTo>
                  <a:pt x="805" y="261"/>
                </a:lnTo>
                <a:close/>
                <a:moveTo>
                  <a:pt x="634" y="235"/>
                </a:moveTo>
                <a:cubicBezTo>
                  <a:pt x="595" y="149"/>
                  <a:pt x="595" y="149"/>
                  <a:pt x="595" y="149"/>
                </a:cubicBezTo>
                <a:cubicBezTo>
                  <a:pt x="578" y="261"/>
                  <a:pt x="578" y="261"/>
                  <a:pt x="578" y="261"/>
                </a:cubicBezTo>
                <a:cubicBezTo>
                  <a:pt x="592" y="261"/>
                  <a:pt x="592" y="261"/>
                  <a:pt x="592" y="261"/>
                </a:cubicBezTo>
                <a:cubicBezTo>
                  <a:pt x="601" y="194"/>
                  <a:pt x="601" y="194"/>
                  <a:pt x="601" y="194"/>
                </a:cubicBezTo>
                <a:cubicBezTo>
                  <a:pt x="634" y="267"/>
                  <a:pt x="634" y="267"/>
                  <a:pt x="634" y="267"/>
                </a:cubicBezTo>
                <a:cubicBezTo>
                  <a:pt x="668" y="194"/>
                  <a:pt x="668" y="194"/>
                  <a:pt x="668" y="194"/>
                </a:cubicBezTo>
                <a:cubicBezTo>
                  <a:pt x="677" y="261"/>
                  <a:pt x="677" y="261"/>
                  <a:pt x="677" y="261"/>
                </a:cubicBezTo>
                <a:cubicBezTo>
                  <a:pt x="691" y="261"/>
                  <a:pt x="691" y="261"/>
                  <a:pt x="691" y="261"/>
                </a:cubicBezTo>
                <a:cubicBezTo>
                  <a:pt x="674" y="148"/>
                  <a:pt x="674" y="148"/>
                  <a:pt x="674" y="148"/>
                </a:cubicBezTo>
                <a:lnTo>
                  <a:pt x="634" y="235"/>
                </a:lnTo>
                <a:close/>
                <a:moveTo>
                  <a:pt x="737" y="261"/>
                </a:moveTo>
                <a:cubicBezTo>
                  <a:pt x="751" y="261"/>
                  <a:pt x="751" y="261"/>
                  <a:pt x="751" y="261"/>
                </a:cubicBezTo>
                <a:cubicBezTo>
                  <a:pt x="751" y="157"/>
                  <a:pt x="751" y="157"/>
                  <a:pt x="751" y="157"/>
                </a:cubicBezTo>
                <a:cubicBezTo>
                  <a:pt x="737" y="157"/>
                  <a:pt x="737" y="157"/>
                  <a:pt x="737" y="157"/>
                </a:cubicBezTo>
                <a:lnTo>
                  <a:pt x="737" y="261"/>
                </a:lnTo>
                <a:close/>
                <a:moveTo>
                  <a:pt x="955" y="211"/>
                </a:moveTo>
                <a:cubicBezTo>
                  <a:pt x="950" y="207"/>
                  <a:pt x="945" y="204"/>
                  <a:pt x="939" y="201"/>
                </a:cubicBezTo>
                <a:cubicBezTo>
                  <a:pt x="929" y="197"/>
                  <a:pt x="929" y="197"/>
                  <a:pt x="929" y="197"/>
                </a:cubicBezTo>
                <a:cubicBezTo>
                  <a:pt x="925" y="195"/>
                  <a:pt x="922" y="194"/>
                  <a:pt x="919" y="191"/>
                </a:cubicBezTo>
                <a:cubicBezTo>
                  <a:pt x="916" y="189"/>
                  <a:pt x="916" y="187"/>
                  <a:pt x="916" y="183"/>
                </a:cubicBezTo>
                <a:cubicBezTo>
                  <a:pt x="916" y="175"/>
                  <a:pt x="922" y="169"/>
                  <a:pt x="931" y="169"/>
                </a:cubicBezTo>
                <a:cubicBezTo>
                  <a:pt x="936" y="169"/>
                  <a:pt x="940" y="171"/>
                  <a:pt x="942" y="172"/>
                </a:cubicBezTo>
                <a:cubicBezTo>
                  <a:pt x="944" y="174"/>
                  <a:pt x="946" y="177"/>
                  <a:pt x="947" y="179"/>
                </a:cubicBezTo>
                <a:cubicBezTo>
                  <a:pt x="948" y="181"/>
                  <a:pt x="948" y="181"/>
                  <a:pt x="948" y="181"/>
                </a:cubicBezTo>
                <a:cubicBezTo>
                  <a:pt x="959" y="173"/>
                  <a:pt x="959" y="173"/>
                  <a:pt x="959" y="173"/>
                </a:cubicBezTo>
                <a:cubicBezTo>
                  <a:pt x="958" y="172"/>
                  <a:pt x="958" y="172"/>
                  <a:pt x="958" y="172"/>
                </a:cubicBezTo>
                <a:cubicBezTo>
                  <a:pt x="956" y="167"/>
                  <a:pt x="952" y="163"/>
                  <a:pt x="948" y="161"/>
                </a:cubicBezTo>
                <a:cubicBezTo>
                  <a:pt x="943" y="157"/>
                  <a:pt x="938" y="156"/>
                  <a:pt x="931" y="156"/>
                </a:cubicBezTo>
                <a:cubicBezTo>
                  <a:pt x="914" y="156"/>
                  <a:pt x="902" y="167"/>
                  <a:pt x="902" y="183"/>
                </a:cubicBezTo>
                <a:cubicBezTo>
                  <a:pt x="902" y="190"/>
                  <a:pt x="904" y="195"/>
                  <a:pt x="909" y="200"/>
                </a:cubicBezTo>
                <a:cubicBezTo>
                  <a:pt x="913" y="205"/>
                  <a:pt x="918" y="207"/>
                  <a:pt x="922" y="209"/>
                </a:cubicBezTo>
                <a:cubicBezTo>
                  <a:pt x="932" y="213"/>
                  <a:pt x="932" y="213"/>
                  <a:pt x="932" y="213"/>
                </a:cubicBezTo>
                <a:cubicBezTo>
                  <a:pt x="937" y="215"/>
                  <a:pt x="941" y="217"/>
                  <a:pt x="944" y="220"/>
                </a:cubicBezTo>
                <a:cubicBezTo>
                  <a:pt x="947" y="223"/>
                  <a:pt x="948" y="226"/>
                  <a:pt x="948" y="231"/>
                </a:cubicBezTo>
                <a:cubicBezTo>
                  <a:pt x="948" y="240"/>
                  <a:pt x="942" y="249"/>
                  <a:pt x="929" y="249"/>
                </a:cubicBezTo>
                <a:cubicBezTo>
                  <a:pt x="924" y="249"/>
                  <a:pt x="919" y="247"/>
                  <a:pt x="916" y="244"/>
                </a:cubicBezTo>
                <a:cubicBezTo>
                  <a:pt x="913" y="241"/>
                  <a:pt x="911" y="236"/>
                  <a:pt x="910" y="232"/>
                </a:cubicBezTo>
                <a:cubicBezTo>
                  <a:pt x="910" y="230"/>
                  <a:pt x="910" y="230"/>
                  <a:pt x="910" y="230"/>
                </a:cubicBezTo>
                <a:cubicBezTo>
                  <a:pt x="896" y="234"/>
                  <a:pt x="896" y="234"/>
                  <a:pt x="896" y="234"/>
                </a:cubicBezTo>
                <a:cubicBezTo>
                  <a:pt x="897" y="235"/>
                  <a:pt x="897" y="235"/>
                  <a:pt x="897" y="235"/>
                </a:cubicBezTo>
                <a:cubicBezTo>
                  <a:pt x="898" y="243"/>
                  <a:pt x="902" y="249"/>
                  <a:pt x="906" y="254"/>
                </a:cubicBezTo>
                <a:cubicBezTo>
                  <a:pt x="912" y="260"/>
                  <a:pt x="920" y="262"/>
                  <a:pt x="929" y="262"/>
                </a:cubicBezTo>
                <a:cubicBezTo>
                  <a:pt x="948" y="262"/>
                  <a:pt x="962" y="249"/>
                  <a:pt x="962" y="230"/>
                </a:cubicBezTo>
                <a:cubicBezTo>
                  <a:pt x="962" y="222"/>
                  <a:pt x="960" y="216"/>
                  <a:pt x="955" y="211"/>
                </a:cubicBezTo>
                <a:close/>
                <a:moveTo>
                  <a:pt x="0" y="261"/>
                </a:moveTo>
                <a:cubicBezTo>
                  <a:pt x="15" y="261"/>
                  <a:pt x="15" y="261"/>
                  <a:pt x="15" y="261"/>
                </a:cubicBezTo>
                <a:cubicBezTo>
                  <a:pt x="48" y="184"/>
                  <a:pt x="48" y="184"/>
                  <a:pt x="48" y="184"/>
                </a:cubicBezTo>
                <a:cubicBezTo>
                  <a:pt x="79" y="260"/>
                  <a:pt x="79" y="260"/>
                  <a:pt x="79" y="260"/>
                </a:cubicBezTo>
                <a:cubicBezTo>
                  <a:pt x="80" y="261"/>
                  <a:pt x="80" y="261"/>
                  <a:pt x="80" y="261"/>
                </a:cubicBezTo>
                <a:cubicBezTo>
                  <a:pt x="95" y="261"/>
                  <a:pt x="95" y="261"/>
                  <a:pt x="95" y="261"/>
                </a:cubicBezTo>
                <a:cubicBezTo>
                  <a:pt x="48" y="151"/>
                  <a:pt x="48" y="151"/>
                  <a:pt x="48" y="151"/>
                </a:cubicBezTo>
                <a:lnTo>
                  <a:pt x="0" y="261"/>
                </a:lnTo>
                <a:close/>
                <a:moveTo>
                  <a:pt x="229" y="261"/>
                </a:moveTo>
                <a:cubicBezTo>
                  <a:pt x="244" y="261"/>
                  <a:pt x="244" y="261"/>
                  <a:pt x="244" y="261"/>
                </a:cubicBezTo>
                <a:cubicBezTo>
                  <a:pt x="277" y="184"/>
                  <a:pt x="277" y="184"/>
                  <a:pt x="277" y="184"/>
                </a:cubicBezTo>
                <a:cubicBezTo>
                  <a:pt x="309" y="260"/>
                  <a:pt x="309" y="260"/>
                  <a:pt x="309" y="260"/>
                </a:cubicBezTo>
                <a:cubicBezTo>
                  <a:pt x="309" y="261"/>
                  <a:pt x="309" y="261"/>
                  <a:pt x="309" y="261"/>
                </a:cubicBezTo>
                <a:cubicBezTo>
                  <a:pt x="324" y="261"/>
                  <a:pt x="324" y="261"/>
                  <a:pt x="324" y="261"/>
                </a:cubicBezTo>
                <a:cubicBezTo>
                  <a:pt x="277" y="151"/>
                  <a:pt x="277" y="151"/>
                  <a:pt x="277" y="151"/>
                </a:cubicBezTo>
                <a:lnTo>
                  <a:pt x="229" y="261"/>
                </a:lnTo>
                <a:close/>
                <a:moveTo>
                  <a:pt x="1071" y="11"/>
                </a:moveTo>
                <a:cubicBezTo>
                  <a:pt x="1071" y="18"/>
                  <a:pt x="1071" y="18"/>
                  <a:pt x="1071" y="18"/>
                </a:cubicBezTo>
                <a:cubicBezTo>
                  <a:pt x="1075" y="18"/>
                  <a:pt x="1075" y="18"/>
                  <a:pt x="1075" y="18"/>
                </a:cubicBezTo>
                <a:cubicBezTo>
                  <a:pt x="1077" y="9"/>
                  <a:pt x="1077" y="9"/>
                  <a:pt x="1077" y="9"/>
                </a:cubicBezTo>
                <a:cubicBezTo>
                  <a:pt x="1076" y="8"/>
                  <a:pt x="1074" y="7"/>
                  <a:pt x="1072" y="6"/>
                </a:cubicBezTo>
                <a:cubicBezTo>
                  <a:pt x="1070" y="6"/>
                  <a:pt x="1067" y="6"/>
                  <a:pt x="1064" y="6"/>
                </a:cubicBezTo>
                <a:cubicBezTo>
                  <a:pt x="1061" y="6"/>
                  <a:pt x="1058" y="6"/>
                  <a:pt x="1056" y="7"/>
                </a:cubicBezTo>
                <a:cubicBezTo>
                  <a:pt x="1053" y="9"/>
                  <a:pt x="1051" y="10"/>
                  <a:pt x="1049" y="12"/>
                </a:cubicBezTo>
                <a:cubicBezTo>
                  <a:pt x="1048" y="14"/>
                  <a:pt x="1047" y="17"/>
                  <a:pt x="1047" y="20"/>
                </a:cubicBezTo>
                <a:cubicBezTo>
                  <a:pt x="1047" y="22"/>
                  <a:pt x="1048" y="24"/>
                  <a:pt x="1049" y="26"/>
                </a:cubicBezTo>
                <a:cubicBezTo>
                  <a:pt x="1050" y="28"/>
                  <a:pt x="1051" y="30"/>
                  <a:pt x="1053" y="31"/>
                </a:cubicBezTo>
                <a:cubicBezTo>
                  <a:pt x="1055" y="32"/>
                  <a:pt x="1057" y="34"/>
                  <a:pt x="1059" y="35"/>
                </a:cubicBezTo>
                <a:cubicBezTo>
                  <a:pt x="1062" y="37"/>
                  <a:pt x="1064" y="39"/>
                  <a:pt x="1066" y="40"/>
                </a:cubicBezTo>
                <a:cubicBezTo>
                  <a:pt x="1067" y="42"/>
                  <a:pt x="1068" y="44"/>
                  <a:pt x="1068" y="47"/>
                </a:cubicBezTo>
                <a:cubicBezTo>
                  <a:pt x="1068" y="49"/>
                  <a:pt x="1067" y="52"/>
                  <a:pt x="1065" y="53"/>
                </a:cubicBezTo>
                <a:cubicBezTo>
                  <a:pt x="1062" y="55"/>
                  <a:pt x="1060" y="56"/>
                  <a:pt x="1057" y="56"/>
                </a:cubicBezTo>
                <a:cubicBezTo>
                  <a:pt x="1055" y="56"/>
                  <a:pt x="1053" y="56"/>
                  <a:pt x="1052" y="55"/>
                </a:cubicBezTo>
                <a:cubicBezTo>
                  <a:pt x="1050" y="55"/>
                  <a:pt x="1049" y="54"/>
                  <a:pt x="1048" y="54"/>
                </a:cubicBezTo>
                <a:cubicBezTo>
                  <a:pt x="1048" y="46"/>
                  <a:pt x="1048" y="46"/>
                  <a:pt x="1048" y="46"/>
                </a:cubicBezTo>
                <a:cubicBezTo>
                  <a:pt x="1044" y="46"/>
                  <a:pt x="1044" y="46"/>
                  <a:pt x="1044" y="46"/>
                </a:cubicBezTo>
                <a:cubicBezTo>
                  <a:pt x="1042" y="56"/>
                  <a:pt x="1042" y="56"/>
                  <a:pt x="1042" y="56"/>
                </a:cubicBezTo>
                <a:cubicBezTo>
                  <a:pt x="1043" y="57"/>
                  <a:pt x="1045" y="58"/>
                  <a:pt x="1048" y="58"/>
                </a:cubicBezTo>
                <a:cubicBezTo>
                  <a:pt x="1051" y="59"/>
                  <a:pt x="1054" y="59"/>
                  <a:pt x="1057" y="59"/>
                </a:cubicBezTo>
                <a:cubicBezTo>
                  <a:pt x="1060" y="59"/>
                  <a:pt x="1063" y="59"/>
                  <a:pt x="1066" y="57"/>
                </a:cubicBezTo>
                <a:cubicBezTo>
                  <a:pt x="1069" y="56"/>
                  <a:pt x="1071" y="54"/>
                  <a:pt x="1073" y="52"/>
                </a:cubicBezTo>
                <a:cubicBezTo>
                  <a:pt x="1074" y="50"/>
                  <a:pt x="1075" y="47"/>
                  <a:pt x="1075" y="44"/>
                </a:cubicBezTo>
                <a:cubicBezTo>
                  <a:pt x="1075" y="42"/>
                  <a:pt x="1074" y="40"/>
                  <a:pt x="1073" y="38"/>
                </a:cubicBezTo>
                <a:cubicBezTo>
                  <a:pt x="1072" y="36"/>
                  <a:pt x="1071" y="35"/>
                  <a:pt x="1069" y="34"/>
                </a:cubicBezTo>
                <a:cubicBezTo>
                  <a:pt x="1068" y="32"/>
                  <a:pt x="1066" y="31"/>
                  <a:pt x="1064" y="29"/>
                </a:cubicBezTo>
                <a:cubicBezTo>
                  <a:pt x="1060" y="27"/>
                  <a:pt x="1058" y="25"/>
                  <a:pt x="1056" y="24"/>
                </a:cubicBezTo>
                <a:cubicBezTo>
                  <a:pt x="1055" y="22"/>
                  <a:pt x="1054" y="20"/>
                  <a:pt x="1054" y="17"/>
                </a:cubicBezTo>
                <a:cubicBezTo>
                  <a:pt x="1054" y="15"/>
                  <a:pt x="1055" y="13"/>
                  <a:pt x="1057" y="11"/>
                </a:cubicBezTo>
                <a:cubicBezTo>
                  <a:pt x="1059" y="10"/>
                  <a:pt x="1061" y="9"/>
                  <a:pt x="1064" y="9"/>
                </a:cubicBezTo>
                <a:cubicBezTo>
                  <a:pt x="1065" y="9"/>
                  <a:pt x="1067" y="9"/>
                  <a:pt x="1068" y="10"/>
                </a:cubicBezTo>
                <a:cubicBezTo>
                  <a:pt x="1069" y="10"/>
                  <a:pt x="1070" y="10"/>
                  <a:pt x="1071" y="11"/>
                </a:cubicBezTo>
                <a:close/>
                <a:moveTo>
                  <a:pt x="1107" y="27"/>
                </a:moveTo>
                <a:cubicBezTo>
                  <a:pt x="1108" y="27"/>
                  <a:pt x="1108" y="27"/>
                  <a:pt x="1108" y="27"/>
                </a:cubicBezTo>
                <a:cubicBezTo>
                  <a:pt x="1110" y="20"/>
                  <a:pt x="1110" y="20"/>
                  <a:pt x="1110" y="20"/>
                </a:cubicBezTo>
                <a:cubicBezTo>
                  <a:pt x="1109" y="20"/>
                  <a:pt x="1108" y="19"/>
                  <a:pt x="1107" y="19"/>
                </a:cubicBezTo>
                <a:cubicBezTo>
                  <a:pt x="1105" y="19"/>
                  <a:pt x="1104" y="19"/>
                  <a:pt x="1102" y="19"/>
                </a:cubicBezTo>
                <a:cubicBezTo>
                  <a:pt x="1098" y="19"/>
                  <a:pt x="1094" y="20"/>
                  <a:pt x="1091" y="22"/>
                </a:cubicBezTo>
                <a:cubicBezTo>
                  <a:pt x="1088" y="25"/>
                  <a:pt x="1086" y="28"/>
                  <a:pt x="1084" y="32"/>
                </a:cubicBezTo>
                <a:cubicBezTo>
                  <a:pt x="1083" y="36"/>
                  <a:pt x="1082" y="40"/>
                  <a:pt x="1082" y="43"/>
                </a:cubicBezTo>
                <a:cubicBezTo>
                  <a:pt x="1082" y="48"/>
                  <a:pt x="1083" y="52"/>
                  <a:pt x="1085" y="55"/>
                </a:cubicBezTo>
                <a:cubicBezTo>
                  <a:pt x="1087" y="58"/>
                  <a:pt x="1091" y="59"/>
                  <a:pt x="1094" y="59"/>
                </a:cubicBezTo>
                <a:cubicBezTo>
                  <a:pt x="1098" y="59"/>
                  <a:pt x="1100" y="59"/>
                  <a:pt x="1102" y="57"/>
                </a:cubicBezTo>
                <a:cubicBezTo>
                  <a:pt x="1105" y="56"/>
                  <a:pt x="1106" y="54"/>
                  <a:pt x="1108" y="53"/>
                </a:cubicBezTo>
                <a:cubicBezTo>
                  <a:pt x="1106" y="50"/>
                  <a:pt x="1106" y="50"/>
                  <a:pt x="1106" y="50"/>
                </a:cubicBezTo>
                <a:cubicBezTo>
                  <a:pt x="1105" y="52"/>
                  <a:pt x="1103" y="53"/>
                  <a:pt x="1102" y="54"/>
                </a:cubicBezTo>
                <a:cubicBezTo>
                  <a:pt x="1100" y="54"/>
                  <a:pt x="1099" y="55"/>
                  <a:pt x="1097" y="55"/>
                </a:cubicBezTo>
                <a:cubicBezTo>
                  <a:pt x="1094" y="55"/>
                  <a:pt x="1092" y="54"/>
                  <a:pt x="1091" y="52"/>
                </a:cubicBezTo>
                <a:cubicBezTo>
                  <a:pt x="1090" y="50"/>
                  <a:pt x="1089" y="47"/>
                  <a:pt x="1089" y="43"/>
                </a:cubicBezTo>
                <a:cubicBezTo>
                  <a:pt x="1089" y="39"/>
                  <a:pt x="1090" y="35"/>
                  <a:pt x="1091" y="32"/>
                </a:cubicBezTo>
                <a:cubicBezTo>
                  <a:pt x="1092" y="30"/>
                  <a:pt x="1093" y="27"/>
                  <a:pt x="1095" y="26"/>
                </a:cubicBezTo>
                <a:cubicBezTo>
                  <a:pt x="1097" y="24"/>
                  <a:pt x="1099" y="23"/>
                  <a:pt x="1101" y="23"/>
                </a:cubicBezTo>
                <a:cubicBezTo>
                  <a:pt x="1102" y="23"/>
                  <a:pt x="1105" y="24"/>
                  <a:pt x="1107" y="27"/>
                </a:cubicBezTo>
                <a:close/>
                <a:moveTo>
                  <a:pt x="1124" y="52"/>
                </a:moveTo>
                <a:cubicBezTo>
                  <a:pt x="1129" y="19"/>
                  <a:pt x="1129" y="19"/>
                  <a:pt x="1129" y="19"/>
                </a:cubicBezTo>
                <a:cubicBezTo>
                  <a:pt x="1128" y="19"/>
                  <a:pt x="1128" y="19"/>
                  <a:pt x="1128" y="19"/>
                </a:cubicBezTo>
                <a:cubicBezTo>
                  <a:pt x="1118" y="20"/>
                  <a:pt x="1118" y="20"/>
                  <a:pt x="1118" y="20"/>
                </a:cubicBezTo>
                <a:cubicBezTo>
                  <a:pt x="1117" y="23"/>
                  <a:pt x="1117" y="23"/>
                  <a:pt x="1117" y="23"/>
                </a:cubicBezTo>
                <a:cubicBezTo>
                  <a:pt x="1122" y="24"/>
                  <a:pt x="1122" y="24"/>
                  <a:pt x="1122" y="24"/>
                </a:cubicBezTo>
                <a:cubicBezTo>
                  <a:pt x="1121" y="31"/>
                  <a:pt x="1120" y="37"/>
                  <a:pt x="1119" y="41"/>
                </a:cubicBezTo>
                <a:cubicBezTo>
                  <a:pt x="1118" y="49"/>
                  <a:pt x="1117" y="54"/>
                  <a:pt x="1117" y="55"/>
                </a:cubicBezTo>
                <a:cubicBezTo>
                  <a:pt x="1117" y="56"/>
                  <a:pt x="1118" y="57"/>
                  <a:pt x="1118" y="58"/>
                </a:cubicBezTo>
                <a:cubicBezTo>
                  <a:pt x="1119" y="59"/>
                  <a:pt x="1120" y="59"/>
                  <a:pt x="1122" y="59"/>
                </a:cubicBezTo>
                <a:cubicBezTo>
                  <a:pt x="1124" y="59"/>
                  <a:pt x="1125" y="59"/>
                  <a:pt x="1127" y="58"/>
                </a:cubicBezTo>
                <a:cubicBezTo>
                  <a:pt x="1128" y="57"/>
                  <a:pt x="1129" y="55"/>
                  <a:pt x="1130" y="54"/>
                </a:cubicBezTo>
                <a:cubicBezTo>
                  <a:pt x="1129" y="53"/>
                  <a:pt x="1129" y="53"/>
                  <a:pt x="1129" y="53"/>
                </a:cubicBezTo>
                <a:cubicBezTo>
                  <a:pt x="1128" y="54"/>
                  <a:pt x="1128" y="54"/>
                  <a:pt x="1127" y="54"/>
                </a:cubicBezTo>
                <a:cubicBezTo>
                  <a:pt x="1126" y="55"/>
                  <a:pt x="1126" y="55"/>
                  <a:pt x="1125" y="55"/>
                </a:cubicBezTo>
                <a:cubicBezTo>
                  <a:pt x="1125" y="55"/>
                  <a:pt x="1125" y="55"/>
                  <a:pt x="1125" y="54"/>
                </a:cubicBezTo>
                <a:cubicBezTo>
                  <a:pt x="1124" y="54"/>
                  <a:pt x="1124" y="54"/>
                  <a:pt x="1124" y="53"/>
                </a:cubicBezTo>
                <a:lnTo>
                  <a:pt x="1124" y="52"/>
                </a:lnTo>
                <a:close/>
                <a:moveTo>
                  <a:pt x="1127" y="11"/>
                </a:moveTo>
                <a:cubicBezTo>
                  <a:pt x="1128" y="11"/>
                  <a:pt x="1129" y="11"/>
                  <a:pt x="1130" y="10"/>
                </a:cubicBezTo>
                <a:cubicBezTo>
                  <a:pt x="1131" y="9"/>
                  <a:pt x="1131" y="7"/>
                  <a:pt x="1131" y="6"/>
                </a:cubicBezTo>
                <a:cubicBezTo>
                  <a:pt x="1131" y="5"/>
                  <a:pt x="1131" y="4"/>
                  <a:pt x="1130" y="3"/>
                </a:cubicBezTo>
                <a:cubicBezTo>
                  <a:pt x="1130" y="3"/>
                  <a:pt x="1129" y="2"/>
                  <a:pt x="1128" y="2"/>
                </a:cubicBezTo>
                <a:cubicBezTo>
                  <a:pt x="1126" y="2"/>
                  <a:pt x="1125" y="3"/>
                  <a:pt x="1124" y="4"/>
                </a:cubicBezTo>
                <a:cubicBezTo>
                  <a:pt x="1123" y="5"/>
                  <a:pt x="1123" y="6"/>
                  <a:pt x="1123" y="7"/>
                </a:cubicBezTo>
                <a:cubicBezTo>
                  <a:pt x="1123" y="8"/>
                  <a:pt x="1123" y="9"/>
                  <a:pt x="1124" y="10"/>
                </a:cubicBezTo>
                <a:cubicBezTo>
                  <a:pt x="1125" y="11"/>
                  <a:pt x="1126" y="11"/>
                  <a:pt x="1127" y="11"/>
                </a:cubicBezTo>
                <a:close/>
                <a:moveTo>
                  <a:pt x="1166" y="52"/>
                </a:moveTo>
                <a:cubicBezTo>
                  <a:pt x="1165" y="49"/>
                  <a:pt x="1165" y="49"/>
                  <a:pt x="1165" y="49"/>
                </a:cubicBezTo>
                <a:cubicBezTo>
                  <a:pt x="1163" y="51"/>
                  <a:pt x="1161" y="52"/>
                  <a:pt x="1159" y="53"/>
                </a:cubicBezTo>
                <a:cubicBezTo>
                  <a:pt x="1157" y="54"/>
                  <a:pt x="1155" y="55"/>
                  <a:pt x="1153" y="55"/>
                </a:cubicBezTo>
                <a:cubicBezTo>
                  <a:pt x="1150" y="55"/>
                  <a:pt x="1148" y="54"/>
                  <a:pt x="1147" y="51"/>
                </a:cubicBezTo>
                <a:cubicBezTo>
                  <a:pt x="1145" y="49"/>
                  <a:pt x="1145" y="46"/>
                  <a:pt x="1145" y="43"/>
                </a:cubicBezTo>
                <a:cubicBezTo>
                  <a:pt x="1148" y="43"/>
                  <a:pt x="1151" y="42"/>
                  <a:pt x="1155" y="41"/>
                </a:cubicBezTo>
                <a:cubicBezTo>
                  <a:pt x="1158" y="40"/>
                  <a:pt x="1162" y="38"/>
                  <a:pt x="1164" y="36"/>
                </a:cubicBezTo>
                <a:cubicBezTo>
                  <a:pt x="1167" y="33"/>
                  <a:pt x="1168" y="31"/>
                  <a:pt x="1168" y="27"/>
                </a:cubicBezTo>
                <a:cubicBezTo>
                  <a:pt x="1168" y="25"/>
                  <a:pt x="1167" y="23"/>
                  <a:pt x="1166" y="21"/>
                </a:cubicBezTo>
                <a:cubicBezTo>
                  <a:pt x="1164" y="19"/>
                  <a:pt x="1162" y="19"/>
                  <a:pt x="1158" y="19"/>
                </a:cubicBezTo>
                <a:cubicBezTo>
                  <a:pt x="1154" y="19"/>
                  <a:pt x="1151" y="20"/>
                  <a:pt x="1148" y="22"/>
                </a:cubicBezTo>
                <a:cubicBezTo>
                  <a:pt x="1145" y="24"/>
                  <a:pt x="1142" y="28"/>
                  <a:pt x="1140" y="31"/>
                </a:cubicBezTo>
                <a:cubicBezTo>
                  <a:pt x="1138" y="35"/>
                  <a:pt x="1138" y="40"/>
                  <a:pt x="1138" y="44"/>
                </a:cubicBezTo>
                <a:cubicBezTo>
                  <a:pt x="1138" y="47"/>
                  <a:pt x="1138" y="49"/>
                  <a:pt x="1139" y="52"/>
                </a:cubicBezTo>
                <a:cubicBezTo>
                  <a:pt x="1140" y="54"/>
                  <a:pt x="1142" y="56"/>
                  <a:pt x="1144" y="57"/>
                </a:cubicBezTo>
                <a:cubicBezTo>
                  <a:pt x="1146" y="59"/>
                  <a:pt x="1148" y="59"/>
                  <a:pt x="1151" y="59"/>
                </a:cubicBezTo>
                <a:cubicBezTo>
                  <a:pt x="1155" y="59"/>
                  <a:pt x="1158" y="58"/>
                  <a:pt x="1160" y="57"/>
                </a:cubicBezTo>
                <a:cubicBezTo>
                  <a:pt x="1163" y="55"/>
                  <a:pt x="1165" y="54"/>
                  <a:pt x="1166" y="52"/>
                </a:cubicBezTo>
                <a:close/>
                <a:moveTo>
                  <a:pt x="1157" y="22"/>
                </a:moveTo>
                <a:cubicBezTo>
                  <a:pt x="1158" y="22"/>
                  <a:pt x="1159" y="23"/>
                  <a:pt x="1160" y="24"/>
                </a:cubicBezTo>
                <a:cubicBezTo>
                  <a:pt x="1161" y="25"/>
                  <a:pt x="1161" y="26"/>
                  <a:pt x="1161" y="28"/>
                </a:cubicBezTo>
                <a:cubicBezTo>
                  <a:pt x="1161" y="30"/>
                  <a:pt x="1161" y="32"/>
                  <a:pt x="1159" y="34"/>
                </a:cubicBezTo>
                <a:cubicBezTo>
                  <a:pt x="1157" y="35"/>
                  <a:pt x="1155" y="37"/>
                  <a:pt x="1152" y="38"/>
                </a:cubicBezTo>
                <a:cubicBezTo>
                  <a:pt x="1150" y="39"/>
                  <a:pt x="1147" y="39"/>
                  <a:pt x="1145" y="39"/>
                </a:cubicBezTo>
                <a:cubicBezTo>
                  <a:pt x="1145" y="37"/>
                  <a:pt x="1146" y="34"/>
                  <a:pt x="1147" y="32"/>
                </a:cubicBezTo>
                <a:cubicBezTo>
                  <a:pt x="1148" y="29"/>
                  <a:pt x="1149" y="27"/>
                  <a:pt x="1151" y="25"/>
                </a:cubicBezTo>
                <a:cubicBezTo>
                  <a:pt x="1152" y="23"/>
                  <a:pt x="1154" y="22"/>
                  <a:pt x="1157" y="22"/>
                </a:cubicBezTo>
                <a:close/>
                <a:moveTo>
                  <a:pt x="1187" y="28"/>
                </a:moveTo>
                <a:cubicBezTo>
                  <a:pt x="1188" y="19"/>
                  <a:pt x="1188" y="19"/>
                  <a:pt x="1188" y="19"/>
                </a:cubicBezTo>
                <a:cubicBezTo>
                  <a:pt x="1186" y="19"/>
                  <a:pt x="1186" y="19"/>
                  <a:pt x="1186" y="19"/>
                </a:cubicBezTo>
                <a:cubicBezTo>
                  <a:pt x="1178" y="20"/>
                  <a:pt x="1178" y="20"/>
                  <a:pt x="1178" y="20"/>
                </a:cubicBezTo>
                <a:cubicBezTo>
                  <a:pt x="1177" y="23"/>
                  <a:pt x="1177" y="23"/>
                  <a:pt x="1177" y="23"/>
                </a:cubicBezTo>
                <a:cubicBezTo>
                  <a:pt x="1180" y="25"/>
                  <a:pt x="1180" y="25"/>
                  <a:pt x="1180" y="25"/>
                </a:cubicBezTo>
                <a:cubicBezTo>
                  <a:pt x="1176" y="58"/>
                  <a:pt x="1176" y="58"/>
                  <a:pt x="1176" y="58"/>
                </a:cubicBezTo>
                <a:cubicBezTo>
                  <a:pt x="1183" y="58"/>
                  <a:pt x="1183" y="58"/>
                  <a:pt x="1183" y="58"/>
                </a:cubicBezTo>
                <a:cubicBezTo>
                  <a:pt x="1186" y="33"/>
                  <a:pt x="1186" y="33"/>
                  <a:pt x="1186" y="33"/>
                </a:cubicBezTo>
                <a:cubicBezTo>
                  <a:pt x="1188" y="31"/>
                  <a:pt x="1190" y="28"/>
                  <a:pt x="1192" y="26"/>
                </a:cubicBezTo>
                <a:cubicBezTo>
                  <a:pt x="1194" y="25"/>
                  <a:pt x="1196" y="24"/>
                  <a:pt x="1198" y="24"/>
                </a:cubicBezTo>
                <a:cubicBezTo>
                  <a:pt x="1200" y="24"/>
                  <a:pt x="1201" y="24"/>
                  <a:pt x="1202" y="25"/>
                </a:cubicBezTo>
                <a:cubicBezTo>
                  <a:pt x="1202" y="26"/>
                  <a:pt x="1203" y="27"/>
                  <a:pt x="1203" y="29"/>
                </a:cubicBezTo>
                <a:cubicBezTo>
                  <a:pt x="1203" y="31"/>
                  <a:pt x="1202" y="33"/>
                  <a:pt x="1202" y="35"/>
                </a:cubicBezTo>
                <a:cubicBezTo>
                  <a:pt x="1202" y="37"/>
                  <a:pt x="1201" y="39"/>
                  <a:pt x="1201" y="41"/>
                </a:cubicBezTo>
                <a:cubicBezTo>
                  <a:pt x="1201" y="43"/>
                  <a:pt x="1201" y="43"/>
                  <a:pt x="1201" y="43"/>
                </a:cubicBezTo>
                <a:cubicBezTo>
                  <a:pt x="1200" y="46"/>
                  <a:pt x="1200" y="46"/>
                  <a:pt x="1200" y="46"/>
                </a:cubicBezTo>
                <a:cubicBezTo>
                  <a:pt x="1199" y="51"/>
                  <a:pt x="1199" y="54"/>
                  <a:pt x="1199" y="55"/>
                </a:cubicBezTo>
                <a:cubicBezTo>
                  <a:pt x="1199" y="58"/>
                  <a:pt x="1200" y="59"/>
                  <a:pt x="1203" y="59"/>
                </a:cubicBezTo>
                <a:cubicBezTo>
                  <a:pt x="1205" y="59"/>
                  <a:pt x="1206" y="59"/>
                  <a:pt x="1207" y="58"/>
                </a:cubicBezTo>
                <a:cubicBezTo>
                  <a:pt x="1208" y="58"/>
                  <a:pt x="1209" y="57"/>
                  <a:pt x="1210" y="57"/>
                </a:cubicBezTo>
                <a:cubicBezTo>
                  <a:pt x="1210" y="56"/>
                  <a:pt x="1211" y="55"/>
                  <a:pt x="1211" y="55"/>
                </a:cubicBezTo>
                <a:cubicBezTo>
                  <a:pt x="1210" y="53"/>
                  <a:pt x="1210" y="53"/>
                  <a:pt x="1210" y="53"/>
                </a:cubicBezTo>
                <a:cubicBezTo>
                  <a:pt x="1209" y="54"/>
                  <a:pt x="1208" y="55"/>
                  <a:pt x="1207" y="55"/>
                </a:cubicBezTo>
                <a:cubicBezTo>
                  <a:pt x="1206" y="55"/>
                  <a:pt x="1206" y="54"/>
                  <a:pt x="1206" y="53"/>
                </a:cubicBezTo>
                <a:cubicBezTo>
                  <a:pt x="1206" y="51"/>
                  <a:pt x="1206" y="48"/>
                  <a:pt x="1207" y="45"/>
                </a:cubicBezTo>
                <a:cubicBezTo>
                  <a:pt x="1208" y="41"/>
                  <a:pt x="1208" y="41"/>
                  <a:pt x="1208" y="41"/>
                </a:cubicBezTo>
                <a:cubicBezTo>
                  <a:pt x="1208" y="40"/>
                  <a:pt x="1208" y="40"/>
                  <a:pt x="1208" y="40"/>
                </a:cubicBezTo>
                <a:cubicBezTo>
                  <a:pt x="1209" y="34"/>
                  <a:pt x="1210" y="31"/>
                  <a:pt x="1210" y="29"/>
                </a:cubicBezTo>
                <a:cubicBezTo>
                  <a:pt x="1210" y="25"/>
                  <a:pt x="1209" y="23"/>
                  <a:pt x="1207" y="21"/>
                </a:cubicBezTo>
                <a:cubicBezTo>
                  <a:pt x="1206" y="19"/>
                  <a:pt x="1204" y="19"/>
                  <a:pt x="1201" y="19"/>
                </a:cubicBezTo>
                <a:cubicBezTo>
                  <a:pt x="1199" y="19"/>
                  <a:pt x="1196" y="19"/>
                  <a:pt x="1193" y="21"/>
                </a:cubicBezTo>
                <a:cubicBezTo>
                  <a:pt x="1191" y="23"/>
                  <a:pt x="1189" y="25"/>
                  <a:pt x="1187" y="28"/>
                </a:cubicBezTo>
                <a:close/>
                <a:moveTo>
                  <a:pt x="1243" y="27"/>
                </a:moveTo>
                <a:cubicBezTo>
                  <a:pt x="1245" y="27"/>
                  <a:pt x="1245" y="27"/>
                  <a:pt x="1245" y="27"/>
                </a:cubicBezTo>
                <a:cubicBezTo>
                  <a:pt x="1247" y="20"/>
                  <a:pt x="1247" y="20"/>
                  <a:pt x="1247" y="20"/>
                </a:cubicBezTo>
                <a:cubicBezTo>
                  <a:pt x="1246" y="20"/>
                  <a:pt x="1244" y="19"/>
                  <a:pt x="1243" y="19"/>
                </a:cubicBezTo>
                <a:cubicBezTo>
                  <a:pt x="1241" y="19"/>
                  <a:pt x="1240" y="19"/>
                  <a:pt x="1239" y="19"/>
                </a:cubicBezTo>
                <a:cubicBezTo>
                  <a:pt x="1234" y="19"/>
                  <a:pt x="1231" y="20"/>
                  <a:pt x="1228" y="22"/>
                </a:cubicBezTo>
                <a:cubicBezTo>
                  <a:pt x="1224" y="25"/>
                  <a:pt x="1222" y="28"/>
                  <a:pt x="1220" y="32"/>
                </a:cubicBezTo>
                <a:cubicBezTo>
                  <a:pt x="1219" y="36"/>
                  <a:pt x="1218" y="40"/>
                  <a:pt x="1218" y="43"/>
                </a:cubicBezTo>
                <a:cubicBezTo>
                  <a:pt x="1218" y="48"/>
                  <a:pt x="1219" y="52"/>
                  <a:pt x="1221" y="55"/>
                </a:cubicBezTo>
                <a:cubicBezTo>
                  <a:pt x="1224" y="58"/>
                  <a:pt x="1227" y="59"/>
                  <a:pt x="1231" y="59"/>
                </a:cubicBezTo>
                <a:cubicBezTo>
                  <a:pt x="1234" y="59"/>
                  <a:pt x="1236" y="59"/>
                  <a:pt x="1239" y="57"/>
                </a:cubicBezTo>
                <a:cubicBezTo>
                  <a:pt x="1241" y="56"/>
                  <a:pt x="1243" y="54"/>
                  <a:pt x="1244" y="53"/>
                </a:cubicBezTo>
                <a:cubicBezTo>
                  <a:pt x="1242" y="50"/>
                  <a:pt x="1242" y="50"/>
                  <a:pt x="1242" y="50"/>
                </a:cubicBezTo>
                <a:cubicBezTo>
                  <a:pt x="1241" y="52"/>
                  <a:pt x="1239" y="53"/>
                  <a:pt x="1238" y="54"/>
                </a:cubicBezTo>
                <a:cubicBezTo>
                  <a:pt x="1236" y="54"/>
                  <a:pt x="1235" y="55"/>
                  <a:pt x="1233" y="55"/>
                </a:cubicBezTo>
                <a:cubicBezTo>
                  <a:pt x="1230" y="55"/>
                  <a:pt x="1228" y="54"/>
                  <a:pt x="1227" y="52"/>
                </a:cubicBezTo>
                <a:cubicBezTo>
                  <a:pt x="1226" y="50"/>
                  <a:pt x="1225" y="47"/>
                  <a:pt x="1225" y="43"/>
                </a:cubicBezTo>
                <a:cubicBezTo>
                  <a:pt x="1225" y="39"/>
                  <a:pt x="1226" y="35"/>
                  <a:pt x="1227" y="32"/>
                </a:cubicBezTo>
                <a:cubicBezTo>
                  <a:pt x="1228" y="30"/>
                  <a:pt x="1229" y="27"/>
                  <a:pt x="1231" y="26"/>
                </a:cubicBezTo>
                <a:cubicBezTo>
                  <a:pt x="1233" y="24"/>
                  <a:pt x="1235" y="23"/>
                  <a:pt x="1237" y="23"/>
                </a:cubicBezTo>
                <a:cubicBezTo>
                  <a:pt x="1239" y="23"/>
                  <a:pt x="1241" y="24"/>
                  <a:pt x="1243" y="27"/>
                </a:cubicBezTo>
                <a:close/>
                <a:moveTo>
                  <a:pt x="1279" y="52"/>
                </a:moveTo>
                <a:cubicBezTo>
                  <a:pt x="1277" y="49"/>
                  <a:pt x="1277" y="49"/>
                  <a:pt x="1277" y="49"/>
                </a:cubicBezTo>
                <a:cubicBezTo>
                  <a:pt x="1276" y="51"/>
                  <a:pt x="1274" y="52"/>
                  <a:pt x="1272" y="53"/>
                </a:cubicBezTo>
                <a:cubicBezTo>
                  <a:pt x="1270" y="54"/>
                  <a:pt x="1268" y="55"/>
                  <a:pt x="1266" y="55"/>
                </a:cubicBezTo>
                <a:cubicBezTo>
                  <a:pt x="1263" y="55"/>
                  <a:pt x="1261" y="54"/>
                  <a:pt x="1259" y="51"/>
                </a:cubicBezTo>
                <a:cubicBezTo>
                  <a:pt x="1258" y="49"/>
                  <a:pt x="1257" y="46"/>
                  <a:pt x="1258" y="43"/>
                </a:cubicBezTo>
                <a:cubicBezTo>
                  <a:pt x="1260" y="43"/>
                  <a:pt x="1264" y="42"/>
                  <a:pt x="1267" y="41"/>
                </a:cubicBezTo>
                <a:cubicBezTo>
                  <a:pt x="1271" y="40"/>
                  <a:pt x="1274" y="38"/>
                  <a:pt x="1277" y="36"/>
                </a:cubicBezTo>
                <a:cubicBezTo>
                  <a:pt x="1280" y="33"/>
                  <a:pt x="1281" y="31"/>
                  <a:pt x="1281" y="27"/>
                </a:cubicBezTo>
                <a:cubicBezTo>
                  <a:pt x="1281" y="25"/>
                  <a:pt x="1280" y="23"/>
                  <a:pt x="1278" y="21"/>
                </a:cubicBezTo>
                <a:cubicBezTo>
                  <a:pt x="1277" y="19"/>
                  <a:pt x="1274" y="19"/>
                  <a:pt x="1271" y="19"/>
                </a:cubicBezTo>
                <a:cubicBezTo>
                  <a:pt x="1267" y="19"/>
                  <a:pt x="1264" y="20"/>
                  <a:pt x="1260" y="22"/>
                </a:cubicBezTo>
                <a:cubicBezTo>
                  <a:pt x="1257" y="24"/>
                  <a:pt x="1255" y="28"/>
                  <a:pt x="1253" y="31"/>
                </a:cubicBezTo>
                <a:cubicBezTo>
                  <a:pt x="1251" y="35"/>
                  <a:pt x="1250" y="40"/>
                  <a:pt x="1250" y="44"/>
                </a:cubicBezTo>
                <a:cubicBezTo>
                  <a:pt x="1250" y="47"/>
                  <a:pt x="1251" y="49"/>
                  <a:pt x="1252" y="52"/>
                </a:cubicBezTo>
                <a:cubicBezTo>
                  <a:pt x="1253" y="54"/>
                  <a:pt x="1254" y="56"/>
                  <a:pt x="1256" y="57"/>
                </a:cubicBezTo>
                <a:cubicBezTo>
                  <a:pt x="1258" y="59"/>
                  <a:pt x="1261" y="59"/>
                  <a:pt x="1264" y="59"/>
                </a:cubicBezTo>
                <a:cubicBezTo>
                  <a:pt x="1267" y="59"/>
                  <a:pt x="1270" y="58"/>
                  <a:pt x="1273" y="57"/>
                </a:cubicBezTo>
                <a:cubicBezTo>
                  <a:pt x="1276" y="55"/>
                  <a:pt x="1278" y="54"/>
                  <a:pt x="1279" y="52"/>
                </a:cubicBezTo>
                <a:close/>
                <a:moveTo>
                  <a:pt x="1269" y="22"/>
                </a:moveTo>
                <a:cubicBezTo>
                  <a:pt x="1271" y="22"/>
                  <a:pt x="1272" y="23"/>
                  <a:pt x="1273" y="24"/>
                </a:cubicBezTo>
                <a:cubicBezTo>
                  <a:pt x="1274" y="25"/>
                  <a:pt x="1274" y="26"/>
                  <a:pt x="1274" y="28"/>
                </a:cubicBezTo>
                <a:cubicBezTo>
                  <a:pt x="1274" y="30"/>
                  <a:pt x="1273" y="32"/>
                  <a:pt x="1272" y="34"/>
                </a:cubicBezTo>
                <a:cubicBezTo>
                  <a:pt x="1270" y="35"/>
                  <a:pt x="1268" y="37"/>
                  <a:pt x="1265" y="38"/>
                </a:cubicBezTo>
                <a:cubicBezTo>
                  <a:pt x="1263" y="39"/>
                  <a:pt x="1260" y="39"/>
                  <a:pt x="1258" y="39"/>
                </a:cubicBezTo>
                <a:cubicBezTo>
                  <a:pt x="1258" y="37"/>
                  <a:pt x="1259" y="34"/>
                  <a:pt x="1259" y="32"/>
                </a:cubicBezTo>
                <a:cubicBezTo>
                  <a:pt x="1260" y="29"/>
                  <a:pt x="1262" y="27"/>
                  <a:pt x="1263" y="25"/>
                </a:cubicBezTo>
                <a:cubicBezTo>
                  <a:pt x="1265" y="23"/>
                  <a:pt x="1267" y="22"/>
                  <a:pt x="1269" y="22"/>
                </a:cubicBezTo>
                <a:close/>
                <a:moveTo>
                  <a:pt x="1310" y="25"/>
                </a:moveTo>
                <a:cubicBezTo>
                  <a:pt x="1311" y="20"/>
                  <a:pt x="1311" y="20"/>
                  <a:pt x="1311" y="20"/>
                </a:cubicBezTo>
                <a:cubicBezTo>
                  <a:pt x="1311" y="20"/>
                  <a:pt x="1309" y="19"/>
                  <a:pt x="1308" y="19"/>
                </a:cubicBezTo>
                <a:cubicBezTo>
                  <a:pt x="1306" y="19"/>
                  <a:pt x="1304" y="19"/>
                  <a:pt x="1303" y="19"/>
                </a:cubicBezTo>
                <a:cubicBezTo>
                  <a:pt x="1300" y="19"/>
                  <a:pt x="1298" y="19"/>
                  <a:pt x="1296" y="20"/>
                </a:cubicBezTo>
                <a:cubicBezTo>
                  <a:pt x="1293" y="21"/>
                  <a:pt x="1292" y="22"/>
                  <a:pt x="1291" y="24"/>
                </a:cubicBezTo>
                <a:cubicBezTo>
                  <a:pt x="1289" y="26"/>
                  <a:pt x="1289" y="27"/>
                  <a:pt x="1289" y="30"/>
                </a:cubicBezTo>
                <a:cubicBezTo>
                  <a:pt x="1289" y="34"/>
                  <a:pt x="1291" y="38"/>
                  <a:pt x="1296" y="41"/>
                </a:cubicBezTo>
                <a:cubicBezTo>
                  <a:pt x="1298" y="43"/>
                  <a:pt x="1300" y="44"/>
                  <a:pt x="1301" y="45"/>
                </a:cubicBezTo>
                <a:cubicBezTo>
                  <a:pt x="1302" y="46"/>
                  <a:pt x="1303" y="48"/>
                  <a:pt x="1303" y="50"/>
                </a:cubicBezTo>
                <a:cubicBezTo>
                  <a:pt x="1303" y="51"/>
                  <a:pt x="1302" y="53"/>
                  <a:pt x="1301" y="54"/>
                </a:cubicBezTo>
                <a:cubicBezTo>
                  <a:pt x="1299" y="55"/>
                  <a:pt x="1297" y="55"/>
                  <a:pt x="1295" y="55"/>
                </a:cubicBezTo>
                <a:cubicBezTo>
                  <a:pt x="1293" y="55"/>
                  <a:pt x="1292" y="55"/>
                  <a:pt x="1290" y="54"/>
                </a:cubicBezTo>
                <a:cubicBezTo>
                  <a:pt x="1288" y="53"/>
                  <a:pt x="1287" y="53"/>
                  <a:pt x="1286" y="52"/>
                </a:cubicBezTo>
                <a:cubicBezTo>
                  <a:pt x="1285" y="57"/>
                  <a:pt x="1285" y="57"/>
                  <a:pt x="1285" y="57"/>
                </a:cubicBezTo>
                <a:cubicBezTo>
                  <a:pt x="1285" y="58"/>
                  <a:pt x="1287" y="58"/>
                  <a:pt x="1289" y="58"/>
                </a:cubicBezTo>
                <a:cubicBezTo>
                  <a:pt x="1291" y="59"/>
                  <a:pt x="1293" y="59"/>
                  <a:pt x="1295" y="59"/>
                </a:cubicBezTo>
                <a:cubicBezTo>
                  <a:pt x="1299" y="59"/>
                  <a:pt x="1303" y="58"/>
                  <a:pt x="1305" y="56"/>
                </a:cubicBezTo>
                <a:cubicBezTo>
                  <a:pt x="1308" y="54"/>
                  <a:pt x="1309" y="52"/>
                  <a:pt x="1309" y="48"/>
                </a:cubicBezTo>
                <a:cubicBezTo>
                  <a:pt x="1309" y="46"/>
                  <a:pt x="1309" y="45"/>
                  <a:pt x="1308" y="43"/>
                </a:cubicBezTo>
                <a:cubicBezTo>
                  <a:pt x="1307" y="42"/>
                  <a:pt x="1306" y="41"/>
                  <a:pt x="1305" y="40"/>
                </a:cubicBezTo>
                <a:cubicBezTo>
                  <a:pt x="1304" y="39"/>
                  <a:pt x="1303" y="38"/>
                  <a:pt x="1301" y="36"/>
                </a:cubicBezTo>
                <a:cubicBezTo>
                  <a:pt x="1299" y="35"/>
                  <a:pt x="1298" y="34"/>
                  <a:pt x="1297" y="32"/>
                </a:cubicBezTo>
                <a:cubicBezTo>
                  <a:pt x="1296" y="31"/>
                  <a:pt x="1295" y="30"/>
                  <a:pt x="1295" y="28"/>
                </a:cubicBezTo>
                <a:cubicBezTo>
                  <a:pt x="1295" y="26"/>
                  <a:pt x="1296" y="25"/>
                  <a:pt x="1297" y="24"/>
                </a:cubicBezTo>
                <a:cubicBezTo>
                  <a:pt x="1299" y="23"/>
                  <a:pt x="1300" y="23"/>
                  <a:pt x="1303" y="23"/>
                </a:cubicBezTo>
                <a:cubicBezTo>
                  <a:pt x="1304" y="23"/>
                  <a:pt x="1306" y="23"/>
                  <a:pt x="1307" y="24"/>
                </a:cubicBezTo>
                <a:cubicBezTo>
                  <a:pt x="1309" y="24"/>
                  <a:pt x="1310" y="25"/>
                  <a:pt x="1310" y="25"/>
                </a:cubicBezTo>
                <a:close/>
                <a:moveTo>
                  <a:pt x="1047" y="110"/>
                </a:moveTo>
                <a:cubicBezTo>
                  <a:pt x="1052" y="111"/>
                  <a:pt x="1052" y="111"/>
                  <a:pt x="1052" y="111"/>
                </a:cubicBezTo>
                <a:cubicBezTo>
                  <a:pt x="1046" y="156"/>
                  <a:pt x="1046" y="156"/>
                  <a:pt x="1046" y="156"/>
                </a:cubicBezTo>
                <a:cubicBezTo>
                  <a:pt x="1041" y="157"/>
                  <a:pt x="1041" y="157"/>
                  <a:pt x="1041" y="157"/>
                </a:cubicBezTo>
                <a:cubicBezTo>
                  <a:pt x="1041" y="159"/>
                  <a:pt x="1041" y="159"/>
                  <a:pt x="1041" y="159"/>
                </a:cubicBezTo>
                <a:cubicBezTo>
                  <a:pt x="1078" y="159"/>
                  <a:pt x="1078" y="159"/>
                  <a:pt x="1078" y="159"/>
                </a:cubicBezTo>
                <a:cubicBezTo>
                  <a:pt x="1081" y="147"/>
                  <a:pt x="1081" y="147"/>
                  <a:pt x="1081" y="147"/>
                </a:cubicBezTo>
                <a:cubicBezTo>
                  <a:pt x="1077" y="146"/>
                  <a:pt x="1077" y="146"/>
                  <a:pt x="1077" y="146"/>
                </a:cubicBezTo>
                <a:cubicBezTo>
                  <a:pt x="1073" y="155"/>
                  <a:pt x="1073" y="155"/>
                  <a:pt x="1073" y="155"/>
                </a:cubicBezTo>
                <a:cubicBezTo>
                  <a:pt x="1053" y="156"/>
                  <a:pt x="1053" y="156"/>
                  <a:pt x="1053" y="156"/>
                </a:cubicBezTo>
                <a:cubicBezTo>
                  <a:pt x="1056" y="134"/>
                  <a:pt x="1056" y="134"/>
                  <a:pt x="1056" y="134"/>
                </a:cubicBezTo>
                <a:cubicBezTo>
                  <a:pt x="1072" y="135"/>
                  <a:pt x="1072" y="135"/>
                  <a:pt x="1072" y="135"/>
                </a:cubicBezTo>
                <a:cubicBezTo>
                  <a:pt x="1073" y="130"/>
                  <a:pt x="1073" y="130"/>
                  <a:pt x="1073" y="130"/>
                </a:cubicBezTo>
                <a:cubicBezTo>
                  <a:pt x="1057" y="130"/>
                  <a:pt x="1057" y="130"/>
                  <a:pt x="1057" y="130"/>
                </a:cubicBezTo>
                <a:cubicBezTo>
                  <a:pt x="1059" y="110"/>
                  <a:pt x="1059" y="110"/>
                  <a:pt x="1059" y="110"/>
                </a:cubicBezTo>
                <a:cubicBezTo>
                  <a:pt x="1075" y="111"/>
                  <a:pt x="1075" y="111"/>
                  <a:pt x="1075" y="111"/>
                </a:cubicBezTo>
                <a:cubicBezTo>
                  <a:pt x="1076" y="118"/>
                  <a:pt x="1076" y="118"/>
                  <a:pt x="1076" y="118"/>
                </a:cubicBezTo>
                <a:cubicBezTo>
                  <a:pt x="1080" y="118"/>
                  <a:pt x="1080" y="118"/>
                  <a:pt x="1080" y="118"/>
                </a:cubicBezTo>
                <a:cubicBezTo>
                  <a:pt x="1081" y="107"/>
                  <a:pt x="1081" y="107"/>
                  <a:pt x="1081" y="107"/>
                </a:cubicBezTo>
                <a:cubicBezTo>
                  <a:pt x="1048" y="107"/>
                  <a:pt x="1048" y="107"/>
                  <a:pt x="1048" y="107"/>
                </a:cubicBezTo>
                <a:lnTo>
                  <a:pt x="1047" y="110"/>
                </a:lnTo>
                <a:close/>
                <a:moveTo>
                  <a:pt x="1100" y="129"/>
                </a:moveTo>
                <a:cubicBezTo>
                  <a:pt x="1100" y="120"/>
                  <a:pt x="1100" y="120"/>
                  <a:pt x="1100" y="120"/>
                </a:cubicBezTo>
                <a:cubicBezTo>
                  <a:pt x="1099" y="119"/>
                  <a:pt x="1099" y="119"/>
                  <a:pt x="1099" y="119"/>
                </a:cubicBezTo>
                <a:cubicBezTo>
                  <a:pt x="1090" y="121"/>
                  <a:pt x="1090" y="121"/>
                  <a:pt x="1090" y="121"/>
                </a:cubicBezTo>
                <a:cubicBezTo>
                  <a:pt x="1090" y="124"/>
                  <a:pt x="1090" y="124"/>
                  <a:pt x="1090" y="124"/>
                </a:cubicBezTo>
                <a:cubicBezTo>
                  <a:pt x="1093" y="125"/>
                  <a:pt x="1093" y="125"/>
                  <a:pt x="1093" y="125"/>
                </a:cubicBezTo>
                <a:cubicBezTo>
                  <a:pt x="1089" y="159"/>
                  <a:pt x="1089" y="159"/>
                  <a:pt x="1089" y="159"/>
                </a:cubicBezTo>
                <a:cubicBezTo>
                  <a:pt x="1095" y="159"/>
                  <a:pt x="1095" y="159"/>
                  <a:pt x="1095" y="159"/>
                </a:cubicBezTo>
                <a:cubicBezTo>
                  <a:pt x="1099" y="134"/>
                  <a:pt x="1099" y="134"/>
                  <a:pt x="1099" y="134"/>
                </a:cubicBezTo>
                <a:cubicBezTo>
                  <a:pt x="1101" y="131"/>
                  <a:pt x="1103" y="129"/>
                  <a:pt x="1105" y="127"/>
                </a:cubicBezTo>
                <a:cubicBezTo>
                  <a:pt x="1107" y="125"/>
                  <a:pt x="1109" y="124"/>
                  <a:pt x="1111" y="124"/>
                </a:cubicBezTo>
                <a:cubicBezTo>
                  <a:pt x="1113" y="124"/>
                  <a:pt x="1114" y="125"/>
                  <a:pt x="1114" y="126"/>
                </a:cubicBezTo>
                <a:cubicBezTo>
                  <a:pt x="1115" y="127"/>
                  <a:pt x="1115" y="128"/>
                  <a:pt x="1115" y="130"/>
                </a:cubicBezTo>
                <a:cubicBezTo>
                  <a:pt x="1115" y="132"/>
                  <a:pt x="1115" y="134"/>
                  <a:pt x="1115" y="135"/>
                </a:cubicBezTo>
                <a:cubicBezTo>
                  <a:pt x="1115" y="137"/>
                  <a:pt x="1114" y="140"/>
                  <a:pt x="1114" y="142"/>
                </a:cubicBezTo>
                <a:cubicBezTo>
                  <a:pt x="1114" y="144"/>
                  <a:pt x="1114" y="144"/>
                  <a:pt x="1114" y="144"/>
                </a:cubicBezTo>
                <a:cubicBezTo>
                  <a:pt x="1113" y="147"/>
                  <a:pt x="1113" y="147"/>
                  <a:pt x="1113" y="147"/>
                </a:cubicBezTo>
                <a:cubicBezTo>
                  <a:pt x="1112" y="151"/>
                  <a:pt x="1112" y="154"/>
                  <a:pt x="1112" y="156"/>
                </a:cubicBezTo>
                <a:cubicBezTo>
                  <a:pt x="1112" y="159"/>
                  <a:pt x="1113" y="160"/>
                  <a:pt x="1116" y="160"/>
                </a:cubicBezTo>
                <a:cubicBezTo>
                  <a:pt x="1117" y="160"/>
                  <a:pt x="1119" y="160"/>
                  <a:pt x="1120" y="159"/>
                </a:cubicBezTo>
                <a:cubicBezTo>
                  <a:pt x="1121" y="159"/>
                  <a:pt x="1122" y="158"/>
                  <a:pt x="1123" y="157"/>
                </a:cubicBezTo>
                <a:cubicBezTo>
                  <a:pt x="1123" y="157"/>
                  <a:pt x="1124" y="156"/>
                  <a:pt x="1124" y="156"/>
                </a:cubicBezTo>
                <a:cubicBezTo>
                  <a:pt x="1123" y="154"/>
                  <a:pt x="1123" y="154"/>
                  <a:pt x="1123" y="154"/>
                </a:cubicBezTo>
                <a:cubicBezTo>
                  <a:pt x="1122" y="155"/>
                  <a:pt x="1121" y="156"/>
                  <a:pt x="1120" y="156"/>
                </a:cubicBezTo>
                <a:cubicBezTo>
                  <a:pt x="1119" y="156"/>
                  <a:pt x="1119" y="155"/>
                  <a:pt x="1119" y="154"/>
                </a:cubicBezTo>
                <a:cubicBezTo>
                  <a:pt x="1119" y="152"/>
                  <a:pt x="1119" y="149"/>
                  <a:pt x="1120" y="145"/>
                </a:cubicBezTo>
                <a:cubicBezTo>
                  <a:pt x="1121" y="142"/>
                  <a:pt x="1121" y="142"/>
                  <a:pt x="1121" y="142"/>
                </a:cubicBezTo>
                <a:cubicBezTo>
                  <a:pt x="1121" y="140"/>
                  <a:pt x="1121" y="140"/>
                  <a:pt x="1121" y="140"/>
                </a:cubicBezTo>
                <a:cubicBezTo>
                  <a:pt x="1122" y="135"/>
                  <a:pt x="1122" y="132"/>
                  <a:pt x="1122" y="130"/>
                </a:cubicBezTo>
                <a:cubicBezTo>
                  <a:pt x="1122" y="126"/>
                  <a:pt x="1122" y="123"/>
                  <a:pt x="1120" y="122"/>
                </a:cubicBezTo>
                <a:cubicBezTo>
                  <a:pt x="1119" y="120"/>
                  <a:pt x="1117" y="119"/>
                  <a:pt x="1114" y="119"/>
                </a:cubicBezTo>
                <a:cubicBezTo>
                  <a:pt x="1112" y="119"/>
                  <a:pt x="1109" y="120"/>
                  <a:pt x="1106" y="122"/>
                </a:cubicBezTo>
                <a:cubicBezTo>
                  <a:pt x="1104" y="124"/>
                  <a:pt x="1102" y="126"/>
                  <a:pt x="1100" y="129"/>
                </a:cubicBezTo>
                <a:close/>
                <a:moveTo>
                  <a:pt x="1159" y="162"/>
                </a:moveTo>
                <a:cubicBezTo>
                  <a:pt x="1165" y="119"/>
                  <a:pt x="1165" y="119"/>
                  <a:pt x="1165" y="119"/>
                </a:cubicBezTo>
                <a:cubicBezTo>
                  <a:pt x="1160" y="121"/>
                  <a:pt x="1160" y="121"/>
                  <a:pt x="1160" y="121"/>
                </a:cubicBezTo>
                <a:cubicBezTo>
                  <a:pt x="1159" y="121"/>
                  <a:pt x="1158" y="120"/>
                  <a:pt x="1157" y="120"/>
                </a:cubicBezTo>
                <a:cubicBezTo>
                  <a:pt x="1155" y="120"/>
                  <a:pt x="1154" y="119"/>
                  <a:pt x="1153" y="119"/>
                </a:cubicBezTo>
                <a:cubicBezTo>
                  <a:pt x="1148" y="119"/>
                  <a:pt x="1144" y="121"/>
                  <a:pt x="1141" y="123"/>
                </a:cubicBezTo>
                <a:cubicBezTo>
                  <a:pt x="1137" y="126"/>
                  <a:pt x="1135" y="129"/>
                  <a:pt x="1133" y="133"/>
                </a:cubicBezTo>
                <a:cubicBezTo>
                  <a:pt x="1131" y="137"/>
                  <a:pt x="1130" y="141"/>
                  <a:pt x="1130" y="145"/>
                </a:cubicBezTo>
                <a:cubicBezTo>
                  <a:pt x="1130" y="150"/>
                  <a:pt x="1131" y="153"/>
                  <a:pt x="1133" y="156"/>
                </a:cubicBezTo>
                <a:cubicBezTo>
                  <a:pt x="1135" y="159"/>
                  <a:pt x="1138" y="160"/>
                  <a:pt x="1142" y="160"/>
                </a:cubicBezTo>
                <a:cubicBezTo>
                  <a:pt x="1144" y="160"/>
                  <a:pt x="1146" y="159"/>
                  <a:pt x="1148" y="158"/>
                </a:cubicBezTo>
                <a:cubicBezTo>
                  <a:pt x="1150" y="157"/>
                  <a:pt x="1152" y="156"/>
                  <a:pt x="1153" y="155"/>
                </a:cubicBezTo>
                <a:cubicBezTo>
                  <a:pt x="1151" y="164"/>
                  <a:pt x="1151" y="164"/>
                  <a:pt x="1151" y="164"/>
                </a:cubicBezTo>
                <a:cubicBezTo>
                  <a:pt x="1151" y="167"/>
                  <a:pt x="1150" y="169"/>
                  <a:pt x="1149" y="170"/>
                </a:cubicBezTo>
                <a:cubicBezTo>
                  <a:pt x="1147" y="172"/>
                  <a:pt x="1145" y="172"/>
                  <a:pt x="1142" y="172"/>
                </a:cubicBezTo>
                <a:cubicBezTo>
                  <a:pt x="1140" y="172"/>
                  <a:pt x="1139" y="172"/>
                  <a:pt x="1137" y="171"/>
                </a:cubicBezTo>
                <a:cubicBezTo>
                  <a:pt x="1136" y="171"/>
                  <a:pt x="1134" y="170"/>
                  <a:pt x="1133" y="170"/>
                </a:cubicBezTo>
                <a:cubicBezTo>
                  <a:pt x="1132" y="175"/>
                  <a:pt x="1132" y="175"/>
                  <a:pt x="1132" y="175"/>
                </a:cubicBezTo>
                <a:cubicBezTo>
                  <a:pt x="1132" y="176"/>
                  <a:pt x="1134" y="176"/>
                  <a:pt x="1135" y="176"/>
                </a:cubicBezTo>
                <a:cubicBezTo>
                  <a:pt x="1137" y="177"/>
                  <a:pt x="1138" y="177"/>
                  <a:pt x="1140" y="177"/>
                </a:cubicBezTo>
                <a:cubicBezTo>
                  <a:pt x="1142" y="177"/>
                  <a:pt x="1145" y="176"/>
                  <a:pt x="1148" y="175"/>
                </a:cubicBezTo>
                <a:cubicBezTo>
                  <a:pt x="1150" y="174"/>
                  <a:pt x="1153" y="173"/>
                  <a:pt x="1155" y="170"/>
                </a:cubicBezTo>
                <a:cubicBezTo>
                  <a:pt x="1157" y="168"/>
                  <a:pt x="1158" y="165"/>
                  <a:pt x="1159" y="162"/>
                </a:cubicBezTo>
                <a:close/>
                <a:moveTo>
                  <a:pt x="1157" y="125"/>
                </a:moveTo>
                <a:cubicBezTo>
                  <a:pt x="1154" y="150"/>
                  <a:pt x="1154" y="150"/>
                  <a:pt x="1154" y="150"/>
                </a:cubicBezTo>
                <a:cubicBezTo>
                  <a:pt x="1152" y="151"/>
                  <a:pt x="1151" y="153"/>
                  <a:pt x="1149" y="154"/>
                </a:cubicBezTo>
                <a:cubicBezTo>
                  <a:pt x="1148" y="155"/>
                  <a:pt x="1146" y="155"/>
                  <a:pt x="1144" y="155"/>
                </a:cubicBezTo>
                <a:cubicBezTo>
                  <a:pt x="1142" y="155"/>
                  <a:pt x="1140" y="155"/>
                  <a:pt x="1139" y="153"/>
                </a:cubicBezTo>
                <a:cubicBezTo>
                  <a:pt x="1138" y="151"/>
                  <a:pt x="1138" y="148"/>
                  <a:pt x="1138" y="145"/>
                </a:cubicBezTo>
                <a:cubicBezTo>
                  <a:pt x="1138" y="142"/>
                  <a:pt x="1138" y="138"/>
                  <a:pt x="1139" y="135"/>
                </a:cubicBezTo>
                <a:cubicBezTo>
                  <a:pt x="1140" y="132"/>
                  <a:pt x="1142" y="129"/>
                  <a:pt x="1144" y="127"/>
                </a:cubicBezTo>
                <a:cubicBezTo>
                  <a:pt x="1146" y="124"/>
                  <a:pt x="1149" y="123"/>
                  <a:pt x="1152" y="123"/>
                </a:cubicBezTo>
                <a:cubicBezTo>
                  <a:pt x="1154" y="123"/>
                  <a:pt x="1156" y="124"/>
                  <a:pt x="1157" y="125"/>
                </a:cubicBezTo>
                <a:close/>
                <a:moveTo>
                  <a:pt x="1181" y="153"/>
                </a:moveTo>
                <a:cubicBezTo>
                  <a:pt x="1185" y="120"/>
                  <a:pt x="1185" y="120"/>
                  <a:pt x="1185" y="120"/>
                </a:cubicBezTo>
                <a:cubicBezTo>
                  <a:pt x="1184" y="119"/>
                  <a:pt x="1184" y="119"/>
                  <a:pt x="1184" y="119"/>
                </a:cubicBezTo>
                <a:cubicBezTo>
                  <a:pt x="1174" y="121"/>
                  <a:pt x="1174" y="121"/>
                  <a:pt x="1174" y="121"/>
                </a:cubicBezTo>
                <a:cubicBezTo>
                  <a:pt x="1173" y="123"/>
                  <a:pt x="1173" y="123"/>
                  <a:pt x="1173" y="123"/>
                </a:cubicBezTo>
                <a:cubicBezTo>
                  <a:pt x="1178" y="125"/>
                  <a:pt x="1178" y="125"/>
                  <a:pt x="1178" y="125"/>
                </a:cubicBezTo>
                <a:cubicBezTo>
                  <a:pt x="1177" y="132"/>
                  <a:pt x="1176" y="138"/>
                  <a:pt x="1175" y="142"/>
                </a:cubicBezTo>
                <a:cubicBezTo>
                  <a:pt x="1174" y="150"/>
                  <a:pt x="1174" y="154"/>
                  <a:pt x="1173" y="156"/>
                </a:cubicBezTo>
                <a:cubicBezTo>
                  <a:pt x="1173" y="157"/>
                  <a:pt x="1174" y="158"/>
                  <a:pt x="1174" y="159"/>
                </a:cubicBezTo>
                <a:cubicBezTo>
                  <a:pt x="1175" y="160"/>
                  <a:pt x="1176" y="160"/>
                  <a:pt x="1178" y="160"/>
                </a:cubicBezTo>
                <a:cubicBezTo>
                  <a:pt x="1180" y="160"/>
                  <a:pt x="1182" y="159"/>
                  <a:pt x="1183" y="158"/>
                </a:cubicBezTo>
                <a:cubicBezTo>
                  <a:pt x="1184" y="157"/>
                  <a:pt x="1185" y="156"/>
                  <a:pt x="1186" y="155"/>
                </a:cubicBezTo>
                <a:cubicBezTo>
                  <a:pt x="1185" y="154"/>
                  <a:pt x="1185" y="154"/>
                  <a:pt x="1185" y="154"/>
                </a:cubicBezTo>
                <a:cubicBezTo>
                  <a:pt x="1184" y="154"/>
                  <a:pt x="1184" y="155"/>
                  <a:pt x="1183" y="155"/>
                </a:cubicBezTo>
                <a:cubicBezTo>
                  <a:pt x="1183" y="156"/>
                  <a:pt x="1182" y="156"/>
                  <a:pt x="1182" y="156"/>
                </a:cubicBezTo>
                <a:cubicBezTo>
                  <a:pt x="1181" y="156"/>
                  <a:pt x="1181" y="156"/>
                  <a:pt x="1181" y="155"/>
                </a:cubicBezTo>
                <a:cubicBezTo>
                  <a:pt x="1181" y="155"/>
                  <a:pt x="1180" y="155"/>
                  <a:pt x="1180" y="154"/>
                </a:cubicBezTo>
                <a:lnTo>
                  <a:pt x="1181" y="153"/>
                </a:lnTo>
                <a:close/>
                <a:moveTo>
                  <a:pt x="1183" y="112"/>
                </a:moveTo>
                <a:cubicBezTo>
                  <a:pt x="1184" y="112"/>
                  <a:pt x="1185" y="111"/>
                  <a:pt x="1186" y="110"/>
                </a:cubicBezTo>
                <a:cubicBezTo>
                  <a:pt x="1187" y="109"/>
                  <a:pt x="1188" y="108"/>
                  <a:pt x="1188" y="107"/>
                </a:cubicBezTo>
                <a:cubicBezTo>
                  <a:pt x="1188" y="106"/>
                  <a:pt x="1187" y="105"/>
                  <a:pt x="1187" y="104"/>
                </a:cubicBezTo>
                <a:cubicBezTo>
                  <a:pt x="1186" y="103"/>
                  <a:pt x="1185" y="103"/>
                  <a:pt x="1184" y="103"/>
                </a:cubicBezTo>
                <a:cubicBezTo>
                  <a:pt x="1182" y="103"/>
                  <a:pt x="1181" y="103"/>
                  <a:pt x="1180" y="104"/>
                </a:cubicBezTo>
                <a:cubicBezTo>
                  <a:pt x="1180" y="105"/>
                  <a:pt x="1179" y="107"/>
                  <a:pt x="1179" y="108"/>
                </a:cubicBezTo>
                <a:cubicBezTo>
                  <a:pt x="1179" y="109"/>
                  <a:pt x="1179" y="110"/>
                  <a:pt x="1180" y="111"/>
                </a:cubicBezTo>
                <a:cubicBezTo>
                  <a:pt x="1181" y="111"/>
                  <a:pt x="1182" y="112"/>
                  <a:pt x="1183" y="112"/>
                </a:cubicBezTo>
                <a:close/>
                <a:moveTo>
                  <a:pt x="1207" y="129"/>
                </a:moveTo>
                <a:cubicBezTo>
                  <a:pt x="1208" y="120"/>
                  <a:pt x="1208" y="120"/>
                  <a:pt x="1208" y="120"/>
                </a:cubicBezTo>
                <a:cubicBezTo>
                  <a:pt x="1207" y="119"/>
                  <a:pt x="1207" y="119"/>
                  <a:pt x="1207" y="119"/>
                </a:cubicBezTo>
                <a:cubicBezTo>
                  <a:pt x="1198" y="121"/>
                  <a:pt x="1198" y="121"/>
                  <a:pt x="1198" y="121"/>
                </a:cubicBezTo>
                <a:cubicBezTo>
                  <a:pt x="1198" y="124"/>
                  <a:pt x="1198" y="124"/>
                  <a:pt x="1198" y="124"/>
                </a:cubicBezTo>
                <a:cubicBezTo>
                  <a:pt x="1201" y="125"/>
                  <a:pt x="1201" y="125"/>
                  <a:pt x="1201" y="125"/>
                </a:cubicBezTo>
                <a:cubicBezTo>
                  <a:pt x="1196" y="159"/>
                  <a:pt x="1196" y="159"/>
                  <a:pt x="1196" y="159"/>
                </a:cubicBezTo>
                <a:cubicBezTo>
                  <a:pt x="1203" y="159"/>
                  <a:pt x="1203" y="159"/>
                  <a:pt x="1203" y="159"/>
                </a:cubicBezTo>
                <a:cubicBezTo>
                  <a:pt x="1207" y="134"/>
                  <a:pt x="1207" y="134"/>
                  <a:pt x="1207" y="134"/>
                </a:cubicBezTo>
                <a:cubicBezTo>
                  <a:pt x="1208" y="131"/>
                  <a:pt x="1210" y="129"/>
                  <a:pt x="1213" y="127"/>
                </a:cubicBezTo>
                <a:cubicBezTo>
                  <a:pt x="1215" y="125"/>
                  <a:pt x="1217" y="124"/>
                  <a:pt x="1219" y="124"/>
                </a:cubicBezTo>
                <a:cubicBezTo>
                  <a:pt x="1220" y="124"/>
                  <a:pt x="1221" y="125"/>
                  <a:pt x="1222" y="126"/>
                </a:cubicBezTo>
                <a:cubicBezTo>
                  <a:pt x="1223" y="127"/>
                  <a:pt x="1223" y="128"/>
                  <a:pt x="1223" y="130"/>
                </a:cubicBezTo>
                <a:cubicBezTo>
                  <a:pt x="1223" y="132"/>
                  <a:pt x="1223" y="134"/>
                  <a:pt x="1223" y="135"/>
                </a:cubicBezTo>
                <a:cubicBezTo>
                  <a:pt x="1222" y="137"/>
                  <a:pt x="1222" y="140"/>
                  <a:pt x="1222" y="142"/>
                </a:cubicBezTo>
                <a:cubicBezTo>
                  <a:pt x="1221" y="144"/>
                  <a:pt x="1221" y="144"/>
                  <a:pt x="1221" y="144"/>
                </a:cubicBezTo>
                <a:cubicBezTo>
                  <a:pt x="1221" y="147"/>
                  <a:pt x="1221" y="147"/>
                  <a:pt x="1221" y="147"/>
                </a:cubicBezTo>
                <a:cubicBezTo>
                  <a:pt x="1220" y="151"/>
                  <a:pt x="1219" y="154"/>
                  <a:pt x="1219" y="156"/>
                </a:cubicBezTo>
                <a:cubicBezTo>
                  <a:pt x="1219" y="159"/>
                  <a:pt x="1221" y="160"/>
                  <a:pt x="1224" y="160"/>
                </a:cubicBezTo>
                <a:cubicBezTo>
                  <a:pt x="1225" y="160"/>
                  <a:pt x="1226" y="160"/>
                  <a:pt x="1227" y="159"/>
                </a:cubicBezTo>
                <a:cubicBezTo>
                  <a:pt x="1228" y="159"/>
                  <a:pt x="1229" y="158"/>
                  <a:pt x="1230" y="157"/>
                </a:cubicBezTo>
                <a:cubicBezTo>
                  <a:pt x="1231" y="157"/>
                  <a:pt x="1231" y="156"/>
                  <a:pt x="1232" y="156"/>
                </a:cubicBezTo>
                <a:cubicBezTo>
                  <a:pt x="1231" y="154"/>
                  <a:pt x="1231" y="154"/>
                  <a:pt x="1231" y="154"/>
                </a:cubicBezTo>
                <a:cubicBezTo>
                  <a:pt x="1229" y="155"/>
                  <a:pt x="1228" y="156"/>
                  <a:pt x="1227" y="156"/>
                </a:cubicBezTo>
                <a:cubicBezTo>
                  <a:pt x="1227" y="156"/>
                  <a:pt x="1227" y="155"/>
                  <a:pt x="1227" y="154"/>
                </a:cubicBezTo>
                <a:cubicBezTo>
                  <a:pt x="1227" y="152"/>
                  <a:pt x="1227" y="149"/>
                  <a:pt x="1228" y="145"/>
                </a:cubicBezTo>
                <a:cubicBezTo>
                  <a:pt x="1228" y="142"/>
                  <a:pt x="1228" y="142"/>
                  <a:pt x="1228" y="142"/>
                </a:cubicBezTo>
                <a:cubicBezTo>
                  <a:pt x="1229" y="140"/>
                  <a:pt x="1229" y="140"/>
                  <a:pt x="1229" y="140"/>
                </a:cubicBezTo>
                <a:cubicBezTo>
                  <a:pt x="1230" y="135"/>
                  <a:pt x="1230" y="132"/>
                  <a:pt x="1230" y="130"/>
                </a:cubicBezTo>
                <a:cubicBezTo>
                  <a:pt x="1230" y="126"/>
                  <a:pt x="1229" y="123"/>
                  <a:pt x="1228" y="122"/>
                </a:cubicBezTo>
                <a:cubicBezTo>
                  <a:pt x="1227" y="120"/>
                  <a:pt x="1225" y="119"/>
                  <a:pt x="1222" y="119"/>
                </a:cubicBezTo>
                <a:cubicBezTo>
                  <a:pt x="1219" y="119"/>
                  <a:pt x="1217" y="120"/>
                  <a:pt x="1214" y="122"/>
                </a:cubicBezTo>
                <a:cubicBezTo>
                  <a:pt x="1211" y="124"/>
                  <a:pt x="1209" y="126"/>
                  <a:pt x="1207" y="129"/>
                </a:cubicBezTo>
                <a:close/>
                <a:moveTo>
                  <a:pt x="1267" y="153"/>
                </a:moveTo>
                <a:cubicBezTo>
                  <a:pt x="1266" y="150"/>
                  <a:pt x="1266" y="150"/>
                  <a:pt x="1266" y="150"/>
                </a:cubicBezTo>
                <a:cubicBezTo>
                  <a:pt x="1264" y="152"/>
                  <a:pt x="1262" y="153"/>
                  <a:pt x="1260" y="154"/>
                </a:cubicBezTo>
                <a:cubicBezTo>
                  <a:pt x="1258" y="155"/>
                  <a:pt x="1256" y="156"/>
                  <a:pt x="1254" y="156"/>
                </a:cubicBezTo>
                <a:cubicBezTo>
                  <a:pt x="1251" y="156"/>
                  <a:pt x="1249" y="154"/>
                  <a:pt x="1248" y="152"/>
                </a:cubicBezTo>
                <a:cubicBezTo>
                  <a:pt x="1246" y="150"/>
                  <a:pt x="1246" y="147"/>
                  <a:pt x="1246" y="143"/>
                </a:cubicBezTo>
                <a:cubicBezTo>
                  <a:pt x="1249" y="143"/>
                  <a:pt x="1252" y="143"/>
                  <a:pt x="1256" y="142"/>
                </a:cubicBezTo>
                <a:cubicBezTo>
                  <a:pt x="1259" y="140"/>
                  <a:pt x="1263" y="139"/>
                  <a:pt x="1265" y="136"/>
                </a:cubicBezTo>
                <a:cubicBezTo>
                  <a:pt x="1268" y="134"/>
                  <a:pt x="1269" y="131"/>
                  <a:pt x="1269" y="128"/>
                </a:cubicBezTo>
                <a:cubicBezTo>
                  <a:pt x="1269" y="125"/>
                  <a:pt x="1268" y="123"/>
                  <a:pt x="1267" y="122"/>
                </a:cubicBezTo>
                <a:cubicBezTo>
                  <a:pt x="1265" y="120"/>
                  <a:pt x="1263" y="119"/>
                  <a:pt x="1259" y="119"/>
                </a:cubicBezTo>
                <a:cubicBezTo>
                  <a:pt x="1255" y="119"/>
                  <a:pt x="1252" y="121"/>
                  <a:pt x="1249" y="123"/>
                </a:cubicBezTo>
                <a:cubicBezTo>
                  <a:pt x="1246" y="125"/>
                  <a:pt x="1243" y="128"/>
                  <a:pt x="1241" y="132"/>
                </a:cubicBezTo>
                <a:cubicBezTo>
                  <a:pt x="1240" y="136"/>
                  <a:pt x="1239" y="140"/>
                  <a:pt x="1239" y="145"/>
                </a:cubicBezTo>
                <a:cubicBezTo>
                  <a:pt x="1239" y="147"/>
                  <a:pt x="1239" y="150"/>
                  <a:pt x="1240" y="152"/>
                </a:cubicBezTo>
                <a:cubicBezTo>
                  <a:pt x="1241" y="155"/>
                  <a:pt x="1243" y="156"/>
                  <a:pt x="1245" y="158"/>
                </a:cubicBezTo>
                <a:cubicBezTo>
                  <a:pt x="1247" y="159"/>
                  <a:pt x="1249" y="160"/>
                  <a:pt x="1253" y="160"/>
                </a:cubicBezTo>
                <a:cubicBezTo>
                  <a:pt x="1256" y="160"/>
                  <a:pt x="1259" y="159"/>
                  <a:pt x="1261" y="158"/>
                </a:cubicBezTo>
                <a:cubicBezTo>
                  <a:pt x="1264" y="156"/>
                  <a:pt x="1266" y="154"/>
                  <a:pt x="1267" y="153"/>
                </a:cubicBezTo>
                <a:close/>
                <a:moveTo>
                  <a:pt x="1258" y="123"/>
                </a:moveTo>
                <a:cubicBezTo>
                  <a:pt x="1259" y="123"/>
                  <a:pt x="1260" y="124"/>
                  <a:pt x="1261" y="125"/>
                </a:cubicBezTo>
                <a:cubicBezTo>
                  <a:pt x="1262" y="125"/>
                  <a:pt x="1263" y="127"/>
                  <a:pt x="1263" y="129"/>
                </a:cubicBezTo>
                <a:cubicBezTo>
                  <a:pt x="1263" y="131"/>
                  <a:pt x="1262" y="133"/>
                  <a:pt x="1260" y="135"/>
                </a:cubicBezTo>
                <a:cubicBezTo>
                  <a:pt x="1258" y="136"/>
                  <a:pt x="1256" y="138"/>
                  <a:pt x="1253" y="139"/>
                </a:cubicBezTo>
                <a:cubicBezTo>
                  <a:pt x="1251" y="139"/>
                  <a:pt x="1248" y="140"/>
                  <a:pt x="1246" y="140"/>
                </a:cubicBezTo>
                <a:cubicBezTo>
                  <a:pt x="1246" y="138"/>
                  <a:pt x="1247" y="135"/>
                  <a:pt x="1248" y="132"/>
                </a:cubicBezTo>
                <a:cubicBezTo>
                  <a:pt x="1249" y="130"/>
                  <a:pt x="1250" y="127"/>
                  <a:pt x="1252" y="126"/>
                </a:cubicBezTo>
                <a:cubicBezTo>
                  <a:pt x="1254" y="124"/>
                  <a:pt x="1255" y="123"/>
                  <a:pt x="1258" y="123"/>
                </a:cubicBezTo>
                <a:close/>
                <a:moveTo>
                  <a:pt x="1303" y="153"/>
                </a:moveTo>
                <a:cubicBezTo>
                  <a:pt x="1302" y="150"/>
                  <a:pt x="1302" y="150"/>
                  <a:pt x="1302" y="150"/>
                </a:cubicBezTo>
                <a:cubicBezTo>
                  <a:pt x="1300" y="152"/>
                  <a:pt x="1298" y="153"/>
                  <a:pt x="1296" y="154"/>
                </a:cubicBezTo>
                <a:cubicBezTo>
                  <a:pt x="1294" y="155"/>
                  <a:pt x="1292" y="156"/>
                  <a:pt x="1290" y="156"/>
                </a:cubicBezTo>
                <a:cubicBezTo>
                  <a:pt x="1287" y="156"/>
                  <a:pt x="1285" y="154"/>
                  <a:pt x="1284" y="152"/>
                </a:cubicBezTo>
                <a:cubicBezTo>
                  <a:pt x="1282" y="150"/>
                  <a:pt x="1282" y="147"/>
                  <a:pt x="1282" y="143"/>
                </a:cubicBezTo>
                <a:cubicBezTo>
                  <a:pt x="1285" y="143"/>
                  <a:pt x="1288" y="143"/>
                  <a:pt x="1292" y="142"/>
                </a:cubicBezTo>
                <a:cubicBezTo>
                  <a:pt x="1295" y="140"/>
                  <a:pt x="1299" y="139"/>
                  <a:pt x="1301" y="136"/>
                </a:cubicBezTo>
                <a:cubicBezTo>
                  <a:pt x="1304" y="134"/>
                  <a:pt x="1305" y="131"/>
                  <a:pt x="1305" y="128"/>
                </a:cubicBezTo>
                <a:cubicBezTo>
                  <a:pt x="1305" y="125"/>
                  <a:pt x="1304" y="123"/>
                  <a:pt x="1303" y="122"/>
                </a:cubicBezTo>
                <a:cubicBezTo>
                  <a:pt x="1301" y="120"/>
                  <a:pt x="1299" y="119"/>
                  <a:pt x="1295" y="119"/>
                </a:cubicBezTo>
                <a:cubicBezTo>
                  <a:pt x="1291" y="119"/>
                  <a:pt x="1288" y="121"/>
                  <a:pt x="1285" y="123"/>
                </a:cubicBezTo>
                <a:cubicBezTo>
                  <a:pt x="1282" y="125"/>
                  <a:pt x="1279" y="128"/>
                  <a:pt x="1277" y="132"/>
                </a:cubicBezTo>
                <a:cubicBezTo>
                  <a:pt x="1275" y="136"/>
                  <a:pt x="1275" y="140"/>
                  <a:pt x="1275" y="145"/>
                </a:cubicBezTo>
                <a:cubicBezTo>
                  <a:pt x="1275" y="147"/>
                  <a:pt x="1275" y="150"/>
                  <a:pt x="1276" y="152"/>
                </a:cubicBezTo>
                <a:cubicBezTo>
                  <a:pt x="1277" y="155"/>
                  <a:pt x="1279" y="156"/>
                  <a:pt x="1281" y="158"/>
                </a:cubicBezTo>
                <a:cubicBezTo>
                  <a:pt x="1283" y="159"/>
                  <a:pt x="1285" y="160"/>
                  <a:pt x="1288" y="160"/>
                </a:cubicBezTo>
                <a:cubicBezTo>
                  <a:pt x="1292" y="160"/>
                  <a:pt x="1295" y="159"/>
                  <a:pt x="1297" y="158"/>
                </a:cubicBezTo>
                <a:cubicBezTo>
                  <a:pt x="1300" y="156"/>
                  <a:pt x="1302" y="154"/>
                  <a:pt x="1303" y="153"/>
                </a:cubicBezTo>
                <a:close/>
                <a:moveTo>
                  <a:pt x="1294" y="123"/>
                </a:moveTo>
                <a:cubicBezTo>
                  <a:pt x="1295" y="123"/>
                  <a:pt x="1296" y="124"/>
                  <a:pt x="1297" y="125"/>
                </a:cubicBezTo>
                <a:cubicBezTo>
                  <a:pt x="1298" y="125"/>
                  <a:pt x="1298" y="127"/>
                  <a:pt x="1298" y="129"/>
                </a:cubicBezTo>
                <a:cubicBezTo>
                  <a:pt x="1298" y="131"/>
                  <a:pt x="1298" y="133"/>
                  <a:pt x="1296" y="135"/>
                </a:cubicBezTo>
                <a:cubicBezTo>
                  <a:pt x="1294" y="136"/>
                  <a:pt x="1292" y="138"/>
                  <a:pt x="1289" y="139"/>
                </a:cubicBezTo>
                <a:cubicBezTo>
                  <a:pt x="1287" y="139"/>
                  <a:pt x="1284" y="140"/>
                  <a:pt x="1282" y="140"/>
                </a:cubicBezTo>
                <a:cubicBezTo>
                  <a:pt x="1282" y="138"/>
                  <a:pt x="1283" y="135"/>
                  <a:pt x="1284" y="132"/>
                </a:cubicBezTo>
                <a:cubicBezTo>
                  <a:pt x="1285" y="130"/>
                  <a:pt x="1286" y="127"/>
                  <a:pt x="1288" y="126"/>
                </a:cubicBezTo>
                <a:cubicBezTo>
                  <a:pt x="1289" y="124"/>
                  <a:pt x="1291" y="123"/>
                  <a:pt x="1294" y="123"/>
                </a:cubicBezTo>
                <a:close/>
                <a:moveTo>
                  <a:pt x="1322" y="129"/>
                </a:moveTo>
                <a:cubicBezTo>
                  <a:pt x="1323" y="127"/>
                  <a:pt x="1323" y="127"/>
                  <a:pt x="1323" y="127"/>
                </a:cubicBezTo>
                <a:cubicBezTo>
                  <a:pt x="1323" y="120"/>
                  <a:pt x="1323" y="120"/>
                  <a:pt x="1323" y="120"/>
                </a:cubicBezTo>
                <a:cubicBezTo>
                  <a:pt x="1322" y="119"/>
                  <a:pt x="1322" y="119"/>
                  <a:pt x="1322" y="119"/>
                </a:cubicBezTo>
                <a:cubicBezTo>
                  <a:pt x="1314" y="121"/>
                  <a:pt x="1314" y="121"/>
                  <a:pt x="1314" y="121"/>
                </a:cubicBezTo>
                <a:cubicBezTo>
                  <a:pt x="1313" y="124"/>
                  <a:pt x="1313" y="124"/>
                  <a:pt x="1313" y="124"/>
                </a:cubicBezTo>
                <a:cubicBezTo>
                  <a:pt x="1317" y="125"/>
                  <a:pt x="1317" y="125"/>
                  <a:pt x="1317" y="125"/>
                </a:cubicBezTo>
                <a:cubicBezTo>
                  <a:pt x="1312" y="159"/>
                  <a:pt x="1312" y="159"/>
                  <a:pt x="1312" y="159"/>
                </a:cubicBezTo>
                <a:cubicBezTo>
                  <a:pt x="1319" y="159"/>
                  <a:pt x="1319" y="159"/>
                  <a:pt x="1319" y="159"/>
                </a:cubicBezTo>
                <a:cubicBezTo>
                  <a:pt x="1322" y="134"/>
                  <a:pt x="1322" y="134"/>
                  <a:pt x="1322" y="134"/>
                </a:cubicBezTo>
                <a:cubicBezTo>
                  <a:pt x="1323" y="132"/>
                  <a:pt x="1325" y="130"/>
                  <a:pt x="1327" y="129"/>
                </a:cubicBezTo>
                <a:cubicBezTo>
                  <a:pt x="1329" y="127"/>
                  <a:pt x="1331" y="127"/>
                  <a:pt x="1333" y="127"/>
                </a:cubicBezTo>
                <a:cubicBezTo>
                  <a:pt x="1334" y="127"/>
                  <a:pt x="1335" y="127"/>
                  <a:pt x="1336" y="127"/>
                </a:cubicBezTo>
                <a:cubicBezTo>
                  <a:pt x="1338" y="120"/>
                  <a:pt x="1338" y="120"/>
                  <a:pt x="1338" y="120"/>
                </a:cubicBezTo>
                <a:cubicBezTo>
                  <a:pt x="1337" y="120"/>
                  <a:pt x="1336" y="119"/>
                  <a:pt x="1335" y="119"/>
                </a:cubicBezTo>
                <a:cubicBezTo>
                  <a:pt x="1333" y="119"/>
                  <a:pt x="1331" y="120"/>
                  <a:pt x="1330" y="121"/>
                </a:cubicBezTo>
                <a:cubicBezTo>
                  <a:pt x="1328" y="122"/>
                  <a:pt x="1326" y="123"/>
                  <a:pt x="1325" y="125"/>
                </a:cubicBezTo>
                <a:cubicBezTo>
                  <a:pt x="1324" y="126"/>
                  <a:pt x="1323" y="128"/>
                  <a:pt x="1322" y="129"/>
                </a:cubicBezTo>
                <a:close/>
                <a:moveTo>
                  <a:pt x="1349" y="153"/>
                </a:moveTo>
                <a:cubicBezTo>
                  <a:pt x="1354" y="120"/>
                  <a:pt x="1354" y="120"/>
                  <a:pt x="1354" y="120"/>
                </a:cubicBezTo>
                <a:cubicBezTo>
                  <a:pt x="1352" y="119"/>
                  <a:pt x="1352" y="119"/>
                  <a:pt x="1352" y="119"/>
                </a:cubicBezTo>
                <a:cubicBezTo>
                  <a:pt x="1342" y="121"/>
                  <a:pt x="1342" y="121"/>
                  <a:pt x="1342" y="121"/>
                </a:cubicBezTo>
                <a:cubicBezTo>
                  <a:pt x="1342" y="123"/>
                  <a:pt x="1342" y="123"/>
                  <a:pt x="1342" y="123"/>
                </a:cubicBezTo>
                <a:cubicBezTo>
                  <a:pt x="1346" y="125"/>
                  <a:pt x="1346" y="125"/>
                  <a:pt x="1346" y="125"/>
                </a:cubicBezTo>
                <a:cubicBezTo>
                  <a:pt x="1345" y="132"/>
                  <a:pt x="1345" y="138"/>
                  <a:pt x="1344" y="142"/>
                </a:cubicBezTo>
                <a:cubicBezTo>
                  <a:pt x="1343" y="150"/>
                  <a:pt x="1342" y="154"/>
                  <a:pt x="1342" y="156"/>
                </a:cubicBezTo>
                <a:cubicBezTo>
                  <a:pt x="1342" y="157"/>
                  <a:pt x="1342" y="158"/>
                  <a:pt x="1343" y="159"/>
                </a:cubicBezTo>
                <a:cubicBezTo>
                  <a:pt x="1344" y="160"/>
                  <a:pt x="1345" y="160"/>
                  <a:pt x="1347" y="160"/>
                </a:cubicBezTo>
                <a:cubicBezTo>
                  <a:pt x="1349" y="160"/>
                  <a:pt x="1350" y="159"/>
                  <a:pt x="1352" y="158"/>
                </a:cubicBezTo>
                <a:cubicBezTo>
                  <a:pt x="1353" y="157"/>
                  <a:pt x="1354" y="156"/>
                  <a:pt x="1355" y="155"/>
                </a:cubicBezTo>
                <a:cubicBezTo>
                  <a:pt x="1354" y="154"/>
                  <a:pt x="1354" y="154"/>
                  <a:pt x="1354" y="154"/>
                </a:cubicBezTo>
                <a:cubicBezTo>
                  <a:pt x="1353" y="154"/>
                  <a:pt x="1352" y="155"/>
                  <a:pt x="1352" y="155"/>
                </a:cubicBezTo>
                <a:cubicBezTo>
                  <a:pt x="1351" y="156"/>
                  <a:pt x="1351" y="156"/>
                  <a:pt x="1350" y="156"/>
                </a:cubicBezTo>
                <a:cubicBezTo>
                  <a:pt x="1350" y="156"/>
                  <a:pt x="1350" y="156"/>
                  <a:pt x="1349" y="155"/>
                </a:cubicBezTo>
                <a:cubicBezTo>
                  <a:pt x="1349" y="155"/>
                  <a:pt x="1349" y="155"/>
                  <a:pt x="1349" y="154"/>
                </a:cubicBezTo>
                <a:lnTo>
                  <a:pt x="1349" y="153"/>
                </a:lnTo>
                <a:close/>
                <a:moveTo>
                  <a:pt x="1351" y="112"/>
                </a:moveTo>
                <a:cubicBezTo>
                  <a:pt x="1353" y="112"/>
                  <a:pt x="1354" y="111"/>
                  <a:pt x="1355" y="110"/>
                </a:cubicBezTo>
                <a:cubicBezTo>
                  <a:pt x="1356" y="109"/>
                  <a:pt x="1356" y="108"/>
                  <a:pt x="1356" y="107"/>
                </a:cubicBezTo>
                <a:cubicBezTo>
                  <a:pt x="1356" y="106"/>
                  <a:pt x="1356" y="105"/>
                  <a:pt x="1355" y="104"/>
                </a:cubicBezTo>
                <a:cubicBezTo>
                  <a:pt x="1354" y="103"/>
                  <a:pt x="1353" y="103"/>
                  <a:pt x="1352" y="103"/>
                </a:cubicBezTo>
                <a:cubicBezTo>
                  <a:pt x="1351" y="103"/>
                  <a:pt x="1350" y="103"/>
                  <a:pt x="1349" y="104"/>
                </a:cubicBezTo>
                <a:cubicBezTo>
                  <a:pt x="1348" y="105"/>
                  <a:pt x="1348" y="107"/>
                  <a:pt x="1348" y="108"/>
                </a:cubicBezTo>
                <a:cubicBezTo>
                  <a:pt x="1348" y="109"/>
                  <a:pt x="1348" y="110"/>
                  <a:pt x="1349" y="111"/>
                </a:cubicBezTo>
                <a:cubicBezTo>
                  <a:pt x="1350" y="111"/>
                  <a:pt x="1350" y="112"/>
                  <a:pt x="1351" y="112"/>
                </a:cubicBezTo>
                <a:close/>
                <a:moveTo>
                  <a:pt x="1374" y="129"/>
                </a:moveTo>
                <a:cubicBezTo>
                  <a:pt x="1375" y="120"/>
                  <a:pt x="1375" y="120"/>
                  <a:pt x="1375" y="120"/>
                </a:cubicBezTo>
                <a:cubicBezTo>
                  <a:pt x="1374" y="119"/>
                  <a:pt x="1374" y="119"/>
                  <a:pt x="1374" y="119"/>
                </a:cubicBezTo>
                <a:cubicBezTo>
                  <a:pt x="1365" y="121"/>
                  <a:pt x="1365" y="121"/>
                  <a:pt x="1365" y="121"/>
                </a:cubicBezTo>
                <a:cubicBezTo>
                  <a:pt x="1365" y="124"/>
                  <a:pt x="1365" y="124"/>
                  <a:pt x="1365" y="124"/>
                </a:cubicBezTo>
                <a:cubicBezTo>
                  <a:pt x="1368" y="125"/>
                  <a:pt x="1368" y="125"/>
                  <a:pt x="1368" y="125"/>
                </a:cubicBezTo>
                <a:cubicBezTo>
                  <a:pt x="1364" y="159"/>
                  <a:pt x="1364" y="159"/>
                  <a:pt x="1364" y="159"/>
                </a:cubicBezTo>
                <a:cubicBezTo>
                  <a:pt x="1370" y="159"/>
                  <a:pt x="1370" y="159"/>
                  <a:pt x="1370" y="159"/>
                </a:cubicBezTo>
                <a:cubicBezTo>
                  <a:pt x="1374" y="134"/>
                  <a:pt x="1374" y="134"/>
                  <a:pt x="1374" y="134"/>
                </a:cubicBezTo>
                <a:cubicBezTo>
                  <a:pt x="1375" y="131"/>
                  <a:pt x="1377" y="129"/>
                  <a:pt x="1380" y="127"/>
                </a:cubicBezTo>
                <a:cubicBezTo>
                  <a:pt x="1382" y="125"/>
                  <a:pt x="1384" y="124"/>
                  <a:pt x="1386" y="124"/>
                </a:cubicBezTo>
                <a:cubicBezTo>
                  <a:pt x="1388" y="124"/>
                  <a:pt x="1389" y="125"/>
                  <a:pt x="1389" y="126"/>
                </a:cubicBezTo>
                <a:cubicBezTo>
                  <a:pt x="1390" y="127"/>
                  <a:pt x="1390" y="128"/>
                  <a:pt x="1390" y="130"/>
                </a:cubicBezTo>
                <a:cubicBezTo>
                  <a:pt x="1390" y="132"/>
                  <a:pt x="1390" y="134"/>
                  <a:pt x="1390" y="135"/>
                </a:cubicBezTo>
                <a:cubicBezTo>
                  <a:pt x="1390" y="137"/>
                  <a:pt x="1389" y="140"/>
                  <a:pt x="1389" y="142"/>
                </a:cubicBezTo>
                <a:cubicBezTo>
                  <a:pt x="1388" y="144"/>
                  <a:pt x="1388" y="144"/>
                  <a:pt x="1388" y="144"/>
                </a:cubicBezTo>
                <a:cubicBezTo>
                  <a:pt x="1388" y="147"/>
                  <a:pt x="1388" y="147"/>
                  <a:pt x="1388" y="147"/>
                </a:cubicBezTo>
                <a:cubicBezTo>
                  <a:pt x="1387" y="151"/>
                  <a:pt x="1387" y="154"/>
                  <a:pt x="1387" y="156"/>
                </a:cubicBezTo>
                <a:cubicBezTo>
                  <a:pt x="1387" y="159"/>
                  <a:pt x="1388" y="160"/>
                  <a:pt x="1391" y="160"/>
                </a:cubicBezTo>
                <a:cubicBezTo>
                  <a:pt x="1392" y="160"/>
                  <a:pt x="1394" y="160"/>
                  <a:pt x="1395" y="159"/>
                </a:cubicBezTo>
                <a:cubicBezTo>
                  <a:pt x="1396" y="159"/>
                  <a:pt x="1397" y="158"/>
                  <a:pt x="1397" y="157"/>
                </a:cubicBezTo>
                <a:cubicBezTo>
                  <a:pt x="1398" y="157"/>
                  <a:pt x="1399" y="156"/>
                  <a:pt x="1399" y="156"/>
                </a:cubicBezTo>
                <a:cubicBezTo>
                  <a:pt x="1398" y="154"/>
                  <a:pt x="1398" y="154"/>
                  <a:pt x="1398" y="154"/>
                </a:cubicBezTo>
                <a:cubicBezTo>
                  <a:pt x="1397" y="155"/>
                  <a:pt x="1396" y="156"/>
                  <a:pt x="1395" y="156"/>
                </a:cubicBezTo>
                <a:cubicBezTo>
                  <a:pt x="1394" y="156"/>
                  <a:pt x="1394" y="155"/>
                  <a:pt x="1394" y="154"/>
                </a:cubicBezTo>
                <a:cubicBezTo>
                  <a:pt x="1394" y="152"/>
                  <a:pt x="1394" y="149"/>
                  <a:pt x="1395" y="145"/>
                </a:cubicBezTo>
                <a:cubicBezTo>
                  <a:pt x="1395" y="142"/>
                  <a:pt x="1395" y="142"/>
                  <a:pt x="1395" y="142"/>
                </a:cubicBezTo>
                <a:cubicBezTo>
                  <a:pt x="1396" y="140"/>
                  <a:pt x="1396" y="140"/>
                  <a:pt x="1396" y="140"/>
                </a:cubicBezTo>
                <a:cubicBezTo>
                  <a:pt x="1397" y="135"/>
                  <a:pt x="1397" y="132"/>
                  <a:pt x="1397" y="130"/>
                </a:cubicBezTo>
                <a:cubicBezTo>
                  <a:pt x="1397" y="126"/>
                  <a:pt x="1397" y="123"/>
                  <a:pt x="1395" y="122"/>
                </a:cubicBezTo>
                <a:cubicBezTo>
                  <a:pt x="1394" y="120"/>
                  <a:pt x="1392" y="119"/>
                  <a:pt x="1389" y="119"/>
                </a:cubicBezTo>
                <a:cubicBezTo>
                  <a:pt x="1386" y="119"/>
                  <a:pt x="1384" y="120"/>
                  <a:pt x="1381" y="122"/>
                </a:cubicBezTo>
                <a:cubicBezTo>
                  <a:pt x="1379" y="124"/>
                  <a:pt x="1376" y="126"/>
                  <a:pt x="1374" y="129"/>
                </a:cubicBezTo>
                <a:close/>
                <a:moveTo>
                  <a:pt x="1433" y="162"/>
                </a:moveTo>
                <a:cubicBezTo>
                  <a:pt x="1440" y="119"/>
                  <a:pt x="1440" y="119"/>
                  <a:pt x="1440" y="119"/>
                </a:cubicBezTo>
                <a:cubicBezTo>
                  <a:pt x="1435" y="121"/>
                  <a:pt x="1435" y="121"/>
                  <a:pt x="1435" y="121"/>
                </a:cubicBezTo>
                <a:cubicBezTo>
                  <a:pt x="1434" y="121"/>
                  <a:pt x="1433" y="120"/>
                  <a:pt x="1432" y="120"/>
                </a:cubicBezTo>
                <a:cubicBezTo>
                  <a:pt x="1430" y="120"/>
                  <a:pt x="1429" y="119"/>
                  <a:pt x="1428" y="119"/>
                </a:cubicBezTo>
                <a:cubicBezTo>
                  <a:pt x="1423" y="119"/>
                  <a:pt x="1419" y="121"/>
                  <a:pt x="1416" y="123"/>
                </a:cubicBezTo>
                <a:cubicBezTo>
                  <a:pt x="1412" y="126"/>
                  <a:pt x="1410" y="129"/>
                  <a:pt x="1408" y="133"/>
                </a:cubicBezTo>
                <a:cubicBezTo>
                  <a:pt x="1406" y="137"/>
                  <a:pt x="1405" y="141"/>
                  <a:pt x="1405" y="145"/>
                </a:cubicBezTo>
                <a:cubicBezTo>
                  <a:pt x="1405" y="150"/>
                  <a:pt x="1406" y="153"/>
                  <a:pt x="1408" y="156"/>
                </a:cubicBezTo>
                <a:cubicBezTo>
                  <a:pt x="1410" y="159"/>
                  <a:pt x="1413" y="160"/>
                  <a:pt x="1417" y="160"/>
                </a:cubicBezTo>
                <a:cubicBezTo>
                  <a:pt x="1419" y="160"/>
                  <a:pt x="1421" y="159"/>
                  <a:pt x="1423" y="158"/>
                </a:cubicBezTo>
                <a:cubicBezTo>
                  <a:pt x="1425" y="157"/>
                  <a:pt x="1426" y="156"/>
                  <a:pt x="1428" y="155"/>
                </a:cubicBezTo>
                <a:cubicBezTo>
                  <a:pt x="1426" y="164"/>
                  <a:pt x="1426" y="164"/>
                  <a:pt x="1426" y="164"/>
                </a:cubicBezTo>
                <a:cubicBezTo>
                  <a:pt x="1426" y="167"/>
                  <a:pt x="1425" y="169"/>
                  <a:pt x="1424" y="170"/>
                </a:cubicBezTo>
                <a:cubicBezTo>
                  <a:pt x="1422" y="172"/>
                  <a:pt x="1420" y="172"/>
                  <a:pt x="1417" y="172"/>
                </a:cubicBezTo>
                <a:cubicBezTo>
                  <a:pt x="1415" y="172"/>
                  <a:pt x="1414" y="172"/>
                  <a:pt x="1412" y="171"/>
                </a:cubicBezTo>
                <a:cubicBezTo>
                  <a:pt x="1410" y="171"/>
                  <a:pt x="1409" y="170"/>
                  <a:pt x="1408" y="170"/>
                </a:cubicBezTo>
                <a:cubicBezTo>
                  <a:pt x="1406" y="175"/>
                  <a:pt x="1406" y="175"/>
                  <a:pt x="1406" y="175"/>
                </a:cubicBezTo>
                <a:cubicBezTo>
                  <a:pt x="1407" y="176"/>
                  <a:pt x="1408" y="176"/>
                  <a:pt x="1410" y="176"/>
                </a:cubicBezTo>
                <a:cubicBezTo>
                  <a:pt x="1411" y="177"/>
                  <a:pt x="1413" y="177"/>
                  <a:pt x="1414" y="177"/>
                </a:cubicBezTo>
                <a:cubicBezTo>
                  <a:pt x="1417" y="177"/>
                  <a:pt x="1420" y="176"/>
                  <a:pt x="1423" y="175"/>
                </a:cubicBezTo>
                <a:cubicBezTo>
                  <a:pt x="1425" y="174"/>
                  <a:pt x="1428" y="173"/>
                  <a:pt x="1430" y="170"/>
                </a:cubicBezTo>
                <a:cubicBezTo>
                  <a:pt x="1432" y="168"/>
                  <a:pt x="1433" y="165"/>
                  <a:pt x="1433" y="162"/>
                </a:cubicBezTo>
                <a:close/>
                <a:moveTo>
                  <a:pt x="1432" y="125"/>
                </a:moveTo>
                <a:cubicBezTo>
                  <a:pt x="1428" y="150"/>
                  <a:pt x="1428" y="150"/>
                  <a:pt x="1428" y="150"/>
                </a:cubicBezTo>
                <a:cubicBezTo>
                  <a:pt x="1427" y="151"/>
                  <a:pt x="1426" y="153"/>
                  <a:pt x="1424" y="154"/>
                </a:cubicBezTo>
                <a:cubicBezTo>
                  <a:pt x="1423" y="155"/>
                  <a:pt x="1421" y="155"/>
                  <a:pt x="1419" y="155"/>
                </a:cubicBezTo>
                <a:cubicBezTo>
                  <a:pt x="1417" y="155"/>
                  <a:pt x="1415" y="155"/>
                  <a:pt x="1414" y="153"/>
                </a:cubicBezTo>
                <a:cubicBezTo>
                  <a:pt x="1413" y="151"/>
                  <a:pt x="1412" y="148"/>
                  <a:pt x="1412" y="145"/>
                </a:cubicBezTo>
                <a:cubicBezTo>
                  <a:pt x="1412" y="142"/>
                  <a:pt x="1413" y="138"/>
                  <a:pt x="1414" y="135"/>
                </a:cubicBezTo>
                <a:cubicBezTo>
                  <a:pt x="1415" y="132"/>
                  <a:pt x="1417" y="129"/>
                  <a:pt x="1419" y="127"/>
                </a:cubicBezTo>
                <a:cubicBezTo>
                  <a:pt x="1421" y="124"/>
                  <a:pt x="1424" y="123"/>
                  <a:pt x="1427" y="123"/>
                </a:cubicBezTo>
                <a:cubicBezTo>
                  <a:pt x="1429" y="123"/>
                  <a:pt x="1431" y="124"/>
                  <a:pt x="1432" y="125"/>
                </a:cubicBezTo>
                <a:close/>
                <a:moveTo>
                  <a:pt x="1076" y="242"/>
                </a:moveTo>
                <a:cubicBezTo>
                  <a:pt x="1072" y="249"/>
                  <a:pt x="1072" y="249"/>
                  <a:pt x="1072" y="249"/>
                </a:cubicBezTo>
                <a:cubicBezTo>
                  <a:pt x="1072" y="242"/>
                  <a:pt x="1072" y="242"/>
                  <a:pt x="1072" y="242"/>
                </a:cubicBezTo>
                <a:cubicBezTo>
                  <a:pt x="1066" y="208"/>
                  <a:pt x="1066" y="208"/>
                  <a:pt x="1066" y="208"/>
                </a:cubicBezTo>
                <a:cubicBezTo>
                  <a:pt x="1050" y="208"/>
                  <a:pt x="1050" y="208"/>
                  <a:pt x="1050" y="208"/>
                </a:cubicBezTo>
                <a:cubicBezTo>
                  <a:pt x="1049" y="211"/>
                  <a:pt x="1049" y="211"/>
                  <a:pt x="1049" y="211"/>
                </a:cubicBezTo>
                <a:cubicBezTo>
                  <a:pt x="1056" y="212"/>
                  <a:pt x="1056" y="212"/>
                  <a:pt x="1056" y="212"/>
                </a:cubicBezTo>
                <a:cubicBezTo>
                  <a:pt x="1045" y="256"/>
                  <a:pt x="1045" y="256"/>
                  <a:pt x="1045" y="256"/>
                </a:cubicBezTo>
                <a:cubicBezTo>
                  <a:pt x="1039" y="257"/>
                  <a:pt x="1039" y="257"/>
                  <a:pt x="1039" y="257"/>
                </a:cubicBezTo>
                <a:cubicBezTo>
                  <a:pt x="1039" y="260"/>
                  <a:pt x="1039" y="260"/>
                  <a:pt x="1039" y="260"/>
                </a:cubicBezTo>
                <a:cubicBezTo>
                  <a:pt x="1057" y="260"/>
                  <a:pt x="1057" y="260"/>
                  <a:pt x="1057" y="260"/>
                </a:cubicBezTo>
                <a:cubicBezTo>
                  <a:pt x="1057" y="257"/>
                  <a:pt x="1057" y="257"/>
                  <a:pt x="1057" y="257"/>
                </a:cubicBezTo>
                <a:cubicBezTo>
                  <a:pt x="1050" y="256"/>
                  <a:pt x="1050" y="256"/>
                  <a:pt x="1050" y="256"/>
                </a:cubicBezTo>
                <a:cubicBezTo>
                  <a:pt x="1057" y="225"/>
                  <a:pt x="1057" y="225"/>
                  <a:pt x="1057" y="225"/>
                </a:cubicBezTo>
                <a:cubicBezTo>
                  <a:pt x="1060" y="211"/>
                  <a:pt x="1060" y="211"/>
                  <a:pt x="1060" y="211"/>
                </a:cubicBezTo>
                <a:cubicBezTo>
                  <a:pt x="1062" y="225"/>
                  <a:pt x="1062" y="225"/>
                  <a:pt x="1062" y="225"/>
                </a:cubicBezTo>
                <a:cubicBezTo>
                  <a:pt x="1068" y="261"/>
                  <a:pt x="1068" y="261"/>
                  <a:pt x="1068" y="261"/>
                </a:cubicBezTo>
                <a:cubicBezTo>
                  <a:pt x="1072" y="260"/>
                  <a:pt x="1072" y="260"/>
                  <a:pt x="1072" y="260"/>
                </a:cubicBezTo>
                <a:cubicBezTo>
                  <a:pt x="1088" y="224"/>
                  <a:pt x="1088" y="224"/>
                  <a:pt x="1088" y="224"/>
                </a:cubicBezTo>
                <a:cubicBezTo>
                  <a:pt x="1094" y="211"/>
                  <a:pt x="1094" y="211"/>
                  <a:pt x="1094" y="211"/>
                </a:cubicBezTo>
                <a:cubicBezTo>
                  <a:pt x="1093" y="225"/>
                  <a:pt x="1093" y="225"/>
                  <a:pt x="1093" y="225"/>
                </a:cubicBezTo>
                <a:cubicBezTo>
                  <a:pt x="1091" y="256"/>
                  <a:pt x="1091" y="256"/>
                  <a:pt x="1091" y="256"/>
                </a:cubicBezTo>
                <a:cubicBezTo>
                  <a:pt x="1085" y="257"/>
                  <a:pt x="1085" y="257"/>
                  <a:pt x="1085" y="257"/>
                </a:cubicBezTo>
                <a:cubicBezTo>
                  <a:pt x="1084" y="260"/>
                  <a:pt x="1084" y="260"/>
                  <a:pt x="1084" y="260"/>
                </a:cubicBezTo>
                <a:cubicBezTo>
                  <a:pt x="1104" y="260"/>
                  <a:pt x="1104" y="260"/>
                  <a:pt x="1104" y="260"/>
                </a:cubicBezTo>
                <a:cubicBezTo>
                  <a:pt x="1104" y="257"/>
                  <a:pt x="1104" y="257"/>
                  <a:pt x="1104" y="257"/>
                </a:cubicBezTo>
                <a:cubicBezTo>
                  <a:pt x="1098" y="256"/>
                  <a:pt x="1098" y="256"/>
                  <a:pt x="1098" y="256"/>
                </a:cubicBezTo>
                <a:cubicBezTo>
                  <a:pt x="1099" y="212"/>
                  <a:pt x="1099" y="212"/>
                  <a:pt x="1099" y="212"/>
                </a:cubicBezTo>
                <a:cubicBezTo>
                  <a:pt x="1106" y="211"/>
                  <a:pt x="1106" y="211"/>
                  <a:pt x="1106" y="211"/>
                </a:cubicBezTo>
                <a:cubicBezTo>
                  <a:pt x="1106" y="208"/>
                  <a:pt x="1106" y="208"/>
                  <a:pt x="1106" y="208"/>
                </a:cubicBezTo>
                <a:cubicBezTo>
                  <a:pt x="1091" y="208"/>
                  <a:pt x="1091" y="208"/>
                  <a:pt x="1091" y="208"/>
                </a:cubicBezTo>
                <a:cubicBezTo>
                  <a:pt x="1090" y="211"/>
                  <a:pt x="1087" y="217"/>
                  <a:pt x="1083" y="225"/>
                </a:cubicBezTo>
                <a:cubicBezTo>
                  <a:pt x="1079" y="233"/>
                  <a:pt x="1077" y="239"/>
                  <a:pt x="1076" y="242"/>
                </a:cubicBezTo>
                <a:close/>
                <a:moveTo>
                  <a:pt x="1138" y="253"/>
                </a:moveTo>
                <a:cubicBezTo>
                  <a:pt x="1136" y="251"/>
                  <a:pt x="1136" y="251"/>
                  <a:pt x="1136" y="251"/>
                </a:cubicBezTo>
                <a:cubicBezTo>
                  <a:pt x="1134" y="253"/>
                  <a:pt x="1133" y="254"/>
                  <a:pt x="1131" y="255"/>
                </a:cubicBezTo>
                <a:cubicBezTo>
                  <a:pt x="1129" y="256"/>
                  <a:pt x="1126" y="256"/>
                  <a:pt x="1124" y="256"/>
                </a:cubicBezTo>
                <a:cubicBezTo>
                  <a:pt x="1121" y="256"/>
                  <a:pt x="1119" y="255"/>
                  <a:pt x="1118" y="253"/>
                </a:cubicBezTo>
                <a:cubicBezTo>
                  <a:pt x="1117" y="250"/>
                  <a:pt x="1116" y="247"/>
                  <a:pt x="1116" y="244"/>
                </a:cubicBezTo>
                <a:cubicBezTo>
                  <a:pt x="1119" y="244"/>
                  <a:pt x="1123" y="244"/>
                  <a:pt x="1126" y="242"/>
                </a:cubicBezTo>
                <a:cubicBezTo>
                  <a:pt x="1130" y="241"/>
                  <a:pt x="1133" y="240"/>
                  <a:pt x="1136" y="237"/>
                </a:cubicBezTo>
                <a:cubicBezTo>
                  <a:pt x="1138" y="235"/>
                  <a:pt x="1140" y="232"/>
                  <a:pt x="1140" y="229"/>
                </a:cubicBezTo>
                <a:cubicBezTo>
                  <a:pt x="1140" y="226"/>
                  <a:pt x="1139" y="224"/>
                  <a:pt x="1137" y="223"/>
                </a:cubicBezTo>
                <a:cubicBezTo>
                  <a:pt x="1135" y="221"/>
                  <a:pt x="1133" y="220"/>
                  <a:pt x="1130" y="220"/>
                </a:cubicBezTo>
                <a:cubicBezTo>
                  <a:pt x="1126" y="220"/>
                  <a:pt x="1122" y="221"/>
                  <a:pt x="1119" y="224"/>
                </a:cubicBezTo>
                <a:cubicBezTo>
                  <a:pt x="1116" y="226"/>
                  <a:pt x="1114" y="229"/>
                  <a:pt x="1112" y="233"/>
                </a:cubicBezTo>
                <a:cubicBezTo>
                  <a:pt x="1110" y="237"/>
                  <a:pt x="1109" y="241"/>
                  <a:pt x="1109" y="246"/>
                </a:cubicBezTo>
                <a:cubicBezTo>
                  <a:pt x="1109" y="248"/>
                  <a:pt x="1110" y="251"/>
                  <a:pt x="1111" y="253"/>
                </a:cubicBezTo>
                <a:cubicBezTo>
                  <a:pt x="1111" y="255"/>
                  <a:pt x="1113" y="257"/>
                  <a:pt x="1115" y="259"/>
                </a:cubicBezTo>
                <a:cubicBezTo>
                  <a:pt x="1117" y="260"/>
                  <a:pt x="1120" y="261"/>
                  <a:pt x="1123" y="261"/>
                </a:cubicBezTo>
                <a:cubicBezTo>
                  <a:pt x="1126" y="261"/>
                  <a:pt x="1129" y="260"/>
                  <a:pt x="1132" y="258"/>
                </a:cubicBezTo>
                <a:cubicBezTo>
                  <a:pt x="1135" y="257"/>
                  <a:pt x="1136" y="255"/>
                  <a:pt x="1138" y="253"/>
                </a:cubicBezTo>
                <a:close/>
                <a:moveTo>
                  <a:pt x="1128" y="224"/>
                </a:moveTo>
                <a:cubicBezTo>
                  <a:pt x="1130" y="224"/>
                  <a:pt x="1131" y="224"/>
                  <a:pt x="1132" y="225"/>
                </a:cubicBezTo>
                <a:cubicBezTo>
                  <a:pt x="1132" y="226"/>
                  <a:pt x="1133" y="228"/>
                  <a:pt x="1133" y="229"/>
                </a:cubicBezTo>
                <a:cubicBezTo>
                  <a:pt x="1133" y="232"/>
                  <a:pt x="1132" y="234"/>
                  <a:pt x="1130" y="235"/>
                </a:cubicBezTo>
                <a:cubicBezTo>
                  <a:pt x="1129" y="237"/>
                  <a:pt x="1126" y="238"/>
                  <a:pt x="1124" y="239"/>
                </a:cubicBezTo>
                <a:cubicBezTo>
                  <a:pt x="1121" y="240"/>
                  <a:pt x="1119" y="241"/>
                  <a:pt x="1116" y="241"/>
                </a:cubicBezTo>
                <a:cubicBezTo>
                  <a:pt x="1117" y="238"/>
                  <a:pt x="1117" y="236"/>
                  <a:pt x="1118" y="233"/>
                </a:cubicBezTo>
                <a:cubicBezTo>
                  <a:pt x="1119" y="230"/>
                  <a:pt x="1121" y="228"/>
                  <a:pt x="1122" y="226"/>
                </a:cubicBezTo>
                <a:cubicBezTo>
                  <a:pt x="1124" y="225"/>
                  <a:pt x="1126" y="224"/>
                  <a:pt x="1128" y="224"/>
                </a:cubicBezTo>
                <a:close/>
                <a:moveTo>
                  <a:pt x="1175" y="254"/>
                </a:moveTo>
                <a:cubicBezTo>
                  <a:pt x="1182" y="204"/>
                  <a:pt x="1182" y="204"/>
                  <a:pt x="1182" y="204"/>
                </a:cubicBezTo>
                <a:cubicBezTo>
                  <a:pt x="1181" y="204"/>
                  <a:pt x="1181" y="204"/>
                  <a:pt x="1181" y="204"/>
                </a:cubicBezTo>
                <a:cubicBezTo>
                  <a:pt x="1171" y="205"/>
                  <a:pt x="1171" y="205"/>
                  <a:pt x="1171" y="205"/>
                </a:cubicBezTo>
                <a:cubicBezTo>
                  <a:pt x="1170" y="207"/>
                  <a:pt x="1170" y="207"/>
                  <a:pt x="1170" y="207"/>
                </a:cubicBezTo>
                <a:cubicBezTo>
                  <a:pt x="1175" y="208"/>
                  <a:pt x="1175" y="208"/>
                  <a:pt x="1175" y="208"/>
                </a:cubicBezTo>
                <a:cubicBezTo>
                  <a:pt x="1173" y="221"/>
                  <a:pt x="1173" y="221"/>
                  <a:pt x="1173" y="221"/>
                </a:cubicBezTo>
                <a:cubicBezTo>
                  <a:pt x="1171" y="220"/>
                  <a:pt x="1169" y="220"/>
                  <a:pt x="1168" y="220"/>
                </a:cubicBezTo>
                <a:cubicBezTo>
                  <a:pt x="1163" y="220"/>
                  <a:pt x="1159" y="222"/>
                  <a:pt x="1156" y="224"/>
                </a:cubicBezTo>
                <a:cubicBezTo>
                  <a:pt x="1152" y="227"/>
                  <a:pt x="1150" y="230"/>
                  <a:pt x="1148" y="234"/>
                </a:cubicBezTo>
                <a:cubicBezTo>
                  <a:pt x="1146" y="238"/>
                  <a:pt x="1145" y="242"/>
                  <a:pt x="1145" y="246"/>
                </a:cubicBezTo>
                <a:cubicBezTo>
                  <a:pt x="1145" y="250"/>
                  <a:pt x="1146" y="254"/>
                  <a:pt x="1148" y="257"/>
                </a:cubicBezTo>
                <a:cubicBezTo>
                  <a:pt x="1150" y="259"/>
                  <a:pt x="1153" y="261"/>
                  <a:pt x="1157" y="261"/>
                </a:cubicBezTo>
                <a:cubicBezTo>
                  <a:pt x="1159" y="261"/>
                  <a:pt x="1162" y="260"/>
                  <a:pt x="1163" y="259"/>
                </a:cubicBezTo>
                <a:cubicBezTo>
                  <a:pt x="1165" y="258"/>
                  <a:pt x="1167" y="256"/>
                  <a:pt x="1168" y="255"/>
                </a:cubicBezTo>
                <a:cubicBezTo>
                  <a:pt x="1168" y="256"/>
                  <a:pt x="1168" y="256"/>
                  <a:pt x="1168" y="256"/>
                </a:cubicBezTo>
                <a:cubicBezTo>
                  <a:pt x="1168" y="259"/>
                  <a:pt x="1170" y="261"/>
                  <a:pt x="1173" y="261"/>
                </a:cubicBezTo>
                <a:cubicBezTo>
                  <a:pt x="1174" y="261"/>
                  <a:pt x="1176" y="260"/>
                  <a:pt x="1177" y="259"/>
                </a:cubicBezTo>
                <a:cubicBezTo>
                  <a:pt x="1178" y="258"/>
                  <a:pt x="1179" y="257"/>
                  <a:pt x="1180" y="256"/>
                </a:cubicBezTo>
                <a:cubicBezTo>
                  <a:pt x="1179" y="255"/>
                  <a:pt x="1179" y="255"/>
                  <a:pt x="1179" y="255"/>
                </a:cubicBezTo>
                <a:cubicBezTo>
                  <a:pt x="1178" y="256"/>
                  <a:pt x="1177" y="256"/>
                  <a:pt x="1176" y="256"/>
                </a:cubicBezTo>
                <a:cubicBezTo>
                  <a:pt x="1175" y="256"/>
                  <a:pt x="1175" y="256"/>
                  <a:pt x="1175" y="255"/>
                </a:cubicBezTo>
                <a:cubicBezTo>
                  <a:pt x="1175" y="254"/>
                  <a:pt x="1175" y="254"/>
                  <a:pt x="1175" y="254"/>
                </a:cubicBezTo>
                <a:close/>
                <a:moveTo>
                  <a:pt x="1172" y="225"/>
                </a:moveTo>
                <a:cubicBezTo>
                  <a:pt x="1169" y="250"/>
                  <a:pt x="1169" y="250"/>
                  <a:pt x="1169" y="250"/>
                </a:cubicBezTo>
                <a:cubicBezTo>
                  <a:pt x="1168" y="252"/>
                  <a:pt x="1166" y="253"/>
                  <a:pt x="1164" y="254"/>
                </a:cubicBezTo>
                <a:cubicBezTo>
                  <a:pt x="1163" y="256"/>
                  <a:pt x="1161" y="256"/>
                  <a:pt x="1159" y="256"/>
                </a:cubicBezTo>
                <a:cubicBezTo>
                  <a:pt x="1157" y="256"/>
                  <a:pt x="1155" y="255"/>
                  <a:pt x="1154" y="253"/>
                </a:cubicBezTo>
                <a:cubicBezTo>
                  <a:pt x="1153" y="252"/>
                  <a:pt x="1153" y="249"/>
                  <a:pt x="1153" y="246"/>
                </a:cubicBezTo>
                <a:cubicBezTo>
                  <a:pt x="1153" y="242"/>
                  <a:pt x="1153" y="239"/>
                  <a:pt x="1154" y="236"/>
                </a:cubicBezTo>
                <a:cubicBezTo>
                  <a:pt x="1155" y="232"/>
                  <a:pt x="1157" y="230"/>
                  <a:pt x="1159" y="227"/>
                </a:cubicBezTo>
                <a:cubicBezTo>
                  <a:pt x="1161" y="225"/>
                  <a:pt x="1164" y="224"/>
                  <a:pt x="1167" y="224"/>
                </a:cubicBezTo>
                <a:cubicBezTo>
                  <a:pt x="1169" y="224"/>
                  <a:pt x="1171" y="224"/>
                  <a:pt x="1172" y="225"/>
                </a:cubicBezTo>
                <a:close/>
                <a:moveTo>
                  <a:pt x="1198" y="254"/>
                </a:moveTo>
                <a:cubicBezTo>
                  <a:pt x="1202" y="221"/>
                  <a:pt x="1202" y="221"/>
                  <a:pt x="1202" y="221"/>
                </a:cubicBezTo>
                <a:cubicBezTo>
                  <a:pt x="1201" y="220"/>
                  <a:pt x="1201" y="220"/>
                  <a:pt x="1201" y="220"/>
                </a:cubicBezTo>
                <a:cubicBezTo>
                  <a:pt x="1191" y="222"/>
                  <a:pt x="1191" y="222"/>
                  <a:pt x="1191" y="222"/>
                </a:cubicBezTo>
                <a:cubicBezTo>
                  <a:pt x="1190" y="224"/>
                  <a:pt x="1190" y="224"/>
                  <a:pt x="1190" y="224"/>
                </a:cubicBezTo>
                <a:cubicBezTo>
                  <a:pt x="1195" y="226"/>
                  <a:pt x="1195" y="226"/>
                  <a:pt x="1195" y="226"/>
                </a:cubicBezTo>
                <a:cubicBezTo>
                  <a:pt x="1194" y="233"/>
                  <a:pt x="1193" y="239"/>
                  <a:pt x="1192" y="243"/>
                </a:cubicBezTo>
                <a:cubicBezTo>
                  <a:pt x="1191" y="251"/>
                  <a:pt x="1191" y="255"/>
                  <a:pt x="1191" y="256"/>
                </a:cubicBezTo>
                <a:cubicBezTo>
                  <a:pt x="1190" y="258"/>
                  <a:pt x="1191" y="259"/>
                  <a:pt x="1192" y="260"/>
                </a:cubicBezTo>
                <a:cubicBezTo>
                  <a:pt x="1192" y="260"/>
                  <a:pt x="1194" y="261"/>
                  <a:pt x="1195" y="261"/>
                </a:cubicBezTo>
                <a:cubicBezTo>
                  <a:pt x="1197" y="261"/>
                  <a:pt x="1199" y="260"/>
                  <a:pt x="1200" y="259"/>
                </a:cubicBezTo>
                <a:cubicBezTo>
                  <a:pt x="1202" y="258"/>
                  <a:pt x="1203" y="257"/>
                  <a:pt x="1203" y="256"/>
                </a:cubicBezTo>
                <a:cubicBezTo>
                  <a:pt x="1202" y="254"/>
                  <a:pt x="1202" y="254"/>
                  <a:pt x="1202" y="254"/>
                </a:cubicBezTo>
                <a:cubicBezTo>
                  <a:pt x="1202" y="255"/>
                  <a:pt x="1201" y="256"/>
                  <a:pt x="1200" y="256"/>
                </a:cubicBezTo>
                <a:cubicBezTo>
                  <a:pt x="1200" y="256"/>
                  <a:pt x="1199" y="256"/>
                  <a:pt x="1199" y="256"/>
                </a:cubicBezTo>
                <a:cubicBezTo>
                  <a:pt x="1198" y="256"/>
                  <a:pt x="1198" y="256"/>
                  <a:pt x="1198" y="256"/>
                </a:cubicBezTo>
                <a:cubicBezTo>
                  <a:pt x="1198" y="256"/>
                  <a:pt x="1198" y="255"/>
                  <a:pt x="1198" y="255"/>
                </a:cubicBezTo>
                <a:lnTo>
                  <a:pt x="1198" y="254"/>
                </a:lnTo>
                <a:close/>
                <a:moveTo>
                  <a:pt x="1200" y="213"/>
                </a:moveTo>
                <a:cubicBezTo>
                  <a:pt x="1201" y="213"/>
                  <a:pt x="1202" y="212"/>
                  <a:pt x="1203" y="211"/>
                </a:cubicBezTo>
                <a:cubicBezTo>
                  <a:pt x="1204" y="210"/>
                  <a:pt x="1205" y="209"/>
                  <a:pt x="1205" y="207"/>
                </a:cubicBezTo>
                <a:cubicBezTo>
                  <a:pt x="1205" y="206"/>
                  <a:pt x="1204" y="206"/>
                  <a:pt x="1204" y="205"/>
                </a:cubicBezTo>
                <a:cubicBezTo>
                  <a:pt x="1203" y="204"/>
                  <a:pt x="1202" y="204"/>
                  <a:pt x="1201" y="204"/>
                </a:cubicBezTo>
                <a:cubicBezTo>
                  <a:pt x="1200" y="204"/>
                  <a:pt x="1198" y="204"/>
                  <a:pt x="1198" y="205"/>
                </a:cubicBezTo>
                <a:cubicBezTo>
                  <a:pt x="1197" y="206"/>
                  <a:pt x="1196" y="207"/>
                  <a:pt x="1196" y="209"/>
                </a:cubicBezTo>
                <a:cubicBezTo>
                  <a:pt x="1196" y="210"/>
                  <a:pt x="1197" y="211"/>
                  <a:pt x="1197" y="212"/>
                </a:cubicBezTo>
                <a:cubicBezTo>
                  <a:pt x="1198" y="212"/>
                  <a:pt x="1199" y="213"/>
                  <a:pt x="1200" y="213"/>
                </a:cubicBezTo>
                <a:close/>
                <a:moveTo>
                  <a:pt x="1237" y="228"/>
                </a:moveTo>
                <a:cubicBezTo>
                  <a:pt x="1238" y="229"/>
                  <a:pt x="1238" y="229"/>
                  <a:pt x="1238" y="229"/>
                </a:cubicBezTo>
                <a:cubicBezTo>
                  <a:pt x="1240" y="222"/>
                  <a:pt x="1240" y="222"/>
                  <a:pt x="1240" y="222"/>
                </a:cubicBezTo>
                <a:cubicBezTo>
                  <a:pt x="1239" y="221"/>
                  <a:pt x="1238" y="221"/>
                  <a:pt x="1237" y="221"/>
                </a:cubicBezTo>
                <a:cubicBezTo>
                  <a:pt x="1235" y="220"/>
                  <a:pt x="1234" y="220"/>
                  <a:pt x="1232" y="220"/>
                </a:cubicBezTo>
                <a:cubicBezTo>
                  <a:pt x="1228" y="220"/>
                  <a:pt x="1224" y="221"/>
                  <a:pt x="1221" y="224"/>
                </a:cubicBezTo>
                <a:cubicBezTo>
                  <a:pt x="1218" y="227"/>
                  <a:pt x="1216" y="230"/>
                  <a:pt x="1214" y="234"/>
                </a:cubicBezTo>
                <a:cubicBezTo>
                  <a:pt x="1213" y="237"/>
                  <a:pt x="1212" y="241"/>
                  <a:pt x="1212" y="245"/>
                </a:cubicBezTo>
                <a:cubicBezTo>
                  <a:pt x="1212" y="250"/>
                  <a:pt x="1213" y="254"/>
                  <a:pt x="1215" y="257"/>
                </a:cubicBezTo>
                <a:cubicBezTo>
                  <a:pt x="1217" y="259"/>
                  <a:pt x="1220" y="261"/>
                  <a:pt x="1224" y="261"/>
                </a:cubicBezTo>
                <a:cubicBezTo>
                  <a:pt x="1227" y="261"/>
                  <a:pt x="1230" y="260"/>
                  <a:pt x="1232" y="259"/>
                </a:cubicBezTo>
                <a:cubicBezTo>
                  <a:pt x="1235" y="257"/>
                  <a:pt x="1236" y="256"/>
                  <a:pt x="1238" y="254"/>
                </a:cubicBezTo>
                <a:cubicBezTo>
                  <a:pt x="1236" y="252"/>
                  <a:pt x="1236" y="252"/>
                  <a:pt x="1236" y="252"/>
                </a:cubicBezTo>
                <a:cubicBezTo>
                  <a:pt x="1235" y="253"/>
                  <a:pt x="1233" y="254"/>
                  <a:pt x="1232" y="255"/>
                </a:cubicBezTo>
                <a:cubicBezTo>
                  <a:pt x="1230" y="256"/>
                  <a:pt x="1229" y="256"/>
                  <a:pt x="1227" y="256"/>
                </a:cubicBezTo>
                <a:cubicBezTo>
                  <a:pt x="1224" y="256"/>
                  <a:pt x="1222" y="255"/>
                  <a:pt x="1221" y="253"/>
                </a:cubicBezTo>
                <a:cubicBezTo>
                  <a:pt x="1220" y="251"/>
                  <a:pt x="1219" y="248"/>
                  <a:pt x="1219" y="244"/>
                </a:cubicBezTo>
                <a:cubicBezTo>
                  <a:pt x="1219" y="240"/>
                  <a:pt x="1219" y="237"/>
                  <a:pt x="1221" y="234"/>
                </a:cubicBezTo>
                <a:cubicBezTo>
                  <a:pt x="1222" y="231"/>
                  <a:pt x="1223" y="229"/>
                  <a:pt x="1225" y="227"/>
                </a:cubicBezTo>
                <a:cubicBezTo>
                  <a:pt x="1227" y="225"/>
                  <a:pt x="1229" y="225"/>
                  <a:pt x="1231" y="225"/>
                </a:cubicBezTo>
                <a:cubicBezTo>
                  <a:pt x="1232" y="225"/>
                  <a:pt x="1235" y="226"/>
                  <a:pt x="1237" y="228"/>
                </a:cubicBezTo>
                <a:close/>
                <a:moveTo>
                  <a:pt x="1255" y="254"/>
                </a:moveTo>
                <a:cubicBezTo>
                  <a:pt x="1260" y="221"/>
                  <a:pt x="1260" y="221"/>
                  <a:pt x="1260" y="221"/>
                </a:cubicBezTo>
                <a:cubicBezTo>
                  <a:pt x="1259" y="220"/>
                  <a:pt x="1259" y="220"/>
                  <a:pt x="1259" y="220"/>
                </a:cubicBezTo>
                <a:cubicBezTo>
                  <a:pt x="1249" y="222"/>
                  <a:pt x="1249" y="222"/>
                  <a:pt x="1249" y="222"/>
                </a:cubicBezTo>
                <a:cubicBezTo>
                  <a:pt x="1248" y="224"/>
                  <a:pt x="1248" y="224"/>
                  <a:pt x="1248" y="224"/>
                </a:cubicBezTo>
                <a:cubicBezTo>
                  <a:pt x="1253" y="226"/>
                  <a:pt x="1253" y="226"/>
                  <a:pt x="1253" y="226"/>
                </a:cubicBezTo>
                <a:cubicBezTo>
                  <a:pt x="1252" y="233"/>
                  <a:pt x="1251" y="239"/>
                  <a:pt x="1250" y="243"/>
                </a:cubicBezTo>
                <a:cubicBezTo>
                  <a:pt x="1249" y="251"/>
                  <a:pt x="1248" y="255"/>
                  <a:pt x="1248" y="256"/>
                </a:cubicBezTo>
                <a:cubicBezTo>
                  <a:pt x="1248" y="258"/>
                  <a:pt x="1249" y="259"/>
                  <a:pt x="1249" y="260"/>
                </a:cubicBezTo>
                <a:cubicBezTo>
                  <a:pt x="1250" y="260"/>
                  <a:pt x="1251" y="261"/>
                  <a:pt x="1253" y="261"/>
                </a:cubicBezTo>
                <a:cubicBezTo>
                  <a:pt x="1255" y="261"/>
                  <a:pt x="1256" y="260"/>
                  <a:pt x="1258" y="259"/>
                </a:cubicBezTo>
                <a:cubicBezTo>
                  <a:pt x="1259" y="258"/>
                  <a:pt x="1260" y="257"/>
                  <a:pt x="1261" y="256"/>
                </a:cubicBezTo>
                <a:cubicBezTo>
                  <a:pt x="1260" y="254"/>
                  <a:pt x="1260" y="254"/>
                  <a:pt x="1260" y="254"/>
                </a:cubicBezTo>
                <a:cubicBezTo>
                  <a:pt x="1259" y="255"/>
                  <a:pt x="1259" y="256"/>
                  <a:pt x="1258" y="256"/>
                </a:cubicBezTo>
                <a:cubicBezTo>
                  <a:pt x="1258" y="256"/>
                  <a:pt x="1257" y="256"/>
                  <a:pt x="1256" y="256"/>
                </a:cubicBezTo>
                <a:cubicBezTo>
                  <a:pt x="1256" y="256"/>
                  <a:pt x="1256" y="256"/>
                  <a:pt x="1256" y="256"/>
                </a:cubicBezTo>
                <a:cubicBezTo>
                  <a:pt x="1255" y="256"/>
                  <a:pt x="1255" y="255"/>
                  <a:pt x="1255" y="255"/>
                </a:cubicBezTo>
                <a:lnTo>
                  <a:pt x="1255" y="254"/>
                </a:lnTo>
                <a:close/>
                <a:moveTo>
                  <a:pt x="1258" y="213"/>
                </a:moveTo>
                <a:cubicBezTo>
                  <a:pt x="1259" y="213"/>
                  <a:pt x="1260" y="212"/>
                  <a:pt x="1261" y="211"/>
                </a:cubicBezTo>
                <a:cubicBezTo>
                  <a:pt x="1262" y="210"/>
                  <a:pt x="1262" y="209"/>
                  <a:pt x="1262" y="207"/>
                </a:cubicBezTo>
                <a:cubicBezTo>
                  <a:pt x="1262" y="206"/>
                  <a:pt x="1262" y="206"/>
                  <a:pt x="1261" y="205"/>
                </a:cubicBezTo>
                <a:cubicBezTo>
                  <a:pt x="1261" y="204"/>
                  <a:pt x="1260" y="204"/>
                  <a:pt x="1259" y="204"/>
                </a:cubicBezTo>
                <a:cubicBezTo>
                  <a:pt x="1257" y="204"/>
                  <a:pt x="1256" y="204"/>
                  <a:pt x="1255" y="205"/>
                </a:cubicBezTo>
                <a:cubicBezTo>
                  <a:pt x="1254" y="206"/>
                  <a:pt x="1254" y="207"/>
                  <a:pt x="1254" y="209"/>
                </a:cubicBezTo>
                <a:cubicBezTo>
                  <a:pt x="1254" y="210"/>
                  <a:pt x="1254" y="211"/>
                  <a:pt x="1255" y="212"/>
                </a:cubicBezTo>
                <a:cubicBezTo>
                  <a:pt x="1256" y="212"/>
                  <a:pt x="1257" y="213"/>
                  <a:pt x="1258" y="213"/>
                </a:cubicBezTo>
                <a:close/>
                <a:moveTo>
                  <a:pt x="1282" y="229"/>
                </a:moveTo>
                <a:cubicBezTo>
                  <a:pt x="1283" y="221"/>
                  <a:pt x="1283" y="221"/>
                  <a:pt x="1283" y="221"/>
                </a:cubicBezTo>
                <a:cubicBezTo>
                  <a:pt x="1281" y="220"/>
                  <a:pt x="1281" y="220"/>
                  <a:pt x="1281" y="220"/>
                </a:cubicBezTo>
                <a:cubicBezTo>
                  <a:pt x="1273" y="222"/>
                  <a:pt x="1273" y="222"/>
                  <a:pt x="1273" y="222"/>
                </a:cubicBezTo>
                <a:cubicBezTo>
                  <a:pt x="1272" y="224"/>
                  <a:pt x="1272" y="224"/>
                  <a:pt x="1272" y="224"/>
                </a:cubicBezTo>
                <a:cubicBezTo>
                  <a:pt x="1275" y="226"/>
                  <a:pt x="1275" y="226"/>
                  <a:pt x="1275" y="226"/>
                </a:cubicBezTo>
                <a:cubicBezTo>
                  <a:pt x="1271" y="260"/>
                  <a:pt x="1271" y="260"/>
                  <a:pt x="1271" y="260"/>
                </a:cubicBezTo>
                <a:cubicBezTo>
                  <a:pt x="1278" y="260"/>
                  <a:pt x="1278" y="260"/>
                  <a:pt x="1278" y="260"/>
                </a:cubicBezTo>
                <a:cubicBezTo>
                  <a:pt x="1281" y="235"/>
                  <a:pt x="1281" y="235"/>
                  <a:pt x="1281" y="235"/>
                </a:cubicBezTo>
                <a:cubicBezTo>
                  <a:pt x="1283" y="232"/>
                  <a:pt x="1285" y="230"/>
                  <a:pt x="1287" y="228"/>
                </a:cubicBezTo>
                <a:cubicBezTo>
                  <a:pt x="1289" y="226"/>
                  <a:pt x="1291" y="225"/>
                  <a:pt x="1293" y="225"/>
                </a:cubicBezTo>
                <a:cubicBezTo>
                  <a:pt x="1295" y="225"/>
                  <a:pt x="1296" y="226"/>
                  <a:pt x="1297" y="226"/>
                </a:cubicBezTo>
                <a:cubicBezTo>
                  <a:pt x="1297" y="227"/>
                  <a:pt x="1298" y="229"/>
                  <a:pt x="1298" y="231"/>
                </a:cubicBezTo>
                <a:cubicBezTo>
                  <a:pt x="1298" y="233"/>
                  <a:pt x="1297" y="234"/>
                  <a:pt x="1297" y="236"/>
                </a:cubicBezTo>
                <a:cubicBezTo>
                  <a:pt x="1297" y="238"/>
                  <a:pt x="1297" y="240"/>
                  <a:pt x="1296" y="243"/>
                </a:cubicBezTo>
                <a:cubicBezTo>
                  <a:pt x="1296" y="245"/>
                  <a:pt x="1296" y="245"/>
                  <a:pt x="1296" y="245"/>
                </a:cubicBezTo>
                <a:cubicBezTo>
                  <a:pt x="1295" y="248"/>
                  <a:pt x="1295" y="248"/>
                  <a:pt x="1295" y="248"/>
                </a:cubicBezTo>
                <a:cubicBezTo>
                  <a:pt x="1294" y="252"/>
                  <a:pt x="1294" y="255"/>
                  <a:pt x="1294" y="256"/>
                </a:cubicBezTo>
                <a:cubicBezTo>
                  <a:pt x="1294" y="259"/>
                  <a:pt x="1295" y="261"/>
                  <a:pt x="1298" y="261"/>
                </a:cubicBezTo>
                <a:cubicBezTo>
                  <a:pt x="1300" y="261"/>
                  <a:pt x="1301" y="260"/>
                  <a:pt x="1302" y="260"/>
                </a:cubicBezTo>
                <a:cubicBezTo>
                  <a:pt x="1303" y="259"/>
                  <a:pt x="1304" y="259"/>
                  <a:pt x="1305" y="258"/>
                </a:cubicBezTo>
                <a:cubicBezTo>
                  <a:pt x="1305" y="258"/>
                  <a:pt x="1306" y="257"/>
                  <a:pt x="1306" y="257"/>
                </a:cubicBezTo>
                <a:cubicBezTo>
                  <a:pt x="1305" y="255"/>
                  <a:pt x="1305" y="255"/>
                  <a:pt x="1305" y="255"/>
                </a:cubicBezTo>
                <a:cubicBezTo>
                  <a:pt x="1304" y="256"/>
                  <a:pt x="1303" y="256"/>
                  <a:pt x="1302" y="256"/>
                </a:cubicBezTo>
                <a:cubicBezTo>
                  <a:pt x="1301" y="256"/>
                  <a:pt x="1301" y="256"/>
                  <a:pt x="1301" y="255"/>
                </a:cubicBezTo>
                <a:cubicBezTo>
                  <a:pt x="1301" y="253"/>
                  <a:pt x="1301" y="250"/>
                  <a:pt x="1302" y="246"/>
                </a:cubicBezTo>
                <a:cubicBezTo>
                  <a:pt x="1303" y="243"/>
                  <a:pt x="1303" y="243"/>
                  <a:pt x="1303" y="243"/>
                </a:cubicBezTo>
                <a:cubicBezTo>
                  <a:pt x="1303" y="241"/>
                  <a:pt x="1303" y="241"/>
                  <a:pt x="1303" y="241"/>
                </a:cubicBezTo>
                <a:cubicBezTo>
                  <a:pt x="1304" y="236"/>
                  <a:pt x="1305" y="232"/>
                  <a:pt x="1305" y="230"/>
                </a:cubicBezTo>
                <a:cubicBezTo>
                  <a:pt x="1305" y="227"/>
                  <a:pt x="1304" y="224"/>
                  <a:pt x="1302" y="223"/>
                </a:cubicBezTo>
                <a:cubicBezTo>
                  <a:pt x="1301" y="221"/>
                  <a:pt x="1299" y="220"/>
                  <a:pt x="1296" y="220"/>
                </a:cubicBezTo>
                <a:cubicBezTo>
                  <a:pt x="1294" y="220"/>
                  <a:pt x="1291" y="221"/>
                  <a:pt x="1289" y="223"/>
                </a:cubicBezTo>
                <a:cubicBezTo>
                  <a:pt x="1286" y="224"/>
                  <a:pt x="1284" y="227"/>
                  <a:pt x="1282" y="229"/>
                </a:cubicBezTo>
                <a:close/>
                <a:moveTo>
                  <a:pt x="1342" y="253"/>
                </a:moveTo>
                <a:cubicBezTo>
                  <a:pt x="1340" y="251"/>
                  <a:pt x="1340" y="251"/>
                  <a:pt x="1340" y="251"/>
                </a:cubicBezTo>
                <a:cubicBezTo>
                  <a:pt x="1339" y="253"/>
                  <a:pt x="1337" y="254"/>
                  <a:pt x="1335" y="255"/>
                </a:cubicBezTo>
                <a:cubicBezTo>
                  <a:pt x="1333" y="256"/>
                  <a:pt x="1331" y="256"/>
                  <a:pt x="1329" y="256"/>
                </a:cubicBezTo>
                <a:cubicBezTo>
                  <a:pt x="1326" y="256"/>
                  <a:pt x="1323" y="255"/>
                  <a:pt x="1322" y="253"/>
                </a:cubicBezTo>
                <a:cubicBezTo>
                  <a:pt x="1321" y="250"/>
                  <a:pt x="1320" y="247"/>
                  <a:pt x="1320" y="244"/>
                </a:cubicBezTo>
                <a:cubicBezTo>
                  <a:pt x="1323" y="244"/>
                  <a:pt x="1327" y="244"/>
                  <a:pt x="1330" y="242"/>
                </a:cubicBezTo>
                <a:cubicBezTo>
                  <a:pt x="1334" y="241"/>
                  <a:pt x="1337" y="240"/>
                  <a:pt x="1340" y="237"/>
                </a:cubicBezTo>
                <a:cubicBezTo>
                  <a:pt x="1342" y="235"/>
                  <a:pt x="1344" y="232"/>
                  <a:pt x="1344" y="229"/>
                </a:cubicBezTo>
                <a:cubicBezTo>
                  <a:pt x="1344" y="226"/>
                  <a:pt x="1343" y="224"/>
                  <a:pt x="1341" y="223"/>
                </a:cubicBezTo>
                <a:cubicBezTo>
                  <a:pt x="1340" y="221"/>
                  <a:pt x="1337" y="220"/>
                  <a:pt x="1334" y="220"/>
                </a:cubicBezTo>
                <a:cubicBezTo>
                  <a:pt x="1330" y="220"/>
                  <a:pt x="1326" y="221"/>
                  <a:pt x="1323" y="224"/>
                </a:cubicBezTo>
                <a:cubicBezTo>
                  <a:pt x="1320" y="226"/>
                  <a:pt x="1318" y="229"/>
                  <a:pt x="1316" y="233"/>
                </a:cubicBezTo>
                <a:cubicBezTo>
                  <a:pt x="1314" y="237"/>
                  <a:pt x="1313" y="241"/>
                  <a:pt x="1313" y="246"/>
                </a:cubicBezTo>
                <a:cubicBezTo>
                  <a:pt x="1313" y="248"/>
                  <a:pt x="1314" y="251"/>
                  <a:pt x="1315" y="253"/>
                </a:cubicBezTo>
                <a:cubicBezTo>
                  <a:pt x="1316" y="255"/>
                  <a:pt x="1317" y="257"/>
                  <a:pt x="1319" y="259"/>
                </a:cubicBezTo>
                <a:cubicBezTo>
                  <a:pt x="1321" y="260"/>
                  <a:pt x="1324" y="261"/>
                  <a:pt x="1327" y="261"/>
                </a:cubicBezTo>
                <a:cubicBezTo>
                  <a:pt x="1330" y="261"/>
                  <a:pt x="1333" y="260"/>
                  <a:pt x="1336" y="258"/>
                </a:cubicBezTo>
                <a:cubicBezTo>
                  <a:pt x="1339" y="257"/>
                  <a:pt x="1341" y="255"/>
                  <a:pt x="1342" y="253"/>
                </a:cubicBezTo>
                <a:close/>
                <a:moveTo>
                  <a:pt x="1332" y="224"/>
                </a:moveTo>
                <a:cubicBezTo>
                  <a:pt x="1334" y="224"/>
                  <a:pt x="1335" y="224"/>
                  <a:pt x="1336" y="225"/>
                </a:cubicBezTo>
                <a:cubicBezTo>
                  <a:pt x="1337" y="226"/>
                  <a:pt x="1337" y="228"/>
                  <a:pt x="1337" y="229"/>
                </a:cubicBezTo>
                <a:cubicBezTo>
                  <a:pt x="1337" y="232"/>
                  <a:pt x="1336" y="234"/>
                  <a:pt x="1334" y="235"/>
                </a:cubicBezTo>
                <a:cubicBezTo>
                  <a:pt x="1333" y="237"/>
                  <a:pt x="1331" y="238"/>
                  <a:pt x="1328" y="239"/>
                </a:cubicBezTo>
                <a:cubicBezTo>
                  <a:pt x="1325" y="240"/>
                  <a:pt x="1323" y="241"/>
                  <a:pt x="1321" y="241"/>
                </a:cubicBezTo>
                <a:cubicBezTo>
                  <a:pt x="1321" y="238"/>
                  <a:pt x="1321" y="236"/>
                  <a:pt x="1322" y="233"/>
                </a:cubicBezTo>
                <a:cubicBezTo>
                  <a:pt x="1323" y="230"/>
                  <a:pt x="1325" y="228"/>
                  <a:pt x="1326" y="226"/>
                </a:cubicBezTo>
                <a:cubicBezTo>
                  <a:pt x="1328" y="225"/>
                  <a:pt x="1330" y="224"/>
                  <a:pt x="1332" y="224"/>
                </a:cubicBezTo>
                <a:close/>
              </a:path>
            </a:pathLst>
          </a:custGeom>
          <a:solidFill xmlns:a="http://schemas.openxmlformats.org/drawingml/2006/main">
            <a:schemeClr val="bg1"/>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sz="1800"/>
          </a:p>
        </p:txBody>
      </p:sp>
    </p:spTree>
  </p:cSld>
</p:sldLayout>
</file>

<file path=ppt/slideLayouts/slideLayout68.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6B4326E-D071-4DD5-A4CD-E2FB40DD05E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5" name="Slide Number Placeholder 4">
            <a:extLst xmlns:a="http://schemas.openxmlformats.org/drawingml/2006/main">
              <a:ext uri="{FF2B5EF4-FFF2-40B4-BE49-F238E27FC236}">
                <a16:creationId xmlns:a16="http://schemas.microsoft.com/office/drawing/2014/main" id="{C5D078D8-F64D-4D2E-9A9E-F316D8688A3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6A1DB-EA2D-4A7E-BF0D-8FECFA0D1CEB}" type="slidenum">
              <a:t>‹#›</a:t>
            </a:fld>
            <a:endParaRPr/>
          </a:p>
        </p:txBody>
      </p:sp>
    </p:spTree>
  </p:cSld>
</p:sldLayout>
</file>

<file path=ppt/slideLayouts/slideLayout69.xml><?xml version="1.0" encoding="utf-8"?>
<p:sldLayout xmlns:p="http://schemas.openxmlformats.org/presentationml/2006/main" showMasterSp="0" type="titleOnly" preserve="1">
  <p:cSld name="Title Only w/backgroun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9AE72A0D-A561-46A7-9B20-91BB8490087A}"/>
              </a:ext>
            </a:extLst>
          </p:cNvPr>
          <p:cNvSpPr>
            <a:spLocks xmlns:a="http://schemas.openxmlformats.org/drawingml/2006/main" noGrp="1"/>
          </p:cNvSpPr>
          <p:nvPr/>
        </p:nvSpPr>
        <p:spPr>
          <a:xfrm xmlns:a="http://schemas.openxmlformats.org/drawingml/2006/main">
            <a:off x="0" y="1"/>
            <a:ext cx="9144000" cy="4684893"/>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 name="Title 1">
            <a:extLst xmlns:a="http://schemas.openxmlformats.org/drawingml/2006/main">
              <a:ext uri="{FF2B5EF4-FFF2-40B4-BE49-F238E27FC236}">
                <a16:creationId xmlns:a16="http://schemas.microsoft.com/office/drawing/2014/main" id="{DFDDE562-8EB5-4014-827E-DD0DD482920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5" name="Slide Number Placeholder 4">
            <a:extLst xmlns:a="http://schemas.openxmlformats.org/drawingml/2006/main">
              <a:ext uri="{FF2B5EF4-FFF2-40B4-BE49-F238E27FC236}">
                <a16:creationId xmlns:a16="http://schemas.microsoft.com/office/drawing/2014/main" id="{DE25CCC9-1FD1-49B0-87C0-B051DADF72B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6A1DB-EA2D-4A7E-BF0D-8FECFA0D1CEB}" type="slidenum">
              <a:t>‹#›</a:t>
            </a:fld>
            <a:endParaRPr/>
          </a:p>
        </p:txBody>
      </p:sp>
      <p:sp>
        <p:nvSpPr>
          <p:cNvPr id="11" name="Freeform 5">
            <a:extLst xmlns:a="http://schemas.openxmlformats.org/drawingml/2006/main">
              <a:ext uri="{FF2B5EF4-FFF2-40B4-BE49-F238E27FC236}">
                <a16:creationId xmlns:a16="http://schemas.microsoft.com/office/drawing/2014/main" id="{3E27C736-095E-4C51-9197-AD588C450B8D}"/>
              </a:ext>
            </a:extLst>
          </p:cNvPr>
          <p:cNvSpPr>
            <a:spLocks xmlns:a="http://schemas.openxmlformats.org/drawingml/2006/main" noGrp="1"/>
          </p:cNvSpPr>
          <p:nvPr/>
        </p:nvSpPr>
        <p:spPr>
          <a:xfrm xmlns:a="http://schemas.openxmlformats.org/drawingml/2006/main">
            <a:off x="544392" y="4795468"/>
            <a:ext cx="1252024" cy="234457"/>
          </a:xfrm>
          <a:custGeom xmlns:a="http://schemas.openxmlformats.org/drawingml/2006/main">
            <a:gdLst>
              <a:gd name="T0" fmla="*/ 225 w 1440"/>
              <a:gd name="T1" fmla="*/ 110 h 267"/>
              <a:gd name="T2" fmla="*/ 317 w 1440"/>
              <a:gd name="T3" fmla="*/ 7 h 267"/>
              <a:gd name="T4" fmla="*/ 475 w 1440"/>
              <a:gd name="T5" fmla="*/ 19 h 267"/>
              <a:gd name="T6" fmla="*/ 830 w 1440"/>
              <a:gd name="T7" fmla="*/ 7 h 267"/>
              <a:gd name="T8" fmla="*/ 130 w 1440"/>
              <a:gd name="T9" fmla="*/ 210 h 267"/>
              <a:gd name="T10" fmla="*/ 437 w 1440"/>
              <a:gd name="T11" fmla="*/ 209 h 267"/>
              <a:gd name="T12" fmla="*/ 493 w 1440"/>
              <a:gd name="T13" fmla="*/ 198 h 267"/>
              <a:gd name="T14" fmla="*/ 866 w 1440"/>
              <a:gd name="T15" fmla="*/ 171 h 267"/>
              <a:gd name="T16" fmla="*/ 737 w 1440"/>
              <a:gd name="T17" fmla="*/ 261 h 267"/>
              <a:gd name="T18" fmla="*/ 958 w 1440"/>
              <a:gd name="T19" fmla="*/ 172 h 267"/>
              <a:gd name="T20" fmla="*/ 906 w 1440"/>
              <a:gd name="T21" fmla="*/ 254 h 267"/>
              <a:gd name="T22" fmla="*/ 309 w 1440"/>
              <a:gd name="T23" fmla="*/ 260 h 267"/>
              <a:gd name="T24" fmla="*/ 1053 w 1440"/>
              <a:gd name="T25" fmla="*/ 31 h 267"/>
              <a:gd name="T26" fmla="*/ 1075 w 1440"/>
              <a:gd name="T27" fmla="*/ 44 h 267"/>
              <a:gd name="T28" fmla="*/ 1091 w 1440"/>
              <a:gd name="T29" fmla="*/ 22 h 267"/>
              <a:gd name="T30" fmla="*/ 1107 w 1440"/>
              <a:gd name="T31" fmla="*/ 27 h 267"/>
              <a:gd name="T32" fmla="*/ 1125 w 1440"/>
              <a:gd name="T33" fmla="*/ 55 h 267"/>
              <a:gd name="T34" fmla="*/ 1159 w 1440"/>
              <a:gd name="T35" fmla="*/ 53 h 267"/>
              <a:gd name="T36" fmla="*/ 1160 w 1440"/>
              <a:gd name="T37" fmla="*/ 57 h 267"/>
              <a:gd name="T38" fmla="*/ 1177 w 1440"/>
              <a:gd name="T39" fmla="*/ 23 h 267"/>
              <a:gd name="T40" fmla="*/ 1207 w 1440"/>
              <a:gd name="T41" fmla="*/ 58 h 267"/>
              <a:gd name="T42" fmla="*/ 1245 w 1440"/>
              <a:gd name="T43" fmla="*/ 27 h 267"/>
              <a:gd name="T44" fmla="*/ 1225 w 1440"/>
              <a:gd name="T45" fmla="*/ 43 h 267"/>
              <a:gd name="T46" fmla="*/ 1271 w 1440"/>
              <a:gd name="T47" fmla="*/ 19 h 267"/>
              <a:gd name="T48" fmla="*/ 1259 w 1440"/>
              <a:gd name="T49" fmla="*/ 32 h 267"/>
              <a:gd name="T50" fmla="*/ 1290 w 1440"/>
              <a:gd name="T51" fmla="*/ 54 h 267"/>
              <a:gd name="T52" fmla="*/ 1310 w 1440"/>
              <a:gd name="T53" fmla="*/ 25 h 267"/>
              <a:gd name="T54" fmla="*/ 1059 w 1440"/>
              <a:gd name="T55" fmla="*/ 110 h 267"/>
              <a:gd name="T56" fmla="*/ 1099 w 1440"/>
              <a:gd name="T57" fmla="*/ 134 h 267"/>
              <a:gd name="T58" fmla="*/ 1120 w 1440"/>
              <a:gd name="T59" fmla="*/ 156 h 267"/>
              <a:gd name="T60" fmla="*/ 1141 w 1440"/>
              <a:gd name="T61" fmla="*/ 123 h 267"/>
              <a:gd name="T62" fmla="*/ 1148 w 1440"/>
              <a:gd name="T63" fmla="*/ 175 h 267"/>
              <a:gd name="T64" fmla="*/ 1184 w 1440"/>
              <a:gd name="T65" fmla="*/ 119 h 267"/>
              <a:gd name="T66" fmla="*/ 1181 w 1440"/>
              <a:gd name="T67" fmla="*/ 153 h 267"/>
              <a:gd name="T68" fmla="*/ 1201 w 1440"/>
              <a:gd name="T69" fmla="*/ 125 h 267"/>
              <a:gd name="T70" fmla="*/ 1230 w 1440"/>
              <a:gd name="T71" fmla="*/ 157 h 267"/>
              <a:gd name="T72" fmla="*/ 1260 w 1440"/>
              <a:gd name="T73" fmla="*/ 154 h 267"/>
              <a:gd name="T74" fmla="*/ 1261 w 1440"/>
              <a:gd name="T75" fmla="*/ 158 h 267"/>
              <a:gd name="T76" fmla="*/ 1284 w 1440"/>
              <a:gd name="T77" fmla="*/ 152 h 267"/>
              <a:gd name="T78" fmla="*/ 1294 w 1440"/>
              <a:gd name="T79" fmla="*/ 123 h 267"/>
              <a:gd name="T80" fmla="*/ 1317 w 1440"/>
              <a:gd name="T81" fmla="*/ 125 h 267"/>
              <a:gd name="T82" fmla="*/ 1342 w 1440"/>
              <a:gd name="T83" fmla="*/ 121 h 267"/>
              <a:gd name="T84" fmla="*/ 1351 w 1440"/>
              <a:gd name="T85" fmla="*/ 112 h 267"/>
              <a:gd name="T86" fmla="*/ 1364 w 1440"/>
              <a:gd name="T87" fmla="*/ 159 h 267"/>
              <a:gd name="T88" fmla="*/ 1399 w 1440"/>
              <a:gd name="T89" fmla="*/ 156 h 267"/>
              <a:gd name="T90" fmla="*/ 1432 w 1440"/>
              <a:gd name="T91" fmla="*/ 120 h 267"/>
              <a:gd name="T92" fmla="*/ 1410 w 1440"/>
              <a:gd name="T93" fmla="*/ 176 h 267"/>
              <a:gd name="T94" fmla="*/ 1076 w 1440"/>
              <a:gd name="T95" fmla="*/ 242 h 267"/>
              <a:gd name="T96" fmla="*/ 1062 w 1440"/>
              <a:gd name="T97" fmla="*/ 225 h 267"/>
              <a:gd name="T98" fmla="*/ 1091 w 1440"/>
              <a:gd name="T99" fmla="*/ 208 h 267"/>
              <a:gd name="T100" fmla="*/ 1112 w 1440"/>
              <a:gd name="T101" fmla="*/ 233 h 267"/>
              <a:gd name="T102" fmla="*/ 1128 w 1440"/>
              <a:gd name="T103" fmla="*/ 224 h 267"/>
              <a:gd name="T104" fmla="*/ 1168 w 1440"/>
              <a:gd name="T105" fmla="*/ 255 h 267"/>
              <a:gd name="T106" fmla="*/ 1154 w 1440"/>
              <a:gd name="T107" fmla="*/ 236 h 267"/>
              <a:gd name="T108" fmla="*/ 1203 w 1440"/>
              <a:gd name="T109" fmla="*/ 256 h 267"/>
              <a:gd name="T110" fmla="*/ 1200 w 1440"/>
              <a:gd name="T111" fmla="*/ 213 h 267"/>
              <a:gd name="T112" fmla="*/ 1227 w 1440"/>
              <a:gd name="T113" fmla="*/ 256 h 267"/>
              <a:gd name="T114" fmla="*/ 1249 w 1440"/>
              <a:gd name="T115" fmla="*/ 260 h 267"/>
              <a:gd name="T116" fmla="*/ 1255 w 1440"/>
              <a:gd name="T117" fmla="*/ 205 h 267"/>
              <a:gd name="T118" fmla="*/ 1297 w 1440"/>
              <a:gd name="T119" fmla="*/ 226 h 267"/>
              <a:gd name="T120" fmla="*/ 1303 w 1440"/>
              <a:gd name="T121" fmla="*/ 243 h 267"/>
              <a:gd name="T122" fmla="*/ 1344 w 1440"/>
              <a:gd name="T123" fmla="*/ 229 h 267"/>
              <a:gd name="T124" fmla="*/ 1328 w 1440"/>
              <a:gd name="T125" fmla="*/ 239 h 267"/>
            </a:gdLst>
            <a:rect l="0" t="0" r="r" b="b"/>
            <a:pathLst>
              <a:path w="1440" h="267">
                <a:moveTo>
                  <a:pt x="17" y="110"/>
                </a:moveTo>
                <a:cubicBezTo>
                  <a:pt x="3" y="110"/>
                  <a:pt x="3" y="110"/>
                  <a:pt x="3" y="110"/>
                </a:cubicBezTo>
                <a:cubicBezTo>
                  <a:pt x="3" y="1"/>
                  <a:pt x="3" y="1"/>
                  <a:pt x="3" y="1"/>
                </a:cubicBezTo>
                <a:cubicBezTo>
                  <a:pt x="81" y="83"/>
                  <a:pt x="81" y="83"/>
                  <a:pt x="81" y="83"/>
                </a:cubicBezTo>
                <a:cubicBezTo>
                  <a:pt x="81" y="7"/>
                  <a:pt x="81" y="7"/>
                  <a:pt x="81" y="7"/>
                </a:cubicBezTo>
                <a:cubicBezTo>
                  <a:pt x="95" y="7"/>
                  <a:pt x="95" y="7"/>
                  <a:pt x="95" y="7"/>
                </a:cubicBezTo>
                <a:cubicBezTo>
                  <a:pt x="95" y="117"/>
                  <a:pt x="95" y="117"/>
                  <a:pt x="95" y="117"/>
                </a:cubicBezTo>
                <a:cubicBezTo>
                  <a:pt x="17" y="35"/>
                  <a:pt x="17" y="35"/>
                  <a:pt x="17" y="35"/>
                </a:cubicBezTo>
                <a:lnTo>
                  <a:pt x="17" y="110"/>
                </a:lnTo>
                <a:close/>
                <a:moveTo>
                  <a:pt x="130" y="110"/>
                </a:moveTo>
                <a:cubicBezTo>
                  <a:pt x="145" y="110"/>
                  <a:pt x="145" y="110"/>
                  <a:pt x="145" y="110"/>
                </a:cubicBezTo>
                <a:cubicBezTo>
                  <a:pt x="178" y="33"/>
                  <a:pt x="178" y="33"/>
                  <a:pt x="178" y="33"/>
                </a:cubicBezTo>
                <a:cubicBezTo>
                  <a:pt x="210" y="109"/>
                  <a:pt x="210" y="109"/>
                  <a:pt x="210" y="109"/>
                </a:cubicBezTo>
                <a:cubicBezTo>
                  <a:pt x="210" y="110"/>
                  <a:pt x="210" y="110"/>
                  <a:pt x="210" y="110"/>
                </a:cubicBezTo>
                <a:cubicBezTo>
                  <a:pt x="225" y="110"/>
                  <a:pt x="225" y="110"/>
                  <a:pt x="225" y="110"/>
                </a:cubicBezTo>
                <a:cubicBezTo>
                  <a:pt x="178" y="0"/>
                  <a:pt x="178" y="0"/>
                  <a:pt x="178" y="0"/>
                </a:cubicBezTo>
                <a:lnTo>
                  <a:pt x="130" y="110"/>
                </a:lnTo>
                <a:close/>
                <a:moveTo>
                  <a:pt x="700" y="110"/>
                </a:moveTo>
                <a:cubicBezTo>
                  <a:pt x="715" y="110"/>
                  <a:pt x="715" y="110"/>
                  <a:pt x="715" y="110"/>
                </a:cubicBezTo>
                <a:cubicBezTo>
                  <a:pt x="748" y="33"/>
                  <a:pt x="748" y="33"/>
                  <a:pt x="748" y="33"/>
                </a:cubicBezTo>
                <a:cubicBezTo>
                  <a:pt x="780" y="109"/>
                  <a:pt x="780" y="109"/>
                  <a:pt x="780" y="109"/>
                </a:cubicBezTo>
                <a:cubicBezTo>
                  <a:pt x="780" y="110"/>
                  <a:pt x="780" y="110"/>
                  <a:pt x="780" y="110"/>
                </a:cubicBezTo>
                <a:cubicBezTo>
                  <a:pt x="795" y="110"/>
                  <a:pt x="795" y="110"/>
                  <a:pt x="795" y="110"/>
                </a:cubicBezTo>
                <a:cubicBezTo>
                  <a:pt x="748" y="0"/>
                  <a:pt x="748" y="0"/>
                  <a:pt x="748" y="0"/>
                </a:cubicBezTo>
                <a:lnTo>
                  <a:pt x="700" y="110"/>
                </a:lnTo>
                <a:close/>
                <a:moveTo>
                  <a:pt x="273" y="110"/>
                </a:moveTo>
                <a:cubicBezTo>
                  <a:pt x="286" y="110"/>
                  <a:pt x="286" y="110"/>
                  <a:pt x="286" y="110"/>
                </a:cubicBezTo>
                <a:cubicBezTo>
                  <a:pt x="286" y="20"/>
                  <a:pt x="286" y="20"/>
                  <a:pt x="286" y="20"/>
                </a:cubicBezTo>
                <a:cubicBezTo>
                  <a:pt x="317" y="20"/>
                  <a:pt x="317" y="20"/>
                  <a:pt x="317" y="20"/>
                </a:cubicBezTo>
                <a:cubicBezTo>
                  <a:pt x="317" y="7"/>
                  <a:pt x="317" y="7"/>
                  <a:pt x="317" y="7"/>
                </a:cubicBezTo>
                <a:cubicBezTo>
                  <a:pt x="242" y="7"/>
                  <a:pt x="242" y="7"/>
                  <a:pt x="242" y="7"/>
                </a:cubicBezTo>
                <a:cubicBezTo>
                  <a:pt x="242" y="20"/>
                  <a:pt x="242" y="20"/>
                  <a:pt x="242" y="20"/>
                </a:cubicBezTo>
                <a:cubicBezTo>
                  <a:pt x="273" y="20"/>
                  <a:pt x="273" y="20"/>
                  <a:pt x="273" y="20"/>
                </a:cubicBezTo>
                <a:lnTo>
                  <a:pt x="273" y="110"/>
                </a:lnTo>
                <a:close/>
                <a:moveTo>
                  <a:pt x="374" y="7"/>
                </a:moveTo>
                <a:cubicBezTo>
                  <a:pt x="360" y="7"/>
                  <a:pt x="360" y="7"/>
                  <a:pt x="360" y="7"/>
                </a:cubicBezTo>
                <a:cubicBezTo>
                  <a:pt x="360" y="110"/>
                  <a:pt x="360" y="110"/>
                  <a:pt x="360" y="110"/>
                </a:cubicBezTo>
                <a:cubicBezTo>
                  <a:pt x="374" y="110"/>
                  <a:pt x="374" y="110"/>
                  <a:pt x="374" y="110"/>
                </a:cubicBezTo>
                <a:lnTo>
                  <a:pt x="374" y="7"/>
                </a:lnTo>
                <a:close/>
                <a:moveTo>
                  <a:pt x="475" y="112"/>
                </a:moveTo>
                <a:cubicBezTo>
                  <a:pt x="445" y="112"/>
                  <a:pt x="421" y="88"/>
                  <a:pt x="421" y="59"/>
                </a:cubicBezTo>
                <a:cubicBezTo>
                  <a:pt x="421" y="29"/>
                  <a:pt x="445" y="5"/>
                  <a:pt x="475" y="5"/>
                </a:cubicBezTo>
                <a:cubicBezTo>
                  <a:pt x="505" y="5"/>
                  <a:pt x="528" y="29"/>
                  <a:pt x="528" y="59"/>
                </a:cubicBezTo>
                <a:cubicBezTo>
                  <a:pt x="528" y="88"/>
                  <a:pt x="505" y="112"/>
                  <a:pt x="475" y="112"/>
                </a:cubicBezTo>
                <a:close/>
                <a:moveTo>
                  <a:pt x="475" y="19"/>
                </a:moveTo>
                <a:cubicBezTo>
                  <a:pt x="453" y="19"/>
                  <a:pt x="435" y="37"/>
                  <a:pt x="435" y="59"/>
                </a:cubicBezTo>
                <a:cubicBezTo>
                  <a:pt x="435" y="81"/>
                  <a:pt x="453" y="99"/>
                  <a:pt x="475" y="99"/>
                </a:cubicBezTo>
                <a:cubicBezTo>
                  <a:pt x="497" y="99"/>
                  <a:pt x="514" y="81"/>
                  <a:pt x="514" y="59"/>
                </a:cubicBezTo>
                <a:cubicBezTo>
                  <a:pt x="514" y="37"/>
                  <a:pt x="497" y="19"/>
                  <a:pt x="475" y="19"/>
                </a:cubicBezTo>
                <a:close/>
                <a:moveTo>
                  <a:pt x="586" y="35"/>
                </a:moveTo>
                <a:cubicBezTo>
                  <a:pt x="664" y="117"/>
                  <a:pt x="664" y="117"/>
                  <a:pt x="664" y="117"/>
                </a:cubicBezTo>
                <a:cubicBezTo>
                  <a:pt x="664" y="7"/>
                  <a:pt x="664" y="7"/>
                  <a:pt x="664" y="7"/>
                </a:cubicBezTo>
                <a:cubicBezTo>
                  <a:pt x="650" y="7"/>
                  <a:pt x="650" y="7"/>
                  <a:pt x="650" y="7"/>
                </a:cubicBezTo>
                <a:cubicBezTo>
                  <a:pt x="650" y="83"/>
                  <a:pt x="650" y="83"/>
                  <a:pt x="650" y="83"/>
                </a:cubicBezTo>
                <a:cubicBezTo>
                  <a:pt x="572" y="1"/>
                  <a:pt x="572" y="1"/>
                  <a:pt x="572" y="1"/>
                </a:cubicBezTo>
                <a:cubicBezTo>
                  <a:pt x="572" y="110"/>
                  <a:pt x="572" y="110"/>
                  <a:pt x="572" y="110"/>
                </a:cubicBezTo>
                <a:cubicBezTo>
                  <a:pt x="586" y="110"/>
                  <a:pt x="586" y="110"/>
                  <a:pt x="586" y="110"/>
                </a:cubicBezTo>
                <a:lnTo>
                  <a:pt x="586" y="35"/>
                </a:lnTo>
                <a:close/>
                <a:moveTo>
                  <a:pt x="843" y="7"/>
                </a:moveTo>
                <a:cubicBezTo>
                  <a:pt x="830" y="7"/>
                  <a:pt x="830" y="7"/>
                  <a:pt x="830" y="7"/>
                </a:cubicBezTo>
                <a:cubicBezTo>
                  <a:pt x="830" y="110"/>
                  <a:pt x="830" y="110"/>
                  <a:pt x="830" y="110"/>
                </a:cubicBezTo>
                <a:cubicBezTo>
                  <a:pt x="885" y="110"/>
                  <a:pt x="885" y="110"/>
                  <a:pt x="885" y="110"/>
                </a:cubicBezTo>
                <a:cubicBezTo>
                  <a:pt x="885" y="97"/>
                  <a:pt x="885" y="97"/>
                  <a:pt x="885" y="97"/>
                </a:cubicBezTo>
                <a:cubicBezTo>
                  <a:pt x="843" y="97"/>
                  <a:pt x="843" y="97"/>
                  <a:pt x="843" y="97"/>
                </a:cubicBezTo>
                <a:lnTo>
                  <a:pt x="843" y="7"/>
                </a:lnTo>
                <a:close/>
                <a:moveTo>
                  <a:pt x="169" y="156"/>
                </a:moveTo>
                <a:cubicBezTo>
                  <a:pt x="139" y="156"/>
                  <a:pt x="116" y="179"/>
                  <a:pt x="116" y="209"/>
                </a:cubicBezTo>
                <a:cubicBezTo>
                  <a:pt x="116" y="240"/>
                  <a:pt x="139" y="262"/>
                  <a:pt x="169" y="262"/>
                </a:cubicBezTo>
                <a:cubicBezTo>
                  <a:pt x="175" y="262"/>
                  <a:pt x="188" y="261"/>
                  <a:pt x="200" y="252"/>
                </a:cubicBezTo>
                <a:cubicBezTo>
                  <a:pt x="200" y="252"/>
                  <a:pt x="200" y="252"/>
                  <a:pt x="200" y="252"/>
                </a:cubicBezTo>
                <a:cubicBezTo>
                  <a:pt x="200" y="234"/>
                  <a:pt x="200" y="234"/>
                  <a:pt x="200" y="234"/>
                </a:cubicBezTo>
                <a:cubicBezTo>
                  <a:pt x="198" y="236"/>
                  <a:pt x="198" y="236"/>
                  <a:pt x="198" y="236"/>
                </a:cubicBezTo>
                <a:cubicBezTo>
                  <a:pt x="196" y="239"/>
                  <a:pt x="192" y="242"/>
                  <a:pt x="187" y="245"/>
                </a:cubicBezTo>
                <a:cubicBezTo>
                  <a:pt x="181" y="247"/>
                  <a:pt x="175" y="249"/>
                  <a:pt x="169" y="249"/>
                </a:cubicBezTo>
                <a:cubicBezTo>
                  <a:pt x="142" y="249"/>
                  <a:pt x="130" y="226"/>
                  <a:pt x="130" y="210"/>
                </a:cubicBezTo>
                <a:cubicBezTo>
                  <a:pt x="130" y="187"/>
                  <a:pt x="147" y="169"/>
                  <a:pt x="169" y="169"/>
                </a:cubicBezTo>
                <a:cubicBezTo>
                  <a:pt x="174" y="169"/>
                  <a:pt x="180" y="170"/>
                  <a:pt x="185" y="173"/>
                </a:cubicBezTo>
                <a:cubicBezTo>
                  <a:pt x="190" y="175"/>
                  <a:pt x="194" y="178"/>
                  <a:pt x="198" y="182"/>
                </a:cubicBezTo>
                <a:cubicBezTo>
                  <a:pt x="200" y="184"/>
                  <a:pt x="200" y="184"/>
                  <a:pt x="200" y="184"/>
                </a:cubicBezTo>
                <a:cubicBezTo>
                  <a:pt x="200" y="166"/>
                  <a:pt x="200" y="166"/>
                  <a:pt x="200" y="166"/>
                </a:cubicBezTo>
                <a:cubicBezTo>
                  <a:pt x="200" y="166"/>
                  <a:pt x="200" y="166"/>
                  <a:pt x="200" y="166"/>
                </a:cubicBezTo>
                <a:cubicBezTo>
                  <a:pt x="191" y="159"/>
                  <a:pt x="181" y="156"/>
                  <a:pt x="169" y="156"/>
                </a:cubicBezTo>
                <a:close/>
                <a:moveTo>
                  <a:pt x="437" y="209"/>
                </a:moveTo>
                <a:cubicBezTo>
                  <a:pt x="437" y="225"/>
                  <a:pt x="431" y="238"/>
                  <a:pt x="419" y="249"/>
                </a:cubicBezTo>
                <a:cubicBezTo>
                  <a:pt x="409" y="257"/>
                  <a:pt x="399" y="261"/>
                  <a:pt x="382" y="261"/>
                </a:cubicBezTo>
                <a:cubicBezTo>
                  <a:pt x="360" y="261"/>
                  <a:pt x="360" y="261"/>
                  <a:pt x="360" y="261"/>
                </a:cubicBezTo>
                <a:cubicBezTo>
                  <a:pt x="360" y="157"/>
                  <a:pt x="360" y="157"/>
                  <a:pt x="360" y="157"/>
                </a:cubicBezTo>
                <a:cubicBezTo>
                  <a:pt x="382" y="157"/>
                  <a:pt x="382" y="157"/>
                  <a:pt x="382" y="157"/>
                </a:cubicBezTo>
                <a:cubicBezTo>
                  <a:pt x="393" y="157"/>
                  <a:pt x="407" y="159"/>
                  <a:pt x="420" y="170"/>
                </a:cubicBezTo>
                <a:cubicBezTo>
                  <a:pt x="426" y="175"/>
                  <a:pt x="437" y="187"/>
                  <a:pt x="437" y="209"/>
                </a:cubicBezTo>
                <a:close/>
                <a:moveTo>
                  <a:pt x="423" y="209"/>
                </a:moveTo>
                <a:cubicBezTo>
                  <a:pt x="423" y="186"/>
                  <a:pt x="407" y="171"/>
                  <a:pt x="382" y="171"/>
                </a:cubicBezTo>
                <a:cubicBezTo>
                  <a:pt x="374" y="171"/>
                  <a:pt x="374" y="171"/>
                  <a:pt x="374" y="171"/>
                </a:cubicBezTo>
                <a:cubicBezTo>
                  <a:pt x="374" y="247"/>
                  <a:pt x="374" y="247"/>
                  <a:pt x="374" y="247"/>
                </a:cubicBezTo>
                <a:cubicBezTo>
                  <a:pt x="382" y="247"/>
                  <a:pt x="382" y="247"/>
                  <a:pt x="382" y="247"/>
                </a:cubicBezTo>
                <a:cubicBezTo>
                  <a:pt x="390" y="247"/>
                  <a:pt x="401" y="246"/>
                  <a:pt x="410" y="239"/>
                </a:cubicBezTo>
                <a:cubicBezTo>
                  <a:pt x="416" y="234"/>
                  <a:pt x="423" y="224"/>
                  <a:pt x="423" y="209"/>
                </a:cubicBezTo>
                <a:close/>
                <a:moveTo>
                  <a:pt x="479" y="261"/>
                </a:moveTo>
                <a:cubicBezTo>
                  <a:pt x="541" y="261"/>
                  <a:pt x="541" y="261"/>
                  <a:pt x="541" y="261"/>
                </a:cubicBezTo>
                <a:cubicBezTo>
                  <a:pt x="541" y="247"/>
                  <a:pt x="541" y="247"/>
                  <a:pt x="541" y="247"/>
                </a:cubicBezTo>
                <a:cubicBezTo>
                  <a:pt x="493" y="247"/>
                  <a:pt x="493" y="247"/>
                  <a:pt x="493" y="247"/>
                </a:cubicBezTo>
                <a:cubicBezTo>
                  <a:pt x="493" y="211"/>
                  <a:pt x="493" y="211"/>
                  <a:pt x="493" y="211"/>
                </a:cubicBezTo>
                <a:cubicBezTo>
                  <a:pt x="535" y="211"/>
                  <a:pt x="535" y="211"/>
                  <a:pt x="535" y="211"/>
                </a:cubicBezTo>
                <a:cubicBezTo>
                  <a:pt x="535" y="198"/>
                  <a:pt x="535" y="198"/>
                  <a:pt x="535" y="198"/>
                </a:cubicBezTo>
                <a:cubicBezTo>
                  <a:pt x="493" y="198"/>
                  <a:pt x="493" y="198"/>
                  <a:pt x="493" y="198"/>
                </a:cubicBezTo>
                <a:cubicBezTo>
                  <a:pt x="493" y="171"/>
                  <a:pt x="493" y="171"/>
                  <a:pt x="493" y="171"/>
                </a:cubicBezTo>
                <a:cubicBezTo>
                  <a:pt x="541" y="171"/>
                  <a:pt x="541" y="171"/>
                  <a:pt x="541" y="171"/>
                </a:cubicBezTo>
                <a:cubicBezTo>
                  <a:pt x="541" y="157"/>
                  <a:pt x="541" y="157"/>
                  <a:pt x="541" y="157"/>
                </a:cubicBezTo>
                <a:cubicBezTo>
                  <a:pt x="479" y="157"/>
                  <a:pt x="479" y="157"/>
                  <a:pt x="479" y="157"/>
                </a:cubicBezTo>
                <a:lnTo>
                  <a:pt x="479" y="261"/>
                </a:lnTo>
                <a:close/>
                <a:moveTo>
                  <a:pt x="805" y="261"/>
                </a:moveTo>
                <a:cubicBezTo>
                  <a:pt x="866" y="261"/>
                  <a:pt x="866" y="261"/>
                  <a:pt x="866" y="261"/>
                </a:cubicBezTo>
                <a:cubicBezTo>
                  <a:pt x="866" y="247"/>
                  <a:pt x="866" y="247"/>
                  <a:pt x="866" y="247"/>
                </a:cubicBezTo>
                <a:cubicBezTo>
                  <a:pt x="819" y="247"/>
                  <a:pt x="819" y="247"/>
                  <a:pt x="819" y="247"/>
                </a:cubicBezTo>
                <a:cubicBezTo>
                  <a:pt x="819" y="211"/>
                  <a:pt x="819" y="211"/>
                  <a:pt x="819" y="211"/>
                </a:cubicBezTo>
                <a:cubicBezTo>
                  <a:pt x="860" y="211"/>
                  <a:pt x="860" y="211"/>
                  <a:pt x="860" y="211"/>
                </a:cubicBezTo>
                <a:cubicBezTo>
                  <a:pt x="860" y="198"/>
                  <a:pt x="860" y="198"/>
                  <a:pt x="860" y="198"/>
                </a:cubicBezTo>
                <a:cubicBezTo>
                  <a:pt x="819" y="198"/>
                  <a:pt x="819" y="198"/>
                  <a:pt x="819" y="198"/>
                </a:cubicBezTo>
                <a:cubicBezTo>
                  <a:pt x="819" y="171"/>
                  <a:pt x="819" y="171"/>
                  <a:pt x="819" y="171"/>
                </a:cubicBezTo>
                <a:cubicBezTo>
                  <a:pt x="866" y="171"/>
                  <a:pt x="866" y="171"/>
                  <a:pt x="866" y="171"/>
                </a:cubicBezTo>
                <a:cubicBezTo>
                  <a:pt x="866" y="157"/>
                  <a:pt x="866" y="157"/>
                  <a:pt x="866" y="157"/>
                </a:cubicBezTo>
                <a:cubicBezTo>
                  <a:pt x="805" y="157"/>
                  <a:pt x="805" y="157"/>
                  <a:pt x="805" y="157"/>
                </a:cubicBezTo>
                <a:lnTo>
                  <a:pt x="805" y="261"/>
                </a:lnTo>
                <a:close/>
                <a:moveTo>
                  <a:pt x="634" y="235"/>
                </a:moveTo>
                <a:cubicBezTo>
                  <a:pt x="595" y="149"/>
                  <a:pt x="595" y="149"/>
                  <a:pt x="595" y="149"/>
                </a:cubicBezTo>
                <a:cubicBezTo>
                  <a:pt x="578" y="261"/>
                  <a:pt x="578" y="261"/>
                  <a:pt x="578" y="261"/>
                </a:cubicBezTo>
                <a:cubicBezTo>
                  <a:pt x="592" y="261"/>
                  <a:pt x="592" y="261"/>
                  <a:pt x="592" y="261"/>
                </a:cubicBezTo>
                <a:cubicBezTo>
                  <a:pt x="601" y="194"/>
                  <a:pt x="601" y="194"/>
                  <a:pt x="601" y="194"/>
                </a:cubicBezTo>
                <a:cubicBezTo>
                  <a:pt x="634" y="267"/>
                  <a:pt x="634" y="267"/>
                  <a:pt x="634" y="267"/>
                </a:cubicBezTo>
                <a:cubicBezTo>
                  <a:pt x="668" y="194"/>
                  <a:pt x="668" y="194"/>
                  <a:pt x="668" y="194"/>
                </a:cubicBezTo>
                <a:cubicBezTo>
                  <a:pt x="677" y="261"/>
                  <a:pt x="677" y="261"/>
                  <a:pt x="677" y="261"/>
                </a:cubicBezTo>
                <a:cubicBezTo>
                  <a:pt x="691" y="261"/>
                  <a:pt x="691" y="261"/>
                  <a:pt x="691" y="261"/>
                </a:cubicBezTo>
                <a:cubicBezTo>
                  <a:pt x="674" y="148"/>
                  <a:pt x="674" y="148"/>
                  <a:pt x="674" y="148"/>
                </a:cubicBezTo>
                <a:lnTo>
                  <a:pt x="634" y="235"/>
                </a:lnTo>
                <a:close/>
                <a:moveTo>
                  <a:pt x="737" y="261"/>
                </a:moveTo>
                <a:cubicBezTo>
                  <a:pt x="751" y="261"/>
                  <a:pt x="751" y="261"/>
                  <a:pt x="751" y="261"/>
                </a:cubicBezTo>
                <a:cubicBezTo>
                  <a:pt x="751" y="157"/>
                  <a:pt x="751" y="157"/>
                  <a:pt x="751" y="157"/>
                </a:cubicBezTo>
                <a:cubicBezTo>
                  <a:pt x="737" y="157"/>
                  <a:pt x="737" y="157"/>
                  <a:pt x="737" y="157"/>
                </a:cubicBezTo>
                <a:lnTo>
                  <a:pt x="737" y="261"/>
                </a:lnTo>
                <a:close/>
                <a:moveTo>
                  <a:pt x="955" y="211"/>
                </a:moveTo>
                <a:cubicBezTo>
                  <a:pt x="950" y="207"/>
                  <a:pt x="945" y="204"/>
                  <a:pt x="939" y="201"/>
                </a:cubicBezTo>
                <a:cubicBezTo>
                  <a:pt x="929" y="197"/>
                  <a:pt x="929" y="197"/>
                  <a:pt x="929" y="197"/>
                </a:cubicBezTo>
                <a:cubicBezTo>
                  <a:pt x="925" y="195"/>
                  <a:pt x="922" y="194"/>
                  <a:pt x="919" y="191"/>
                </a:cubicBezTo>
                <a:cubicBezTo>
                  <a:pt x="916" y="189"/>
                  <a:pt x="916" y="187"/>
                  <a:pt x="916" y="183"/>
                </a:cubicBezTo>
                <a:cubicBezTo>
                  <a:pt x="916" y="175"/>
                  <a:pt x="922" y="169"/>
                  <a:pt x="931" y="169"/>
                </a:cubicBezTo>
                <a:cubicBezTo>
                  <a:pt x="936" y="169"/>
                  <a:pt x="940" y="171"/>
                  <a:pt x="942" y="172"/>
                </a:cubicBezTo>
                <a:cubicBezTo>
                  <a:pt x="944" y="174"/>
                  <a:pt x="946" y="177"/>
                  <a:pt x="947" y="179"/>
                </a:cubicBezTo>
                <a:cubicBezTo>
                  <a:pt x="948" y="181"/>
                  <a:pt x="948" y="181"/>
                  <a:pt x="948" y="181"/>
                </a:cubicBezTo>
                <a:cubicBezTo>
                  <a:pt x="959" y="173"/>
                  <a:pt x="959" y="173"/>
                  <a:pt x="959" y="173"/>
                </a:cubicBezTo>
                <a:cubicBezTo>
                  <a:pt x="958" y="172"/>
                  <a:pt x="958" y="172"/>
                  <a:pt x="958" y="172"/>
                </a:cubicBezTo>
                <a:cubicBezTo>
                  <a:pt x="956" y="167"/>
                  <a:pt x="952" y="163"/>
                  <a:pt x="948" y="161"/>
                </a:cubicBezTo>
                <a:cubicBezTo>
                  <a:pt x="943" y="157"/>
                  <a:pt x="938" y="156"/>
                  <a:pt x="931" y="156"/>
                </a:cubicBezTo>
                <a:cubicBezTo>
                  <a:pt x="914" y="156"/>
                  <a:pt x="902" y="167"/>
                  <a:pt x="902" y="183"/>
                </a:cubicBezTo>
                <a:cubicBezTo>
                  <a:pt x="902" y="190"/>
                  <a:pt x="904" y="195"/>
                  <a:pt x="909" y="200"/>
                </a:cubicBezTo>
                <a:cubicBezTo>
                  <a:pt x="913" y="205"/>
                  <a:pt x="918" y="207"/>
                  <a:pt x="922" y="209"/>
                </a:cubicBezTo>
                <a:cubicBezTo>
                  <a:pt x="932" y="213"/>
                  <a:pt x="932" y="213"/>
                  <a:pt x="932" y="213"/>
                </a:cubicBezTo>
                <a:cubicBezTo>
                  <a:pt x="937" y="215"/>
                  <a:pt x="941" y="217"/>
                  <a:pt x="944" y="220"/>
                </a:cubicBezTo>
                <a:cubicBezTo>
                  <a:pt x="947" y="223"/>
                  <a:pt x="948" y="226"/>
                  <a:pt x="948" y="231"/>
                </a:cubicBezTo>
                <a:cubicBezTo>
                  <a:pt x="948" y="240"/>
                  <a:pt x="942" y="249"/>
                  <a:pt x="929" y="249"/>
                </a:cubicBezTo>
                <a:cubicBezTo>
                  <a:pt x="924" y="249"/>
                  <a:pt x="919" y="247"/>
                  <a:pt x="916" y="244"/>
                </a:cubicBezTo>
                <a:cubicBezTo>
                  <a:pt x="913" y="241"/>
                  <a:pt x="911" y="236"/>
                  <a:pt x="910" y="232"/>
                </a:cubicBezTo>
                <a:cubicBezTo>
                  <a:pt x="910" y="230"/>
                  <a:pt x="910" y="230"/>
                  <a:pt x="910" y="230"/>
                </a:cubicBezTo>
                <a:cubicBezTo>
                  <a:pt x="896" y="234"/>
                  <a:pt x="896" y="234"/>
                  <a:pt x="896" y="234"/>
                </a:cubicBezTo>
                <a:cubicBezTo>
                  <a:pt x="897" y="235"/>
                  <a:pt x="897" y="235"/>
                  <a:pt x="897" y="235"/>
                </a:cubicBezTo>
                <a:cubicBezTo>
                  <a:pt x="898" y="243"/>
                  <a:pt x="902" y="249"/>
                  <a:pt x="906" y="254"/>
                </a:cubicBezTo>
                <a:cubicBezTo>
                  <a:pt x="912" y="260"/>
                  <a:pt x="920" y="262"/>
                  <a:pt x="929" y="262"/>
                </a:cubicBezTo>
                <a:cubicBezTo>
                  <a:pt x="948" y="262"/>
                  <a:pt x="962" y="249"/>
                  <a:pt x="962" y="230"/>
                </a:cubicBezTo>
                <a:cubicBezTo>
                  <a:pt x="962" y="222"/>
                  <a:pt x="960" y="216"/>
                  <a:pt x="955" y="211"/>
                </a:cubicBezTo>
                <a:close/>
                <a:moveTo>
                  <a:pt x="0" y="261"/>
                </a:moveTo>
                <a:cubicBezTo>
                  <a:pt x="15" y="261"/>
                  <a:pt x="15" y="261"/>
                  <a:pt x="15" y="261"/>
                </a:cubicBezTo>
                <a:cubicBezTo>
                  <a:pt x="48" y="184"/>
                  <a:pt x="48" y="184"/>
                  <a:pt x="48" y="184"/>
                </a:cubicBezTo>
                <a:cubicBezTo>
                  <a:pt x="79" y="260"/>
                  <a:pt x="79" y="260"/>
                  <a:pt x="79" y="260"/>
                </a:cubicBezTo>
                <a:cubicBezTo>
                  <a:pt x="80" y="261"/>
                  <a:pt x="80" y="261"/>
                  <a:pt x="80" y="261"/>
                </a:cubicBezTo>
                <a:cubicBezTo>
                  <a:pt x="95" y="261"/>
                  <a:pt x="95" y="261"/>
                  <a:pt x="95" y="261"/>
                </a:cubicBezTo>
                <a:cubicBezTo>
                  <a:pt x="48" y="151"/>
                  <a:pt x="48" y="151"/>
                  <a:pt x="48" y="151"/>
                </a:cubicBezTo>
                <a:lnTo>
                  <a:pt x="0" y="261"/>
                </a:lnTo>
                <a:close/>
                <a:moveTo>
                  <a:pt x="229" y="261"/>
                </a:moveTo>
                <a:cubicBezTo>
                  <a:pt x="244" y="261"/>
                  <a:pt x="244" y="261"/>
                  <a:pt x="244" y="261"/>
                </a:cubicBezTo>
                <a:cubicBezTo>
                  <a:pt x="277" y="184"/>
                  <a:pt x="277" y="184"/>
                  <a:pt x="277" y="184"/>
                </a:cubicBezTo>
                <a:cubicBezTo>
                  <a:pt x="309" y="260"/>
                  <a:pt x="309" y="260"/>
                  <a:pt x="309" y="260"/>
                </a:cubicBezTo>
                <a:cubicBezTo>
                  <a:pt x="309" y="261"/>
                  <a:pt x="309" y="261"/>
                  <a:pt x="309" y="261"/>
                </a:cubicBezTo>
                <a:cubicBezTo>
                  <a:pt x="324" y="261"/>
                  <a:pt x="324" y="261"/>
                  <a:pt x="324" y="261"/>
                </a:cubicBezTo>
                <a:cubicBezTo>
                  <a:pt x="277" y="151"/>
                  <a:pt x="277" y="151"/>
                  <a:pt x="277" y="151"/>
                </a:cubicBezTo>
                <a:lnTo>
                  <a:pt x="229" y="261"/>
                </a:lnTo>
                <a:close/>
                <a:moveTo>
                  <a:pt x="1071" y="11"/>
                </a:moveTo>
                <a:cubicBezTo>
                  <a:pt x="1071" y="18"/>
                  <a:pt x="1071" y="18"/>
                  <a:pt x="1071" y="18"/>
                </a:cubicBezTo>
                <a:cubicBezTo>
                  <a:pt x="1075" y="18"/>
                  <a:pt x="1075" y="18"/>
                  <a:pt x="1075" y="18"/>
                </a:cubicBezTo>
                <a:cubicBezTo>
                  <a:pt x="1077" y="9"/>
                  <a:pt x="1077" y="9"/>
                  <a:pt x="1077" y="9"/>
                </a:cubicBezTo>
                <a:cubicBezTo>
                  <a:pt x="1076" y="8"/>
                  <a:pt x="1074" y="7"/>
                  <a:pt x="1072" y="6"/>
                </a:cubicBezTo>
                <a:cubicBezTo>
                  <a:pt x="1070" y="6"/>
                  <a:pt x="1067" y="6"/>
                  <a:pt x="1064" y="6"/>
                </a:cubicBezTo>
                <a:cubicBezTo>
                  <a:pt x="1061" y="6"/>
                  <a:pt x="1058" y="6"/>
                  <a:pt x="1056" y="7"/>
                </a:cubicBezTo>
                <a:cubicBezTo>
                  <a:pt x="1053" y="9"/>
                  <a:pt x="1051" y="10"/>
                  <a:pt x="1049" y="12"/>
                </a:cubicBezTo>
                <a:cubicBezTo>
                  <a:pt x="1048" y="14"/>
                  <a:pt x="1047" y="17"/>
                  <a:pt x="1047" y="20"/>
                </a:cubicBezTo>
                <a:cubicBezTo>
                  <a:pt x="1047" y="22"/>
                  <a:pt x="1048" y="24"/>
                  <a:pt x="1049" y="26"/>
                </a:cubicBezTo>
                <a:cubicBezTo>
                  <a:pt x="1050" y="28"/>
                  <a:pt x="1051" y="30"/>
                  <a:pt x="1053" y="31"/>
                </a:cubicBezTo>
                <a:cubicBezTo>
                  <a:pt x="1055" y="32"/>
                  <a:pt x="1057" y="34"/>
                  <a:pt x="1059" y="35"/>
                </a:cubicBezTo>
                <a:cubicBezTo>
                  <a:pt x="1062" y="37"/>
                  <a:pt x="1064" y="39"/>
                  <a:pt x="1066" y="40"/>
                </a:cubicBezTo>
                <a:cubicBezTo>
                  <a:pt x="1067" y="42"/>
                  <a:pt x="1068" y="44"/>
                  <a:pt x="1068" y="47"/>
                </a:cubicBezTo>
                <a:cubicBezTo>
                  <a:pt x="1068" y="49"/>
                  <a:pt x="1067" y="52"/>
                  <a:pt x="1065" y="53"/>
                </a:cubicBezTo>
                <a:cubicBezTo>
                  <a:pt x="1062" y="55"/>
                  <a:pt x="1060" y="56"/>
                  <a:pt x="1057" y="56"/>
                </a:cubicBezTo>
                <a:cubicBezTo>
                  <a:pt x="1055" y="56"/>
                  <a:pt x="1053" y="56"/>
                  <a:pt x="1052" y="55"/>
                </a:cubicBezTo>
                <a:cubicBezTo>
                  <a:pt x="1050" y="55"/>
                  <a:pt x="1049" y="54"/>
                  <a:pt x="1048" y="54"/>
                </a:cubicBezTo>
                <a:cubicBezTo>
                  <a:pt x="1048" y="46"/>
                  <a:pt x="1048" y="46"/>
                  <a:pt x="1048" y="46"/>
                </a:cubicBezTo>
                <a:cubicBezTo>
                  <a:pt x="1044" y="46"/>
                  <a:pt x="1044" y="46"/>
                  <a:pt x="1044" y="46"/>
                </a:cubicBezTo>
                <a:cubicBezTo>
                  <a:pt x="1042" y="56"/>
                  <a:pt x="1042" y="56"/>
                  <a:pt x="1042" y="56"/>
                </a:cubicBezTo>
                <a:cubicBezTo>
                  <a:pt x="1043" y="57"/>
                  <a:pt x="1045" y="58"/>
                  <a:pt x="1048" y="58"/>
                </a:cubicBezTo>
                <a:cubicBezTo>
                  <a:pt x="1051" y="59"/>
                  <a:pt x="1054" y="59"/>
                  <a:pt x="1057" y="59"/>
                </a:cubicBezTo>
                <a:cubicBezTo>
                  <a:pt x="1060" y="59"/>
                  <a:pt x="1063" y="59"/>
                  <a:pt x="1066" y="57"/>
                </a:cubicBezTo>
                <a:cubicBezTo>
                  <a:pt x="1069" y="56"/>
                  <a:pt x="1071" y="54"/>
                  <a:pt x="1073" y="52"/>
                </a:cubicBezTo>
                <a:cubicBezTo>
                  <a:pt x="1074" y="50"/>
                  <a:pt x="1075" y="47"/>
                  <a:pt x="1075" y="44"/>
                </a:cubicBezTo>
                <a:cubicBezTo>
                  <a:pt x="1075" y="42"/>
                  <a:pt x="1074" y="40"/>
                  <a:pt x="1073" y="38"/>
                </a:cubicBezTo>
                <a:cubicBezTo>
                  <a:pt x="1072" y="36"/>
                  <a:pt x="1071" y="35"/>
                  <a:pt x="1069" y="34"/>
                </a:cubicBezTo>
                <a:cubicBezTo>
                  <a:pt x="1068" y="32"/>
                  <a:pt x="1066" y="31"/>
                  <a:pt x="1064" y="29"/>
                </a:cubicBezTo>
                <a:cubicBezTo>
                  <a:pt x="1060" y="27"/>
                  <a:pt x="1058" y="25"/>
                  <a:pt x="1056" y="24"/>
                </a:cubicBezTo>
                <a:cubicBezTo>
                  <a:pt x="1055" y="22"/>
                  <a:pt x="1054" y="20"/>
                  <a:pt x="1054" y="17"/>
                </a:cubicBezTo>
                <a:cubicBezTo>
                  <a:pt x="1054" y="15"/>
                  <a:pt x="1055" y="13"/>
                  <a:pt x="1057" y="11"/>
                </a:cubicBezTo>
                <a:cubicBezTo>
                  <a:pt x="1059" y="10"/>
                  <a:pt x="1061" y="9"/>
                  <a:pt x="1064" y="9"/>
                </a:cubicBezTo>
                <a:cubicBezTo>
                  <a:pt x="1065" y="9"/>
                  <a:pt x="1067" y="9"/>
                  <a:pt x="1068" y="10"/>
                </a:cubicBezTo>
                <a:cubicBezTo>
                  <a:pt x="1069" y="10"/>
                  <a:pt x="1070" y="10"/>
                  <a:pt x="1071" y="11"/>
                </a:cubicBezTo>
                <a:close/>
                <a:moveTo>
                  <a:pt x="1107" y="27"/>
                </a:moveTo>
                <a:cubicBezTo>
                  <a:pt x="1108" y="27"/>
                  <a:pt x="1108" y="27"/>
                  <a:pt x="1108" y="27"/>
                </a:cubicBezTo>
                <a:cubicBezTo>
                  <a:pt x="1110" y="20"/>
                  <a:pt x="1110" y="20"/>
                  <a:pt x="1110" y="20"/>
                </a:cubicBezTo>
                <a:cubicBezTo>
                  <a:pt x="1109" y="20"/>
                  <a:pt x="1108" y="19"/>
                  <a:pt x="1107" y="19"/>
                </a:cubicBezTo>
                <a:cubicBezTo>
                  <a:pt x="1105" y="19"/>
                  <a:pt x="1104" y="19"/>
                  <a:pt x="1102" y="19"/>
                </a:cubicBezTo>
                <a:cubicBezTo>
                  <a:pt x="1098" y="19"/>
                  <a:pt x="1094" y="20"/>
                  <a:pt x="1091" y="22"/>
                </a:cubicBezTo>
                <a:cubicBezTo>
                  <a:pt x="1088" y="25"/>
                  <a:pt x="1086" y="28"/>
                  <a:pt x="1084" y="32"/>
                </a:cubicBezTo>
                <a:cubicBezTo>
                  <a:pt x="1083" y="36"/>
                  <a:pt x="1082" y="40"/>
                  <a:pt x="1082" y="43"/>
                </a:cubicBezTo>
                <a:cubicBezTo>
                  <a:pt x="1082" y="48"/>
                  <a:pt x="1083" y="52"/>
                  <a:pt x="1085" y="55"/>
                </a:cubicBezTo>
                <a:cubicBezTo>
                  <a:pt x="1087" y="58"/>
                  <a:pt x="1091" y="59"/>
                  <a:pt x="1094" y="59"/>
                </a:cubicBezTo>
                <a:cubicBezTo>
                  <a:pt x="1098" y="59"/>
                  <a:pt x="1100" y="59"/>
                  <a:pt x="1102" y="57"/>
                </a:cubicBezTo>
                <a:cubicBezTo>
                  <a:pt x="1105" y="56"/>
                  <a:pt x="1106" y="54"/>
                  <a:pt x="1108" y="53"/>
                </a:cubicBezTo>
                <a:cubicBezTo>
                  <a:pt x="1106" y="50"/>
                  <a:pt x="1106" y="50"/>
                  <a:pt x="1106" y="50"/>
                </a:cubicBezTo>
                <a:cubicBezTo>
                  <a:pt x="1105" y="52"/>
                  <a:pt x="1103" y="53"/>
                  <a:pt x="1102" y="54"/>
                </a:cubicBezTo>
                <a:cubicBezTo>
                  <a:pt x="1100" y="54"/>
                  <a:pt x="1099" y="55"/>
                  <a:pt x="1097" y="55"/>
                </a:cubicBezTo>
                <a:cubicBezTo>
                  <a:pt x="1094" y="55"/>
                  <a:pt x="1092" y="54"/>
                  <a:pt x="1091" y="52"/>
                </a:cubicBezTo>
                <a:cubicBezTo>
                  <a:pt x="1090" y="50"/>
                  <a:pt x="1089" y="47"/>
                  <a:pt x="1089" y="43"/>
                </a:cubicBezTo>
                <a:cubicBezTo>
                  <a:pt x="1089" y="39"/>
                  <a:pt x="1090" y="35"/>
                  <a:pt x="1091" y="32"/>
                </a:cubicBezTo>
                <a:cubicBezTo>
                  <a:pt x="1092" y="30"/>
                  <a:pt x="1093" y="27"/>
                  <a:pt x="1095" y="26"/>
                </a:cubicBezTo>
                <a:cubicBezTo>
                  <a:pt x="1097" y="24"/>
                  <a:pt x="1099" y="23"/>
                  <a:pt x="1101" y="23"/>
                </a:cubicBezTo>
                <a:cubicBezTo>
                  <a:pt x="1102" y="23"/>
                  <a:pt x="1105" y="24"/>
                  <a:pt x="1107" y="27"/>
                </a:cubicBezTo>
                <a:close/>
                <a:moveTo>
                  <a:pt x="1124" y="52"/>
                </a:moveTo>
                <a:cubicBezTo>
                  <a:pt x="1129" y="19"/>
                  <a:pt x="1129" y="19"/>
                  <a:pt x="1129" y="19"/>
                </a:cubicBezTo>
                <a:cubicBezTo>
                  <a:pt x="1128" y="19"/>
                  <a:pt x="1128" y="19"/>
                  <a:pt x="1128" y="19"/>
                </a:cubicBezTo>
                <a:cubicBezTo>
                  <a:pt x="1118" y="20"/>
                  <a:pt x="1118" y="20"/>
                  <a:pt x="1118" y="20"/>
                </a:cubicBezTo>
                <a:cubicBezTo>
                  <a:pt x="1117" y="23"/>
                  <a:pt x="1117" y="23"/>
                  <a:pt x="1117" y="23"/>
                </a:cubicBezTo>
                <a:cubicBezTo>
                  <a:pt x="1122" y="24"/>
                  <a:pt x="1122" y="24"/>
                  <a:pt x="1122" y="24"/>
                </a:cubicBezTo>
                <a:cubicBezTo>
                  <a:pt x="1121" y="31"/>
                  <a:pt x="1120" y="37"/>
                  <a:pt x="1119" y="41"/>
                </a:cubicBezTo>
                <a:cubicBezTo>
                  <a:pt x="1118" y="49"/>
                  <a:pt x="1117" y="54"/>
                  <a:pt x="1117" y="55"/>
                </a:cubicBezTo>
                <a:cubicBezTo>
                  <a:pt x="1117" y="56"/>
                  <a:pt x="1118" y="57"/>
                  <a:pt x="1118" y="58"/>
                </a:cubicBezTo>
                <a:cubicBezTo>
                  <a:pt x="1119" y="59"/>
                  <a:pt x="1120" y="59"/>
                  <a:pt x="1122" y="59"/>
                </a:cubicBezTo>
                <a:cubicBezTo>
                  <a:pt x="1124" y="59"/>
                  <a:pt x="1125" y="59"/>
                  <a:pt x="1127" y="58"/>
                </a:cubicBezTo>
                <a:cubicBezTo>
                  <a:pt x="1128" y="57"/>
                  <a:pt x="1129" y="55"/>
                  <a:pt x="1130" y="54"/>
                </a:cubicBezTo>
                <a:cubicBezTo>
                  <a:pt x="1129" y="53"/>
                  <a:pt x="1129" y="53"/>
                  <a:pt x="1129" y="53"/>
                </a:cubicBezTo>
                <a:cubicBezTo>
                  <a:pt x="1128" y="54"/>
                  <a:pt x="1128" y="54"/>
                  <a:pt x="1127" y="54"/>
                </a:cubicBezTo>
                <a:cubicBezTo>
                  <a:pt x="1126" y="55"/>
                  <a:pt x="1126" y="55"/>
                  <a:pt x="1125" y="55"/>
                </a:cubicBezTo>
                <a:cubicBezTo>
                  <a:pt x="1125" y="55"/>
                  <a:pt x="1125" y="55"/>
                  <a:pt x="1125" y="54"/>
                </a:cubicBezTo>
                <a:cubicBezTo>
                  <a:pt x="1124" y="54"/>
                  <a:pt x="1124" y="54"/>
                  <a:pt x="1124" y="53"/>
                </a:cubicBezTo>
                <a:lnTo>
                  <a:pt x="1124" y="52"/>
                </a:lnTo>
                <a:close/>
                <a:moveTo>
                  <a:pt x="1127" y="11"/>
                </a:moveTo>
                <a:cubicBezTo>
                  <a:pt x="1128" y="11"/>
                  <a:pt x="1129" y="11"/>
                  <a:pt x="1130" y="10"/>
                </a:cubicBezTo>
                <a:cubicBezTo>
                  <a:pt x="1131" y="9"/>
                  <a:pt x="1131" y="7"/>
                  <a:pt x="1131" y="6"/>
                </a:cubicBezTo>
                <a:cubicBezTo>
                  <a:pt x="1131" y="5"/>
                  <a:pt x="1131" y="4"/>
                  <a:pt x="1130" y="3"/>
                </a:cubicBezTo>
                <a:cubicBezTo>
                  <a:pt x="1130" y="3"/>
                  <a:pt x="1129" y="2"/>
                  <a:pt x="1128" y="2"/>
                </a:cubicBezTo>
                <a:cubicBezTo>
                  <a:pt x="1126" y="2"/>
                  <a:pt x="1125" y="3"/>
                  <a:pt x="1124" y="4"/>
                </a:cubicBezTo>
                <a:cubicBezTo>
                  <a:pt x="1123" y="5"/>
                  <a:pt x="1123" y="6"/>
                  <a:pt x="1123" y="7"/>
                </a:cubicBezTo>
                <a:cubicBezTo>
                  <a:pt x="1123" y="8"/>
                  <a:pt x="1123" y="9"/>
                  <a:pt x="1124" y="10"/>
                </a:cubicBezTo>
                <a:cubicBezTo>
                  <a:pt x="1125" y="11"/>
                  <a:pt x="1126" y="11"/>
                  <a:pt x="1127" y="11"/>
                </a:cubicBezTo>
                <a:close/>
                <a:moveTo>
                  <a:pt x="1166" y="52"/>
                </a:moveTo>
                <a:cubicBezTo>
                  <a:pt x="1165" y="49"/>
                  <a:pt x="1165" y="49"/>
                  <a:pt x="1165" y="49"/>
                </a:cubicBezTo>
                <a:cubicBezTo>
                  <a:pt x="1163" y="51"/>
                  <a:pt x="1161" y="52"/>
                  <a:pt x="1159" y="53"/>
                </a:cubicBezTo>
                <a:cubicBezTo>
                  <a:pt x="1157" y="54"/>
                  <a:pt x="1155" y="55"/>
                  <a:pt x="1153" y="55"/>
                </a:cubicBezTo>
                <a:cubicBezTo>
                  <a:pt x="1150" y="55"/>
                  <a:pt x="1148" y="54"/>
                  <a:pt x="1147" y="51"/>
                </a:cubicBezTo>
                <a:cubicBezTo>
                  <a:pt x="1145" y="49"/>
                  <a:pt x="1145" y="46"/>
                  <a:pt x="1145" y="43"/>
                </a:cubicBezTo>
                <a:cubicBezTo>
                  <a:pt x="1148" y="43"/>
                  <a:pt x="1151" y="42"/>
                  <a:pt x="1155" y="41"/>
                </a:cubicBezTo>
                <a:cubicBezTo>
                  <a:pt x="1158" y="40"/>
                  <a:pt x="1162" y="38"/>
                  <a:pt x="1164" y="36"/>
                </a:cubicBezTo>
                <a:cubicBezTo>
                  <a:pt x="1167" y="33"/>
                  <a:pt x="1168" y="31"/>
                  <a:pt x="1168" y="27"/>
                </a:cubicBezTo>
                <a:cubicBezTo>
                  <a:pt x="1168" y="25"/>
                  <a:pt x="1167" y="23"/>
                  <a:pt x="1166" y="21"/>
                </a:cubicBezTo>
                <a:cubicBezTo>
                  <a:pt x="1164" y="19"/>
                  <a:pt x="1162" y="19"/>
                  <a:pt x="1158" y="19"/>
                </a:cubicBezTo>
                <a:cubicBezTo>
                  <a:pt x="1154" y="19"/>
                  <a:pt x="1151" y="20"/>
                  <a:pt x="1148" y="22"/>
                </a:cubicBezTo>
                <a:cubicBezTo>
                  <a:pt x="1145" y="24"/>
                  <a:pt x="1142" y="28"/>
                  <a:pt x="1140" y="31"/>
                </a:cubicBezTo>
                <a:cubicBezTo>
                  <a:pt x="1138" y="35"/>
                  <a:pt x="1138" y="40"/>
                  <a:pt x="1138" y="44"/>
                </a:cubicBezTo>
                <a:cubicBezTo>
                  <a:pt x="1138" y="47"/>
                  <a:pt x="1138" y="49"/>
                  <a:pt x="1139" y="52"/>
                </a:cubicBezTo>
                <a:cubicBezTo>
                  <a:pt x="1140" y="54"/>
                  <a:pt x="1142" y="56"/>
                  <a:pt x="1144" y="57"/>
                </a:cubicBezTo>
                <a:cubicBezTo>
                  <a:pt x="1146" y="59"/>
                  <a:pt x="1148" y="59"/>
                  <a:pt x="1151" y="59"/>
                </a:cubicBezTo>
                <a:cubicBezTo>
                  <a:pt x="1155" y="59"/>
                  <a:pt x="1158" y="58"/>
                  <a:pt x="1160" y="57"/>
                </a:cubicBezTo>
                <a:cubicBezTo>
                  <a:pt x="1163" y="55"/>
                  <a:pt x="1165" y="54"/>
                  <a:pt x="1166" y="52"/>
                </a:cubicBezTo>
                <a:close/>
                <a:moveTo>
                  <a:pt x="1157" y="22"/>
                </a:moveTo>
                <a:cubicBezTo>
                  <a:pt x="1158" y="22"/>
                  <a:pt x="1159" y="23"/>
                  <a:pt x="1160" y="24"/>
                </a:cubicBezTo>
                <a:cubicBezTo>
                  <a:pt x="1161" y="25"/>
                  <a:pt x="1161" y="26"/>
                  <a:pt x="1161" y="28"/>
                </a:cubicBezTo>
                <a:cubicBezTo>
                  <a:pt x="1161" y="30"/>
                  <a:pt x="1161" y="32"/>
                  <a:pt x="1159" y="34"/>
                </a:cubicBezTo>
                <a:cubicBezTo>
                  <a:pt x="1157" y="35"/>
                  <a:pt x="1155" y="37"/>
                  <a:pt x="1152" y="38"/>
                </a:cubicBezTo>
                <a:cubicBezTo>
                  <a:pt x="1150" y="39"/>
                  <a:pt x="1147" y="39"/>
                  <a:pt x="1145" y="39"/>
                </a:cubicBezTo>
                <a:cubicBezTo>
                  <a:pt x="1145" y="37"/>
                  <a:pt x="1146" y="34"/>
                  <a:pt x="1147" y="32"/>
                </a:cubicBezTo>
                <a:cubicBezTo>
                  <a:pt x="1148" y="29"/>
                  <a:pt x="1149" y="27"/>
                  <a:pt x="1151" y="25"/>
                </a:cubicBezTo>
                <a:cubicBezTo>
                  <a:pt x="1152" y="23"/>
                  <a:pt x="1154" y="22"/>
                  <a:pt x="1157" y="22"/>
                </a:cubicBezTo>
                <a:close/>
                <a:moveTo>
                  <a:pt x="1187" y="28"/>
                </a:moveTo>
                <a:cubicBezTo>
                  <a:pt x="1188" y="19"/>
                  <a:pt x="1188" y="19"/>
                  <a:pt x="1188" y="19"/>
                </a:cubicBezTo>
                <a:cubicBezTo>
                  <a:pt x="1186" y="19"/>
                  <a:pt x="1186" y="19"/>
                  <a:pt x="1186" y="19"/>
                </a:cubicBezTo>
                <a:cubicBezTo>
                  <a:pt x="1178" y="20"/>
                  <a:pt x="1178" y="20"/>
                  <a:pt x="1178" y="20"/>
                </a:cubicBezTo>
                <a:cubicBezTo>
                  <a:pt x="1177" y="23"/>
                  <a:pt x="1177" y="23"/>
                  <a:pt x="1177" y="23"/>
                </a:cubicBezTo>
                <a:cubicBezTo>
                  <a:pt x="1180" y="25"/>
                  <a:pt x="1180" y="25"/>
                  <a:pt x="1180" y="25"/>
                </a:cubicBezTo>
                <a:cubicBezTo>
                  <a:pt x="1176" y="58"/>
                  <a:pt x="1176" y="58"/>
                  <a:pt x="1176" y="58"/>
                </a:cubicBezTo>
                <a:cubicBezTo>
                  <a:pt x="1183" y="58"/>
                  <a:pt x="1183" y="58"/>
                  <a:pt x="1183" y="58"/>
                </a:cubicBezTo>
                <a:cubicBezTo>
                  <a:pt x="1186" y="33"/>
                  <a:pt x="1186" y="33"/>
                  <a:pt x="1186" y="33"/>
                </a:cubicBezTo>
                <a:cubicBezTo>
                  <a:pt x="1188" y="31"/>
                  <a:pt x="1190" y="28"/>
                  <a:pt x="1192" y="26"/>
                </a:cubicBezTo>
                <a:cubicBezTo>
                  <a:pt x="1194" y="25"/>
                  <a:pt x="1196" y="24"/>
                  <a:pt x="1198" y="24"/>
                </a:cubicBezTo>
                <a:cubicBezTo>
                  <a:pt x="1200" y="24"/>
                  <a:pt x="1201" y="24"/>
                  <a:pt x="1202" y="25"/>
                </a:cubicBezTo>
                <a:cubicBezTo>
                  <a:pt x="1202" y="26"/>
                  <a:pt x="1203" y="27"/>
                  <a:pt x="1203" y="29"/>
                </a:cubicBezTo>
                <a:cubicBezTo>
                  <a:pt x="1203" y="31"/>
                  <a:pt x="1202" y="33"/>
                  <a:pt x="1202" y="35"/>
                </a:cubicBezTo>
                <a:cubicBezTo>
                  <a:pt x="1202" y="37"/>
                  <a:pt x="1201" y="39"/>
                  <a:pt x="1201" y="41"/>
                </a:cubicBezTo>
                <a:cubicBezTo>
                  <a:pt x="1201" y="43"/>
                  <a:pt x="1201" y="43"/>
                  <a:pt x="1201" y="43"/>
                </a:cubicBezTo>
                <a:cubicBezTo>
                  <a:pt x="1200" y="46"/>
                  <a:pt x="1200" y="46"/>
                  <a:pt x="1200" y="46"/>
                </a:cubicBezTo>
                <a:cubicBezTo>
                  <a:pt x="1199" y="51"/>
                  <a:pt x="1199" y="54"/>
                  <a:pt x="1199" y="55"/>
                </a:cubicBezTo>
                <a:cubicBezTo>
                  <a:pt x="1199" y="58"/>
                  <a:pt x="1200" y="59"/>
                  <a:pt x="1203" y="59"/>
                </a:cubicBezTo>
                <a:cubicBezTo>
                  <a:pt x="1205" y="59"/>
                  <a:pt x="1206" y="59"/>
                  <a:pt x="1207" y="58"/>
                </a:cubicBezTo>
                <a:cubicBezTo>
                  <a:pt x="1208" y="58"/>
                  <a:pt x="1209" y="57"/>
                  <a:pt x="1210" y="57"/>
                </a:cubicBezTo>
                <a:cubicBezTo>
                  <a:pt x="1210" y="56"/>
                  <a:pt x="1211" y="55"/>
                  <a:pt x="1211" y="55"/>
                </a:cubicBezTo>
                <a:cubicBezTo>
                  <a:pt x="1210" y="53"/>
                  <a:pt x="1210" y="53"/>
                  <a:pt x="1210" y="53"/>
                </a:cubicBezTo>
                <a:cubicBezTo>
                  <a:pt x="1209" y="54"/>
                  <a:pt x="1208" y="55"/>
                  <a:pt x="1207" y="55"/>
                </a:cubicBezTo>
                <a:cubicBezTo>
                  <a:pt x="1206" y="55"/>
                  <a:pt x="1206" y="54"/>
                  <a:pt x="1206" y="53"/>
                </a:cubicBezTo>
                <a:cubicBezTo>
                  <a:pt x="1206" y="51"/>
                  <a:pt x="1206" y="48"/>
                  <a:pt x="1207" y="45"/>
                </a:cubicBezTo>
                <a:cubicBezTo>
                  <a:pt x="1208" y="41"/>
                  <a:pt x="1208" y="41"/>
                  <a:pt x="1208" y="41"/>
                </a:cubicBezTo>
                <a:cubicBezTo>
                  <a:pt x="1208" y="40"/>
                  <a:pt x="1208" y="40"/>
                  <a:pt x="1208" y="40"/>
                </a:cubicBezTo>
                <a:cubicBezTo>
                  <a:pt x="1209" y="34"/>
                  <a:pt x="1210" y="31"/>
                  <a:pt x="1210" y="29"/>
                </a:cubicBezTo>
                <a:cubicBezTo>
                  <a:pt x="1210" y="25"/>
                  <a:pt x="1209" y="23"/>
                  <a:pt x="1207" y="21"/>
                </a:cubicBezTo>
                <a:cubicBezTo>
                  <a:pt x="1206" y="19"/>
                  <a:pt x="1204" y="19"/>
                  <a:pt x="1201" y="19"/>
                </a:cubicBezTo>
                <a:cubicBezTo>
                  <a:pt x="1199" y="19"/>
                  <a:pt x="1196" y="19"/>
                  <a:pt x="1193" y="21"/>
                </a:cubicBezTo>
                <a:cubicBezTo>
                  <a:pt x="1191" y="23"/>
                  <a:pt x="1189" y="25"/>
                  <a:pt x="1187" y="28"/>
                </a:cubicBezTo>
                <a:close/>
                <a:moveTo>
                  <a:pt x="1243" y="27"/>
                </a:moveTo>
                <a:cubicBezTo>
                  <a:pt x="1245" y="27"/>
                  <a:pt x="1245" y="27"/>
                  <a:pt x="1245" y="27"/>
                </a:cubicBezTo>
                <a:cubicBezTo>
                  <a:pt x="1247" y="20"/>
                  <a:pt x="1247" y="20"/>
                  <a:pt x="1247" y="20"/>
                </a:cubicBezTo>
                <a:cubicBezTo>
                  <a:pt x="1246" y="20"/>
                  <a:pt x="1244" y="19"/>
                  <a:pt x="1243" y="19"/>
                </a:cubicBezTo>
                <a:cubicBezTo>
                  <a:pt x="1241" y="19"/>
                  <a:pt x="1240" y="19"/>
                  <a:pt x="1239" y="19"/>
                </a:cubicBezTo>
                <a:cubicBezTo>
                  <a:pt x="1234" y="19"/>
                  <a:pt x="1231" y="20"/>
                  <a:pt x="1228" y="22"/>
                </a:cubicBezTo>
                <a:cubicBezTo>
                  <a:pt x="1224" y="25"/>
                  <a:pt x="1222" y="28"/>
                  <a:pt x="1220" y="32"/>
                </a:cubicBezTo>
                <a:cubicBezTo>
                  <a:pt x="1219" y="36"/>
                  <a:pt x="1218" y="40"/>
                  <a:pt x="1218" y="43"/>
                </a:cubicBezTo>
                <a:cubicBezTo>
                  <a:pt x="1218" y="48"/>
                  <a:pt x="1219" y="52"/>
                  <a:pt x="1221" y="55"/>
                </a:cubicBezTo>
                <a:cubicBezTo>
                  <a:pt x="1224" y="58"/>
                  <a:pt x="1227" y="59"/>
                  <a:pt x="1231" y="59"/>
                </a:cubicBezTo>
                <a:cubicBezTo>
                  <a:pt x="1234" y="59"/>
                  <a:pt x="1236" y="59"/>
                  <a:pt x="1239" y="57"/>
                </a:cubicBezTo>
                <a:cubicBezTo>
                  <a:pt x="1241" y="56"/>
                  <a:pt x="1243" y="54"/>
                  <a:pt x="1244" y="53"/>
                </a:cubicBezTo>
                <a:cubicBezTo>
                  <a:pt x="1242" y="50"/>
                  <a:pt x="1242" y="50"/>
                  <a:pt x="1242" y="50"/>
                </a:cubicBezTo>
                <a:cubicBezTo>
                  <a:pt x="1241" y="52"/>
                  <a:pt x="1239" y="53"/>
                  <a:pt x="1238" y="54"/>
                </a:cubicBezTo>
                <a:cubicBezTo>
                  <a:pt x="1236" y="54"/>
                  <a:pt x="1235" y="55"/>
                  <a:pt x="1233" y="55"/>
                </a:cubicBezTo>
                <a:cubicBezTo>
                  <a:pt x="1230" y="55"/>
                  <a:pt x="1228" y="54"/>
                  <a:pt x="1227" y="52"/>
                </a:cubicBezTo>
                <a:cubicBezTo>
                  <a:pt x="1226" y="50"/>
                  <a:pt x="1225" y="47"/>
                  <a:pt x="1225" y="43"/>
                </a:cubicBezTo>
                <a:cubicBezTo>
                  <a:pt x="1225" y="39"/>
                  <a:pt x="1226" y="35"/>
                  <a:pt x="1227" y="32"/>
                </a:cubicBezTo>
                <a:cubicBezTo>
                  <a:pt x="1228" y="30"/>
                  <a:pt x="1229" y="27"/>
                  <a:pt x="1231" y="26"/>
                </a:cubicBezTo>
                <a:cubicBezTo>
                  <a:pt x="1233" y="24"/>
                  <a:pt x="1235" y="23"/>
                  <a:pt x="1237" y="23"/>
                </a:cubicBezTo>
                <a:cubicBezTo>
                  <a:pt x="1239" y="23"/>
                  <a:pt x="1241" y="24"/>
                  <a:pt x="1243" y="27"/>
                </a:cubicBezTo>
                <a:close/>
                <a:moveTo>
                  <a:pt x="1279" y="52"/>
                </a:moveTo>
                <a:cubicBezTo>
                  <a:pt x="1277" y="49"/>
                  <a:pt x="1277" y="49"/>
                  <a:pt x="1277" y="49"/>
                </a:cubicBezTo>
                <a:cubicBezTo>
                  <a:pt x="1276" y="51"/>
                  <a:pt x="1274" y="52"/>
                  <a:pt x="1272" y="53"/>
                </a:cubicBezTo>
                <a:cubicBezTo>
                  <a:pt x="1270" y="54"/>
                  <a:pt x="1268" y="55"/>
                  <a:pt x="1266" y="55"/>
                </a:cubicBezTo>
                <a:cubicBezTo>
                  <a:pt x="1263" y="55"/>
                  <a:pt x="1261" y="54"/>
                  <a:pt x="1259" y="51"/>
                </a:cubicBezTo>
                <a:cubicBezTo>
                  <a:pt x="1258" y="49"/>
                  <a:pt x="1257" y="46"/>
                  <a:pt x="1258" y="43"/>
                </a:cubicBezTo>
                <a:cubicBezTo>
                  <a:pt x="1260" y="43"/>
                  <a:pt x="1264" y="42"/>
                  <a:pt x="1267" y="41"/>
                </a:cubicBezTo>
                <a:cubicBezTo>
                  <a:pt x="1271" y="40"/>
                  <a:pt x="1274" y="38"/>
                  <a:pt x="1277" y="36"/>
                </a:cubicBezTo>
                <a:cubicBezTo>
                  <a:pt x="1280" y="33"/>
                  <a:pt x="1281" y="31"/>
                  <a:pt x="1281" y="27"/>
                </a:cubicBezTo>
                <a:cubicBezTo>
                  <a:pt x="1281" y="25"/>
                  <a:pt x="1280" y="23"/>
                  <a:pt x="1278" y="21"/>
                </a:cubicBezTo>
                <a:cubicBezTo>
                  <a:pt x="1277" y="19"/>
                  <a:pt x="1274" y="19"/>
                  <a:pt x="1271" y="19"/>
                </a:cubicBezTo>
                <a:cubicBezTo>
                  <a:pt x="1267" y="19"/>
                  <a:pt x="1264" y="20"/>
                  <a:pt x="1260" y="22"/>
                </a:cubicBezTo>
                <a:cubicBezTo>
                  <a:pt x="1257" y="24"/>
                  <a:pt x="1255" y="28"/>
                  <a:pt x="1253" y="31"/>
                </a:cubicBezTo>
                <a:cubicBezTo>
                  <a:pt x="1251" y="35"/>
                  <a:pt x="1250" y="40"/>
                  <a:pt x="1250" y="44"/>
                </a:cubicBezTo>
                <a:cubicBezTo>
                  <a:pt x="1250" y="47"/>
                  <a:pt x="1251" y="49"/>
                  <a:pt x="1252" y="52"/>
                </a:cubicBezTo>
                <a:cubicBezTo>
                  <a:pt x="1253" y="54"/>
                  <a:pt x="1254" y="56"/>
                  <a:pt x="1256" y="57"/>
                </a:cubicBezTo>
                <a:cubicBezTo>
                  <a:pt x="1258" y="59"/>
                  <a:pt x="1261" y="59"/>
                  <a:pt x="1264" y="59"/>
                </a:cubicBezTo>
                <a:cubicBezTo>
                  <a:pt x="1267" y="59"/>
                  <a:pt x="1270" y="58"/>
                  <a:pt x="1273" y="57"/>
                </a:cubicBezTo>
                <a:cubicBezTo>
                  <a:pt x="1276" y="55"/>
                  <a:pt x="1278" y="54"/>
                  <a:pt x="1279" y="52"/>
                </a:cubicBezTo>
                <a:close/>
                <a:moveTo>
                  <a:pt x="1269" y="22"/>
                </a:moveTo>
                <a:cubicBezTo>
                  <a:pt x="1271" y="22"/>
                  <a:pt x="1272" y="23"/>
                  <a:pt x="1273" y="24"/>
                </a:cubicBezTo>
                <a:cubicBezTo>
                  <a:pt x="1274" y="25"/>
                  <a:pt x="1274" y="26"/>
                  <a:pt x="1274" y="28"/>
                </a:cubicBezTo>
                <a:cubicBezTo>
                  <a:pt x="1274" y="30"/>
                  <a:pt x="1273" y="32"/>
                  <a:pt x="1272" y="34"/>
                </a:cubicBezTo>
                <a:cubicBezTo>
                  <a:pt x="1270" y="35"/>
                  <a:pt x="1268" y="37"/>
                  <a:pt x="1265" y="38"/>
                </a:cubicBezTo>
                <a:cubicBezTo>
                  <a:pt x="1263" y="39"/>
                  <a:pt x="1260" y="39"/>
                  <a:pt x="1258" y="39"/>
                </a:cubicBezTo>
                <a:cubicBezTo>
                  <a:pt x="1258" y="37"/>
                  <a:pt x="1259" y="34"/>
                  <a:pt x="1259" y="32"/>
                </a:cubicBezTo>
                <a:cubicBezTo>
                  <a:pt x="1260" y="29"/>
                  <a:pt x="1262" y="27"/>
                  <a:pt x="1263" y="25"/>
                </a:cubicBezTo>
                <a:cubicBezTo>
                  <a:pt x="1265" y="23"/>
                  <a:pt x="1267" y="22"/>
                  <a:pt x="1269" y="22"/>
                </a:cubicBezTo>
                <a:close/>
                <a:moveTo>
                  <a:pt x="1310" y="25"/>
                </a:moveTo>
                <a:cubicBezTo>
                  <a:pt x="1311" y="20"/>
                  <a:pt x="1311" y="20"/>
                  <a:pt x="1311" y="20"/>
                </a:cubicBezTo>
                <a:cubicBezTo>
                  <a:pt x="1311" y="20"/>
                  <a:pt x="1309" y="19"/>
                  <a:pt x="1308" y="19"/>
                </a:cubicBezTo>
                <a:cubicBezTo>
                  <a:pt x="1306" y="19"/>
                  <a:pt x="1304" y="19"/>
                  <a:pt x="1303" y="19"/>
                </a:cubicBezTo>
                <a:cubicBezTo>
                  <a:pt x="1300" y="19"/>
                  <a:pt x="1298" y="19"/>
                  <a:pt x="1296" y="20"/>
                </a:cubicBezTo>
                <a:cubicBezTo>
                  <a:pt x="1293" y="21"/>
                  <a:pt x="1292" y="22"/>
                  <a:pt x="1291" y="24"/>
                </a:cubicBezTo>
                <a:cubicBezTo>
                  <a:pt x="1289" y="26"/>
                  <a:pt x="1289" y="27"/>
                  <a:pt x="1289" y="30"/>
                </a:cubicBezTo>
                <a:cubicBezTo>
                  <a:pt x="1289" y="34"/>
                  <a:pt x="1291" y="38"/>
                  <a:pt x="1296" y="41"/>
                </a:cubicBezTo>
                <a:cubicBezTo>
                  <a:pt x="1298" y="43"/>
                  <a:pt x="1300" y="44"/>
                  <a:pt x="1301" y="45"/>
                </a:cubicBezTo>
                <a:cubicBezTo>
                  <a:pt x="1302" y="46"/>
                  <a:pt x="1303" y="48"/>
                  <a:pt x="1303" y="50"/>
                </a:cubicBezTo>
                <a:cubicBezTo>
                  <a:pt x="1303" y="51"/>
                  <a:pt x="1302" y="53"/>
                  <a:pt x="1301" y="54"/>
                </a:cubicBezTo>
                <a:cubicBezTo>
                  <a:pt x="1299" y="55"/>
                  <a:pt x="1297" y="55"/>
                  <a:pt x="1295" y="55"/>
                </a:cubicBezTo>
                <a:cubicBezTo>
                  <a:pt x="1293" y="55"/>
                  <a:pt x="1292" y="55"/>
                  <a:pt x="1290" y="54"/>
                </a:cubicBezTo>
                <a:cubicBezTo>
                  <a:pt x="1288" y="53"/>
                  <a:pt x="1287" y="53"/>
                  <a:pt x="1286" y="52"/>
                </a:cubicBezTo>
                <a:cubicBezTo>
                  <a:pt x="1285" y="57"/>
                  <a:pt x="1285" y="57"/>
                  <a:pt x="1285" y="57"/>
                </a:cubicBezTo>
                <a:cubicBezTo>
                  <a:pt x="1285" y="58"/>
                  <a:pt x="1287" y="58"/>
                  <a:pt x="1289" y="58"/>
                </a:cubicBezTo>
                <a:cubicBezTo>
                  <a:pt x="1291" y="59"/>
                  <a:pt x="1293" y="59"/>
                  <a:pt x="1295" y="59"/>
                </a:cubicBezTo>
                <a:cubicBezTo>
                  <a:pt x="1299" y="59"/>
                  <a:pt x="1303" y="58"/>
                  <a:pt x="1305" y="56"/>
                </a:cubicBezTo>
                <a:cubicBezTo>
                  <a:pt x="1308" y="54"/>
                  <a:pt x="1309" y="52"/>
                  <a:pt x="1309" y="48"/>
                </a:cubicBezTo>
                <a:cubicBezTo>
                  <a:pt x="1309" y="46"/>
                  <a:pt x="1309" y="45"/>
                  <a:pt x="1308" y="43"/>
                </a:cubicBezTo>
                <a:cubicBezTo>
                  <a:pt x="1307" y="42"/>
                  <a:pt x="1306" y="41"/>
                  <a:pt x="1305" y="40"/>
                </a:cubicBezTo>
                <a:cubicBezTo>
                  <a:pt x="1304" y="39"/>
                  <a:pt x="1303" y="38"/>
                  <a:pt x="1301" y="36"/>
                </a:cubicBezTo>
                <a:cubicBezTo>
                  <a:pt x="1299" y="35"/>
                  <a:pt x="1298" y="34"/>
                  <a:pt x="1297" y="32"/>
                </a:cubicBezTo>
                <a:cubicBezTo>
                  <a:pt x="1296" y="31"/>
                  <a:pt x="1295" y="30"/>
                  <a:pt x="1295" y="28"/>
                </a:cubicBezTo>
                <a:cubicBezTo>
                  <a:pt x="1295" y="26"/>
                  <a:pt x="1296" y="25"/>
                  <a:pt x="1297" y="24"/>
                </a:cubicBezTo>
                <a:cubicBezTo>
                  <a:pt x="1299" y="23"/>
                  <a:pt x="1300" y="23"/>
                  <a:pt x="1303" y="23"/>
                </a:cubicBezTo>
                <a:cubicBezTo>
                  <a:pt x="1304" y="23"/>
                  <a:pt x="1306" y="23"/>
                  <a:pt x="1307" y="24"/>
                </a:cubicBezTo>
                <a:cubicBezTo>
                  <a:pt x="1309" y="24"/>
                  <a:pt x="1310" y="25"/>
                  <a:pt x="1310" y="25"/>
                </a:cubicBezTo>
                <a:close/>
                <a:moveTo>
                  <a:pt x="1047" y="110"/>
                </a:moveTo>
                <a:cubicBezTo>
                  <a:pt x="1052" y="111"/>
                  <a:pt x="1052" y="111"/>
                  <a:pt x="1052" y="111"/>
                </a:cubicBezTo>
                <a:cubicBezTo>
                  <a:pt x="1046" y="156"/>
                  <a:pt x="1046" y="156"/>
                  <a:pt x="1046" y="156"/>
                </a:cubicBezTo>
                <a:cubicBezTo>
                  <a:pt x="1041" y="157"/>
                  <a:pt x="1041" y="157"/>
                  <a:pt x="1041" y="157"/>
                </a:cubicBezTo>
                <a:cubicBezTo>
                  <a:pt x="1041" y="159"/>
                  <a:pt x="1041" y="159"/>
                  <a:pt x="1041" y="159"/>
                </a:cubicBezTo>
                <a:cubicBezTo>
                  <a:pt x="1078" y="159"/>
                  <a:pt x="1078" y="159"/>
                  <a:pt x="1078" y="159"/>
                </a:cubicBezTo>
                <a:cubicBezTo>
                  <a:pt x="1081" y="147"/>
                  <a:pt x="1081" y="147"/>
                  <a:pt x="1081" y="147"/>
                </a:cubicBezTo>
                <a:cubicBezTo>
                  <a:pt x="1077" y="146"/>
                  <a:pt x="1077" y="146"/>
                  <a:pt x="1077" y="146"/>
                </a:cubicBezTo>
                <a:cubicBezTo>
                  <a:pt x="1073" y="155"/>
                  <a:pt x="1073" y="155"/>
                  <a:pt x="1073" y="155"/>
                </a:cubicBezTo>
                <a:cubicBezTo>
                  <a:pt x="1053" y="156"/>
                  <a:pt x="1053" y="156"/>
                  <a:pt x="1053" y="156"/>
                </a:cubicBezTo>
                <a:cubicBezTo>
                  <a:pt x="1056" y="134"/>
                  <a:pt x="1056" y="134"/>
                  <a:pt x="1056" y="134"/>
                </a:cubicBezTo>
                <a:cubicBezTo>
                  <a:pt x="1072" y="135"/>
                  <a:pt x="1072" y="135"/>
                  <a:pt x="1072" y="135"/>
                </a:cubicBezTo>
                <a:cubicBezTo>
                  <a:pt x="1073" y="130"/>
                  <a:pt x="1073" y="130"/>
                  <a:pt x="1073" y="130"/>
                </a:cubicBezTo>
                <a:cubicBezTo>
                  <a:pt x="1057" y="130"/>
                  <a:pt x="1057" y="130"/>
                  <a:pt x="1057" y="130"/>
                </a:cubicBezTo>
                <a:cubicBezTo>
                  <a:pt x="1059" y="110"/>
                  <a:pt x="1059" y="110"/>
                  <a:pt x="1059" y="110"/>
                </a:cubicBezTo>
                <a:cubicBezTo>
                  <a:pt x="1075" y="111"/>
                  <a:pt x="1075" y="111"/>
                  <a:pt x="1075" y="111"/>
                </a:cubicBezTo>
                <a:cubicBezTo>
                  <a:pt x="1076" y="118"/>
                  <a:pt x="1076" y="118"/>
                  <a:pt x="1076" y="118"/>
                </a:cubicBezTo>
                <a:cubicBezTo>
                  <a:pt x="1080" y="118"/>
                  <a:pt x="1080" y="118"/>
                  <a:pt x="1080" y="118"/>
                </a:cubicBezTo>
                <a:cubicBezTo>
                  <a:pt x="1081" y="107"/>
                  <a:pt x="1081" y="107"/>
                  <a:pt x="1081" y="107"/>
                </a:cubicBezTo>
                <a:cubicBezTo>
                  <a:pt x="1048" y="107"/>
                  <a:pt x="1048" y="107"/>
                  <a:pt x="1048" y="107"/>
                </a:cubicBezTo>
                <a:lnTo>
                  <a:pt x="1047" y="110"/>
                </a:lnTo>
                <a:close/>
                <a:moveTo>
                  <a:pt x="1100" y="129"/>
                </a:moveTo>
                <a:cubicBezTo>
                  <a:pt x="1100" y="120"/>
                  <a:pt x="1100" y="120"/>
                  <a:pt x="1100" y="120"/>
                </a:cubicBezTo>
                <a:cubicBezTo>
                  <a:pt x="1099" y="119"/>
                  <a:pt x="1099" y="119"/>
                  <a:pt x="1099" y="119"/>
                </a:cubicBezTo>
                <a:cubicBezTo>
                  <a:pt x="1090" y="121"/>
                  <a:pt x="1090" y="121"/>
                  <a:pt x="1090" y="121"/>
                </a:cubicBezTo>
                <a:cubicBezTo>
                  <a:pt x="1090" y="124"/>
                  <a:pt x="1090" y="124"/>
                  <a:pt x="1090" y="124"/>
                </a:cubicBezTo>
                <a:cubicBezTo>
                  <a:pt x="1093" y="125"/>
                  <a:pt x="1093" y="125"/>
                  <a:pt x="1093" y="125"/>
                </a:cubicBezTo>
                <a:cubicBezTo>
                  <a:pt x="1089" y="159"/>
                  <a:pt x="1089" y="159"/>
                  <a:pt x="1089" y="159"/>
                </a:cubicBezTo>
                <a:cubicBezTo>
                  <a:pt x="1095" y="159"/>
                  <a:pt x="1095" y="159"/>
                  <a:pt x="1095" y="159"/>
                </a:cubicBezTo>
                <a:cubicBezTo>
                  <a:pt x="1099" y="134"/>
                  <a:pt x="1099" y="134"/>
                  <a:pt x="1099" y="134"/>
                </a:cubicBezTo>
                <a:cubicBezTo>
                  <a:pt x="1101" y="131"/>
                  <a:pt x="1103" y="129"/>
                  <a:pt x="1105" y="127"/>
                </a:cubicBezTo>
                <a:cubicBezTo>
                  <a:pt x="1107" y="125"/>
                  <a:pt x="1109" y="124"/>
                  <a:pt x="1111" y="124"/>
                </a:cubicBezTo>
                <a:cubicBezTo>
                  <a:pt x="1113" y="124"/>
                  <a:pt x="1114" y="125"/>
                  <a:pt x="1114" y="126"/>
                </a:cubicBezTo>
                <a:cubicBezTo>
                  <a:pt x="1115" y="127"/>
                  <a:pt x="1115" y="128"/>
                  <a:pt x="1115" y="130"/>
                </a:cubicBezTo>
                <a:cubicBezTo>
                  <a:pt x="1115" y="132"/>
                  <a:pt x="1115" y="134"/>
                  <a:pt x="1115" y="135"/>
                </a:cubicBezTo>
                <a:cubicBezTo>
                  <a:pt x="1115" y="137"/>
                  <a:pt x="1114" y="140"/>
                  <a:pt x="1114" y="142"/>
                </a:cubicBezTo>
                <a:cubicBezTo>
                  <a:pt x="1114" y="144"/>
                  <a:pt x="1114" y="144"/>
                  <a:pt x="1114" y="144"/>
                </a:cubicBezTo>
                <a:cubicBezTo>
                  <a:pt x="1113" y="147"/>
                  <a:pt x="1113" y="147"/>
                  <a:pt x="1113" y="147"/>
                </a:cubicBezTo>
                <a:cubicBezTo>
                  <a:pt x="1112" y="151"/>
                  <a:pt x="1112" y="154"/>
                  <a:pt x="1112" y="156"/>
                </a:cubicBezTo>
                <a:cubicBezTo>
                  <a:pt x="1112" y="159"/>
                  <a:pt x="1113" y="160"/>
                  <a:pt x="1116" y="160"/>
                </a:cubicBezTo>
                <a:cubicBezTo>
                  <a:pt x="1117" y="160"/>
                  <a:pt x="1119" y="160"/>
                  <a:pt x="1120" y="159"/>
                </a:cubicBezTo>
                <a:cubicBezTo>
                  <a:pt x="1121" y="159"/>
                  <a:pt x="1122" y="158"/>
                  <a:pt x="1123" y="157"/>
                </a:cubicBezTo>
                <a:cubicBezTo>
                  <a:pt x="1123" y="157"/>
                  <a:pt x="1124" y="156"/>
                  <a:pt x="1124" y="156"/>
                </a:cubicBezTo>
                <a:cubicBezTo>
                  <a:pt x="1123" y="154"/>
                  <a:pt x="1123" y="154"/>
                  <a:pt x="1123" y="154"/>
                </a:cubicBezTo>
                <a:cubicBezTo>
                  <a:pt x="1122" y="155"/>
                  <a:pt x="1121" y="156"/>
                  <a:pt x="1120" y="156"/>
                </a:cubicBezTo>
                <a:cubicBezTo>
                  <a:pt x="1119" y="156"/>
                  <a:pt x="1119" y="155"/>
                  <a:pt x="1119" y="154"/>
                </a:cubicBezTo>
                <a:cubicBezTo>
                  <a:pt x="1119" y="152"/>
                  <a:pt x="1119" y="149"/>
                  <a:pt x="1120" y="145"/>
                </a:cubicBezTo>
                <a:cubicBezTo>
                  <a:pt x="1121" y="142"/>
                  <a:pt x="1121" y="142"/>
                  <a:pt x="1121" y="142"/>
                </a:cubicBezTo>
                <a:cubicBezTo>
                  <a:pt x="1121" y="140"/>
                  <a:pt x="1121" y="140"/>
                  <a:pt x="1121" y="140"/>
                </a:cubicBezTo>
                <a:cubicBezTo>
                  <a:pt x="1122" y="135"/>
                  <a:pt x="1122" y="132"/>
                  <a:pt x="1122" y="130"/>
                </a:cubicBezTo>
                <a:cubicBezTo>
                  <a:pt x="1122" y="126"/>
                  <a:pt x="1122" y="123"/>
                  <a:pt x="1120" y="122"/>
                </a:cubicBezTo>
                <a:cubicBezTo>
                  <a:pt x="1119" y="120"/>
                  <a:pt x="1117" y="119"/>
                  <a:pt x="1114" y="119"/>
                </a:cubicBezTo>
                <a:cubicBezTo>
                  <a:pt x="1112" y="119"/>
                  <a:pt x="1109" y="120"/>
                  <a:pt x="1106" y="122"/>
                </a:cubicBezTo>
                <a:cubicBezTo>
                  <a:pt x="1104" y="124"/>
                  <a:pt x="1102" y="126"/>
                  <a:pt x="1100" y="129"/>
                </a:cubicBezTo>
                <a:close/>
                <a:moveTo>
                  <a:pt x="1159" y="162"/>
                </a:moveTo>
                <a:cubicBezTo>
                  <a:pt x="1165" y="119"/>
                  <a:pt x="1165" y="119"/>
                  <a:pt x="1165" y="119"/>
                </a:cubicBezTo>
                <a:cubicBezTo>
                  <a:pt x="1160" y="121"/>
                  <a:pt x="1160" y="121"/>
                  <a:pt x="1160" y="121"/>
                </a:cubicBezTo>
                <a:cubicBezTo>
                  <a:pt x="1159" y="121"/>
                  <a:pt x="1158" y="120"/>
                  <a:pt x="1157" y="120"/>
                </a:cubicBezTo>
                <a:cubicBezTo>
                  <a:pt x="1155" y="120"/>
                  <a:pt x="1154" y="119"/>
                  <a:pt x="1153" y="119"/>
                </a:cubicBezTo>
                <a:cubicBezTo>
                  <a:pt x="1148" y="119"/>
                  <a:pt x="1144" y="121"/>
                  <a:pt x="1141" y="123"/>
                </a:cubicBezTo>
                <a:cubicBezTo>
                  <a:pt x="1137" y="126"/>
                  <a:pt x="1135" y="129"/>
                  <a:pt x="1133" y="133"/>
                </a:cubicBezTo>
                <a:cubicBezTo>
                  <a:pt x="1131" y="137"/>
                  <a:pt x="1130" y="141"/>
                  <a:pt x="1130" y="145"/>
                </a:cubicBezTo>
                <a:cubicBezTo>
                  <a:pt x="1130" y="150"/>
                  <a:pt x="1131" y="153"/>
                  <a:pt x="1133" y="156"/>
                </a:cubicBezTo>
                <a:cubicBezTo>
                  <a:pt x="1135" y="159"/>
                  <a:pt x="1138" y="160"/>
                  <a:pt x="1142" y="160"/>
                </a:cubicBezTo>
                <a:cubicBezTo>
                  <a:pt x="1144" y="160"/>
                  <a:pt x="1146" y="159"/>
                  <a:pt x="1148" y="158"/>
                </a:cubicBezTo>
                <a:cubicBezTo>
                  <a:pt x="1150" y="157"/>
                  <a:pt x="1152" y="156"/>
                  <a:pt x="1153" y="155"/>
                </a:cubicBezTo>
                <a:cubicBezTo>
                  <a:pt x="1151" y="164"/>
                  <a:pt x="1151" y="164"/>
                  <a:pt x="1151" y="164"/>
                </a:cubicBezTo>
                <a:cubicBezTo>
                  <a:pt x="1151" y="167"/>
                  <a:pt x="1150" y="169"/>
                  <a:pt x="1149" y="170"/>
                </a:cubicBezTo>
                <a:cubicBezTo>
                  <a:pt x="1147" y="172"/>
                  <a:pt x="1145" y="172"/>
                  <a:pt x="1142" y="172"/>
                </a:cubicBezTo>
                <a:cubicBezTo>
                  <a:pt x="1140" y="172"/>
                  <a:pt x="1139" y="172"/>
                  <a:pt x="1137" y="171"/>
                </a:cubicBezTo>
                <a:cubicBezTo>
                  <a:pt x="1136" y="171"/>
                  <a:pt x="1134" y="170"/>
                  <a:pt x="1133" y="170"/>
                </a:cubicBezTo>
                <a:cubicBezTo>
                  <a:pt x="1132" y="175"/>
                  <a:pt x="1132" y="175"/>
                  <a:pt x="1132" y="175"/>
                </a:cubicBezTo>
                <a:cubicBezTo>
                  <a:pt x="1132" y="176"/>
                  <a:pt x="1134" y="176"/>
                  <a:pt x="1135" y="176"/>
                </a:cubicBezTo>
                <a:cubicBezTo>
                  <a:pt x="1137" y="177"/>
                  <a:pt x="1138" y="177"/>
                  <a:pt x="1140" y="177"/>
                </a:cubicBezTo>
                <a:cubicBezTo>
                  <a:pt x="1142" y="177"/>
                  <a:pt x="1145" y="176"/>
                  <a:pt x="1148" y="175"/>
                </a:cubicBezTo>
                <a:cubicBezTo>
                  <a:pt x="1150" y="174"/>
                  <a:pt x="1153" y="173"/>
                  <a:pt x="1155" y="170"/>
                </a:cubicBezTo>
                <a:cubicBezTo>
                  <a:pt x="1157" y="168"/>
                  <a:pt x="1158" y="165"/>
                  <a:pt x="1159" y="162"/>
                </a:cubicBezTo>
                <a:close/>
                <a:moveTo>
                  <a:pt x="1157" y="125"/>
                </a:moveTo>
                <a:cubicBezTo>
                  <a:pt x="1154" y="150"/>
                  <a:pt x="1154" y="150"/>
                  <a:pt x="1154" y="150"/>
                </a:cubicBezTo>
                <a:cubicBezTo>
                  <a:pt x="1152" y="151"/>
                  <a:pt x="1151" y="153"/>
                  <a:pt x="1149" y="154"/>
                </a:cubicBezTo>
                <a:cubicBezTo>
                  <a:pt x="1148" y="155"/>
                  <a:pt x="1146" y="155"/>
                  <a:pt x="1144" y="155"/>
                </a:cubicBezTo>
                <a:cubicBezTo>
                  <a:pt x="1142" y="155"/>
                  <a:pt x="1140" y="155"/>
                  <a:pt x="1139" y="153"/>
                </a:cubicBezTo>
                <a:cubicBezTo>
                  <a:pt x="1138" y="151"/>
                  <a:pt x="1138" y="148"/>
                  <a:pt x="1138" y="145"/>
                </a:cubicBezTo>
                <a:cubicBezTo>
                  <a:pt x="1138" y="142"/>
                  <a:pt x="1138" y="138"/>
                  <a:pt x="1139" y="135"/>
                </a:cubicBezTo>
                <a:cubicBezTo>
                  <a:pt x="1140" y="132"/>
                  <a:pt x="1142" y="129"/>
                  <a:pt x="1144" y="127"/>
                </a:cubicBezTo>
                <a:cubicBezTo>
                  <a:pt x="1146" y="124"/>
                  <a:pt x="1149" y="123"/>
                  <a:pt x="1152" y="123"/>
                </a:cubicBezTo>
                <a:cubicBezTo>
                  <a:pt x="1154" y="123"/>
                  <a:pt x="1156" y="124"/>
                  <a:pt x="1157" y="125"/>
                </a:cubicBezTo>
                <a:close/>
                <a:moveTo>
                  <a:pt x="1181" y="153"/>
                </a:moveTo>
                <a:cubicBezTo>
                  <a:pt x="1185" y="120"/>
                  <a:pt x="1185" y="120"/>
                  <a:pt x="1185" y="120"/>
                </a:cubicBezTo>
                <a:cubicBezTo>
                  <a:pt x="1184" y="119"/>
                  <a:pt x="1184" y="119"/>
                  <a:pt x="1184" y="119"/>
                </a:cubicBezTo>
                <a:cubicBezTo>
                  <a:pt x="1174" y="121"/>
                  <a:pt x="1174" y="121"/>
                  <a:pt x="1174" y="121"/>
                </a:cubicBezTo>
                <a:cubicBezTo>
                  <a:pt x="1173" y="123"/>
                  <a:pt x="1173" y="123"/>
                  <a:pt x="1173" y="123"/>
                </a:cubicBezTo>
                <a:cubicBezTo>
                  <a:pt x="1178" y="125"/>
                  <a:pt x="1178" y="125"/>
                  <a:pt x="1178" y="125"/>
                </a:cubicBezTo>
                <a:cubicBezTo>
                  <a:pt x="1177" y="132"/>
                  <a:pt x="1176" y="138"/>
                  <a:pt x="1175" y="142"/>
                </a:cubicBezTo>
                <a:cubicBezTo>
                  <a:pt x="1174" y="150"/>
                  <a:pt x="1174" y="154"/>
                  <a:pt x="1173" y="156"/>
                </a:cubicBezTo>
                <a:cubicBezTo>
                  <a:pt x="1173" y="157"/>
                  <a:pt x="1174" y="158"/>
                  <a:pt x="1174" y="159"/>
                </a:cubicBezTo>
                <a:cubicBezTo>
                  <a:pt x="1175" y="160"/>
                  <a:pt x="1176" y="160"/>
                  <a:pt x="1178" y="160"/>
                </a:cubicBezTo>
                <a:cubicBezTo>
                  <a:pt x="1180" y="160"/>
                  <a:pt x="1182" y="159"/>
                  <a:pt x="1183" y="158"/>
                </a:cubicBezTo>
                <a:cubicBezTo>
                  <a:pt x="1184" y="157"/>
                  <a:pt x="1185" y="156"/>
                  <a:pt x="1186" y="155"/>
                </a:cubicBezTo>
                <a:cubicBezTo>
                  <a:pt x="1185" y="154"/>
                  <a:pt x="1185" y="154"/>
                  <a:pt x="1185" y="154"/>
                </a:cubicBezTo>
                <a:cubicBezTo>
                  <a:pt x="1184" y="154"/>
                  <a:pt x="1184" y="155"/>
                  <a:pt x="1183" y="155"/>
                </a:cubicBezTo>
                <a:cubicBezTo>
                  <a:pt x="1183" y="156"/>
                  <a:pt x="1182" y="156"/>
                  <a:pt x="1182" y="156"/>
                </a:cubicBezTo>
                <a:cubicBezTo>
                  <a:pt x="1181" y="156"/>
                  <a:pt x="1181" y="156"/>
                  <a:pt x="1181" y="155"/>
                </a:cubicBezTo>
                <a:cubicBezTo>
                  <a:pt x="1181" y="155"/>
                  <a:pt x="1180" y="155"/>
                  <a:pt x="1180" y="154"/>
                </a:cubicBezTo>
                <a:lnTo>
                  <a:pt x="1181" y="153"/>
                </a:lnTo>
                <a:close/>
                <a:moveTo>
                  <a:pt x="1183" y="112"/>
                </a:moveTo>
                <a:cubicBezTo>
                  <a:pt x="1184" y="112"/>
                  <a:pt x="1185" y="111"/>
                  <a:pt x="1186" y="110"/>
                </a:cubicBezTo>
                <a:cubicBezTo>
                  <a:pt x="1187" y="109"/>
                  <a:pt x="1188" y="108"/>
                  <a:pt x="1188" y="107"/>
                </a:cubicBezTo>
                <a:cubicBezTo>
                  <a:pt x="1188" y="106"/>
                  <a:pt x="1187" y="105"/>
                  <a:pt x="1187" y="104"/>
                </a:cubicBezTo>
                <a:cubicBezTo>
                  <a:pt x="1186" y="103"/>
                  <a:pt x="1185" y="103"/>
                  <a:pt x="1184" y="103"/>
                </a:cubicBezTo>
                <a:cubicBezTo>
                  <a:pt x="1182" y="103"/>
                  <a:pt x="1181" y="103"/>
                  <a:pt x="1180" y="104"/>
                </a:cubicBezTo>
                <a:cubicBezTo>
                  <a:pt x="1180" y="105"/>
                  <a:pt x="1179" y="107"/>
                  <a:pt x="1179" y="108"/>
                </a:cubicBezTo>
                <a:cubicBezTo>
                  <a:pt x="1179" y="109"/>
                  <a:pt x="1179" y="110"/>
                  <a:pt x="1180" y="111"/>
                </a:cubicBezTo>
                <a:cubicBezTo>
                  <a:pt x="1181" y="111"/>
                  <a:pt x="1182" y="112"/>
                  <a:pt x="1183" y="112"/>
                </a:cubicBezTo>
                <a:close/>
                <a:moveTo>
                  <a:pt x="1207" y="129"/>
                </a:moveTo>
                <a:cubicBezTo>
                  <a:pt x="1208" y="120"/>
                  <a:pt x="1208" y="120"/>
                  <a:pt x="1208" y="120"/>
                </a:cubicBezTo>
                <a:cubicBezTo>
                  <a:pt x="1207" y="119"/>
                  <a:pt x="1207" y="119"/>
                  <a:pt x="1207" y="119"/>
                </a:cubicBezTo>
                <a:cubicBezTo>
                  <a:pt x="1198" y="121"/>
                  <a:pt x="1198" y="121"/>
                  <a:pt x="1198" y="121"/>
                </a:cubicBezTo>
                <a:cubicBezTo>
                  <a:pt x="1198" y="124"/>
                  <a:pt x="1198" y="124"/>
                  <a:pt x="1198" y="124"/>
                </a:cubicBezTo>
                <a:cubicBezTo>
                  <a:pt x="1201" y="125"/>
                  <a:pt x="1201" y="125"/>
                  <a:pt x="1201" y="125"/>
                </a:cubicBezTo>
                <a:cubicBezTo>
                  <a:pt x="1196" y="159"/>
                  <a:pt x="1196" y="159"/>
                  <a:pt x="1196" y="159"/>
                </a:cubicBezTo>
                <a:cubicBezTo>
                  <a:pt x="1203" y="159"/>
                  <a:pt x="1203" y="159"/>
                  <a:pt x="1203" y="159"/>
                </a:cubicBezTo>
                <a:cubicBezTo>
                  <a:pt x="1207" y="134"/>
                  <a:pt x="1207" y="134"/>
                  <a:pt x="1207" y="134"/>
                </a:cubicBezTo>
                <a:cubicBezTo>
                  <a:pt x="1208" y="131"/>
                  <a:pt x="1210" y="129"/>
                  <a:pt x="1213" y="127"/>
                </a:cubicBezTo>
                <a:cubicBezTo>
                  <a:pt x="1215" y="125"/>
                  <a:pt x="1217" y="124"/>
                  <a:pt x="1219" y="124"/>
                </a:cubicBezTo>
                <a:cubicBezTo>
                  <a:pt x="1220" y="124"/>
                  <a:pt x="1221" y="125"/>
                  <a:pt x="1222" y="126"/>
                </a:cubicBezTo>
                <a:cubicBezTo>
                  <a:pt x="1223" y="127"/>
                  <a:pt x="1223" y="128"/>
                  <a:pt x="1223" y="130"/>
                </a:cubicBezTo>
                <a:cubicBezTo>
                  <a:pt x="1223" y="132"/>
                  <a:pt x="1223" y="134"/>
                  <a:pt x="1223" y="135"/>
                </a:cubicBezTo>
                <a:cubicBezTo>
                  <a:pt x="1222" y="137"/>
                  <a:pt x="1222" y="140"/>
                  <a:pt x="1222" y="142"/>
                </a:cubicBezTo>
                <a:cubicBezTo>
                  <a:pt x="1221" y="144"/>
                  <a:pt x="1221" y="144"/>
                  <a:pt x="1221" y="144"/>
                </a:cubicBezTo>
                <a:cubicBezTo>
                  <a:pt x="1221" y="147"/>
                  <a:pt x="1221" y="147"/>
                  <a:pt x="1221" y="147"/>
                </a:cubicBezTo>
                <a:cubicBezTo>
                  <a:pt x="1220" y="151"/>
                  <a:pt x="1219" y="154"/>
                  <a:pt x="1219" y="156"/>
                </a:cubicBezTo>
                <a:cubicBezTo>
                  <a:pt x="1219" y="159"/>
                  <a:pt x="1221" y="160"/>
                  <a:pt x="1224" y="160"/>
                </a:cubicBezTo>
                <a:cubicBezTo>
                  <a:pt x="1225" y="160"/>
                  <a:pt x="1226" y="160"/>
                  <a:pt x="1227" y="159"/>
                </a:cubicBezTo>
                <a:cubicBezTo>
                  <a:pt x="1228" y="159"/>
                  <a:pt x="1229" y="158"/>
                  <a:pt x="1230" y="157"/>
                </a:cubicBezTo>
                <a:cubicBezTo>
                  <a:pt x="1231" y="157"/>
                  <a:pt x="1231" y="156"/>
                  <a:pt x="1232" y="156"/>
                </a:cubicBezTo>
                <a:cubicBezTo>
                  <a:pt x="1231" y="154"/>
                  <a:pt x="1231" y="154"/>
                  <a:pt x="1231" y="154"/>
                </a:cubicBezTo>
                <a:cubicBezTo>
                  <a:pt x="1229" y="155"/>
                  <a:pt x="1228" y="156"/>
                  <a:pt x="1227" y="156"/>
                </a:cubicBezTo>
                <a:cubicBezTo>
                  <a:pt x="1227" y="156"/>
                  <a:pt x="1227" y="155"/>
                  <a:pt x="1227" y="154"/>
                </a:cubicBezTo>
                <a:cubicBezTo>
                  <a:pt x="1227" y="152"/>
                  <a:pt x="1227" y="149"/>
                  <a:pt x="1228" y="145"/>
                </a:cubicBezTo>
                <a:cubicBezTo>
                  <a:pt x="1228" y="142"/>
                  <a:pt x="1228" y="142"/>
                  <a:pt x="1228" y="142"/>
                </a:cubicBezTo>
                <a:cubicBezTo>
                  <a:pt x="1229" y="140"/>
                  <a:pt x="1229" y="140"/>
                  <a:pt x="1229" y="140"/>
                </a:cubicBezTo>
                <a:cubicBezTo>
                  <a:pt x="1230" y="135"/>
                  <a:pt x="1230" y="132"/>
                  <a:pt x="1230" y="130"/>
                </a:cubicBezTo>
                <a:cubicBezTo>
                  <a:pt x="1230" y="126"/>
                  <a:pt x="1229" y="123"/>
                  <a:pt x="1228" y="122"/>
                </a:cubicBezTo>
                <a:cubicBezTo>
                  <a:pt x="1227" y="120"/>
                  <a:pt x="1225" y="119"/>
                  <a:pt x="1222" y="119"/>
                </a:cubicBezTo>
                <a:cubicBezTo>
                  <a:pt x="1219" y="119"/>
                  <a:pt x="1217" y="120"/>
                  <a:pt x="1214" y="122"/>
                </a:cubicBezTo>
                <a:cubicBezTo>
                  <a:pt x="1211" y="124"/>
                  <a:pt x="1209" y="126"/>
                  <a:pt x="1207" y="129"/>
                </a:cubicBezTo>
                <a:close/>
                <a:moveTo>
                  <a:pt x="1267" y="153"/>
                </a:moveTo>
                <a:cubicBezTo>
                  <a:pt x="1266" y="150"/>
                  <a:pt x="1266" y="150"/>
                  <a:pt x="1266" y="150"/>
                </a:cubicBezTo>
                <a:cubicBezTo>
                  <a:pt x="1264" y="152"/>
                  <a:pt x="1262" y="153"/>
                  <a:pt x="1260" y="154"/>
                </a:cubicBezTo>
                <a:cubicBezTo>
                  <a:pt x="1258" y="155"/>
                  <a:pt x="1256" y="156"/>
                  <a:pt x="1254" y="156"/>
                </a:cubicBezTo>
                <a:cubicBezTo>
                  <a:pt x="1251" y="156"/>
                  <a:pt x="1249" y="154"/>
                  <a:pt x="1248" y="152"/>
                </a:cubicBezTo>
                <a:cubicBezTo>
                  <a:pt x="1246" y="150"/>
                  <a:pt x="1246" y="147"/>
                  <a:pt x="1246" y="143"/>
                </a:cubicBezTo>
                <a:cubicBezTo>
                  <a:pt x="1249" y="143"/>
                  <a:pt x="1252" y="143"/>
                  <a:pt x="1256" y="142"/>
                </a:cubicBezTo>
                <a:cubicBezTo>
                  <a:pt x="1259" y="140"/>
                  <a:pt x="1263" y="139"/>
                  <a:pt x="1265" y="136"/>
                </a:cubicBezTo>
                <a:cubicBezTo>
                  <a:pt x="1268" y="134"/>
                  <a:pt x="1269" y="131"/>
                  <a:pt x="1269" y="128"/>
                </a:cubicBezTo>
                <a:cubicBezTo>
                  <a:pt x="1269" y="125"/>
                  <a:pt x="1268" y="123"/>
                  <a:pt x="1267" y="122"/>
                </a:cubicBezTo>
                <a:cubicBezTo>
                  <a:pt x="1265" y="120"/>
                  <a:pt x="1263" y="119"/>
                  <a:pt x="1259" y="119"/>
                </a:cubicBezTo>
                <a:cubicBezTo>
                  <a:pt x="1255" y="119"/>
                  <a:pt x="1252" y="121"/>
                  <a:pt x="1249" y="123"/>
                </a:cubicBezTo>
                <a:cubicBezTo>
                  <a:pt x="1246" y="125"/>
                  <a:pt x="1243" y="128"/>
                  <a:pt x="1241" y="132"/>
                </a:cubicBezTo>
                <a:cubicBezTo>
                  <a:pt x="1240" y="136"/>
                  <a:pt x="1239" y="140"/>
                  <a:pt x="1239" y="145"/>
                </a:cubicBezTo>
                <a:cubicBezTo>
                  <a:pt x="1239" y="147"/>
                  <a:pt x="1239" y="150"/>
                  <a:pt x="1240" y="152"/>
                </a:cubicBezTo>
                <a:cubicBezTo>
                  <a:pt x="1241" y="155"/>
                  <a:pt x="1243" y="156"/>
                  <a:pt x="1245" y="158"/>
                </a:cubicBezTo>
                <a:cubicBezTo>
                  <a:pt x="1247" y="159"/>
                  <a:pt x="1249" y="160"/>
                  <a:pt x="1253" y="160"/>
                </a:cubicBezTo>
                <a:cubicBezTo>
                  <a:pt x="1256" y="160"/>
                  <a:pt x="1259" y="159"/>
                  <a:pt x="1261" y="158"/>
                </a:cubicBezTo>
                <a:cubicBezTo>
                  <a:pt x="1264" y="156"/>
                  <a:pt x="1266" y="154"/>
                  <a:pt x="1267" y="153"/>
                </a:cubicBezTo>
                <a:close/>
                <a:moveTo>
                  <a:pt x="1258" y="123"/>
                </a:moveTo>
                <a:cubicBezTo>
                  <a:pt x="1259" y="123"/>
                  <a:pt x="1260" y="124"/>
                  <a:pt x="1261" y="125"/>
                </a:cubicBezTo>
                <a:cubicBezTo>
                  <a:pt x="1262" y="125"/>
                  <a:pt x="1263" y="127"/>
                  <a:pt x="1263" y="129"/>
                </a:cubicBezTo>
                <a:cubicBezTo>
                  <a:pt x="1263" y="131"/>
                  <a:pt x="1262" y="133"/>
                  <a:pt x="1260" y="135"/>
                </a:cubicBezTo>
                <a:cubicBezTo>
                  <a:pt x="1258" y="136"/>
                  <a:pt x="1256" y="138"/>
                  <a:pt x="1253" y="139"/>
                </a:cubicBezTo>
                <a:cubicBezTo>
                  <a:pt x="1251" y="139"/>
                  <a:pt x="1248" y="140"/>
                  <a:pt x="1246" y="140"/>
                </a:cubicBezTo>
                <a:cubicBezTo>
                  <a:pt x="1246" y="138"/>
                  <a:pt x="1247" y="135"/>
                  <a:pt x="1248" y="132"/>
                </a:cubicBezTo>
                <a:cubicBezTo>
                  <a:pt x="1249" y="130"/>
                  <a:pt x="1250" y="127"/>
                  <a:pt x="1252" y="126"/>
                </a:cubicBezTo>
                <a:cubicBezTo>
                  <a:pt x="1254" y="124"/>
                  <a:pt x="1255" y="123"/>
                  <a:pt x="1258" y="123"/>
                </a:cubicBezTo>
                <a:close/>
                <a:moveTo>
                  <a:pt x="1303" y="153"/>
                </a:moveTo>
                <a:cubicBezTo>
                  <a:pt x="1302" y="150"/>
                  <a:pt x="1302" y="150"/>
                  <a:pt x="1302" y="150"/>
                </a:cubicBezTo>
                <a:cubicBezTo>
                  <a:pt x="1300" y="152"/>
                  <a:pt x="1298" y="153"/>
                  <a:pt x="1296" y="154"/>
                </a:cubicBezTo>
                <a:cubicBezTo>
                  <a:pt x="1294" y="155"/>
                  <a:pt x="1292" y="156"/>
                  <a:pt x="1290" y="156"/>
                </a:cubicBezTo>
                <a:cubicBezTo>
                  <a:pt x="1287" y="156"/>
                  <a:pt x="1285" y="154"/>
                  <a:pt x="1284" y="152"/>
                </a:cubicBezTo>
                <a:cubicBezTo>
                  <a:pt x="1282" y="150"/>
                  <a:pt x="1282" y="147"/>
                  <a:pt x="1282" y="143"/>
                </a:cubicBezTo>
                <a:cubicBezTo>
                  <a:pt x="1285" y="143"/>
                  <a:pt x="1288" y="143"/>
                  <a:pt x="1292" y="142"/>
                </a:cubicBezTo>
                <a:cubicBezTo>
                  <a:pt x="1295" y="140"/>
                  <a:pt x="1299" y="139"/>
                  <a:pt x="1301" y="136"/>
                </a:cubicBezTo>
                <a:cubicBezTo>
                  <a:pt x="1304" y="134"/>
                  <a:pt x="1305" y="131"/>
                  <a:pt x="1305" y="128"/>
                </a:cubicBezTo>
                <a:cubicBezTo>
                  <a:pt x="1305" y="125"/>
                  <a:pt x="1304" y="123"/>
                  <a:pt x="1303" y="122"/>
                </a:cubicBezTo>
                <a:cubicBezTo>
                  <a:pt x="1301" y="120"/>
                  <a:pt x="1299" y="119"/>
                  <a:pt x="1295" y="119"/>
                </a:cubicBezTo>
                <a:cubicBezTo>
                  <a:pt x="1291" y="119"/>
                  <a:pt x="1288" y="121"/>
                  <a:pt x="1285" y="123"/>
                </a:cubicBezTo>
                <a:cubicBezTo>
                  <a:pt x="1282" y="125"/>
                  <a:pt x="1279" y="128"/>
                  <a:pt x="1277" y="132"/>
                </a:cubicBezTo>
                <a:cubicBezTo>
                  <a:pt x="1275" y="136"/>
                  <a:pt x="1275" y="140"/>
                  <a:pt x="1275" y="145"/>
                </a:cubicBezTo>
                <a:cubicBezTo>
                  <a:pt x="1275" y="147"/>
                  <a:pt x="1275" y="150"/>
                  <a:pt x="1276" y="152"/>
                </a:cubicBezTo>
                <a:cubicBezTo>
                  <a:pt x="1277" y="155"/>
                  <a:pt x="1279" y="156"/>
                  <a:pt x="1281" y="158"/>
                </a:cubicBezTo>
                <a:cubicBezTo>
                  <a:pt x="1283" y="159"/>
                  <a:pt x="1285" y="160"/>
                  <a:pt x="1288" y="160"/>
                </a:cubicBezTo>
                <a:cubicBezTo>
                  <a:pt x="1292" y="160"/>
                  <a:pt x="1295" y="159"/>
                  <a:pt x="1297" y="158"/>
                </a:cubicBezTo>
                <a:cubicBezTo>
                  <a:pt x="1300" y="156"/>
                  <a:pt x="1302" y="154"/>
                  <a:pt x="1303" y="153"/>
                </a:cubicBezTo>
                <a:close/>
                <a:moveTo>
                  <a:pt x="1294" y="123"/>
                </a:moveTo>
                <a:cubicBezTo>
                  <a:pt x="1295" y="123"/>
                  <a:pt x="1296" y="124"/>
                  <a:pt x="1297" y="125"/>
                </a:cubicBezTo>
                <a:cubicBezTo>
                  <a:pt x="1298" y="125"/>
                  <a:pt x="1298" y="127"/>
                  <a:pt x="1298" y="129"/>
                </a:cubicBezTo>
                <a:cubicBezTo>
                  <a:pt x="1298" y="131"/>
                  <a:pt x="1298" y="133"/>
                  <a:pt x="1296" y="135"/>
                </a:cubicBezTo>
                <a:cubicBezTo>
                  <a:pt x="1294" y="136"/>
                  <a:pt x="1292" y="138"/>
                  <a:pt x="1289" y="139"/>
                </a:cubicBezTo>
                <a:cubicBezTo>
                  <a:pt x="1287" y="139"/>
                  <a:pt x="1284" y="140"/>
                  <a:pt x="1282" y="140"/>
                </a:cubicBezTo>
                <a:cubicBezTo>
                  <a:pt x="1282" y="138"/>
                  <a:pt x="1283" y="135"/>
                  <a:pt x="1284" y="132"/>
                </a:cubicBezTo>
                <a:cubicBezTo>
                  <a:pt x="1285" y="130"/>
                  <a:pt x="1286" y="127"/>
                  <a:pt x="1288" y="126"/>
                </a:cubicBezTo>
                <a:cubicBezTo>
                  <a:pt x="1289" y="124"/>
                  <a:pt x="1291" y="123"/>
                  <a:pt x="1294" y="123"/>
                </a:cubicBezTo>
                <a:close/>
                <a:moveTo>
                  <a:pt x="1322" y="129"/>
                </a:moveTo>
                <a:cubicBezTo>
                  <a:pt x="1323" y="127"/>
                  <a:pt x="1323" y="127"/>
                  <a:pt x="1323" y="127"/>
                </a:cubicBezTo>
                <a:cubicBezTo>
                  <a:pt x="1323" y="120"/>
                  <a:pt x="1323" y="120"/>
                  <a:pt x="1323" y="120"/>
                </a:cubicBezTo>
                <a:cubicBezTo>
                  <a:pt x="1322" y="119"/>
                  <a:pt x="1322" y="119"/>
                  <a:pt x="1322" y="119"/>
                </a:cubicBezTo>
                <a:cubicBezTo>
                  <a:pt x="1314" y="121"/>
                  <a:pt x="1314" y="121"/>
                  <a:pt x="1314" y="121"/>
                </a:cubicBezTo>
                <a:cubicBezTo>
                  <a:pt x="1313" y="124"/>
                  <a:pt x="1313" y="124"/>
                  <a:pt x="1313" y="124"/>
                </a:cubicBezTo>
                <a:cubicBezTo>
                  <a:pt x="1317" y="125"/>
                  <a:pt x="1317" y="125"/>
                  <a:pt x="1317" y="125"/>
                </a:cubicBezTo>
                <a:cubicBezTo>
                  <a:pt x="1312" y="159"/>
                  <a:pt x="1312" y="159"/>
                  <a:pt x="1312" y="159"/>
                </a:cubicBezTo>
                <a:cubicBezTo>
                  <a:pt x="1319" y="159"/>
                  <a:pt x="1319" y="159"/>
                  <a:pt x="1319" y="159"/>
                </a:cubicBezTo>
                <a:cubicBezTo>
                  <a:pt x="1322" y="134"/>
                  <a:pt x="1322" y="134"/>
                  <a:pt x="1322" y="134"/>
                </a:cubicBezTo>
                <a:cubicBezTo>
                  <a:pt x="1323" y="132"/>
                  <a:pt x="1325" y="130"/>
                  <a:pt x="1327" y="129"/>
                </a:cubicBezTo>
                <a:cubicBezTo>
                  <a:pt x="1329" y="127"/>
                  <a:pt x="1331" y="127"/>
                  <a:pt x="1333" y="127"/>
                </a:cubicBezTo>
                <a:cubicBezTo>
                  <a:pt x="1334" y="127"/>
                  <a:pt x="1335" y="127"/>
                  <a:pt x="1336" y="127"/>
                </a:cubicBezTo>
                <a:cubicBezTo>
                  <a:pt x="1338" y="120"/>
                  <a:pt x="1338" y="120"/>
                  <a:pt x="1338" y="120"/>
                </a:cubicBezTo>
                <a:cubicBezTo>
                  <a:pt x="1337" y="120"/>
                  <a:pt x="1336" y="119"/>
                  <a:pt x="1335" y="119"/>
                </a:cubicBezTo>
                <a:cubicBezTo>
                  <a:pt x="1333" y="119"/>
                  <a:pt x="1331" y="120"/>
                  <a:pt x="1330" y="121"/>
                </a:cubicBezTo>
                <a:cubicBezTo>
                  <a:pt x="1328" y="122"/>
                  <a:pt x="1326" y="123"/>
                  <a:pt x="1325" y="125"/>
                </a:cubicBezTo>
                <a:cubicBezTo>
                  <a:pt x="1324" y="126"/>
                  <a:pt x="1323" y="128"/>
                  <a:pt x="1322" y="129"/>
                </a:cubicBezTo>
                <a:close/>
                <a:moveTo>
                  <a:pt x="1349" y="153"/>
                </a:moveTo>
                <a:cubicBezTo>
                  <a:pt x="1354" y="120"/>
                  <a:pt x="1354" y="120"/>
                  <a:pt x="1354" y="120"/>
                </a:cubicBezTo>
                <a:cubicBezTo>
                  <a:pt x="1352" y="119"/>
                  <a:pt x="1352" y="119"/>
                  <a:pt x="1352" y="119"/>
                </a:cubicBezTo>
                <a:cubicBezTo>
                  <a:pt x="1342" y="121"/>
                  <a:pt x="1342" y="121"/>
                  <a:pt x="1342" y="121"/>
                </a:cubicBezTo>
                <a:cubicBezTo>
                  <a:pt x="1342" y="123"/>
                  <a:pt x="1342" y="123"/>
                  <a:pt x="1342" y="123"/>
                </a:cubicBezTo>
                <a:cubicBezTo>
                  <a:pt x="1346" y="125"/>
                  <a:pt x="1346" y="125"/>
                  <a:pt x="1346" y="125"/>
                </a:cubicBezTo>
                <a:cubicBezTo>
                  <a:pt x="1345" y="132"/>
                  <a:pt x="1345" y="138"/>
                  <a:pt x="1344" y="142"/>
                </a:cubicBezTo>
                <a:cubicBezTo>
                  <a:pt x="1343" y="150"/>
                  <a:pt x="1342" y="154"/>
                  <a:pt x="1342" y="156"/>
                </a:cubicBezTo>
                <a:cubicBezTo>
                  <a:pt x="1342" y="157"/>
                  <a:pt x="1342" y="158"/>
                  <a:pt x="1343" y="159"/>
                </a:cubicBezTo>
                <a:cubicBezTo>
                  <a:pt x="1344" y="160"/>
                  <a:pt x="1345" y="160"/>
                  <a:pt x="1347" y="160"/>
                </a:cubicBezTo>
                <a:cubicBezTo>
                  <a:pt x="1349" y="160"/>
                  <a:pt x="1350" y="159"/>
                  <a:pt x="1352" y="158"/>
                </a:cubicBezTo>
                <a:cubicBezTo>
                  <a:pt x="1353" y="157"/>
                  <a:pt x="1354" y="156"/>
                  <a:pt x="1355" y="155"/>
                </a:cubicBezTo>
                <a:cubicBezTo>
                  <a:pt x="1354" y="154"/>
                  <a:pt x="1354" y="154"/>
                  <a:pt x="1354" y="154"/>
                </a:cubicBezTo>
                <a:cubicBezTo>
                  <a:pt x="1353" y="154"/>
                  <a:pt x="1352" y="155"/>
                  <a:pt x="1352" y="155"/>
                </a:cubicBezTo>
                <a:cubicBezTo>
                  <a:pt x="1351" y="156"/>
                  <a:pt x="1351" y="156"/>
                  <a:pt x="1350" y="156"/>
                </a:cubicBezTo>
                <a:cubicBezTo>
                  <a:pt x="1350" y="156"/>
                  <a:pt x="1350" y="156"/>
                  <a:pt x="1349" y="155"/>
                </a:cubicBezTo>
                <a:cubicBezTo>
                  <a:pt x="1349" y="155"/>
                  <a:pt x="1349" y="155"/>
                  <a:pt x="1349" y="154"/>
                </a:cubicBezTo>
                <a:lnTo>
                  <a:pt x="1349" y="153"/>
                </a:lnTo>
                <a:close/>
                <a:moveTo>
                  <a:pt x="1351" y="112"/>
                </a:moveTo>
                <a:cubicBezTo>
                  <a:pt x="1353" y="112"/>
                  <a:pt x="1354" y="111"/>
                  <a:pt x="1355" y="110"/>
                </a:cubicBezTo>
                <a:cubicBezTo>
                  <a:pt x="1356" y="109"/>
                  <a:pt x="1356" y="108"/>
                  <a:pt x="1356" y="107"/>
                </a:cubicBezTo>
                <a:cubicBezTo>
                  <a:pt x="1356" y="106"/>
                  <a:pt x="1356" y="105"/>
                  <a:pt x="1355" y="104"/>
                </a:cubicBezTo>
                <a:cubicBezTo>
                  <a:pt x="1354" y="103"/>
                  <a:pt x="1353" y="103"/>
                  <a:pt x="1352" y="103"/>
                </a:cubicBezTo>
                <a:cubicBezTo>
                  <a:pt x="1351" y="103"/>
                  <a:pt x="1350" y="103"/>
                  <a:pt x="1349" y="104"/>
                </a:cubicBezTo>
                <a:cubicBezTo>
                  <a:pt x="1348" y="105"/>
                  <a:pt x="1348" y="107"/>
                  <a:pt x="1348" y="108"/>
                </a:cubicBezTo>
                <a:cubicBezTo>
                  <a:pt x="1348" y="109"/>
                  <a:pt x="1348" y="110"/>
                  <a:pt x="1349" y="111"/>
                </a:cubicBezTo>
                <a:cubicBezTo>
                  <a:pt x="1350" y="111"/>
                  <a:pt x="1350" y="112"/>
                  <a:pt x="1351" y="112"/>
                </a:cubicBezTo>
                <a:close/>
                <a:moveTo>
                  <a:pt x="1374" y="129"/>
                </a:moveTo>
                <a:cubicBezTo>
                  <a:pt x="1375" y="120"/>
                  <a:pt x="1375" y="120"/>
                  <a:pt x="1375" y="120"/>
                </a:cubicBezTo>
                <a:cubicBezTo>
                  <a:pt x="1374" y="119"/>
                  <a:pt x="1374" y="119"/>
                  <a:pt x="1374" y="119"/>
                </a:cubicBezTo>
                <a:cubicBezTo>
                  <a:pt x="1365" y="121"/>
                  <a:pt x="1365" y="121"/>
                  <a:pt x="1365" y="121"/>
                </a:cubicBezTo>
                <a:cubicBezTo>
                  <a:pt x="1365" y="124"/>
                  <a:pt x="1365" y="124"/>
                  <a:pt x="1365" y="124"/>
                </a:cubicBezTo>
                <a:cubicBezTo>
                  <a:pt x="1368" y="125"/>
                  <a:pt x="1368" y="125"/>
                  <a:pt x="1368" y="125"/>
                </a:cubicBezTo>
                <a:cubicBezTo>
                  <a:pt x="1364" y="159"/>
                  <a:pt x="1364" y="159"/>
                  <a:pt x="1364" y="159"/>
                </a:cubicBezTo>
                <a:cubicBezTo>
                  <a:pt x="1370" y="159"/>
                  <a:pt x="1370" y="159"/>
                  <a:pt x="1370" y="159"/>
                </a:cubicBezTo>
                <a:cubicBezTo>
                  <a:pt x="1374" y="134"/>
                  <a:pt x="1374" y="134"/>
                  <a:pt x="1374" y="134"/>
                </a:cubicBezTo>
                <a:cubicBezTo>
                  <a:pt x="1375" y="131"/>
                  <a:pt x="1377" y="129"/>
                  <a:pt x="1380" y="127"/>
                </a:cubicBezTo>
                <a:cubicBezTo>
                  <a:pt x="1382" y="125"/>
                  <a:pt x="1384" y="124"/>
                  <a:pt x="1386" y="124"/>
                </a:cubicBezTo>
                <a:cubicBezTo>
                  <a:pt x="1388" y="124"/>
                  <a:pt x="1389" y="125"/>
                  <a:pt x="1389" y="126"/>
                </a:cubicBezTo>
                <a:cubicBezTo>
                  <a:pt x="1390" y="127"/>
                  <a:pt x="1390" y="128"/>
                  <a:pt x="1390" y="130"/>
                </a:cubicBezTo>
                <a:cubicBezTo>
                  <a:pt x="1390" y="132"/>
                  <a:pt x="1390" y="134"/>
                  <a:pt x="1390" y="135"/>
                </a:cubicBezTo>
                <a:cubicBezTo>
                  <a:pt x="1390" y="137"/>
                  <a:pt x="1389" y="140"/>
                  <a:pt x="1389" y="142"/>
                </a:cubicBezTo>
                <a:cubicBezTo>
                  <a:pt x="1388" y="144"/>
                  <a:pt x="1388" y="144"/>
                  <a:pt x="1388" y="144"/>
                </a:cubicBezTo>
                <a:cubicBezTo>
                  <a:pt x="1388" y="147"/>
                  <a:pt x="1388" y="147"/>
                  <a:pt x="1388" y="147"/>
                </a:cubicBezTo>
                <a:cubicBezTo>
                  <a:pt x="1387" y="151"/>
                  <a:pt x="1387" y="154"/>
                  <a:pt x="1387" y="156"/>
                </a:cubicBezTo>
                <a:cubicBezTo>
                  <a:pt x="1387" y="159"/>
                  <a:pt x="1388" y="160"/>
                  <a:pt x="1391" y="160"/>
                </a:cubicBezTo>
                <a:cubicBezTo>
                  <a:pt x="1392" y="160"/>
                  <a:pt x="1394" y="160"/>
                  <a:pt x="1395" y="159"/>
                </a:cubicBezTo>
                <a:cubicBezTo>
                  <a:pt x="1396" y="159"/>
                  <a:pt x="1397" y="158"/>
                  <a:pt x="1397" y="157"/>
                </a:cubicBezTo>
                <a:cubicBezTo>
                  <a:pt x="1398" y="157"/>
                  <a:pt x="1399" y="156"/>
                  <a:pt x="1399" y="156"/>
                </a:cubicBezTo>
                <a:cubicBezTo>
                  <a:pt x="1398" y="154"/>
                  <a:pt x="1398" y="154"/>
                  <a:pt x="1398" y="154"/>
                </a:cubicBezTo>
                <a:cubicBezTo>
                  <a:pt x="1397" y="155"/>
                  <a:pt x="1396" y="156"/>
                  <a:pt x="1395" y="156"/>
                </a:cubicBezTo>
                <a:cubicBezTo>
                  <a:pt x="1394" y="156"/>
                  <a:pt x="1394" y="155"/>
                  <a:pt x="1394" y="154"/>
                </a:cubicBezTo>
                <a:cubicBezTo>
                  <a:pt x="1394" y="152"/>
                  <a:pt x="1394" y="149"/>
                  <a:pt x="1395" y="145"/>
                </a:cubicBezTo>
                <a:cubicBezTo>
                  <a:pt x="1395" y="142"/>
                  <a:pt x="1395" y="142"/>
                  <a:pt x="1395" y="142"/>
                </a:cubicBezTo>
                <a:cubicBezTo>
                  <a:pt x="1396" y="140"/>
                  <a:pt x="1396" y="140"/>
                  <a:pt x="1396" y="140"/>
                </a:cubicBezTo>
                <a:cubicBezTo>
                  <a:pt x="1397" y="135"/>
                  <a:pt x="1397" y="132"/>
                  <a:pt x="1397" y="130"/>
                </a:cubicBezTo>
                <a:cubicBezTo>
                  <a:pt x="1397" y="126"/>
                  <a:pt x="1397" y="123"/>
                  <a:pt x="1395" y="122"/>
                </a:cubicBezTo>
                <a:cubicBezTo>
                  <a:pt x="1394" y="120"/>
                  <a:pt x="1392" y="119"/>
                  <a:pt x="1389" y="119"/>
                </a:cubicBezTo>
                <a:cubicBezTo>
                  <a:pt x="1386" y="119"/>
                  <a:pt x="1384" y="120"/>
                  <a:pt x="1381" y="122"/>
                </a:cubicBezTo>
                <a:cubicBezTo>
                  <a:pt x="1379" y="124"/>
                  <a:pt x="1376" y="126"/>
                  <a:pt x="1374" y="129"/>
                </a:cubicBezTo>
                <a:close/>
                <a:moveTo>
                  <a:pt x="1433" y="162"/>
                </a:moveTo>
                <a:cubicBezTo>
                  <a:pt x="1440" y="119"/>
                  <a:pt x="1440" y="119"/>
                  <a:pt x="1440" y="119"/>
                </a:cubicBezTo>
                <a:cubicBezTo>
                  <a:pt x="1435" y="121"/>
                  <a:pt x="1435" y="121"/>
                  <a:pt x="1435" y="121"/>
                </a:cubicBezTo>
                <a:cubicBezTo>
                  <a:pt x="1434" y="121"/>
                  <a:pt x="1433" y="120"/>
                  <a:pt x="1432" y="120"/>
                </a:cubicBezTo>
                <a:cubicBezTo>
                  <a:pt x="1430" y="120"/>
                  <a:pt x="1429" y="119"/>
                  <a:pt x="1428" y="119"/>
                </a:cubicBezTo>
                <a:cubicBezTo>
                  <a:pt x="1423" y="119"/>
                  <a:pt x="1419" y="121"/>
                  <a:pt x="1416" y="123"/>
                </a:cubicBezTo>
                <a:cubicBezTo>
                  <a:pt x="1412" y="126"/>
                  <a:pt x="1410" y="129"/>
                  <a:pt x="1408" y="133"/>
                </a:cubicBezTo>
                <a:cubicBezTo>
                  <a:pt x="1406" y="137"/>
                  <a:pt x="1405" y="141"/>
                  <a:pt x="1405" y="145"/>
                </a:cubicBezTo>
                <a:cubicBezTo>
                  <a:pt x="1405" y="150"/>
                  <a:pt x="1406" y="153"/>
                  <a:pt x="1408" y="156"/>
                </a:cubicBezTo>
                <a:cubicBezTo>
                  <a:pt x="1410" y="159"/>
                  <a:pt x="1413" y="160"/>
                  <a:pt x="1417" y="160"/>
                </a:cubicBezTo>
                <a:cubicBezTo>
                  <a:pt x="1419" y="160"/>
                  <a:pt x="1421" y="159"/>
                  <a:pt x="1423" y="158"/>
                </a:cubicBezTo>
                <a:cubicBezTo>
                  <a:pt x="1425" y="157"/>
                  <a:pt x="1426" y="156"/>
                  <a:pt x="1428" y="155"/>
                </a:cubicBezTo>
                <a:cubicBezTo>
                  <a:pt x="1426" y="164"/>
                  <a:pt x="1426" y="164"/>
                  <a:pt x="1426" y="164"/>
                </a:cubicBezTo>
                <a:cubicBezTo>
                  <a:pt x="1426" y="167"/>
                  <a:pt x="1425" y="169"/>
                  <a:pt x="1424" y="170"/>
                </a:cubicBezTo>
                <a:cubicBezTo>
                  <a:pt x="1422" y="172"/>
                  <a:pt x="1420" y="172"/>
                  <a:pt x="1417" y="172"/>
                </a:cubicBezTo>
                <a:cubicBezTo>
                  <a:pt x="1415" y="172"/>
                  <a:pt x="1414" y="172"/>
                  <a:pt x="1412" y="171"/>
                </a:cubicBezTo>
                <a:cubicBezTo>
                  <a:pt x="1410" y="171"/>
                  <a:pt x="1409" y="170"/>
                  <a:pt x="1408" y="170"/>
                </a:cubicBezTo>
                <a:cubicBezTo>
                  <a:pt x="1406" y="175"/>
                  <a:pt x="1406" y="175"/>
                  <a:pt x="1406" y="175"/>
                </a:cubicBezTo>
                <a:cubicBezTo>
                  <a:pt x="1407" y="176"/>
                  <a:pt x="1408" y="176"/>
                  <a:pt x="1410" y="176"/>
                </a:cubicBezTo>
                <a:cubicBezTo>
                  <a:pt x="1411" y="177"/>
                  <a:pt x="1413" y="177"/>
                  <a:pt x="1414" y="177"/>
                </a:cubicBezTo>
                <a:cubicBezTo>
                  <a:pt x="1417" y="177"/>
                  <a:pt x="1420" y="176"/>
                  <a:pt x="1423" y="175"/>
                </a:cubicBezTo>
                <a:cubicBezTo>
                  <a:pt x="1425" y="174"/>
                  <a:pt x="1428" y="173"/>
                  <a:pt x="1430" y="170"/>
                </a:cubicBezTo>
                <a:cubicBezTo>
                  <a:pt x="1432" y="168"/>
                  <a:pt x="1433" y="165"/>
                  <a:pt x="1433" y="162"/>
                </a:cubicBezTo>
                <a:close/>
                <a:moveTo>
                  <a:pt x="1432" y="125"/>
                </a:moveTo>
                <a:cubicBezTo>
                  <a:pt x="1428" y="150"/>
                  <a:pt x="1428" y="150"/>
                  <a:pt x="1428" y="150"/>
                </a:cubicBezTo>
                <a:cubicBezTo>
                  <a:pt x="1427" y="151"/>
                  <a:pt x="1426" y="153"/>
                  <a:pt x="1424" y="154"/>
                </a:cubicBezTo>
                <a:cubicBezTo>
                  <a:pt x="1423" y="155"/>
                  <a:pt x="1421" y="155"/>
                  <a:pt x="1419" y="155"/>
                </a:cubicBezTo>
                <a:cubicBezTo>
                  <a:pt x="1417" y="155"/>
                  <a:pt x="1415" y="155"/>
                  <a:pt x="1414" y="153"/>
                </a:cubicBezTo>
                <a:cubicBezTo>
                  <a:pt x="1413" y="151"/>
                  <a:pt x="1412" y="148"/>
                  <a:pt x="1412" y="145"/>
                </a:cubicBezTo>
                <a:cubicBezTo>
                  <a:pt x="1412" y="142"/>
                  <a:pt x="1413" y="138"/>
                  <a:pt x="1414" y="135"/>
                </a:cubicBezTo>
                <a:cubicBezTo>
                  <a:pt x="1415" y="132"/>
                  <a:pt x="1417" y="129"/>
                  <a:pt x="1419" y="127"/>
                </a:cubicBezTo>
                <a:cubicBezTo>
                  <a:pt x="1421" y="124"/>
                  <a:pt x="1424" y="123"/>
                  <a:pt x="1427" y="123"/>
                </a:cubicBezTo>
                <a:cubicBezTo>
                  <a:pt x="1429" y="123"/>
                  <a:pt x="1431" y="124"/>
                  <a:pt x="1432" y="125"/>
                </a:cubicBezTo>
                <a:close/>
                <a:moveTo>
                  <a:pt x="1076" y="242"/>
                </a:moveTo>
                <a:cubicBezTo>
                  <a:pt x="1072" y="249"/>
                  <a:pt x="1072" y="249"/>
                  <a:pt x="1072" y="249"/>
                </a:cubicBezTo>
                <a:cubicBezTo>
                  <a:pt x="1072" y="242"/>
                  <a:pt x="1072" y="242"/>
                  <a:pt x="1072" y="242"/>
                </a:cubicBezTo>
                <a:cubicBezTo>
                  <a:pt x="1066" y="208"/>
                  <a:pt x="1066" y="208"/>
                  <a:pt x="1066" y="208"/>
                </a:cubicBezTo>
                <a:cubicBezTo>
                  <a:pt x="1050" y="208"/>
                  <a:pt x="1050" y="208"/>
                  <a:pt x="1050" y="208"/>
                </a:cubicBezTo>
                <a:cubicBezTo>
                  <a:pt x="1049" y="211"/>
                  <a:pt x="1049" y="211"/>
                  <a:pt x="1049" y="211"/>
                </a:cubicBezTo>
                <a:cubicBezTo>
                  <a:pt x="1056" y="212"/>
                  <a:pt x="1056" y="212"/>
                  <a:pt x="1056" y="212"/>
                </a:cubicBezTo>
                <a:cubicBezTo>
                  <a:pt x="1045" y="256"/>
                  <a:pt x="1045" y="256"/>
                  <a:pt x="1045" y="256"/>
                </a:cubicBezTo>
                <a:cubicBezTo>
                  <a:pt x="1039" y="257"/>
                  <a:pt x="1039" y="257"/>
                  <a:pt x="1039" y="257"/>
                </a:cubicBezTo>
                <a:cubicBezTo>
                  <a:pt x="1039" y="260"/>
                  <a:pt x="1039" y="260"/>
                  <a:pt x="1039" y="260"/>
                </a:cubicBezTo>
                <a:cubicBezTo>
                  <a:pt x="1057" y="260"/>
                  <a:pt x="1057" y="260"/>
                  <a:pt x="1057" y="260"/>
                </a:cubicBezTo>
                <a:cubicBezTo>
                  <a:pt x="1057" y="257"/>
                  <a:pt x="1057" y="257"/>
                  <a:pt x="1057" y="257"/>
                </a:cubicBezTo>
                <a:cubicBezTo>
                  <a:pt x="1050" y="256"/>
                  <a:pt x="1050" y="256"/>
                  <a:pt x="1050" y="256"/>
                </a:cubicBezTo>
                <a:cubicBezTo>
                  <a:pt x="1057" y="225"/>
                  <a:pt x="1057" y="225"/>
                  <a:pt x="1057" y="225"/>
                </a:cubicBezTo>
                <a:cubicBezTo>
                  <a:pt x="1060" y="211"/>
                  <a:pt x="1060" y="211"/>
                  <a:pt x="1060" y="211"/>
                </a:cubicBezTo>
                <a:cubicBezTo>
                  <a:pt x="1062" y="225"/>
                  <a:pt x="1062" y="225"/>
                  <a:pt x="1062" y="225"/>
                </a:cubicBezTo>
                <a:cubicBezTo>
                  <a:pt x="1068" y="261"/>
                  <a:pt x="1068" y="261"/>
                  <a:pt x="1068" y="261"/>
                </a:cubicBezTo>
                <a:cubicBezTo>
                  <a:pt x="1072" y="260"/>
                  <a:pt x="1072" y="260"/>
                  <a:pt x="1072" y="260"/>
                </a:cubicBezTo>
                <a:cubicBezTo>
                  <a:pt x="1088" y="224"/>
                  <a:pt x="1088" y="224"/>
                  <a:pt x="1088" y="224"/>
                </a:cubicBezTo>
                <a:cubicBezTo>
                  <a:pt x="1094" y="211"/>
                  <a:pt x="1094" y="211"/>
                  <a:pt x="1094" y="211"/>
                </a:cubicBezTo>
                <a:cubicBezTo>
                  <a:pt x="1093" y="225"/>
                  <a:pt x="1093" y="225"/>
                  <a:pt x="1093" y="225"/>
                </a:cubicBezTo>
                <a:cubicBezTo>
                  <a:pt x="1091" y="256"/>
                  <a:pt x="1091" y="256"/>
                  <a:pt x="1091" y="256"/>
                </a:cubicBezTo>
                <a:cubicBezTo>
                  <a:pt x="1085" y="257"/>
                  <a:pt x="1085" y="257"/>
                  <a:pt x="1085" y="257"/>
                </a:cubicBezTo>
                <a:cubicBezTo>
                  <a:pt x="1084" y="260"/>
                  <a:pt x="1084" y="260"/>
                  <a:pt x="1084" y="260"/>
                </a:cubicBezTo>
                <a:cubicBezTo>
                  <a:pt x="1104" y="260"/>
                  <a:pt x="1104" y="260"/>
                  <a:pt x="1104" y="260"/>
                </a:cubicBezTo>
                <a:cubicBezTo>
                  <a:pt x="1104" y="257"/>
                  <a:pt x="1104" y="257"/>
                  <a:pt x="1104" y="257"/>
                </a:cubicBezTo>
                <a:cubicBezTo>
                  <a:pt x="1098" y="256"/>
                  <a:pt x="1098" y="256"/>
                  <a:pt x="1098" y="256"/>
                </a:cubicBezTo>
                <a:cubicBezTo>
                  <a:pt x="1099" y="212"/>
                  <a:pt x="1099" y="212"/>
                  <a:pt x="1099" y="212"/>
                </a:cubicBezTo>
                <a:cubicBezTo>
                  <a:pt x="1106" y="211"/>
                  <a:pt x="1106" y="211"/>
                  <a:pt x="1106" y="211"/>
                </a:cubicBezTo>
                <a:cubicBezTo>
                  <a:pt x="1106" y="208"/>
                  <a:pt x="1106" y="208"/>
                  <a:pt x="1106" y="208"/>
                </a:cubicBezTo>
                <a:cubicBezTo>
                  <a:pt x="1091" y="208"/>
                  <a:pt x="1091" y="208"/>
                  <a:pt x="1091" y="208"/>
                </a:cubicBezTo>
                <a:cubicBezTo>
                  <a:pt x="1090" y="211"/>
                  <a:pt x="1087" y="217"/>
                  <a:pt x="1083" y="225"/>
                </a:cubicBezTo>
                <a:cubicBezTo>
                  <a:pt x="1079" y="233"/>
                  <a:pt x="1077" y="239"/>
                  <a:pt x="1076" y="242"/>
                </a:cubicBezTo>
                <a:close/>
                <a:moveTo>
                  <a:pt x="1138" y="253"/>
                </a:moveTo>
                <a:cubicBezTo>
                  <a:pt x="1136" y="251"/>
                  <a:pt x="1136" y="251"/>
                  <a:pt x="1136" y="251"/>
                </a:cubicBezTo>
                <a:cubicBezTo>
                  <a:pt x="1134" y="253"/>
                  <a:pt x="1133" y="254"/>
                  <a:pt x="1131" y="255"/>
                </a:cubicBezTo>
                <a:cubicBezTo>
                  <a:pt x="1129" y="256"/>
                  <a:pt x="1126" y="256"/>
                  <a:pt x="1124" y="256"/>
                </a:cubicBezTo>
                <a:cubicBezTo>
                  <a:pt x="1121" y="256"/>
                  <a:pt x="1119" y="255"/>
                  <a:pt x="1118" y="253"/>
                </a:cubicBezTo>
                <a:cubicBezTo>
                  <a:pt x="1117" y="250"/>
                  <a:pt x="1116" y="247"/>
                  <a:pt x="1116" y="244"/>
                </a:cubicBezTo>
                <a:cubicBezTo>
                  <a:pt x="1119" y="244"/>
                  <a:pt x="1123" y="244"/>
                  <a:pt x="1126" y="242"/>
                </a:cubicBezTo>
                <a:cubicBezTo>
                  <a:pt x="1130" y="241"/>
                  <a:pt x="1133" y="240"/>
                  <a:pt x="1136" y="237"/>
                </a:cubicBezTo>
                <a:cubicBezTo>
                  <a:pt x="1138" y="235"/>
                  <a:pt x="1140" y="232"/>
                  <a:pt x="1140" y="229"/>
                </a:cubicBezTo>
                <a:cubicBezTo>
                  <a:pt x="1140" y="226"/>
                  <a:pt x="1139" y="224"/>
                  <a:pt x="1137" y="223"/>
                </a:cubicBezTo>
                <a:cubicBezTo>
                  <a:pt x="1135" y="221"/>
                  <a:pt x="1133" y="220"/>
                  <a:pt x="1130" y="220"/>
                </a:cubicBezTo>
                <a:cubicBezTo>
                  <a:pt x="1126" y="220"/>
                  <a:pt x="1122" y="221"/>
                  <a:pt x="1119" y="224"/>
                </a:cubicBezTo>
                <a:cubicBezTo>
                  <a:pt x="1116" y="226"/>
                  <a:pt x="1114" y="229"/>
                  <a:pt x="1112" y="233"/>
                </a:cubicBezTo>
                <a:cubicBezTo>
                  <a:pt x="1110" y="237"/>
                  <a:pt x="1109" y="241"/>
                  <a:pt x="1109" y="246"/>
                </a:cubicBezTo>
                <a:cubicBezTo>
                  <a:pt x="1109" y="248"/>
                  <a:pt x="1110" y="251"/>
                  <a:pt x="1111" y="253"/>
                </a:cubicBezTo>
                <a:cubicBezTo>
                  <a:pt x="1111" y="255"/>
                  <a:pt x="1113" y="257"/>
                  <a:pt x="1115" y="259"/>
                </a:cubicBezTo>
                <a:cubicBezTo>
                  <a:pt x="1117" y="260"/>
                  <a:pt x="1120" y="261"/>
                  <a:pt x="1123" y="261"/>
                </a:cubicBezTo>
                <a:cubicBezTo>
                  <a:pt x="1126" y="261"/>
                  <a:pt x="1129" y="260"/>
                  <a:pt x="1132" y="258"/>
                </a:cubicBezTo>
                <a:cubicBezTo>
                  <a:pt x="1135" y="257"/>
                  <a:pt x="1136" y="255"/>
                  <a:pt x="1138" y="253"/>
                </a:cubicBezTo>
                <a:close/>
                <a:moveTo>
                  <a:pt x="1128" y="224"/>
                </a:moveTo>
                <a:cubicBezTo>
                  <a:pt x="1130" y="224"/>
                  <a:pt x="1131" y="224"/>
                  <a:pt x="1132" y="225"/>
                </a:cubicBezTo>
                <a:cubicBezTo>
                  <a:pt x="1132" y="226"/>
                  <a:pt x="1133" y="228"/>
                  <a:pt x="1133" y="229"/>
                </a:cubicBezTo>
                <a:cubicBezTo>
                  <a:pt x="1133" y="232"/>
                  <a:pt x="1132" y="234"/>
                  <a:pt x="1130" y="235"/>
                </a:cubicBezTo>
                <a:cubicBezTo>
                  <a:pt x="1129" y="237"/>
                  <a:pt x="1126" y="238"/>
                  <a:pt x="1124" y="239"/>
                </a:cubicBezTo>
                <a:cubicBezTo>
                  <a:pt x="1121" y="240"/>
                  <a:pt x="1119" y="241"/>
                  <a:pt x="1116" y="241"/>
                </a:cubicBezTo>
                <a:cubicBezTo>
                  <a:pt x="1117" y="238"/>
                  <a:pt x="1117" y="236"/>
                  <a:pt x="1118" y="233"/>
                </a:cubicBezTo>
                <a:cubicBezTo>
                  <a:pt x="1119" y="230"/>
                  <a:pt x="1121" y="228"/>
                  <a:pt x="1122" y="226"/>
                </a:cubicBezTo>
                <a:cubicBezTo>
                  <a:pt x="1124" y="225"/>
                  <a:pt x="1126" y="224"/>
                  <a:pt x="1128" y="224"/>
                </a:cubicBezTo>
                <a:close/>
                <a:moveTo>
                  <a:pt x="1175" y="254"/>
                </a:moveTo>
                <a:cubicBezTo>
                  <a:pt x="1182" y="204"/>
                  <a:pt x="1182" y="204"/>
                  <a:pt x="1182" y="204"/>
                </a:cubicBezTo>
                <a:cubicBezTo>
                  <a:pt x="1181" y="204"/>
                  <a:pt x="1181" y="204"/>
                  <a:pt x="1181" y="204"/>
                </a:cubicBezTo>
                <a:cubicBezTo>
                  <a:pt x="1171" y="205"/>
                  <a:pt x="1171" y="205"/>
                  <a:pt x="1171" y="205"/>
                </a:cubicBezTo>
                <a:cubicBezTo>
                  <a:pt x="1170" y="207"/>
                  <a:pt x="1170" y="207"/>
                  <a:pt x="1170" y="207"/>
                </a:cubicBezTo>
                <a:cubicBezTo>
                  <a:pt x="1175" y="208"/>
                  <a:pt x="1175" y="208"/>
                  <a:pt x="1175" y="208"/>
                </a:cubicBezTo>
                <a:cubicBezTo>
                  <a:pt x="1173" y="221"/>
                  <a:pt x="1173" y="221"/>
                  <a:pt x="1173" y="221"/>
                </a:cubicBezTo>
                <a:cubicBezTo>
                  <a:pt x="1171" y="220"/>
                  <a:pt x="1169" y="220"/>
                  <a:pt x="1168" y="220"/>
                </a:cubicBezTo>
                <a:cubicBezTo>
                  <a:pt x="1163" y="220"/>
                  <a:pt x="1159" y="222"/>
                  <a:pt x="1156" y="224"/>
                </a:cubicBezTo>
                <a:cubicBezTo>
                  <a:pt x="1152" y="227"/>
                  <a:pt x="1150" y="230"/>
                  <a:pt x="1148" y="234"/>
                </a:cubicBezTo>
                <a:cubicBezTo>
                  <a:pt x="1146" y="238"/>
                  <a:pt x="1145" y="242"/>
                  <a:pt x="1145" y="246"/>
                </a:cubicBezTo>
                <a:cubicBezTo>
                  <a:pt x="1145" y="250"/>
                  <a:pt x="1146" y="254"/>
                  <a:pt x="1148" y="257"/>
                </a:cubicBezTo>
                <a:cubicBezTo>
                  <a:pt x="1150" y="259"/>
                  <a:pt x="1153" y="261"/>
                  <a:pt x="1157" y="261"/>
                </a:cubicBezTo>
                <a:cubicBezTo>
                  <a:pt x="1159" y="261"/>
                  <a:pt x="1162" y="260"/>
                  <a:pt x="1163" y="259"/>
                </a:cubicBezTo>
                <a:cubicBezTo>
                  <a:pt x="1165" y="258"/>
                  <a:pt x="1167" y="256"/>
                  <a:pt x="1168" y="255"/>
                </a:cubicBezTo>
                <a:cubicBezTo>
                  <a:pt x="1168" y="256"/>
                  <a:pt x="1168" y="256"/>
                  <a:pt x="1168" y="256"/>
                </a:cubicBezTo>
                <a:cubicBezTo>
                  <a:pt x="1168" y="259"/>
                  <a:pt x="1170" y="261"/>
                  <a:pt x="1173" y="261"/>
                </a:cubicBezTo>
                <a:cubicBezTo>
                  <a:pt x="1174" y="261"/>
                  <a:pt x="1176" y="260"/>
                  <a:pt x="1177" y="259"/>
                </a:cubicBezTo>
                <a:cubicBezTo>
                  <a:pt x="1178" y="258"/>
                  <a:pt x="1179" y="257"/>
                  <a:pt x="1180" y="256"/>
                </a:cubicBezTo>
                <a:cubicBezTo>
                  <a:pt x="1179" y="255"/>
                  <a:pt x="1179" y="255"/>
                  <a:pt x="1179" y="255"/>
                </a:cubicBezTo>
                <a:cubicBezTo>
                  <a:pt x="1178" y="256"/>
                  <a:pt x="1177" y="256"/>
                  <a:pt x="1176" y="256"/>
                </a:cubicBezTo>
                <a:cubicBezTo>
                  <a:pt x="1175" y="256"/>
                  <a:pt x="1175" y="256"/>
                  <a:pt x="1175" y="255"/>
                </a:cubicBezTo>
                <a:cubicBezTo>
                  <a:pt x="1175" y="254"/>
                  <a:pt x="1175" y="254"/>
                  <a:pt x="1175" y="254"/>
                </a:cubicBezTo>
                <a:close/>
                <a:moveTo>
                  <a:pt x="1172" y="225"/>
                </a:moveTo>
                <a:cubicBezTo>
                  <a:pt x="1169" y="250"/>
                  <a:pt x="1169" y="250"/>
                  <a:pt x="1169" y="250"/>
                </a:cubicBezTo>
                <a:cubicBezTo>
                  <a:pt x="1168" y="252"/>
                  <a:pt x="1166" y="253"/>
                  <a:pt x="1164" y="254"/>
                </a:cubicBezTo>
                <a:cubicBezTo>
                  <a:pt x="1163" y="256"/>
                  <a:pt x="1161" y="256"/>
                  <a:pt x="1159" y="256"/>
                </a:cubicBezTo>
                <a:cubicBezTo>
                  <a:pt x="1157" y="256"/>
                  <a:pt x="1155" y="255"/>
                  <a:pt x="1154" y="253"/>
                </a:cubicBezTo>
                <a:cubicBezTo>
                  <a:pt x="1153" y="252"/>
                  <a:pt x="1153" y="249"/>
                  <a:pt x="1153" y="246"/>
                </a:cubicBezTo>
                <a:cubicBezTo>
                  <a:pt x="1153" y="242"/>
                  <a:pt x="1153" y="239"/>
                  <a:pt x="1154" y="236"/>
                </a:cubicBezTo>
                <a:cubicBezTo>
                  <a:pt x="1155" y="232"/>
                  <a:pt x="1157" y="230"/>
                  <a:pt x="1159" y="227"/>
                </a:cubicBezTo>
                <a:cubicBezTo>
                  <a:pt x="1161" y="225"/>
                  <a:pt x="1164" y="224"/>
                  <a:pt x="1167" y="224"/>
                </a:cubicBezTo>
                <a:cubicBezTo>
                  <a:pt x="1169" y="224"/>
                  <a:pt x="1171" y="224"/>
                  <a:pt x="1172" y="225"/>
                </a:cubicBezTo>
                <a:close/>
                <a:moveTo>
                  <a:pt x="1198" y="254"/>
                </a:moveTo>
                <a:cubicBezTo>
                  <a:pt x="1202" y="221"/>
                  <a:pt x="1202" y="221"/>
                  <a:pt x="1202" y="221"/>
                </a:cubicBezTo>
                <a:cubicBezTo>
                  <a:pt x="1201" y="220"/>
                  <a:pt x="1201" y="220"/>
                  <a:pt x="1201" y="220"/>
                </a:cubicBezTo>
                <a:cubicBezTo>
                  <a:pt x="1191" y="222"/>
                  <a:pt x="1191" y="222"/>
                  <a:pt x="1191" y="222"/>
                </a:cubicBezTo>
                <a:cubicBezTo>
                  <a:pt x="1190" y="224"/>
                  <a:pt x="1190" y="224"/>
                  <a:pt x="1190" y="224"/>
                </a:cubicBezTo>
                <a:cubicBezTo>
                  <a:pt x="1195" y="226"/>
                  <a:pt x="1195" y="226"/>
                  <a:pt x="1195" y="226"/>
                </a:cubicBezTo>
                <a:cubicBezTo>
                  <a:pt x="1194" y="233"/>
                  <a:pt x="1193" y="239"/>
                  <a:pt x="1192" y="243"/>
                </a:cubicBezTo>
                <a:cubicBezTo>
                  <a:pt x="1191" y="251"/>
                  <a:pt x="1191" y="255"/>
                  <a:pt x="1191" y="256"/>
                </a:cubicBezTo>
                <a:cubicBezTo>
                  <a:pt x="1190" y="258"/>
                  <a:pt x="1191" y="259"/>
                  <a:pt x="1192" y="260"/>
                </a:cubicBezTo>
                <a:cubicBezTo>
                  <a:pt x="1192" y="260"/>
                  <a:pt x="1194" y="261"/>
                  <a:pt x="1195" y="261"/>
                </a:cubicBezTo>
                <a:cubicBezTo>
                  <a:pt x="1197" y="261"/>
                  <a:pt x="1199" y="260"/>
                  <a:pt x="1200" y="259"/>
                </a:cubicBezTo>
                <a:cubicBezTo>
                  <a:pt x="1202" y="258"/>
                  <a:pt x="1203" y="257"/>
                  <a:pt x="1203" y="256"/>
                </a:cubicBezTo>
                <a:cubicBezTo>
                  <a:pt x="1202" y="254"/>
                  <a:pt x="1202" y="254"/>
                  <a:pt x="1202" y="254"/>
                </a:cubicBezTo>
                <a:cubicBezTo>
                  <a:pt x="1202" y="255"/>
                  <a:pt x="1201" y="256"/>
                  <a:pt x="1200" y="256"/>
                </a:cubicBezTo>
                <a:cubicBezTo>
                  <a:pt x="1200" y="256"/>
                  <a:pt x="1199" y="256"/>
                  <a:pt x="1199" y="256"/>
                </a:cubicBezTo>
                <a:cubicBezTo>
                  <a:pt x="1198" y="256"/>
                  <a:pt x="1198" y="256"/>
                  <a:pt x="1198" y="256"/>
                </a:cubicBezTo>
                <a:cubicBezTo>
                  <a:pt x="1198" y="256"/>
                  <a:pt x="1198" y="255"/>
                  <a:pt x="1198" y="255"/>
                </a:cubicBezTo>
                <a:lnTo>
                  <a:pt x="1198" y="254"/>
                </a:lnTo>
                <a:close/>
                <a:moveTo>
                  <a:pt x="1200" y="213"/>
                </a:moveTo>
                <a:cubicBezTo>
                  <a:pt x="1201" y="213"/>
                  <a:pt x="1202" y="212"/>
                  <a:pt x="1203" y="211"/>
                </a:cubicBezTo>
                <a:cubicBezTo>
                  <a:pt x="1204" y="210"/>
                  <a:pt x="1205" y="209"/>
                  <a:pt x="1205" y="207"/>
                </a:cubicBezTo>
                <a:cubicBezTo>
                  <a:pt x="1205" y="206"/>
                  <a:pt x="1204" y="206"/>
                  <a:pt x="1204" y="205"/>
                </a:cubicBezTo>
                <a:cubicBezTo>
                  <a:pt x="1203" y="204"/>
                  <a:pt x="1202" y="204"/>
                  <a:pt x="1201" y="204"/>
                </a:cubicBezTo>
                <a:cubicBezTo>
                  <a:pt x="1200" y="204"/>
                  <a:pt x="1198" y="204"/>
                  <a:pt x="1198" y="205"/>
                </a:cubicBezTo>
                <a:cubicBezTo>
                  <a:pt x="1197" y="206"/>
                  <a:pt x="1196" y="207"/>
                  <a:pt x="1196" y="209"/>
                </a:cubicBezTo>
                <a:cubicBezTo>
                  <a:pt x="1196" y="210"/>
                  <a:pt x="1197" y="211"/>
                  <a:pt x="1197" y="212"/>
                </a:cubicBezTo>
                <a:cubicBezTo>
                  <a:pt x="1198" y="212"/>
                  <a:pt x="1199" y="213"/>
                  <a:pt x="1200" y="213"/>
                </a:cubicBezTo>
                <a:close/>
                <a:moveTo>
                  <a:pt x="1237" y="228"/>
                </a:moveTo>
                <a:cubicBezTo>
                  <a:pt x="1238" y="229"/>
                  <a:pt x="1238" y="229"/>
                  <a:pt x="1238" y="229"/>
                </a:cubicBezTo>
                <a:cubicBezTo>
                  <a:pt x="1240" y="222"/>
                  <a:pt x="1240" y="222"/>
                  <a:pt x="1240" y="222"/>
                </a:cubicBezTo>
                <a:cubicBezTo>
                  <a:pt x="1239" y="221"/>
                  <a:pt x="1238" y="221"/>
                  <a:pt x="1237" y="221"/>
                </a:cubicBezTo>
                <a:cubicBezTo>
                  <a:pt x="1235" y="220"/>
                  <a:pt x="1234" y="220"/>
                  <a:pt x="1232" y="220"/>
                </a:cubicBezTo>
                <a:cubicBezTo>
                  <a:pt x="1228" y="220"/>
                  <a:pt x="1224" y="221"/>
                  <a:pt x="1221" y="224"/>
                </a:cubicBezTo>
                <a:cubicBezTo>
                  <a:pt x="1218" y="227"/>
                  <a:pt x="1216" y="230"/>
                  <a:pt x="1214" y="234"/>
                </a:cubicBezTo>
                <a:cubicBezTo>
                  <a:pt x="1213" y="237"/>
                  <a:pt x="1212" y="241"/>
                  <a:pt x="1212" y="245"/>
                </a:cubicBezTo>
                <a:cubicBezTo>
                  <a:pt x="1212" y="250"/>
                  <a:pt x="1213" y="254"/>
                  <a:pt x="1215" y="257"/>
                </a:cubicBezTo>
                <a:cubicBezTo>
                  <a:pt x="1217" y="259"/>
                  <a:pt x="1220" y="261"/>
                  <a:pt x="1224" y="261"/>
                </a:cubicBezTo>
                <a:cubicBezTo>
                  <a:pt x="1227" y="261"/>
                  <a:pt x="1230" y="260"/>
                  <a:pt x="1232" y="259"/>
                </a:cubicBezTo>
                <a:cubicBezTo>
                  <a:pt x="1235" y="257"/>
                  <a:pt x="1236" y="256"/>
                  <a:pt x="1238" y="254"/>
                </a:cubicBezTo>
                <a:cubicBezTo>
                  <a:pt x="1236" y="252"/>
                  <a:pt x="1236" y="252"/>
                  <a:pt x="1236" y="252"/>
                </a:cubicBezTo>
                <a:cubicBezTo>
                  <a:pt x="1235" y="253"/>
                  <a:pt x="1233" y="254"/>
                  <a:pt x="1232" y="255"/>
                </a:cubicBezTo>
                <a:cubicBezTo>
                  <a:pt x="1230" y="256"/>
                  <a:pt x="1229" y="256"/>
                  <a:pt x="1227" y="256"/>
                </a:cubicBezTo>
                <a:cubicBezTo>
                  <a:pt x="1224" y="256"/>
                  <a:pt x="1222" y="255"/>
                  <a:pt x="1221" y="253"/>
                </a:cubicBezTo>
                <a:cubicBezTo>
                  <a:pt x="1220" y="251"/>
                  <a:pt x="1219" y="248"/>
                  <a:pt x="1219" y="244"/>
                </a:cubicBezTo>
                <a:cubicBezTo>
                  <a:pt x="1219" y="240"/>
                  <a:pt x="1219" y="237"/>
                  <a:pt x="1221" y="234"/>
                </a:cubicBezTo>
                <a:cubicBezTo>
                  <a:pt x="1222" y="231"/>
                  <a:pt x="1223" y="229"/>
                  <a:pt x="1225" y="227"/>
                </a:cubicBezTo>
                <a:cubicBezTo>
                  <a:pt x="1227" y="225"/>
                  <a:pt x="1229" y="225"/>
                  <a:pt x="1231" y="225"/>
                </a:cubicBezTo>
                <a:cubicBezTo>
                  <a:pt x="1232" y="225"/>
                  <a:pt x="1235" y="226"/>
                  <a:pt x="1237" y="228"/>
                </a:cubicBezTo>
                <a:close/>
                <a:moveTo>
                  <a:pt x="1255" y="254"/>
                </a:moveTo>
                <a:cubicBezTo>
                  <a:pt x="1260" y="221"/>
                  <a:pt x="1260" y="221"/>
                  <a:pt x="1260" y="221"/>
                </a:cubicBezTo>
                <a:cubicBezTo>
                  <a:pt x="1259" y="220"/>
                  <a:pt x="1259" y="220"/>
                  <a:pt x="1259" y="220"/>
                </a:cubicBezTo>
                <a:cubicBezTo>
                  <a:pt x="1249" y="222"/>
                  <a:pt x="1249" y="222"/>
                  <a:pt x="1249" y="222"/>
                </a:cubicBezTo>
                <a:cubicBezTo>
                  <a:pt x="1248" y="224"/>
                  <a:pt x="1248" y="224"/>
                  <a:pt x="1248" y="224"/>
                </a:cubicBezTo>
                <a:cubicBezTo>
                  <a:pt x="1253" y="226"/>
                  <a:pt x="1253" y="226"/>
                  <a:pt x="1253" y="226"/>
                </a:cubicBezTo>
                <a:cubicBezTo>
                  <a:pt x="1252" y="233"/>
                  <a:pt x="1251" y="239"/>
                  <a:pt x="1250" y="243"/>
                </a:cubicBezTo>
                <a:cubicBezTo>
                  <a:pt x="1249" y="251"/>
                  <a:pt x="1248" y="255"/>
                  <a:pt x="1248" y="256"/>
                </a:cubicBezTo>
                <a:cubicBezTo>
                  <a:pt x="1248" y="258"/>
                  <a:pt x="1249" y="259"/>
                  <a:pt x="1249" y="260"/>
                </a:cubicBezTo>
                <a:cubicBezTo>
                  <a:pt x="1250" y="260"/>
                  <a:pt x="1251" y="261"/>
                  <a:pt x="1253" y="261"/>
                </a:cubicBezTo>
                <a:cubicBezTo>
                  <a:pt x="1255" y="261"/>
                  <a:pt x="1256" y="260"/>
                  <a:pt x="1258" y="259"/>
                </a:cubicBezTo>
                <a:cubicBezTo>
                  <a:pt x="1259" y="258"/>
                  <a:pt x="1260" y="257"/>
                  <a:pt x="1261" y="256"/>
                </a:cubicBezTo>
                <a:cubicBezTo>
                  <a:pt x="1260" y="254"/>
                  <a:pt x="1260" y="254"/>
                  <a:pt x="1260" y="254"/>
                </a:cubicBezTo>
                <a:cubicBezTo>
                  <a:pt x="1259" y="255"/>
                  <a:pt x="1259" y="256"/>
                  <a:pt x="1258" y="256"/>
                </a:cubicBezTo>
                <a:cubicBezTo>
                  <a:pt x="1258" y="256"/>
                  <a:pt x="1257" y="256"/>
                  <a:pt x="1256" y="256"/>
                </a:cubicBezTo>
                <a:cubicBezTo>
                  <a:pt x="1256" y="256"/>
                  <a:pt x="1256" y="256"/>
                  <a:pt x="1256" y="256"/>
                </a:cubicBezTo>
                <a:cubicBezTo>
                  <a:pt x="1255" y="256"/>
                  <a:pt x="1255" y="255"/>
                  <a:pt x="1255" y="255"/>
                </a:cubicBezTo>
                <a:lnTo>
                  <a:pt x="1255" y="254"/>
                </a:lnTo>
                <a:close/>
                <a:moveTo>
                  <a:pt x="1258" y="213"/>
                </a:moveTo>
                <a:cubicBezTo>
                  <a:pt x="1259" y="213"/>
                  <a:pt x="1260" y="212"/>
                  <a:pt x="1261" y="211"/>
                </a:cubicBezTo>
                <a:cubicBezTo>
                  <a:pt x="1262" y="210"/>
                  <a:pt x="1262" y="209"/>
                  <a:pt x="1262" y="207"/>
                </a:cubicBezTo>
                <a:cubicBezTo>
                  <a:pt x="1262" y="206"/>
                  <a:pt x="1262" y="206"/>
                  <a:pt x="1261" y="205"/>
                </a:cubicBezTo>
                <a:cubicBezTo>
                  <a:pt x="1261" y="204"/>
                  <a:pt x="1260" y="204"/>
                  <a:pt x="1259" y="204"/>
                </a:cubicBezTo>
                <a:cubicBezTo>
                  <a:pt x="1257" y="204"/>
                  <a:pt x="1256" y="204"/>
                  <a:pt x="1255" y="205"/>
                </a:cubicBezTo>
                <a:cubicBezTo>
                  <a:pt x="1254" y="206"/>
                  <a:pt x="1254" y="207"/>
                  <a:pt x="1254" y="209"/>
                </a:cubicBezTo>
                <a:cubicBezTo>
                  <a:pt x="1254" y="210"/>
                  <a:pt x="1254" y="211"/>
                  <a:pt x="1255" y="212"/>
                </a:cubicBezTo>
                <a:cubicBezTo>
                  <a:pt x="1256" y="212"/>
                  <a:pt x="1257" y="213"/>
                  <a:pt x="1258" y="213"/>
                </a:cubicBezTo>
                <a:close/>
                <a:moveTo>
                  <a:pt x="1282" y="229"/>
                </a:moveTo>
                <a:cubicBezTo>
                  <a:pt x="1283" y="221"/>
                  <a:pt x="1283" y="221"/>
                  <a:pt x="1283" y="221"/>
                </a:cubicBezTo>
                <a:cubicBezTo>
                  <a:pt x="1281" y="220"/>
                  <a:pt x="1281" y="220"/>
                  <a:pt x="1281" y="220"/>
                </a:cubicBezTo>
                <a:cubicBezTo>
                  <a:pt x="1273" y="222"/>
                  <a:pt x="1273" y="222"/>
                  <a:pt x="1273" y="222"/>
                </a:cubicBezTo>
                <a:cubicBezTo>
                  <a:pt x="1272" y="224"/>
                  <a:pt x="1272" y="224"/>
                  <a:pt x="1272" y="224"/>
                </a:cubicBezTo>
                <a:cubicBezTo>
                  <a:pt x="1275" y="226"/>
                  <a:pt x="1275" y="226"/>
                  <a:pt x="1275" y="226"/>
                </a:cubicBezTo>
                <a:cubicBezTo>
                  <a:pt x="1271" y="260"/>
                  <a:pt x="1271" y="260"/>
                  <a:pt x="1271" y="260"/>
                </a:cubicBezTo>
                <a:cubicBezTo>
                  <a:pt x="1278" y="260"/>
                  <a:pt x="1278" y="260"/>
                  <a:pt x="1278" y="260"/>
                </a:cubicBezTo>
                <a:cubicBezTo>
                  <a:pt x="1281" y="235"/>
                  <a:pt x="1281" y="235"/>
                  <a:pt x="1281" y="235"/>
                </a:cubicBezTo>
                <a:cubicBezTo>
                  <a:pt x="1283" y="232"/>
                  <a:pt x="1285" y="230"/>
                  <a:pt x="1287" y="228"/>
                </a:cubicBezTo>
                <a:cubicBezTo>
                  <a:pt x="1289" y="226"/>
                  <a:pt x="1291" y="225"/>
                  <a:pt x="1293" y="225"/>
                </a:cubicBezTo>
                <a:cubicBezTo>
                  <a:pt x="1295" y="225"/>
                  <a:pt x="1296" y="226"/>
                  <a:pt x="1297" y="226"/>
                </a:cubicBezTo>
                <a:cubicBezTo>
                  <a:pt x="1297" y="227"/>
                  <a:pt x="1298" y="229"/>
                  <a:pt x="1298" y="231"/>
                </a:cubicBezTo>
                <a:cubicBezTo>
                  <a:pt x="1298" y="233"/>
                  <a:pt x="1297" y="234"/>
                  <a:pt x="1297" y="236"/>
                </a:cubicBezTo>
                <a:cubicBezTo>
                  <a:pt x="1297" y="238"/>
                  <a:pt x="1297" y="240"/>
                  <a:pt x="1296" y="243"/>
                </a:cubicBezTo>
                <a:cubicBezTo>
                  <a:pt x="1296" y="245"/>
                  <a:pt x="1296" y="245"/>
                  <a:pt x="1296" y="245"/>
                </a:cubicBezTo>
                <a:cubicBezTo>
                  <a:pt x="1295" y="248"/>
                  <a:pt x="1295" y="248"/>
                  <a:pt x="1295" y="248"/>
                </a:cubicBezTo>
                <a:cubicBezTo>
                  <a:pt x="1294" y="252"/>
                  <a:pt x="1294" y="255"/>
                  <a:pt x="1294" y="256"/>
                </a:cubicBezTo>
                <a:cubicBezTo>
                  <a:pt x="1294" y="259"/>
                  <a:pt x="1295" y="261"/>
                  <a:pt x="1298" y="261"/>
                </a:cubicBezTo>
                <a:cubicBezTo>
                  <a:pt x="1300" y="261"/>
                  <a:pt x="1301" y="260"/>
                  <a:pt x="1302" y="260"/>
                </a:cubicBezTo>
                <a:cubicBezTo>
                  <a:pt x="1303" y="259"/>
                  <a:pt x="1304" y="259"/>
                  <a:pt x="1305" y="258"/>
                </a:cubicBezTo>
                <a:cubicBezTo>
                  <a:pt x="1305" y="258"/>
                  <a:pt x="1306" y="257"/>
                  <a:pt x="1306" y="257"/>
                </a:cubicBezTo>
                <a:cubicBezTo>
                  <a:pt x="1305" y="255"/>
                  <a:pt x="1305" y="255"/>
                  <a:pt x="1305" y="255"/>
                </a:cubicBezTo>
                <a:cubicBezTo>
                  <a:pt x="1304" y="256"/>
                  <a:pt x="1303" y="256"/>
                  <a:pt x="1302" y="256"/>
                </a:cubicBezTo>
                <a:cubicBezTo>
                  <a:pt x="1301" y="256"/>
                  <a:pt x="1301" y="256"/>
                  <a:pt x="1301" y="255"/>
                </a:cubicBezTo>
                <a:cubicBezTo>
                  <a:pt x="1301" y="253"/>
                  <a:pt x="1301" y="250"/>
                  <a:pt x="1302" y="246"/>
                </a:cubicBezTo>
                <a:cubicBezTo>
                  <a:pt x="1303" y="243"/>
                  <a:pt x="1303" y="243"/>
                  <a:pt x="1303" y="243"/>
                </a:cubicBezTo>
                <a:cubicBezTo>
                  <a:pt x="1303" y="241"/>
                  <a:pt x="1303" y="241"/>
                  <a:pt x="1303" y="241"/>
                </a:cubicBezTo>
                <a:cubicBezTo>
                  <a:pt x="1304" y="236"/>
                  <a:pt x="1305" y="232"/>
                  <a:pt x="1305" y="230"/>
                </a:cubicBezTo>
                <a:cubicBezTo>
                  <a:pt x="1305" y="227"/>
                  <a:pt x="1304" y="224"/>
                  <a:pt x="1302" y="223"/>
                </a:cubicBezTo>
                <a:cubicBezTo>
                  <a:pt x="1301" y="221"/>
                  <a:pt x="1299" y="220"/>
                  <a:pt x="1296" y="220"/>
                </a:cubicBezTo>
                <a:cubicBezTo>
                  <a:pt x="1294" y="220"/>
                  <a:pt x="1291" y="221"/>
                  <a:pt x="1289" y="223"/>
                </a:cubicBezTo>
                <a:cubicBezTo>
                  <a:pt x="1286" y="224"/>
                  <a:pt x="1284" y="227"/>
                  <a:pt x="1282" y="229"/>
                </a:cubicBezTo>
                <a:close/>
                <a:moveTo>
                  <a:pt x="1342" y="253"/>
                </a:moveTo>
                <a:cubicBezTo>
                  <a:pt x="1340" y="251"/>
                  <a:pt x="1340" y="251"/>
                  <a:pt x="1340" y="251"/>
                </a:cubicBezTo>
                <a:cubicBezTo>
                  <a:pt x="1339" y="253"/>
                  <a:pt x="1337" y="254"/>
                  <a:pt x="1335" y="255"/>
                </a:cubicBezTo>
                <a:cubicBezTo>
                  <a:pt x="1333" y="256"/>
                  <a:pt x="1331" y="256"/>
                  <a:pt x="1329" y="256"/>
                </a:cubicBezTo>
                <a:cubicBezTo>
                  <a:pt x="1326" y="256"/>
                  <a:pt x="1323" y="255"/>
                  <a:pt x="1322" y="253"/>
                </a:cubicBezTo>
                <a:cubicBezTo>
                  <a:pt x="1321" y="250"/>
                  <a:pt x="1320" y="247"/>
                  <a:pt x="1320" y="244"/>
                </a:cubicBezTo>
                <a:cubicBezTo>
                  <a:pt x="1323" y="244"/>
                  <a:pt x="1327" y="244"/>
                  <a:pt x="1330" y="242"/>
                </a:cubicBezTo>
                <a:cubicBezTo>
                  <a:pt x="1334" y="241"/>
                  <a:pt x="1337" y="240"/>
                  <a:pt x="1340" y="237"/>
                </a:cubicBezTo>
                <a:cubicBezTo>
                  <a:pt x="1342" y="235"/>
                  <a:pt x="1344" y="232"/>
                  <a:pt x="1344" y="229"/>
                </a:cubicBezTo>
                <a:cubicBezTo>
                  <a:pt x="1344" y="226"/>
                  <a:pt x="1343" y="224"/>
                  <a:pt x="1341" y="223"/>
                </a:cubicBezTo>
                <a:cubicBezTo>
                  <a:pt x="1340" y="221"/>
                  <a:pt x="1337" y="220"/>
                  <a:pt x="1334" y="220"/>
                </a:cubicBezTo>
                <a:cubicBezTo>
                  <a:pt x="1330" y="220"/>
                  <a:pt x="1326" y="221"/>
                  <a:pt x="1323" y="224"/>
                </a:cubicBezTo>
                <a:cubicBezTo>
                  <a:pt x="1320" y="226"/>
                  <a:pt x="1318" y="229"/>
                  <a:pt x="1316" y="233"/>
                </a:cubicBezTo>
                <a:cubicBezTo>
                  <a:pt x="1314" y="237"/>
                  <a:pt x="1313" y="241"/>
                  <a:pt x="1313" y="246"/>
                </a:cubicBezTo>
                <a:cubicBezTo>
                  <a:pt x="1313" y="248"/>
                  <a:pt x="1314" y="251"/>
                  <a:pt x="1315" y="253"/>
                </a:cubicBezTo>
                <a:cubicBezTo>
                  <a:pt x="1316" y="255"/>
                  <a:pt x="1317" y="257"/>
                  <a:pt x="1319" y="259"/>
                </a:cubicBezTo>
                <a:cubicBezTo>
                  <a:pt x="1321" y="260"/>
                  <a:pt x="1324" y="261"/>
                  <a:pt x="1327" y="261"/>
                </a:cubicBezTo>
                <a:cubicBezTo>
                  <a:pt x="1330" y="261"/>
                  <a:pt x="1333" y="260"/>
                  <a:pt x="1336" y="258"/>
                </a:cubicBezTo>
                <a:cubicBezTo>
                  <a:pt x="1339" y="257"/>
                  <a:pt x="1341" y="255"/>
                  <a:pt x="1342" y="253"/>
                </a:cubicBezTo>
                <a:close/>
                <a:moveTo>
                  <a:pt x="1332" y="224"/>
                </a:moveTo>
                <a:cubicBezTo>
                  <a:pt x="1334" y="224"/>
                  <a:pt x="1335" y="224"/>
                  <a:pt x="1336" y="225"/>
                </a:cubicBezTo>
                <a:cubicBezTo>
                  <a:pt x="1337" y="226"/>
                  <a:pt x="1337" y="228"/>
                  <a:pt x="1337" y="229"/>
                </a:cubicBezTo>
                <a:cubicBezTo>
                  <a:pt x="1337" y="232"/>
                  <a:pt x="1336" y="234"/>
                  <a:pt x="1334" y="235"/>
                </a:cubicBezTo>
                <a:cubicBezTo>
                  <a:pt x="1333" y="237"/>
                  <a:pt x="1331" y="238"/>
                  <a:pt x="1328" y="239"/>
                </a:cubicBezTo>
                <a:cubicBezTo>
                  <a:pt x="1325" y="240"/>
                  <a:pt x="1323" y="241"/>
                  <a:pt x="1321" y="241"/>
                </a:cubicBezTo>
                <a:cubicBezTo>
                  <a:pt x="1321" y="238"/>
                  <a:pt x="1321" y="236"/>
                  <a:pt x="1322" y="233"/>
                </a:cubicBezTo>
                <a:cubicBezTo>
                  <a:pt x="1323" y="230"/>
                  <a:pt x="1325" y="228"/>
                  <a:pt x="1326" y="226"/>
                </a:cubicBezTo>
                <a:cubicBezTo>
                  <a:pt x="1328" y="225"/>
                  <a:pt x="1330" y="224"/>
                  <a:pt x="1332" y="224"/>
                </a:cubicBezTo>
                <a:close/>
              </a:path>
            </a:pathLst>
          </a:custGeom>
          <a:solidFill xmlns:a="http://schemas.openxmlformats.org/drawingml/2006/main">
            <a:schemeClr val="tx2"/>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sz="1800"/>
          </a:p>
        </p:txBody>
      </p:sp>
    </p:spTree>
  </p:cSld>
</p:sldLayout>
</file>

<file path=ppt/slideLayouts/slideLayout70.xml><?xml version="1.0" encoding="utf-8"?>
<p:sldLayout xmlns:p="http://schemas.openxmlformats.org/presentationml/2006/main" showMasterSp="0" preserve="1">
  <p:cSld name="Title Only w/bkgd_image bar">
    <p:bg>
      <p:bgPr>
        <a:solidFill xmlns:a="http://schemas.openxmlformats.org/drawingml/2006/main">
          <a:schemeClr val="bg2"/>
        </a:solidFill>
      </p:bgPr>
    </p:bg>
    <p:spTree>
      <p:nvGrpSpPr>
        <p:cNvPr id="1" name=""/>
        <p:cNvGrpSpPr/>
        <p:nvPr/>
      </p:nvGrpSpPr>
      <p:grpSpPr>
        <a:xfrm xmlns:a="http://schemas.openxmlformats.org/drawingml/2006/main"/>
      </p:grpSpPr>
      <p:sp>
        <p:nvSpPr>
          <p:cNvPr id="4" name="Picture Placeholder 3">
            <a:extLst xmlns:a="http://schemas.openxmlformats.org/drawingml/2006/main">
              <a:ext uri="{FF2B5EF4-FFF2-40B4-BE49-F238E27FC236}">
                <a16:creationId xmlns:a16="http://schemas.microsoft.com/office/drawing/2014/main" id="{192D0DBD-2D19-47C8-BFE8-5D1014D84882}"/>
              </a:ext>
            </a:extLst>
          </p:cNvPr>
          <p:cNvSpPr>
            <a:spLocks xmlns:a="http://schemas.openxmlformats.org/drawingml/2006/main" noGrp="1"/>
          </p:cNvSpPr>
          <p:nvPr>
            <p:ph type="pic" idx="13"/>
          </p:nvPr>
        </p:nvSpPr>
        <p:spPr>
          <a:xfrm xmlns:a="http://schemas.openxmlformats.org/drawingml/2006/main">
            <a:off x="-2491" y="0"/>
            <a:ext cx="9146491" cy="5144526"/>
          </a:xfrm>
          <a:custGeom xmlns:a="http://schemas.openxmlformats.org/drawingml/2006/main">
            <a:gdLst>
              <a:gd name="connsiteX0" fmla="*/ 0 w 9144000"/>
              <a:gd name="connsiteY0" fmla="*/ 0 h 5143500"/>
              <a:gd name="connsiteX1" fmla="*/ 9144000 w 9144000"/>
              <a:gd name="connsiteY1" fmla="*/ 0 h 5143500"/>
              <a:gd name="connsiteX2" fmla="*/ 9144000 w 9144000"/>
              <a:gd name="connsiteY2" fmla="*/ 5143500 h 5143500"/>
              <a:gd name="connsiteX3" fmla="*/ 0 w 9144000"/>
              <a:gd name="connsiteY3" fmla="*/ 5143500 h 5143500"/>
              <a:gd name="connsiteX4" fmla="*/ 0 w 9144000"/>
              <a:gd name="connsiteY4" fmla="*/ 0 h 5143500"/>
              <a:gd name="connsiteX0" fmla="*/ 0 w 9144000"/>
              <a:gd name="connsiteY0" fmla="*/ 0 h 5143500"/>
              <a:gd name="connsiteX1" fmla="*/ 9144000 w 9144000"/>
              <a:gd name="connsiteY1" fmla="*/ 0 h 5143500"/>
              <a:gd name="connsiteX2" fmla="*/ 9144000 w 9144000"/>
              <a:gd name="connsiteY2" fmla="*/ 5143500 h 5143500"/>
              <a:gd name="connsiteX3" fmla="*/ 0 w 9144000"/>
              <a:gd name="connsiteY3" fmla="*/ 688731 h 5143500"/>
              <a:gd name="connsiteX4" fmla="*/ 0 w 9144000"/>
              <a:gd name="connsiteY4" fmla="*/ 0 h 5143500"/>
              <a:gd name="connsiteX0" fmla="*/ 0 w 9144000"/>
              <a:gd name="connsiteY0" fmla="*/ 0 h 5143500"/>
              <a:gd name="connsiteX1" fmla="*/ 9144000 w 9144000"/>
              <a:gd name="connsiteY1" fmla="*/ 0 h 5143500"/>
              <a:gd name="connsiteX2" fmla="*/ 9144000 w 9144000"/>
              <a:gd name="connsiteY2" fmla="*/ 5143500 h 5143500"/>
              <a:gd name="connsiteX3" fmla="*/ 4454769 w 9144000"/>
              <a:gd name="connsiteY3" fmla="*/ 2743200 h 5143500"/>
              <a:gd name="connsiteX4" fmla="*/ 0 w 9144000"/>
              <a:gd name="connsiteY4" fmla="*/ 688731 h 5143500"/>
              <a:gd name="connsiteX5" fmla="*/ 0 w 9144000"/>
              <a:gd name="connsiteY5" fmla="*/ 0 h 5143500"/>
              <a:gd name="connsiteX0" fmla="*/ 0 w 9144000"/>
              <a:gd name="connsiteY0" fmla="*/ 0 h 5143500"/>
              <a:gd name="connsiteX1" fmla="*/ 9144000 w 9144000"/>
              <a:gd name="connsiteY1" fmla="*/ 0 h 5143500"/>
              <a:gd name="connsiteX2" fmla="*/ 9144000 w 9144000"/>
              <a:gd name="connsiteY2" fmla="*/ 5143500 h 5143500"/>
              <a:gd name="connsiteX3" fmla="*/ 8721969 w 9144000"/>
              <a:gd name="connsiteY3" fmla="*/ 293077 h 5143500"/>
              <a:gd name="connsiteX4" fmla="*/ 0 w 9144000"/>
              <a:gd name="connsiteY4" fmla="*/ 688731 h 5143500"/>
              <a:gd name="connsiteX5" fmla="*/ 0 w 9144000"/>
              <a:gd name="connsiteY5" fmla="*/ 0 h 5143500"/>
              <a:gd name="connsiteX0" fmla="*/ 23446 w 9167446"/>
              <a:gd name="connsiteY0" fmla="*/ 0 h 5143500"/>
              <a:gd name="connsiteX1" fmla="*/ 9167446 w 9167446"/>
              <a:gd name="connsiteY1" fmla="*/ 0 h 5143500"/>
              <a:gd name="connsiteX2" fmla="*/ 9167446 w 9167446"/>
              <a:gd name="connsiteY2" fmla="*/ 5143500 h 5143500"/>
              <a:gd name="connsiteX3" fmla="*/ 8745415 w 9167446"/>
              <a:gd name="connsiteY3" fmla="*/ 293077 h 5143500"/>
              <a:gd name="connsiteX4" fmla="*/ 0 w 9167446"/>
              <a:gd name="connsiteY4" fmla="*/ 383931 h 5143500"/>
              <a:gd name="connsiteX5" fmla="*/ 23446 w 9167446"/>
              <a:gd name="connsiteY5" fmla="*/ 0 h 5143500"/>
              <a:gd name="connsiteX0" fmla="*/ 23446 w 9167446"/>
              <a:gd name="connsiteY0" fmla="*/ 0 h 5143500"/>
              <a:gd name="connsiteX1" fmla="*/ 9167446 w 9167446"/>
              <a:gd name="connsiteY1" fmla="*/ 0 h 5143500"/>
              <a:gd name="connsiteX2" fmla="*/ 9167446 w 9167446"/>
              <a:gd name="connsiteY2" fmla="*/ 5143500 h 5143500"/>
              <a:gd name="connsiteX3" fmla="*/ 8745415 w 9167446"/>
              <a:gd name="connsiteY3" fmla="*/ 422031 h 5143500"/>
              <a:gd name="connsiteX4" fmla="*/ 0 w 9167446"/>
              <a:gd name="connsiteY4" fmla="*/ 383931 h 5143500"/>
              <a:gd name="connsiteX5" fmla="*/ 23446 w 9167446"/>
              <a:gd name="connsiteY5" fmla="*/ 0 h 5143500"/>
              <a:gd name="connsiteX0" fmla="*/ 23446 w 9167446"/>
              <a:gd name="connsiteY0" fmla="*/ 0 h 5143500"/>
              <a:gd name="connsiteX1" fmla="*/ 9167446 w 9167446"/>
              <a:gd name="connsiteY1" fmla="*/ 0 h 5143500"/>
              <a:gd name="connsiteX2" fmla="*/ 9167446 w 9167446"/>
              <a:gd name="connsiteY2" fmla="*/ 5143500 h 5143500"/>
              <a:gd name="connsiteX3" fmla="*/ 8932984 w 9167446"/>
              <a:gd name="connsiteY3" fmla="*/ 2625969 h 5143500"/>
              <a:gd name="connsiteX4" fmla="*/ 8745415 w 9167446"/>
              <a:gd name="connsiteY4" fmla="*/ 422031 h 5143500"/>
              <a:gd name="connsiteX5" fmla="*/ 0 w 9167446"/>
              <a:gd name="connsiteY5" fmla="*/ 383931 h 5143500"/>
              <a:gd name="connsiteX6" fmla="*/ 23446 w 9167446"/>
              <a:gd name="connsiteY6" fmla="*/ 0 h 5143500"/>
              <a:gd name="connsiteX0" fmla="*/ 23446 w 9167446"/>
              <a:gd name="connsiteY0" fmla="*/ 0 h 5146431"/>
              <a:gd name="connsiteX1" fmla="*/ 9167446 w 9167446"/>
              <a:gd name="connsiteY1" fmla="*/ 0 h 5146431"/>
              <a:gd name="connsiteX2" fmla="*/ 9167446 w 9167446"/>
              <a:gd name="connsiteY2" fmla="*/ 5143500 h 5146431"/>
              <a:gd name="connsiteX3" fmla="*/ 8839199 w 9167446"/>
              <a:gd name="connsiteY3" fmla="*/ 5146431 h 5146431"/>
              <a:gd name="connsiteX4" fmla="*/ 8745415 w 9167446"/>
              <a:gd name="connsiteY4" fmla="*/ 422031 h 5146431"/>
              <a:gd name="connsiteX5" fmla="*/ 0 w 9167446"/>
              <a:gd name="connsiteY5" fmla="*/ 383931 h 5146431"/>
              <a:gd name="connsiteX6" fmla="*/ 23446 w 9167446"/>
              <a:gd name="connsiteY6" fmla="*/ 0 h 5146431"/>
              <a:gd name="connsiteX0" fmla="*/ 2491 w 9146491"/>
              <a:gd name="connsiteY0" fmla="*/ 0 h 5146431"/>
              <a:gd name="connsiteX1" fmla="*/ 9146491 w 9146491"/>
              <a:gd name="connsiteY1" fmla="*/ 0 h 5146431"/>
              <a:gd name="connsiteX2" fmla="*/ 9146491 w 9146491"/>
              <a:gd name="connsiteY2" fmla="*/ 5143500 h 5146431"/>
              <a:gd name="connsiteX3" fmla="*/ 8818244 w 9146491"/>
              <a:gd name="connsiteY3" fmla="*/ 5146431 h 5146431"/>
              <a:gd name="connsiteX4" fmla="*/ 8724460 w 9146491"/>
              <a:gd name="connsiteY4" fmla="*/ 422031 h 5146431"/>
              <a:gd name="connsiteX5" fmla="*/ 0 w 9146491"/>
              <a:gd name="connsiteY5" fmla="*/ 435366 h 5146431"/>
              <a:gd name="connsiteX6" fmla="*/ 2491 w 9146491"/>
              <a:gd name="connsiteY6" fmla="*/ 0 h 5146431"/>
              <a:gd name="connsiteX0" fmla="*/ 2491 w 9146491"/>
              <a:gd name="connsiteY0" fmla="*/ 0 h 5146431"/>
              <a:gd name="connsiteX1" fmla="*/ 9146491 w 9146491"/>
              <a:gd name="connsiteY1" fmla="*/ 0 h 5146431"/>
              <a:gd name="connsiteX2" fmla="*/ 9146491 w 9146491"/>
              <a:gd name="connsiteY2" fmla="*/ 5143500 h 5146431"/>
              <a:gd name="connsiteX3" fmla="*/ 8818244 w 9146491"/>
              <a:gd name="connsiteY3" fmla="*/ 5146431 h 5146431"/>
              <a:gd name="connsiteX4" fmla="*/ 8684455 w 9146491"/>
              <a:gd name="connsiteY4" fmla="*/ 427746 h 5146431"/>
              <a:gd name="connsiteX5" fmla="*/ 0 w 9146491"/>
              <a:gd name="connsiteY5" fmla="*/ 435366 h 5146431"/>
              <a:gd name="connsiteX6" fmla="*/ 2491 w 9146491"/>
              <a:gd name="connsiteY6" fmla="*/ 0 h 5146431"/>
              <a:gd name="connsiteX0" fmla="*/ 2491 w 9146491"/>
              <a:gd name="connsiteY0" fmla="*/ 0 h 5146431"/>
              <a:gd name="connsiteX1" fmla="*/ 9146491 w 9146491"/>
              <a:gd name="connsiteY1" fmla="*/ 0 h 5146431"/>
              <a:gd name="connsiteX2" fmla="*/ 9146491 w 9146491"/>
              <a:gd name="connsiteY2" fmla="*/ 5143500 h 5146431"/>
              <a:gd name="connsiteX3" fmla="*/ 8688704 w 9146491"/>
              <a:gd name="connsiteY3" fmla="*/ 5146431 h 5146431"/>
              <a:gd name="connsiteX4" fmla="*/ 8684455 w 9146491"/>
              <a:gd name="connsiteY4" fmla="*/ 427746 h 5146431"/>
              <a:gd name="connsiteX5" fmla="*/ 0 w 9146491"/>
              <a:gd name="connsiteY5" fmla="*/ 435366 h 5146431"/>
              <a:gd name="connsiteX6" fmla="*/ 2491 w 9146491"/>
              <a:gd name="connsiteY6" fmla="*/ 0 h 5146431"/>
              <a:gd name="connsiteX0" fmla="*/ 2491 w 9146491"/>
              <a:gd name="connsiteY0" fmla="*/ 0 h 5146431"/>
              <a:gd name="connsiteX1" fmla="*/ 9146491 w 9146491"/>
              <a:gd name="connsiteY1" fmla="*/ 0 h 5146431"/>
              <a:gd name="connsiteX2" fmla="*/ 9146491 w 9146491"/>
              <a:gd name="connsiteY2" fmla="*/ 5143500 h 5146431"/>
              <a:gd name="connsiteX3" fmla="*/ 8688704 w 9146491"/>
              <a:gd name="connsiteY3" fmla="*/ 5146431 h 5146431"/>
              <a:gd name="connsiteX4" fmla="*/ 8684455 w 9146491"/>
              <a:gd name="connsiteY4" fmla="*/ 431556 h 5146431"/>
              <a:gd name="connsiteX5" fmla="*/ 0 w 9146491"/>
              <a:gd name="connsiteY5" fmla="*/ 435366 h 5146431"/>
              <a:gd name="connsiteX6" fmla="*/ 2491 w 9146491"/>
              <a:gd name="connsiteY6" fmla="*/ 0 h 5146431"/>
              <a:gd name="connsiteX0" fmla="*/ 2491 w 9146491"/>
              <a:gd name="connsiteY0" fmla="*/ 0 h 5144526"/>
              <a:gd name="connsiteX1" fmla="*/ 9146491 w 9146491"/>
              <a:gd name="connsiteY1" fmla="*/ 0 h 5144526"/>
              <a:gd name="connsiteX2" fmla="*/ 9146491 w 9146491"/>
              <a:gd name="connsiteY2" fmla="*/ 5143500 h 5144526"/>
              <a:gd name="connsiteX3" fmla="*/ 8696324 w 9146491"/>
              <a:gd name="connsiteY3" fmla="*/ 5144526 h 5144526"/>
              <a:gd name="connsiteX4" fmla="*/ 8684455 w 9146491"/>
              <a:gd name="connsiteY4" fmla="*/ 431556 h 5144526"/>
              <a:gd name="connsiteX5" fmla="*/ 0 w 9146491"/>
              <a:gd name="connsiteY5" fmla="*/ 435366 h 5144526"/>
              <a:gd name="connsiteX6" fmla="*/ 2491 w 9146491"/>
              <a:gd name="connsiteY6" fmla="*/ 0 h 5144526"/>
              <a:gd name="connsiteX0" fmla="*/ 2491 w 9146491"/>
              <a:gd name="connsiteY0" fmla="*/ 0 h 5144526"/>
              <a:gd name="connsiteX1" fmla="*/ 9146491 w 9146491"/>
              <a:gd name="connsiteY1" fmla="*/ 0 h 5144526"/>
              <a:gd name="connsiteX2" fmla="*/ 9146491 w 9146491"/>
              <a:gd name="connsiteY2" fmla="*/ 5143500 h 5144526"/>
              <a:gd name="connsiteX3" fmla="*/ 8686799 w 9146491"/>
              <a:gd name="connsiteY3" fmla="*/ 5144526 h 5144526"/>
              <a:gd name="connsiteX4" fmla="*/ 8684455 w 9146491"/>
              <a:gd name="connsiteY4" fmla="*/ 431556 h 5144526"/>
              <a:gd name="connsiteX5" fmla="*/ 0 w 9146491"/>
              <a:gd name="connsiteY5" fmla="*/ 435366 h 5144526"/>
              <a:gd name="connsiteX6" fmla="*/ 2491 w 9146491"/>
              <a:gd name="connsiteY6" fmla="*/ 0 h 5144526"/>
              <a:gd name="connsiteX0" fmla="*/ 2491 w 9146491"/>
              <a:gd name="connsiteY0" fmla="*/ 0 h 5144526"/>
              <a:gd name="connsiteX1" fmla="*/ 9146491 w 9146491"/>
              <a:gd name="connsiteY1" fmla="*/ 0 h 5144526"/>
              <a:gd name="connsiteX2" fmla="*/ 9146491 w 9146491"/>
              <a:gd name="connsiteY2" fmla="*/ 5143500 h 5144526"/>
              <a:gd name="connsiteX3" fmla="*/ 8686799 w 9146491"/>
              <a:gd name="connsiteY3" fmla="*/ 5144526 h 5144526"/>
              <a:gd name="connsiteX4" fmla="*/ 8690170 w 9146491"/>
              <a:gd name="connsiteY4" fmla="*/ 433461 h 5144526"/>
              <a:gd name="connsiteX5" fmla="*/ 0 w 9146491"/>
              <a:gd name="connsiteY5" fmla="*/ 435366 h 5144526"/>
              <a:gd name="connsiteX6" fmla="*/ 2491 w 9146491"/>
              <a:gd name="connsiteY6" fmla="*/ 0 h 5144526"/>
              <a:gd name="connsiteX0" fmla="*/ 2491 w 9146491"/>
              <a:gd name="connsiteY0" fmla="*/ 0 h 5144526"/>
              <a:gd name="connsiteX1" fmla="*/ 9146491 w 9146491"/>
              <a:gd name="connsiteY1" fmla="*/ 0 h 5144526"/>
              <a:gd name="connsiteX2" fmla="*/ 9146491 w 9146491"/>
              <a:gd name="connsiteY2" fmla="*/ 5143500 h 5144526"/>
              <a:gd name="connsiteX3" fmla="*/ 8686799 w 9146491"/>
              <a:gd name="connsiteY3" fmla="*/ 5144526 h 5144526"/>
              <a:gd name="connsiteX4" fmla="*/ 8678740 w 9146491"/>
              <a:gd name="connsiteY4" fmla="*/ 435366 h 5144526"/>
              <a:gd name="connsiteX5" fmla="*/ 0 w 9146491"/>
              <a:gd name="connsiteY5" fmla="*/ 435366 h 5144526"/>
              <a:gd name="connsiteX6" fmla="*/ 2491 w 9146491"/>
              <a:gd name="connsiteY6" fmla="*/ 0 h 5144526"/>
              <a:gd name="connsiteX0" fmla="*/ 2491 w 9146491"/>
              <a:gd name="connsiteY0" fmla="*/ 0 h 5144526"/>
              <a:gd name="connsiteX1" fmla="*/ 9146491 w 9146491"/>
              <a:gd name="connsiteY1" fmla="*/ 0 h 5144526"/>
              <a:gd name="connsiteX2" fmla="*/ 9146491 w 9146491"/>
              <a:gd name="connsiteY2" fmla="*/ 5143500 h 5144526"/>
              <a:gd name="connsiteX3" fmla="*/ 8686799 w 9146491"/>
              <a:gd name="connsiteY3" fmla="*/ 5144526 h 5144526"/>
              <a:gd name="connsiteX4" fmla="*/ 8680645 w 9146491"/>
              <a:gd name="connsiteY4" fmla="*/ 433461 h 5144526"/>
              <a:gd name="connsiteX5" fmla="*/ 0 w 9146491"/>
              <a:gd name="connsiteY5" fmla="*/ 435366 h 5144526"/>
              <a:gd name="connsiteX6" fmla="*/ 2491 w 9146491"/>
              <a:gd name="connsiteY6" fmla="*/ 0 h 5144526"/>
              <a:gd name="connsiteX0" fmla="*/ 2491 w 9146491"/>
              <a:gd name="connsiteY0" fmla="*/ 0 h 5144526"/>
              <a:gd name="connsiteX1" fmla="*/ 9146491 w 9146491"/>
              <a:gd name="connsiteY1" fmla="*/ 0 h 5144526"/>
              <a:gd name="connsiteX2" fmla="*/ 9146491 w 9146491"/>
              <a:gd name="connsiteY2" fmla="*/ 5143500 h 5144526"/>
              <a:gd name="connsiteX3" fmla="*/ 8686799 w 9146491"/>
              <a:gd name="connsiteY3" fmla="*/ 5144526 h 5144526"/>
              <a:gd name="connsiteX4" fmla="*/ 8680645 w 9146491"/>
              <a:gd name="connsiteY4" fmla="*/ 439176 h 5144526"/>
              <a:gd name="connsiteX5" fmla="*/ 0 w 9146491"/>
              <a:gd name="connsiteY5" fmla="*/ 435366 h 5144526"/>
              <a:gd name="connsiteX6" fmla="*/ 2491 w 9146491"/>
              <a:gd name="connsiteY6" fmla="*/ 0 h 5144526"/>
              <a:gd name="connsiteX0" fmla="*/ 2491 w 9146491"/>
              <a:gd name="connsiteY0" fmla="*/ 0 h 5144526"/>
              <a:gd name="connsiteX1" fmla="*/ 9146491 w 9146491"/>
              <a:gd name="connsiteY1" fmla="*/ 0 h 5144526"/>
              <a:gd name="connsiteX2" fmla="*/ 9146491 w 9146491"/>
              <a:gd name="connsiteY2" fmla="*/ 5143500 h 5144526"/>
              <a:gd name="connsiteX3" fmla="*/ 8686799 w 9146491"/>
              <a:gd name="connsiteY3" fmla="*/ 5144526 h 5144526"/>
              <a:gd name="connsiteX4" fmla="*/ 8682550 w 9146491"/>
              <a:gd name="connsiteY4" fmla="*/ 439176 h 5144526"/>
              <a:gd name="connsiteX5" fmla="*/ 0 w 9146491"/>
              <a:gd name="connsiteY5" fmla="*/ 435366 h 5144526"/>
              <a:gd name="connsiteX6" fmla="*/ 2491 w 9146491"/>
              <a:gd name="connsiteY6" fmla="*/ 0 h 5144526"/>
              <a:gd name="connsiteX0" fmla="*/ 2491 w 9146491"/>
              <a:gd name="connsiteY0" fmla="*/ 0 h 5144526"/>
              <a:gd name="connsiteX1" fmla="*/ 9146491 w 9146491"/>
              <a:gd name="connsiteY1" fmla="*/ 0 h 5144526"/>
              <a:gd name="connsiteX2" fmla="*/ 9146491 w 9146491"/>
              <a:gd name="connsiteY2" fmla="*/ 5143500 h 5144526"/>
              <a:gd name="connsiteX3" fmla="*/ 8686799 w 9146491"/>
              <a:gd name="connsiteY3" fmla="*/ 5144526 h 5144526"/>
              <a:gd name="connsiteX4" fmla="*/ 8686360 w 9146491"/>
              <a:gd name="connsiteY4" fmla="*/ 439176 h 5144526"/>
              <a:gd name="connsiteX5" fmla="*/ 0 w 9146491"/>
              <a:gd name="connsiteY5" fmla="*/ 435366 h 5144526"/>
              <a:gd name="connsiteX6" fmla="*/ 2491 w 9146491"/>
              <a:gd name="connsiteY6" fmla="*/ 0 h 5144526"/>
              <a:gd name="connsiteX0" fmla="*/ 586 w 9144586"/>
              <a:gd name="connsiteY0" fmla="*/ 0 h 5144526"/>
              <a:gd name="connsiteX1" fmla="*/ 9144586 w 9144586"/>
              <a:gd name="connsiteY1" fmla="*/ 0 h 5144526"/>
              <a:gd name="connsiteX2" fmla="*/ 9144586 w 9144586"/>
              <a:gd name="connsiteY2" fmla="*/ 5143500 h 5144526"/>
              <a:gd name="connsiteX3" fmla="*/ 8684894 w 9144586"/>
              <a:gd name="connsiteY3" fmla="*/ 5144526 h 5144526"/>
              <a:gd name="connsiteX4" fmla="*/ 8684455 w 9144586"/>
              <a:gd name="connsiteY4" fmla="*/ 439176 h 5144526"/>
              <a:gd name="connsiteX5" fmla="*/ 0 w 9144586"/>
              <a:gd name="connsiteY5" fmla="*/ 435366 h 5144526"/>
              <a:gd name="connsiteX6" fmla="*/ 586 w 9144586"/>
              <a:gd name="connsiteY6" fmla="*/ 0 h 5144526"/>
              <a:gd name="connsiteX0" fmla="*/ 2491 w 9146491"/>
              <a:gd name="connsiteY0" fmla="*/ 0 h 5144526"/>
              <a:gd name="connsiteX1" fmla="*/ 9146491 w 9146491"/>
              <a:gd name="connsiteY1" fmla="*/ 0 h 5144526"/>
              <a:gd name="connsiteX2" fmla="*/ 9146491 w 9146491"/>
              <a:gd name="connsiteY2" fmla="*/ 5143500 h 5144526"/>
              <a:gd name="connsiteX3" fmla="*/ 8686799 w 9146491"/>
              <a:gd name="connsiteY3" fmla="*/ 5144526 h 5144526"/>
              <a:gd name="connsiteX4" fmla="*/ 8686360 w 9146491"/>
              <a:gd name="connsiteY4" fmla="*/ 439176 h 5144526"/>
              <a:gd name="connsiteX5" fmla="*/ 0 w 9146491"/>
              <a:gd name="connsiteY5" fmla="*/ 437271 h 5144526"/>
              <a:gd name="connsiteX6" fmla="*/ 2491 w 9146491"/>
              <a:gd name="connsiteY6" fmla="*/ 0 h 5144526"/>
              <a:gd name="connsiteX0" fmla="*/ 2491 w 9146491"/>
              <a:gd name="connsiteY0" fmla="*/ 0 h 5144526"/>
              <a:gd name="connsiteX1" fmla="*/ 9146491 w 9146491"/>
              <a:gd name="connsiteY1" fmla="*/ 0 h 5144526"/>
              <a:gd name="connsiteX2" fmla="*/ 9146491 w 9146491"/>
              <a:gd name="connsiteY2" fmla="*/ 5143500 h 5144526"/>
              <a:gd name="connsiteX3" fmla="*/ 8686799 w 9146491"/>
              <a:gd name="connsiteY3" fmla="*/ 5144526 h 5144526"/>
              <a:gd name="connsiteX4" fmla="*/ 8686360 w 9146491"/>
              <a:gd name="connsiteY4" fmla="*/ 439176 h 5144526"/>
              <a:gd name="connsiteX5" fmla="*/ 0 w 9146491"/>
              <a:gd name="connsiteY5" fmla="*/ 439176 h 5144526"/>
              <a:gd name="connsiteX6" fmla="*/ 2491 w 9146491"/>
              <a:gd name="connsiteY6" fmla="*/ 0 h 5144526"/>
              <a:gd name="connsiteX0" fmla="*/ 2491 w 9146491"/>
              <a:gd name="connsiteY0" fmla="*/ 0 h 5144526"/>
              <a:gd name="connsiteX1" fmla="*/ 9146491 w 9146491"/>
              <a:gd name="connsiteY1" fmla="*/ 0 h 5144526"/>
              <a:gd name="connsiteX2" fmla="*/ 9146491 w 9146491"/>
              <a:gd name="connsiteY2" fmla="*/ 5143500 h 5144526"/>
              <a:gd name="connsiteX3" fmla="*/ 8686799 w 9146491"/>
              <a:gd name="connsiteY3" fmla="*/ 5144526 h 5144526"/>
              <a:gd name="connsiteX4" fmla="*/ 8686360 w 9146491"/>
              <a:gd name="connsiteY4" fmla="*/ 439176 h 5144526"/>
              <a:gd name="connsiteX5" fmla="*/ 0 w 9146491"/>
              <a:gd name="connsiteY5" fmla="*/ 439176 h 5144526"/>
              <a:gd name="connsiteX6" fmla="*/ 2491 w 9146491"/>
              <a:gd name="connsiteY6" fmla="*/ 0 h 5144526"/>
            </a:gdLst>
            <a:rect l="l" t="t" r="r" b="b"/>
            <a:pathLst>
              <a:path w="9146491" h="5144526">
                <a:moveTo>
                  <a:pt x="2491" y="0"/>
                </a:moveTo>
                <a:lnTo>
                  <a:pt x="9146491" y="0"/>
                </a:lnTo>
                <a:lnTo>
                  <a:pt x="9146491" y="5143500"/>
                </a:lnTo>
                <a:lnTo>
                  <a:pt x="8686799" y="5144526"/>
                </a:lnTo>
                <a:cubicBezTo>
                  <a:pt x="8685383" y="3571631"/>
                  <a:pt x="8687776" y="2012071"/>
                  <a:pt x="8686360" y="439176"/>
                </a:cubicBezTo>
                <a:lnTo>
                  <a:pt x="0" y="439176"/>
                </a:lnTo>
                <a:cubicBezTo>
                  <a:pt x="830" y="353109"/>
                  <a:pt x="1661" y="145122"/>
                  <a:pt x="2491" y="0"/>
                </a:cubicBezTo>
                <a:close/>
              </a:path>
            </a:pathLst>
          </a:custGeom>
          <a:solidFill xmlns:a="http://schemas.openxmlformats.org/drawingml/2006/main">
            <a:schemeClr val="bg2">
              <a:lumMod val="90000"/>
            </a:schemeClr>
          </a:solidFill>
        </p:spPr>
        <p:txBody>
          <a:bodyPr xmlns:a="http://schemas.openxmlformats.org/drawingml/2006/main"/>
          <a:lstStyle xmlns:a="http://schemas.openxmlformats.org/drawingml/2006/main">
            <a:lvl1pPr marL="0" indent="0" algn="ctr">
              <a:buNone/>
              <a:defRPr/>
            </a:lvl1pPr>
          </a:lstStyle>
          <a:p xmlns:a="http://schemas.openxmlformats.org/drawingml/2006/main">
            <a:r>
              <a:t>Click icon to add picture</a:t>
            </a:r>
          </a:p>
        </p:txBody>
      </p:sp>
      <p:sp>
        <p:nvSpPr>
          <p:cNvPr id="5" name="Slide Number Placeholder 4">
            <a:extLst xmlns:a="http://schemas.openxmlformats.org/drawingml/2006/main">
              <a:ext uri="{FF2B5EF4-FFF2-40B4-BE49-F238E27FC236}">
                <a16:creationId xmlns:a16="http://schemas.microsoft.com/office/drawing/2014/main" id="{756969BA-58FF-4320-80BF-C0135AC2E2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6A1DB-EA2D-4A7E-BF0D-8FECFA0D1CEB}" type="slidenum">
              <a:t>‹#›</a:t>
            </a:fld>
            <a:endParaRPr/>
          </a:p>
        </p:txBody>
      </p:sp>
      <p:sp>
        <p:nvSpPr>
          <p:cNvPr id="11" name="Freeform 5">
            <a:extLst xmlns:a="http://schemas.openxmlformats.org/drawingml/2006/main">
              <a:ext uri="{FF2B5EF4-FFF2-40B4-BE49-F238E27FC236}">
                <a16:creationId xmlns:a16="http://schemas.microsoft.com/office/drawing/2014/main" id="{3E27C736-095E-4C51-9197-AD588C450B8D}"/>
              </a:ext>
            </a:extLst>
          </p:cNvPr>
          <p:cNvSpPr>
            <a:spLocks xmlns:a="http://schemas.openxmlformats.org/drawingml/2006/main" noGrp="1"/>
          </p:cNvSpPr>
          <p:nvPr/>
        </p:nvSpPr>
        <p:spPr>
          <a:xfrm xmlns:a="http://schemas.openxmlformats.org/drawingml/2006/main">
            <a:off x="544392" y="4795468"/>
            <a:ext cx="1252024" cy="234457"/>
          </a:xfrm>
          <a:custGeom xmlns:a="http://schemas.openxmlformats.org/drawingml/2006/main">
            <a:gdLst>
              <a:gd name="T0" fmla="*/ 225 w 1440"/>
              <a:gd name="T1" fmla="*/ 110 h 267"/>
              <a:gd name="T2" fmla="*/ 317 w 1440"/>
              <a:gd name="T3" fmla="*/ 7 h 267"/>
              <a:gd name="T4" fmla="*/ 475 w 1440"/>
              <a:gd name="T5" fmla="*/ 19 h 267"/>
              <a:gd name="T6" fmla="*/ 830 w 1440"/>
              <a:gd name="T7" fmla="*/ 7 h 267"/>
              <a:gd name="T8" fmla="*/ 130 w 1440"/>
              <a:gd name="T9" fmla="*/ 210 h 267"/>
              <a:gd name="T10" fmla="*/ 437 w 1440"/>
              <a:gd name="T11" fmla="*/ 209 h 267"/>
              <a:gd name="T12" fmla="*/ 493 w 1440"/>
              <a:gd name="T13" fmla="*/ 198 h 267"/>
              <a:gd name="T14" fmla="*/ 866 w 1440"/>
              <a:gd name="T15" fmla="*/ 171 h 267"/>
              <a:gd name="T16" fmla="*/ 737 w 1440"/>
              <a:gd name="T17" fmla="*/ 261 h 267"/>
              <a:gd name="T18" fmla="*/ 958 w 1440"/>
              <a:gd name="T19" fmla="*/ 172 h 267"/>
              <a:gd name="T20" fmla="*/ 906 w 1440"/>
              <a:gd name="T21" fmla="*/ 254 h 267"/>
              <a:gd name="T22" fmla="*/ 309 w 1440"/>
              <a:gd name="T23" fmla="*/ 260 h 267"/>
              <a:gd name="T24" fmla="*/ 1053 w 1440"/>
              <a:gd name="T25" fmla="*/ 31 h 267"/>
              <a:gd name="T26" fmla="*/ 1075 w 1440"/>
              <a:gd name="T27" fmla="*/ 44 h 267"/>
              <a:gd name="T28" fmla="*/ 1091 w 1440"/>
              <a:gd name="T29" fmla="*/ 22 h 267"/>
              <a:gd name="T30" fmla="*/ 1107 w 1440"/>
              <a:gd name="T31" fmla="*/ 27 h 267"/>
              <a:gd name="T32" fmla="*/ 1125 w 1440"/>
              <a:gd name="T33" fmla="*/ 55 h 267"/>
              <a:gd name="T34" fmla="*/ 1159 w 1440"/>
              <a:gd name="T35" fmla="*/ 53 h 267"/>
              <a:gd name="T36" fmla="*/ 1160 w 1440"/>
              <a:gd name="T37" fmla="*/ 57 h 267"/>
              <a:gd name="T38" fmla="*/ 1177 w 1440"/>
              <a:gd name="T39" fmla="*/ 23 h 267"/>
              <a:gd name="T40" fmla="*/ 1207 w 1440"/>
              <a:gd name="T41" fmla="*/ 58 h 267"/>
              <a:gd name="T42" fmla="*/ 1245 w 1440"/>
              <a:gd name="T43" fmla="*/ 27 h 267"/>
              <a:gd name="T44" fmla="*/ 1225 w 1440"/>
              <a:gd name="T45" fmla="*/ 43 h 267"/>
              <a:gd name="T46" fmla="*/ 1271 w 1440"/>
              <a:gd name="T47" fmla="*/ 19 h 267"/>
              <a:gd name="T48" fmla="*/ 1259 w 1440"/>
              <a:gd name="T49" fmla="*/ 32 h 267"/>
              <a:gd name="T50" fmla="*/ 1290 w 1440"/>
              <a:gd name="T51" fmla="*/ 54 h 267"/>
              <a:gd name="T52" fmla="*/ 1310 w 1440"/>
              <a:gd name="T53" fmla="*/ 25 h 267"/>
              <a:gd name="T54" fmla="*/ 1059 w 1440"/>
              <a:gd name="T55" fmla="*/ 110 h 267"/>
              <a:gd name="T56" fmla="*/ 1099 w 1440"/>
              <a:gd name="T57" fmla="*/ 134 h 267"/>
              <a:gd name="T58" fmla="*/ 1120 w 1440"/>
              <a:gd name="T59" fmla="*/ 156 h 267"/>
              <a:gd name="T60" fmla="*/ 1141 w 1440"/>
              <a:gd name="T61" fmla="*/ 123 h 267"/>
              <a:gd name="T62" fmla="*/ 1148 w 1440"/>
              <a:gd name="T63" fmla="*/ 175 h 267"/>
              <a:gd name="T64" fmla="*/ 1184 w 1440"/>
              <a:gd name="T65" fmla="*/ 119 h 267"/>
              <a:gd name="T66" fmla="*/ 1181 w 1440"/>
              <a:gd name="T67" fmla="*/ 153 h 267"/>
              <a:gd name="T68" fmla="*/ 1201 w 1440"/>
              <a:gd name="T69" fmla="*/ 125 h 267"/>
              <a:gd name="T70" fmla="*/ 1230 w 1440"/>
              <a:gd name="T71" fmla="*/ 157 h 267"/>
              <a:gd name="T72" fmla="*/ 1260 w 1440"/>
              <a:gd name="T73" fmla="*/ 154 h 267"/>
              <a:gd name="T74" fmla="*/ 1261 w 1440"/>
              <a:gd name="T75" fmla="*/ 158 h 267"/>
              <a:gd name="T76" fmla="*/ 1284 w 1440"/>
              <a:gd name="T77" fmla="*/ 152 h 267"/>
              <a:gd name="T78" fmla="*/ 1294 w 1440"/>
              <a:gd name="T79" fmla="*/ 123 h 267"/>
              <a:gd name="T80" fmla="*/ 1317 w 1440"/>
              <a:gd name="T81" fmla="*/ 125 h 267"/>
              <a:gd name="T82" fmla="*/ 1342 w 1440"/>
              <a:gd name="T83" fmla="*/ 121 h 267"/>
              <a:gd name="T84" fmla="*/ 1351 w 1440"/>
              <a:gd name="T85" fmla="*/ 112 h 267"/>
              <a:gd name="T86" fmla="*/ 1364 w 1440"/>
              <a:gd name="T87" fmla="*/ 159 h 267"/>
              <a:gd name="T88" fmla="*/ 1399 w 1440"/>
              <a:gd name="T89" fmla="*/ 156 h 267"/>
              <a:gd name="T90" fmla="*/ 1432 w 1440"/>
              <a:gd name="T91" fmla="*/ 120 h 267"/>
              <a:gd name="T92" fmla="*/ 1410 w 1440"/>
              <a:gd name="T93" fmla="*/ 176 h 267"/>
              <a:gd name="T94" fmla="*/ 1076 w 1440"/>
              <a:gd name="T95" fmla="*/ 242 h 267"/>
              <a:gd name="T96" fmla="*/ 1062 w 1440"/>
              <a:gd name="T97" fmla="*/ 225 h 267"/>
              <a:gd name="T98" fmla="*/ 1091 w 1440"/>
              <a:gd name="T99" fmla="*/ 208 h 267"/>
              <a:gd name="T100" fmla="*/ 1112 w 1440"/>
              <a:gd name="T101" fmla="*/ 233 h 267"/>
              <a:gd name="T102" fmla="*/ 1128 w 1440"/>
              <a:gd name="T103" fmla="*/ 224 h 267"/>
              <a:gd name="T104" fmla="*/ 1168 w 1440"/>
              <a:gd name="T105" fmla="*/ 255 h 267"/>
              <a:gd name="T106" fmla="*/ 1154 w 1440"/>
              <a:gd name="T107" fmla="*/ 236 h 267"/>
              <a:gd name="T108" fmla="*/ 1203 w 1440"/>
              <a:gd name="T109" fmla="*/ 256 h 267"/>
              <a:gd name="T110" fmla="*/ 1200 w 1440"/>
              <a:gd name="T111" fmla="*/ 213 h 267"/>
              <a:gd name="T112" fmla="*/ 1227 w 1440"/>
              <a:gd name="T113" fmla="*/ 256 h 267"/>
              <a:gd name="T114" fmla="*/ 1249 w 1440"/>
              <a:gd name="T115" fmla="*/ 260 h 267"/>
              <a:gd name="T116" fmla="*/ 1255 w 1440"/>
              <a:gd name="T117" fmla="*/ 205 h 267"/>
              <a:gd name="T118" fmla="*/ 1297 w 1440"/>
              <a:gd name="T119" fmla="*/ 226 h 267"/>
              <a:gd name="T120" fmla="*/ 1303 w 1440"/>
              <a:gd name="T121" fmla="*/ 243 h 267"/>
              <a:gd name="T122" fmla="*/ 1344 w 1440"/>
              <a:gd name="T123" fmla="*/ 229 h 267"/>
              <a:gd name="T124" fmla="*/ 1328 w 1440"/>
              <a:gd name="T125" fmla="*/ 239 h 267"/>
            </a:gdLst>
            <a:rect l="0" t="0" r="r" b="b"/>
            <a:pathLst>
              <a:path w="1440" h="267">
                <a:moveTo>
                  <a:pt x="17" y="110"/>
                </a:moveTo>
                <a:cubicBezTo>
                  <a:pt x="3" y="110"/>
                  <a:pt x="3" y="110"/>
                  <a:pt x="3" y="110"/>
                </a:cubicBezTo>
                <a:cubicBezTo>
                  <a:pt x="3" y="1"/>
                  <a:pt x="3" y="1"/>
                  <a:pt x="3" y="1"/>
                </a:cubicBezTo>
                <a:cubicBezTo>
                  <a:pt x="81" y="83"/>
                  <a:pt x="81" y="83"/>
                  <a:pt x="81" y="83"/>
                </a:cubicBezTo>
                <a:cubicBezTo>
                  <a:pt x="81" y="7"/>
                  <a:pt x="81" y="7"/>
                  <a:pt x="81" y="7"/>
                </a:cubicBezTo>
                <a:cubicBezTo>
                  <a:pt x="95" y="7"/>
                  <a:pt x="95" y="7"/>
                  <a:pt x="95" y="7"/>
                </a:cubicBezTo>
                <a:cubicBezTo>
                  <a:pt x="95" y="117"/>
                  <a:pt x="95" y="117"/>
                  <a:pt x="95" y="117"/>
                </a:cubicBezTo>
                <a:cubicBezTo>
                  <a:pt x="17" y="35"/>
                  <a:pt x="17" y="35"/>
                  <a:pt x="17" y="35"/>
                </a:cubicBezTo>
                <a:lnTo>
                  <a:pt x="17" y="110"/>
                </a:lnTo>
                <a:close/>
                <a:moveTo>
                  <a:pt x="130" y="110"/>
                </a:moveTo>
                <a:cubicBezTo>
                  <a:pt x="145" y="110"/>
                  <a:pt x="145" y="110"/>
                  <a:pt x="145" y="110"/>
                </a:cubicBezTo>
                <a:cubicBezTo>
                  <a:pt x="178" y="33"/>
                  <a:pt x="178" y="33"/>
                  <a:pt x="178" y="33"/>
                </a:cubicBezTo>
                <a:cubicBezTo>
                  <a:pt x="210" y="109"/>
                  <a:pt x="210" y="109"/>
                  <a:pt x="210" y="109"/>
                </a:cubicBezTo>
                <a:cubicBezTo>
                  <a:pt x="210" y="110"/>
                  <a:pt x="210" y="110"/>
                  <a:pt x="210" y="110"/>
                </a:cubicBezTo>
                <a:cubicBezTo>
                  <a:pt x="225" y="110"/>
                  <a:pt x="225" y="110"/>
                  <a:pt x="225" y="110"/>
                </a:cubicBezTo>
                <a:cubicBezTo>
                  <a:pt x="178" y="0"/>
                  <a:pt x="178" y="0"/>
                  <a:pt x="178" y="0"/>
                </a:cubicBezTo>
                <a:lnTo>
                  <a:pt x="130" y="110"/>
                </a:lnTo>
                <a:close/>
                <a:moveTo>
                  <a:pt x="700" y="110"/>
                </a:moveTo>
                <a:cubicBezTo>
                  <a:pt x="715" y="110"/>
                  <a:pt x="715" y="110"/>
                  <a:pt x="715" y="110"/>
                </a:cubicBezTo>
                <a:cubicBezTo>
                  <a:pt x="748" y="33"/>
                  <a:pt x="748" y="33"/>
                  <a:pt x="748" y="33"/>
                </a:cubicBezTo>
                <a:cubicBezTo>
                  <a:pt x="780" y="109"/>
                  <a:pt x="780" y="109"/>
                  <a:pt x="780" y="109"/>
                </a:cubicBezTo>
                <a:cubicBezTo>
                  <a:pt x="780" y="110"/>
                  <a:pt x="780" y="110"/>
                  <a:pt x="780" y="110"/>
                </a:cubicBezTo>
                <a:cubicBezTo>
                  <a:pt x="795" y="110"/>
                  <a:pt x="795" y="110"/>
                  <a:pt x="795" y="110"/>
                </a:cubicBezTo>
                <a:cubicBezTo>
                  <a:pt x="748" y="0"/>
                  <a:pt x="748" y="0"/>
                  <a:pt x="748" y="0"/>
                </a:cubicBezTo>
                <a:lnTo>
                  <a:pt x="700" y="110"/>
                </a:lnTo>
                <a:close/>
                <a:moveTo>
                  <a:pt x="273" y="110"/>
                </a:moveTo>
                <a:cubicBezTo>
                  <a:pt x="286" y="110"/>
                  <a:pt x="286" y="110"/>
                  <a:pt x="286" y="110"/>
                </a:cubicBezTo>
                <a:cubicBezTo>
                  <a:pt x="286" y="20"/>
                  <a:pt x="286" y="20"/>
                  <a:pt x="286" y="20"/>
                </a:cubicBezTo>
                <a:cubicBezTo>
                  <a:pt x="317" y="20"/>
                  <a:pt x="317" y="20"/>
                  <a:pt x="317" y="20"/>
                </a:cubicBezTo>
                <a:cubicBezTo>
                  <a:pt x="317" y="7"/>
                  <a:pt x="317" y="7"/>
                  <a:pt x="317" y="7"/>
                </a:cubicBezTo>
                <a:cubicBezTo>
                  <a:pt x="242" y="7"/>
                  <a:pt x="242" y="7"/>
                  <a:pt x="242" y="7"/>
                </a:cubicBezTo>
                <a:cubicBezTo>
                  <a:pt x="242" y="20"/>
                  <a:pt x="242" y="20"/>
                  <a:pt x="242" y="20"/>
                </a:cubicBezTo>
                <a:cubicBezTo>
                  <a:pt x="273" y="20"/>
                  <a:pt x="273" y="20"/>
                  <a:pt x="273" y="20"/>
                </a:cubicBezTo>
                <a:lnTo>
                  <a:pt x="273" y="110"/>
                </a:lnTo>
                <a:close/>
                <a:moveTo>
                  <a:pt x="374" y="7"/>
                </a:moveTo>
                <a:cubicBezTo>
                  <a:pt x="360" y="7"/>
                  <a:pt x="360" y="7"/>
                  <a:pt x="360" y="7"/>
                </a:cubicBezTo>
                <a:cubicBezTo>
                  <a:pt x="360" y="110"/>
                  <a:pt x="360" y="110"/>
                  <a:pt x="360" y="110"/>
                </a:cubicBezTo>
                <a:cubicBezTo>
                  <a:pt x="374" y="110"/>
                  <a:pt x="374" y="110"/>
                  <a:pt x="374" y="110"/>
                </a:cubicBezTo>
                <a:lnTo>
                  <a:pt x="374" y="7"/>
                </a:lnTo>
                <a:close/>
                <a:moveTo>
                  <a:pt x="475" y="112"/>
                </a:moveTo>
                <a:cubicBezTo>
                  <a:pt x="445" y="112"/>
                  <a:pt x="421" y="88"/>
                  <a:pt x="421" y="59"/>
                </a:cubicBezTo>
                <a:cubicBezTo>
                  <a:pt x="421" y="29"/>
                  <a:pt x="445" y="5"/>
                  <a:pt x="475" y="5"/>
                </a:cubicBezTo>
                <a:cubicBezTo>
                  <a:pt x="505" y="5"/>
                  <a:pt x="528" y="29"/>
                  <a:pt x="528" y="59"/>
                </a:cubicBezTo>
                <a:cubicBezTo>
                  <a:pt x="528" y="88"/>
                  <a:pt x="505" y="112"/>
                  <a:pt x="475" y="112"/>
                </a:cubicBezTo>
                <a:close/>
                <a:moveTo>
                  <a:pt x="475" y="19"/>
                </a:moveTo>
                <a:cubicBezTo>
                  <a:pt x="453" y="19"/>
                  <a:pt x="435" y="37"/>
                  <a:pt x="435" y="59"/>
                </a:cubicBezTo>
                <a:cubicBezTo>
                  <a:pt x="435" y="81"/>
                  <a:pt x="453" y="99"/>
                  <a:pt x="475" y="99"/>
                </a:cubicBezTo>
                <a:cubicBezTo>
                  <a:pt x="497" y="99"/>
                  <a:pt x="514" y="81"/>
                  <a:pt x="514" y="59"/>
                </a:cubicBezTo>
                <a:cubicBezTo>
                  <a:pt x="514" y="37"/>
                  <a:pt x="497" y="19"/>
                  <a:pt x="475" y="19"/>
                </a:cubicBezTo>
                <a:close/>
                <a:moveTo>
                  <a:pt x="586" y="35"/>
                </a:moveTo>
                <a:cubicBezTo>
                  <a:pt x="664" y="117"/>
                  <a:pt x="664" y="117"/>
                  <a:pt x="664" y="117"/>
                </a:cubicBezTo>
                <a:cubicBezTo>
                  <a:pt x="664" y="7"/>
                  <a:pt x="664" y="7"/>
                  <a:pt x="664" y="7"/>
                </a:cubicBezTo>
                <a:cubicBezTo>
                  <a:pt x="650" y="7"/>
                  <a:pt x="650" y="7"/>
                  <a:pt x="650" y="7"/>
                </a:cubicBezTo>
                <a:cubicBezTo>
                  <a:pt x="650" y="83"/>
                  <a:pt x="650" y="83"/>
                  <a:pt x="650" y="83"/>
                </a:cubicBezTo>
                <a:cubicBezTo>
                  <a:pt x="572" y="1"/>
                  <a:pt x="572" y="1"/>
                  <a:pt x="572" y="1"/>
                </a:cubicBezTo>
                <a:cubicBezTo>
                  <a:pt x="572" y="110"/>
                  <a:pt x="572" y="110"/>
                  <a:pt x="572" y="110"/>
                </a:cubicBezTo>
                <a:cubicBezTo>
                  <a:pt x="586" y="110"/>
                  <a:pt x="586" y="110"/>
                  <a:pt x="586" y="110"/>
                </a:cubicBezTo>
                <a:lnTo>
                  <a:pt x="586" y="35"/>
                </a:lnTo>
                <a:close/>
                <a:moveTo>
                  <a:pt x="843" y="7"/>
                </a:moveTo>
                <a:cubicBezTo>
                  <a:pt x="830" y="7"/>
                  <a:pt x="830" y="7"/>
                  <a:pt x="830" y="7"/>
                </a:cubicBezTo>
                <a:cubicBezTo>
                  <a:pt x="830" y="110"/>
                  <a:pt x="830" y="110"/>
                  <a:pt x="830" y="110"/>
                </a:cubicBezTo>
                <a:cubicBezTo>
                  <a:pt x="885" y="110"/>
                  <a:pt x="885" y="110"/>
                  <a:pt x="885" y="110"/>
                </a:cubicBezTo>
                <a:cubicBezTo>
                  <a:pt x="885" y="97"/>
                  <a:pt x="885" y="97"/>
                  <a:pt x="885" y="97"/>
                </a:cubicBezTo>
                <a:cubicBezTo>
                  <a:pt x="843" y="97"/>
                  <a:pt x="843" y="97"/>
                  <a:pt x="843" y="97"/>
                </a:cubicBezTo>
                <a:lnTo>
                  <a:pt x="843" y="7"/>
                </a:lnTo>
                <a:close/>
                <a:moveTo>
                  <a:pt x="169" y="156"/>
                </a:moveTo>
                <a:cubicBezTo>
                  <a:pt x="139" y="156"/>
                  <a:pt x="116" y="179"/>
                  <a:pt x="116" y="209"/>
                </a:cubicBezTo>
                <a:cubicBezTo>
                  <a:pt x="116" y="240"/>
                  <a:pt x="139" y="262"/>
                  <a:pt x="169" y="262"/>
                </a:cubicBezTo>
                <a:cubicBezTo>
                  <a:pt x="175" y="262"/>
                  <a:pt x="188" y="261"/>
                  <a:pt x="200" y="252"/>
                </a:cubicBezTo>
                <a:cubicBezTo>
                  <a:pt x="200" y="252"/>
                  <a:pt x="200" y="252"/>
                  <a:pt x="200" y="252"/>
                </a:cubicBezTo>
                <a:cubicBezTo>
                  <a:pt x="200" y="234"/>
                  <a:pt x="200" y="234"/>
                  <a:pt x="200" y="234"/>
                </a:cubicBezTo>
                <a:cubicBezTo>
                  <a:pt x="198" y="236"/>
                  <a:pt x="198" y="236"/>
                  <a:pt x="198" y="236"/>
                </a:cubicBezTo>
                <a:cubicBezTo>
                  <a:pt x="196" y="239"/>
                  <a:pt x="192" y="242"/>
                  <a:pt x="187" y="245"/>
                </a:cubicBezTo>
                <a:cubicBezTo>
                  <a:pt x="181" y="247"/>
                  <a:pt x="175" y="249"/>
                  <a:pt x="169" y="249"/>
                </a:cubicBezTo>
                <a:cubicBezTo>
                  <a:pt x="142" y="249"/>
                  <a:pt x="130" y="226"/>
                  <a:pt x="130" y="210"/>
                </a:cubicBezTo>
                <a:cubicBezTo>
                  <a:pt x="130" y="187"/>
                  <a:pt x="147" y="169"/>
                  <a:pt x="169" y="169"/>
                </a:cubicBezTo>
                <a:cubicBezTo>
                  <a:pt x="174" y="169"/>
                  <a:pt x="180" y="170"/>
                  <a:pt x="185" y="173"/>
                </a:cubicBezTo>
                <a:cubicBezTo>
                  <a:pt x="190" y="175"/>
                  <a:pt x="194" y="178"/>
                  <a:pt x="198" y="182"/>
                </a:cubicBezTo>
                <a:cubicBezTo>
                  <a:pt x="200" y="184"/>
                  <a:pt x="200" y="184"/>
                  <a:pt x="200" y="184"/>
                </a:cubicBezTo>
                <a:cubicBezTo>
                  <a:pt x="200" y="166"/>
                  <a:pt x="200" y="166"/>
                  <a:pt x="200" y="166"/>
                </a:cubicBezTo>
                <a:cubicBezTo>
                  <a:pt x="200" y="166"/>
                  <a:pt x="200" y="166"/>
                  <a:pt x="200" y="166"/>
                </a:cubicBezTo>
                <a:cubicBezTo>
                  <a:pt x="191" y="159"/>
                  <a:pt x="181" y="156"/>
                  <a:pt x="169" y="156"/>
                </a:cubicBezTo>
                <a:close/>
                <a:moveTo>
                  <a:pt x="437" y="209"/>
                </a:moveTo>
                <a:cubicBezTo>
                  <a:pt x="437" y="225"/>
                  <a:pt x="431" y="238"/>
                  <a:pt x="419" y="249"/>
                </a:cubicBezTo>
                <a:cubicBezTo>
                  <a:pt x="409" y="257"/>
                  <a:pt x="399" y="261"/>
                  <a:pt x="382" y="261"/>
                </a:cubicBezTo>
                <a:cubicBezTo>
                  <a:pt x="360" y="261"/>
                  <a:pt x="360" y="261"/>
                  <a:pt x="360" y="261"/>
                </a:cubicBezTo>
                <a:cubicBezTo>
                  <a:pt x="360" y="157"/>
                  <a:pt x="360" y="157"/>
                  <a:pt x="360" y="157"/>
                </a:cubicBezTo>
                <a:cubicBezTo>
                  <a:pt x="382" y="157"/>
                  <a:pt x="382" y="157"/>
                  <a:pt x="382" y="157"/>
                </a:cubicBezTo>
                <a:cubicBezTo>
                  <a:pt x="393" y="157"/>
                  <a:pt x="407" y="159"/>
                  <a:pt x="420" y="170"/>
                </a:cubicBezTo>
                <a:cubicBezTo>
                  <a:pt x="426" y="175"/>
                  <a:pt x="437" y="187"/>
                  <a:pt x="437" y="209"/>
                </a:cubicBezTo>
                <a:close/>
                <a:moveTo>
                  <a:pt x="423" y="209"/>
                </a:moveTo>
                <a:cubicBezTo>
                  <a:pt x="423" y="186"/>
                  <a:pt x="407" y="171"/>
                  <a:pt x="382" y="171"/>
                </a:cubicBezTo>
                <a:cubicBezTo>
                  <a:pt x="374" y="171"/>
                  <a:pt x="374" y="171"/>
                  <a:pt x="374" y="171"/>
                </a:cubicBezTo>
                <a:cubicBezTo>
                  <a:pt x="374" y="247"/>
                  <a:pt x="374" y="247"/>
                  <a:pt x="374" y="247"/>
                </a:cubicBezTo>
                <a:cubicBezTo>
                  <a:pt x="382" y="247"/>
                  <a:pt x="382" y="247"/>
                  <a:pt x="382" y="247"/>
                </a:cubicBezTo>
                <a:cubicBezTo>
                  <a:pt x="390" y="247"/>
                  <a:pt x="401" y="246"/>
                  <a:pt x="410" y="239"/>
                </a:cubicBezTo>
                <a:cubicBezTo>
                  <a:pt x="416" y="234"/>
                  <a:pt x="423" y="224"/>
                  <a:pt x="423" y="209"/>
                </a:cubicBezTo>
                <a:close/>
                <a:moveTo>
                  <a:pt x="479" y="261"/>
                </a:moveTo>
                <a:cubicBezTo>
                  <a:pt x="541" y="261"/>
                  <a:pt x="541" y="261"/>
                  <a:pt x="541" y="261"/>
                </a:cubicBezTo>
                <a:cubicBezTo>
                  <a:pt x="541" y="247"/>
                  <a:pt x="541" y="247"/>
                  <a:pt x="541" y="247"/>
                </a:cubicBezTo>
                <a:cubicBezTo>
                  <a:pt x="493" y="247"/>
                  <a:pt x="493" y="247"/>
                  <a:pt x="493" y="247"/>
                </a:cubicBezTo>
                <a:cubicBezTo>
                  <a:pt x="493" y="211"/>
                  <a:pt x="493" y="211"/>
                  <a:pt x="493" y="211"/>
                </a:cubicBezTo>
                <a:cubicBezTo>
                  <a:pt x="535" y="211"/>
                  <a:pt x="535" y="211"/>
                  <a:pt x="535" y="211"/>
                </a:cubicBezTo>
                <a:cubicBezTo>
                  <a:pt x="535" y="198"/>
                  <a:pt x="535" y="198"/>
                  <a:pt x="535" y="198"/>
                </a:cubicBezTo>
                <a:cubicBezTo>
                  <a:pt x="493" y="198"/>
                  <a:pt x="493" y="198"/>
                  <a:pt x="493" y="198"/>
                </a:cubicBezTo>
                <a:cubicBezTo>
                  <a:pt x="493" y="171"/>
                  <a:pt x="493" y="171"/>
                  <a:pt x="493" y="171"/>
                </a:cubicBezTo>
                <a:cubicBezTo>
                  <a:pt x="541" y="171"/>
                  <a:pt x="541" y="171"/>
                  <a:pt x="541" y="171"/>
                </a:cubicBezTo>
                <a:cubicBezTo>
                  <a:pt x="541" y="157"/>
                  <a:pt x="541" y="157"/>
                  <a:pt x="541" y="157"/>
                </a:cubicBezTo>
                <a:cubicBezTo>
                  <a:pt x="479" y="157"/>
                  <a:pt x="479" y="157"/>
                  <a:pt x="479" y="157"/>
                </a:cubicBezTo>
                <a:lnTo>
                  <a:pt x="479" y="261"/>
                </a:lnTo>
                <a:close/>
                <a:moveTo>
                  <a:pt x="805" y="261"/>
                </a:moveTo>
                <a:cubicBezTo>
                  <a:pt x="866" y="261"/>
                  <a:pt x="866" y="261"/>
                  <a:pt x="866" y="261"/>
                </a:cubicBezTo>
                <a:cubicBezTo>
                  <a:pt x="866" y="247"/>
                  <a:pt x="866" y="247"/>
                  <a:pt x="866" y="247"/>
                </a:cubicBezTo>
                <a:cubicBezTo>
                  <a:pt x="819" y="247"/>
                  <a:pt x="819" y="247"/>
                  <a:pt x="819" y="247"/>
                </a:cubicBezTo>
                <a:cubicBezTo>
                  <a:pt x="819" y="211"/>
                  <a:pt x="819" y="211"/>
                  <a:pt x="819" y="211"/>
                </a:cubicBezTo>
                <a:cubicBezTo>
                  <a:pt x="860" y="211"/>
                  <a:pt x="860" y="211"/>
                  <a:pt x="860" y="211"/>
                </a:cubicBezTo>
                <a:cubicBezTo>
                  <a:pt x="860" y="198"/>
                  <a:pt x="860" y="198"/>
                  <a:pt x="860" y="198"/>
                </a:cubicBezTo>
                <a:cubicBezTo>
                  <a:pt x="819" y="198"/>
                  <a:pt x="819" y="198"/>
                  <a:pt x="819" y="198"/>
                </a:cubicBezTo>
                <a:cubicBezTo>
                  <a:pt x="819" y="171"/>
                  <a:pt x="819" y="171"/>
                  <a:pt x="819" y="171"/>
                </a:cubicBezTo>
                <a:cubicBezTo>
                  <a:pt x="866" y="171"/>
                  <a:pt x="866" y="171"/>
                  <a:pt x="866" y="171"/>
                </a:cubicBezTo>
                <a:cubicBezTo>
                  <a:pt x="866" y="157"/>
                  <a:pt x="866" y="157"/>
                  <a:pt x="866" y="157"/>
                </a:cubicBezTo>
                <a:cubicBezTo>
                  <a:pt x="805" y="157"/>
                  <a:pt x="805" y="157"/>
                  <a:pt x="805" y="157"/>
                </a:cubicBezTo>
                <a:lnTo>
                  <a:pt x="805" y="261"/>
                </a:lnTo>
                <a:close/>
                <a:moveTo>
                  <a:pt x="634" y="235"/>
                </a:moveTo>
                <a:cubicBezTo>
                  <a:pt x="595" y="149"/>
                  <a:pt x="595" y="149"/>
                  <a:pt x="595" y="149"/>
                </a:cubicBezTo>
                <a:cubicBezTo>
                  <a:pt x="578" y="261"/>
                  <a:pt x="578" y="261"/>
                  <a:pt x="578" y="261"/>
                </a:cubicBezTo>
                <a:cubicBezTo>
                  <a:pt x="592" y="261"/>
                  <a:pt x="592" y="261"/>
                  <a:pt x="592" y="261"/>
                </a:cubicBezTo>
                <a:cubicBezTo>
                  <a:pt x="601" y="194"/>
                  <a:pt x="601" y="194"/>
                  <a:pt x="601" y="194"/>
                </a:cubicBezTo>
                <a:cubicBezTo>
                  <a:pt x="634" y="267"/>
                  <a:pt x="634" y="267"/>
                  <a:pt x="634" y="267"/>
                </a:cubicBezTo>
                <a:cubicBezTo>
                  <a:pt x="668" y="194"/>
                  <a:pt x="668" y="194"/>
                  <a:pt x="668" y="194"/>
                </a:cubicBezTo>
                <a:cubicBezTo>
                  <a:pt x="677" y="261"/>
                  <a:pt x="677" y="261"/>
                  <a:pt x="677" y="261"/>
                </a:cubicBezTo>
                <a:cubicBezTo>
                  <a:pt x="691" y="261"/>
                  <a:pt x="691" y="261"/>
                  <a:pt x="691" y="261"/>
                </a:cubicBezTo>
                <a:cubicBezTo>
                  <a:pt x="674" y="148"/>
                  <a:pt x="674" y="148"/>
                  <a:pt x="674" y="148"/>
                </a:cubicBezTo>
                <a:lnTo>
                  <a:pt x="634" y="235"/>
                </a:lnTo>
                <a:close/>
                <a:moveTo>
                  <a:pt x="737" y="261"/>
                </a:moveTo>
                <a:cubicBezTo>
                  <a:pt x="751" y="261"/>
                  <a:pt x="751" y="261"/>
                  <a:pt x="751" y="261"/>
                </a:cubicBezTo>
                <a:cubicBezTo>
                  <a:pt x="751" y="157"/>
                  <a:pt x="751" y="157"/>
                  <a:pt x="751" y="157"/>
                </a:cubicBezTo>
                <a:cubicBezTo>
                  <a:pt x="737" y="157"/>
                  <a:pt x="737" y="157"/>
                  <a:pt x="737" y="157"/>
                </a:cubicBezTo>
                <a:lnTo>
                  <a:pt x="737" y="261"/>
                </a:lnTo>
                <a:close/>
                <a:moveTo>
                  <a:pt x="955" y="211"/>
                </a:moveTo>
                <a:cubicBezTo>
                  <a:pt x="950" y="207"/>
                  <a:pt x="945" y="204"/>
                  <a:pt x="939" y="201"/>
                </a:cubicBezTo>
                <a:cubicBezTo>
                  <a:pt x="929" y="197"/>
                  <a:pt x="929" y="197"/>
                  <a:pt x="929" y="197"/>
                </a:cubicBezTo>
                <a:cubicBezTo>
                  <a:pt x="925" y="195"/>
                  <a:pt x="922" y="194"/>
                  <a:pt x="919" y="191"/>
                </a:cubicBezTo>
                <a:cubicBezTo>
                  <a:pt x="916" y="189"/>
                  <a:pt x="916" y="187"/>
                  <a:pt x="916" y="183"/>
                </a:cubicBezTo>
                <a:cubicBezTo>
                  <a:pt x="916" y="175"/>
                  <a:pt x="922" y="169"/>
                  <a:pt x="931" y="169"/>
                </a:cubicBezTo>
                <a:cubicBezTo>
                  <a:pt x="936" y="169"/>
                  <a:pt x="940" y="171"/>
                  <a:pt x="942" y="172"/>
                </a:cubicBezTo>
                <a:cubicBezTo>
                  <a:pt x="944" y="174"/>
                  <a:pt x="946" y="177"/>
                  <a:pt x="947" y="179"/>
                </a:cubicBezTo>
                <a:cubicBezTo>
                  <a:pt x="948" y="181"/>
                  <a:pt x="948" y="181"/>
                  <a:pt x="948" y="181"/>
                </a:cubicBezTo>
                <a:cubicBezTo>
                  <a:pt x="959" y="173"/>
                  <a:pt x="959" y="173"/>
                  <a:pt x="959" y="173"/>
                </a:cubicBezTo>
                <a:cubicBezTo>
                  <a:pt x="958" y="172"/>
                  <a:pt x="958" y="172"/>
                  <a:pt x="958" y="172"/>
                </a:cubicBezTo>
                <a:cubicBezTo>
                  <a:pt x="956" y="167"/>
                  <a:pt x="952" y="163"/>
                  <a:pt x="948" y="161"/>
                </a:cubicBezTo>
                <a:cubicBezTo>
                  <a:pt x="943" y="157"/>
                  <a:pt x="938" y="156"/>
                  <a:pt x="931" y="156"/>
                </a:cubicBezTo>
                <a:cubicBezTo>
                  <a:pt x="914" y="156"/>
                  <a:pt x="902" y="167"/>
                  <a:pt x="902" y="183"/>
                </a:cubicBezTo>
                <a:cubicBezTo>
                  <a:pt x="902" y="190"/>
                  <a:pt x="904" y="195"/>
                  <a:pt x="909" y="200"/>
                </a:cubicBezTo>
                <a:cubicBezTo>
                  <a:pt x="913" y="205"/>
                  <a:pt x="918" y="207"/>
                  <a:pt x="922" y="209"/>
                </a:cubicBezTo>
                <a:cubicBezTo>
                  <a:pt x="932" y="213"/>
                  <a:pt x="932" y="213"/>
                  <a:pt x="932" y="213"/>
                </a:cubicBezTo>
                <a:cubicBezTo>
                  <a:pt x="937" y="215"/>
                  <a:pt x="941" y="217"/>
                  <a:pt x="944" y="220"/>
                </a:cubicBezTo>
                <a:cubicBezTo>
                  <a:pt x="947" y="223"/>
                  <a:pt x="948" y="226"/>
                  <a:pt x="948" y="231"/>
                </a:cubicBezTo>
                <a:cubicBezTo>
                  <a:pt x="948" y="240"/>
                  <a:pt x="942" y="249"/>
                  <a:pt x="929" y="249"/>
                </a:cubicBezTo>
                <a:cubicBezTo>
                  <a:pt x="924" y="249"/>
                  <a:pt x="919" y="247"/>
                  <a:pt x="916" y="244"/>
                </a:cubicBezTo>
                <a:cubicBezTo>
                  <a:pt x="913" y="241"/>
                  <a:pt x="911" y="236"/>
                  <a:pt x="910" y="232"/>
                </a:cubicBezTo>
                <a:cubicBezTo>
                  <a:pt x="910" y="230"/>
                  <a:pt x="910" y="230"/>
                  <a:pt x="910" y="230"/>
                </a:cubicBezTo>
                <a:cubicBezTo>
                  <a:pt x="896" y="234"/>
                  <a:pt x="896" y="234"/>
                  <a:pt x="896" y="234"/>
                </a:cubicBezTo>
                <a:cubicBezTo>
                  <a:pt x="897" y="235"/>
                  <a:pt x="897" y="235"/>
                  <a:pt x="897" y="235"/>
                </a:cubicBezTo>
                <a:cubicBezTo>
                  <a:pt x="898" y="243"/>
                  <a:pt x="902" y="249"/>
                  <a:pt x="906" y="254"/>
                </a:cubicBezTo>
                <a:cubicBezTo>
                  <a:pt x="912" y="260"/>
                  <a:pt x="920" y="262"/>
                  <a:pt x="929" y="262"/>
                </a:cubicBezTo>
                <a:cubicBezTo>
                  <a:pt x="948" y="262"/>
                  <a:pt x="962" y="249"/>
                  <a:pt x="962" y="230"/>
                </a:cubicBezTo>
                <a:cubicBezTo>
                  <a:pt x="962" y="222"/>
                  <a:pt x="960" y="216"/>
                  <a:pt x="955" y="211"/>
                </a:cubicBezTo>
                <a:close/>
                <a:moveTo>
                  <a:pt x="0" y="261"/>
                </a:moveTo>
                <a:cubicBezTo>
                  <a:pt x="15" y="261"/>
                  <a:pt x="15" y="261"/>
                  <a:pt x="15" y="261"/>
                </a:cubicBezTo>
                <a:cubicBezTo>
                  <a:pt x="48" y="184"/>
                  <a:pt x="48" y="184"/>
                  <a:pt x="48" y="184"/>
                </a:cubicBezTo>
                <a:cubicBezTo>
                  <a:pt x="79" y="260"/>
                  <a:pt x="79" y="260"/>
                  <a:pt x="79" y="260"/>
                </a:cubicBezTo>
                <a:cubicBezTo>
                  <a:pt x="80" y="261"/>
                  <a:pt x="80" y="261"/>
                  <a:pt x="80" y="261"/>
                </a:cubicBezTo>
                <a:cubicBezTo>
                  <a:pt x="95" y="261"/>
                  <a:pt x="95" y="261"/>
                  <a:pt x="95" y="261"/>
                </a:cubicBezTo>
                <a:cubicBezTo>
                  <a:pt x="48" y="151"/>
                  <a:pt x="48" y="151"/>
                  <a:pt x="48" y="151"/>
                </a:cubicBezTo>
                <a:lnTo>
                  <a:pt x="0" y="261"/>
                </a:lnTo>
                <a:close/>
                <a:moveTo>
                  <a:pt x="229" y="261"/>
                </a:moveTo>
                <a:cubicBezTo>
                  <a:pt x="244" y="261"/>
                  <a:pt x="244" y="261"/>
                  <a:pt x="244" y="261"/>
                </a:cubicBezTo>
                <a:cubicBezTo>
                  <a:pt x="277" y="184"/>
                  <a:pt x="277" y="184"/>
                  <a:pt x="277" y="184"/>
                </a:cubicBezTo>
                <a:cubicBezTo>
                  <a:pt x="309" y="260"/>
                  <a:pt x="309" y="260"/>
                  <a:pt x="309" y="260"/>
                </a:cubicBezTo>
                <a:cubicBezTo>
                  <a:pt x="309" y="261"/>
                  <a:pt x="309" y="261"/>
                  <a:pt x="309" y="261"/>
                </a:cubicBezTo>
                <a:cubicBezTo>
                  <a:pt x="324" y="261"/>
                  <a:pt x="324" y="261"/>
                  <a:pt x="324" y="261"/>
                </a:cubicBezTo>
                <a:cubicBezTo>
                  <a:pt x="277" y="151"/>
                  <a:pt x="277" y="151"/>
                  <a:pt x="277" y="151"/>
                </a:cubicBezTo>
                <a:lnTo>
                  <a:pt x="229" y="261"/>
                </a:lnTo>
                <a:close/>
                <a:moveTo>
                  <a:pt x="1071" y="11"/>
                </a:moveTo>
                <a:cubicBezTo>
                  <a:pt x="1071" y="18"/>
                  <a:pt x="1071" y="18"/>
                  <a:pt x="1071" y="18"/>
                </a:cubicBezTo>
                <a:cubicBezTo>
                  <a:pt x="1075" y="18"/>
                  <a:pt x="1075" y="18"/>
                  <a:pt x="1075" y="18"/>
                </a:cubicBezTo>
                <a:cubicBezTo>
                  <a:pt x="1077" y="9"/>
                  <a:pt x="1077" y="9"/>
                  <a:pt x="1077" y="9"/>
                </a:cubicBezTo>
                <a:cubicBezTo>
                  <a:pt x="1076" y="8"/>
                  <a:pt x="1074" y="7"/>
                  <a:pt x="1072" y="6"/>
                </a:cubicBezTo>
                <a:cubicBezTo>
                  <a:pt x="1070" y="6"/>
                  <a:pt x="1067" y="6"/>
                  <a:pt x="1064" y="6"/>
                </a:cubicBezTo>
                <a:cubicBezTo>
                  <a:pt x="1061" y="6"/>
                  <a:pt x="1058" y="6"/>
                  <a:pt x="1056" y="7"/>
                </a:cubicBezTo>
                <a:cubicBezTo>
                  <a:pt x="1053" y="9"/>
                  <a:pt x="1051" y="10"/>
                  <a:pt x="1049" y="12"/>
                </a:cubicBezTo>
                <a:cubicBezTo>
                  <a:pt x="1048" y="14"/>
                  <a:pt x="1047" y="17"/>
                  <a:pt x="1047" y="20"/>
                </a:cubicBezTo>
                <a:cubicBezTo>
                  <a:pt x="1047" y="22"/>
                  <a:pt x="1048" y="24"/>
                  <a:pt x="1049" y="26"/>
                </a:cubicBezTo>
                <a:cubicBezTo>
                  <a:pt x="1050" y="28"/>
                  <a:pt x="1051" y="30"/>
                  <a:pt x="1053" y="31"/>
                </a:cubicBezTo>
                <a:cubicBezTo>
                  <a:pt x="1055" y="32"/>
                  <a:pt x="1057" y="34"/>
                  <a:pt x="1059" y="35"/>
                </a:cubicBezTo>
                <a:cubicBezTo>
                  <a:pt x="1062" y="37"/>
                  <a:pt x="1064" y="39"/>
                  <a:pt x="1066" y="40"/>
                </a:cubicBezTo>
                <a:cubicBezTo>
                  <a:pt x="1067" y="42"/>
                  <a:pt x="1068" y="44"/>
                  <a:pt x="1068" y="47"/>
                </a:cubicBezTo>
                <a:cubicBezTo>
                  <a:pt x="1068" y="49"/>
                  <a:pt x="1067" y="52"/>
                  <a:pt x="1065" y="53"/>
                </a:cubicBezTo>
                <a:cubicBezTo>
                  <a:pt x="1062" y="55"/>
                  <a:pt x="1060" y="56"/>
                  <a:pt x="1057" y="56"/>
                </a:cubicBezTo>
                <a:cubicBezTo>
                  <a:pt x="1055" y="56"/>
                  <a:pt x="1053" y="56"/>
                  <a:pt x="1052" y="55"/>
                </a:cubicBezTo>
                <a:cubicBezTo>
                  <a:pt x="1050" y="55"/>
                  <a:pt x="1049" y="54"/>
                  <a:pt x="1048" y="54"/>
                </a:cubicBezTo>
                <a:cubicBezTo>
                  <a:pt x="1048" y="46"/>
                  <a:pt x="1048" y="46"/>
                  <a:pt x="1048" y="46"/>
                </a:cubicBezTo>
                <a:cubicBezTo>
                  <a:pt x="1044" y="46"/>
                  <a:pt x="1044" y="46"/>
                  <a:pt x="1044" y="46"/>
                </a:cubicBezTo>
                <a:cubicBezTo>
                  <a:pt x="1042" y="56"/>
                  <a:pt x="1042" y="56"/>
                  <a:pt x="1042" y="56"/>
                </a:cubicBezTo>
                <a:cubicBezTo>
                  <a:pt x="1043" y="57"/>
                  <a:pt x="1045" y="58"/>
                  <a:pt x="1048" y="58"/>
                </a:cubicBezTo>
                <a:cubicBezTo>
                  <a:pt x="1051" y="59"/>
                  <a:pt x="1054" y="59"/>
                  <a:pt x="1057" y="59"/>
                </a:cubicBezTo>
                <a:cubicBezTo>
                  <a:pt x="1060" y="59"/>
                  <a:pt x="1063" y="59"/>
                  <a:pt x="1066" y="57"/>
                </a:cubicBezTo>
                <a:cubicBezTo>
                  <a:pt x="1069" y="56"/>
                  <a:pt x="1071" y="54"/>
                  <a:pt x="1073" y="52"/>
                </a:cubicBezTo>
                <a:cubicBezTo>
                  <a:pt x="1074" y="50"/>
                  <a:pt x="1075" y="47"/>
                  <a:pt x="1075" y="44"/>
                </a:cubicBezTo>
                <a:cubicBezTo>
                  <a:pt x="1075" y="42"/>
                  <a:pt x="1074" y="40"/>
                  <a:pt x="1073" y="38"/>
                </a:cubicBezTo>
                <a:cubicBezTo>
                  <a:pt x="1072" y="36"/>
                  <a:pt x="1071" y="35"/>
                  <a:pt x="1069" y="34"/>
                </a:cubicBezTo>
                <a:cubicBezTo>
                  <a:pt x="1068" y="32"/>
                  <a:pt x="1066" y="31"/>
                  <a:pt x="1064" y="29"/>
                </a:cubicBezTo>
                <a:cubicBezTo>
                  <a:pt x="1060" y="27"/>
                  <a:pt x="1058" y="25"/>
                  <a:pt x="1056" y="24"/>
                </a:cubicBezTo>
                <a:cubicBezTo>
                  <a:pt x="1055" y="22"/>
                  <a:pt x="1054" y="20"/>
                  <a:pt x="1054" y="17"/>
                </a:cubicBezTo>
                <a:cubicBezTo>
                  <a:pt x="1054" y="15"/>
                  <a:pt x="1055" y="13"/>
                  <a:pt x="1057" y="11"/>
                </a:cubicBezTo>
                <a:cubicBezTo>
                  <a:pt x="1059" y="10"/>
                  <a:pt x="1061" y="9"/>
                  <a:pt x="1064" y="9"/>
                </a:cubicBezTo>
                <a:cubicBezTo>
                  <a:pt x="1065" y="9"/>
                  <a:pt x="1067" y="9"/>
                  <a:pt x="1068" y="10"/>
                </a:cubicBezTo>
                <a:cubicBezTo>
                  <a:pt x="1069" y="10"/>
                  <a:pt x="1070" y="10"/>
                  <a:pt x="1071" y="11"/>
                </a:cubicBezTo>
                <a:close/>
                <a:moveTo>
                  <a:pt x="1107" y="27"/>
                </a:moveTo>
                <a:cubicBezTo>
                  <a:pt x="1108" y="27"/>
                  <a:pt x="1108" y="27"/>
                  <a:pt x="1108" y="27"/>
                </a:cubicBezTo>
                <a:cubicBezTo>
                  <a:pt x="1110" y="20"/>
                  <a:pt x="1110" y="20"/>
                  <a:pt x="1110" y="20"/>
                </a:cubicBezTo>
                <a:cubicBezTo>
                  <a:pt x="1109" y="20"/>
                  <a:pt x="1108" y="19"/>
                  <a:pt x="1107" y="19"/>
                </a:cubicBezTo>
                <a:cubicBezTo>
                  <a:pt x="1105" y="19"/>
                  <a:pt x="1104" y="19"/>
                  <a:pt x="1102" y="19"/>
                </a:cubicBezTo>
                <a:cubicBezTo>
                  <a:pt x="1098" y="19"/>
                  <a:pt x="1094" y="20"/>
                  <a:pt x="1091" y="22"/>
                </a:cubicBezTo>
                <a:cubicBezTo>
                  <a:pt x="1088" y="25"/>
                  <a:pt x="1086" y="28"/>
                  <a:pt x="1084" y="32"/>
                </a:cubicBezTo>
                <a:cubicBezTo>
                  <a:pt x="1083" y="36"/>
                  <a:pt x="1082" y="40"/>
                  <a:pt x="1082" y="43"/>
                </a:cubicBezTo>
                <a:cubicBezTo>
                  <a:pt x="1082" y="48"/>
                  <a:pt x="1083" y="52"/>
                  <a:pt x="1085" y="55"/>
                </a:cubicBezTo>
                <a:cubicBezTo>
                  <a:pt x="1087" y="58"/>
                  <a:pt x="1091" y="59"/>
                  <a:pt x="1094" y="59"/>
                </a:cubicBezTo>
                <a:cubicBezTo>
                  <a:pt x="1098" y="59"/>
                  <a:pt x="1100" y="59"/>
                  <a:pt x="1102" y="57"/>
                </a:cubicBezTo>
                <a:cubicBezTo>
                  <a:pt x="1105" y="56"/>
                  <a:pt x="1106" y="54"/>
                  <a:pt x="1108" y="53"/>
                </a:cubicBezTo>
                <a:cubicBezTo>
                  <a:pt x="1106" y="50"/>
                  <a:pt x="1106" y="50"/>
                  <a:pt x="1106" y="50"/>
                </a:cubicBezTo>
                <a:cubicBezTo>
                  <a:pt x="1105" y="52"/>
                  <a:pt x="1103" y="53"/>
                  <a:pt x="1102" y="54"/>
                </a:cubicBezTo>
                <a:cubicBezTo>
                  <a:pt x="1100" y="54"/>
                  <a:pt x="1099" y="55"/>
                  <a:pt x="1097" y="55"/>
                </a:cubicBezTo>
                <a:cubicBezTo>
                  <a:pt x="1094" y="55"/>
                  <a:pt x="1092" y="54"/>
                  <a:pt x="1091" y="52"/>
                </a:cubicBezTo>
                <a:cubicBezTo>
                  <a:pt x="1090" y="50"/>
                  <a:pt x="1089" y="47"/>
                  <a:pt x="1089" y="43"/>
                </a:cubicBezTo>
                <a:cubicBezTo>
                  <a:pt x="1089" y="39"/>
                  <a:pt x="1090" y="35"/>
                  <a:pt x="1091" y="32"/>
                </a:cubicBezTo>
                <a:cubicBezTo>
                  <a:pt x="1092" y="30"/>
                  <a:pt x="1093" y="27"/>
                  <a:pt x="1095" y="26"/>
                </a:cubicBezTo>
                <a:cubicBezTo>
                  <a:pt x="1097" y="24"/>
                  <a:pt x="1099" y="23"/>
                  <a:pt x="1101" y="23"/>
                </a:cubicBezTo>
                <a:cubicBezTo>
                  <a:pt x="1102" y="23"/>
                  <a:pt x="1105" y="24"/>
                  <a:pt x="1107" y="27"/>
                </a:cubicBezTo>
                <a:close/>
                <a:moveTo>
                  <a:pt x="1124" y="52"/>
                </a:moveTo>
                <a:cubicBezTo>
                  <a:pt x="1129" y="19"/>
                  <a:pt x="1129" y="19"/>
                  <a:pt x="1129" y="19"/>
                </a:cubicBezTo>
                <a:cubicBezTo>
                  <a:pt x="1128" y="19"/>
                  <a:pt x="1128" y="19"/>
                  <a:pt x="1128" y="19"/>
                </a:cubicBezTo>
                <a:cubicBezTo>
                  <a:pt x="1118" y="20"/>
                  <a:pt x="1118" y="20"/>
                  <a:pt x="1118" y="20"/>
                </a:cubicBezTo>
                <a:cubicBezTo>
                  <a:pt x="1117" y="23"/>
                  <a:pt x="1117" y="23"/>
                  <a:pt x="1117" y="23"/>
                </a:cubicBezTo>
                <a:cubicBezTo>
                  <a:pt x="1122" y="24"/>
                  <a:pt x="1122" y="24"/>
                  <a:pt x="1122" y="24"/>
                </a:cubicBezTo>
                <a:cubicBezTo>
                  <a:pt x="1121" y="31"/>
                  <a:pt x="1120" y="37"/>
                  <a:pt x="1119" y="41"/>
                </a:cubicBezTo>
                <a:cubicBezTo>
                  <a:pt x="1118" y="49"/>
                  <a:pt x="1117" y="54"/>
                  <a:pt x="1117" y="55"/>
                </a:cubicBezTo>
                <a:cubicBezTo>
                  <a:pt x="1117" y="56"/>
                  <a:pt x="1118" y="57"/>
                  <a:pt x="1118" y="58"/>
                </a:cubicBezTo>
                <a:cubicBezTo>
                  <a:pt x="1119" y="59"/>
                  <a:pt x="1120" y="59"/>
                  <a:pt x="1122" y="59"/>
                </a:cubicBezTo>
                <a:cubicBezTo>
                  <a:pt x="1124" y="59"/>
                  <a:pt x="1125" y="59"/>
                  <a:pt x="1127" y="58"/>
                </a:cubicBezTo>
                <a:cubicBezTo>
                  <a:pt x="1128" y="57"/>
                  <a:pt x="1129" y="55"/>
                  <a:pt x="1130" y="54"/>
                </a:cubicBezTo>
                <a:cubicBezTo>
                  <a:pt x="1129" y="53"/>
                  <a:pt x="1129" y="53"/>
                  <a:pt x="1129" y="53"/>
                </a:cubicBezTo>
                <a:cubicBezTo>
                  <a:pt x="1128" y="54"/>
                  <a:pt x="1128" y="54"/>
                  <a:pt x="1127" y="54"/>
                </a:cubicBezTo>
                <a:cubicBezTo>
                  <a:pt x="1126" y="55"/>
                  <a:pt x="1126" y="55"/>
                  <a:pt x="1125" y="55"/>
                </a:cubicBezTo>
                <a:cubicBezTo>
                  <a:pt x="1125" y="55"/>
                  <a:pt x="1125" y="55"/>
                  <a:pt x="1125" y="54"/>
                </a:cubicBezTo>
                <a:cubicBezTo>
                  <a:pt x="1124" y="54"/>
                  <a:pt x="1124" y="54"/>
                  <a:pt x="1124" y="53"/>
                </a:cubicBezTo>
                <a:lnTo>
                  <a:pt x="1124" y="52"/>
                </a:lnTo>
                <a:close/>
                <a:moveTo>
                  <a:pt x="1127" y="11"/>
                </a:moveTo>
                <a:cubicBezTo>
                  <a:pt x="1128" y="11"/>
                  <a:pt x="1129" y="11"/>
                  <a:pt x="1130" y="10"/>
                </a:cubicBezTo>
                <a:cubicBezTo>
                  <a:pt x="1131" y="9"/>
                  <a:pt x="1131" y="7"/>
                  <a:pt x="1131" y="6"/>
                </a:cubicBezTo>
                <a:cubicBezTo>
                  <a:pt x="1131" y="5"/>
                  <a:pt x="1131" y="4"/>
                  <a:pt x="1130" y="3"/>
                </a:cubicBezTo>
                <a:cubicBezTo>
                  <a:pt x="1130" y="3"/>
                  <a:pt x="1129" y="2"/>
                  <a:pt x="1128" y="2"/>
                </a:cubicBezTo>
                <a:cubicBezTo>
                  <a:pt x="1126" y="2"/>
                  <a:pt x="1125" y="3"/>
                  <a:pt x="1124" y="4"/>
                </a:cubicBezTo>
                <a:cubicBezTo>
                  <a:pt x="1123" y="5"/>
                  <a:pt x="1123" y="6"/>
                  <a:pt x="1123" y="7"/>
                </a:cubicBezTo>
                <a:cubicBezTo>
                  <a:pt x="1123" y="8"/>
                  <a:pt x="1123" y="9"/>
                  <a:pt x="1124" y="10"/>
                </a:cubicBezTo>
                <a:cubicBezTo>
                  <a:pt x="1125" y="11"/>
                  <a:pt x="1126" y="11"/>
                  <a:pt x="1127" y="11"/>
                </a:cubicBezTo>
                <a:close/>
                <a:moveTo>
                  <a:pt x="1166" y="52"/>
                </a:moveTo>
                <a:cubicBezTo>
                  <a:pt x="1165" y="49"/>
                  <a:pt x="1165" y="49"/>
                  <a:pt x="1165" y="49"/>
                </a:cubicBezTo>
                <a:cubicBezTo>
                  <a:pt x="1163" y="51"/>
                  <a:pt x="1161" y="52"/>
                  <a:pt x="1159" y="53"/>
                </a:cubicBezTo>
                <a:cubicBezTo>
                  <a:pt x="1157" y="54"/>
                  <a:pt x="1155" y="55"/>
                  <a:pt x="1153" y="55"/>
                </a:cubicBezTo>
                <a:cubicBezTo>
                  <a:pt x="1150" y="55"/>
                  <a:pt x="1148" y="54"/>
                  <a:pt x="1147" y="51"/>
                </a:cubicBezTo>
                <a:cubicBezTo>
                  <a:pt x="1145" y="49"/>
                  <a:pt x="1145" y="46"/>
                  <a:pt x="1145" y="43"/>
                </a:cubicBezTo>
                <a:cubicBezTo>
                  <a:pt x="1148" y="43"/>
                  <a:pt x="1151" y="42"/>
                  <a:pt x="1155" y="41"/>
                </a:cubicBezTo>
                <a:cubicBezTo>
                  <a:pt x="1158" y="40"/>
                  <a:pt x="1162" y="38"/>
                  <a:pt x="1164" y="36"/>
                </a:cubicBezTo>
                <a:cubicBezTo>
                  <a:pt x="1167" y="33"/>
                  <a:pt x="1168" y="31"/>
                  <a:pt x="1168" y="27"/>
                </a:cubicBezTo>
                <a:cubicBezTo>
                  <a:pt x="1168" y="25"/>
                  <a:pt x="1167" y="23"/>
                  <a:pt x="1166" y="21"/>
                </a:cubicBezTo>
                <a:cubicBezTo>
                  <a:pt x="1164" y="19"/>
                  <a:pt x="1162" y="19"/>
                  <a:pt x="1158" y="19"/>
                </a:cubicBezTo>
                <a:cubicBezTo>
                  <a:pt x="1154" y="19"/>
                  <a:pt x="1151" y="20"/>
                  <a:pt x="1148" y="22"/>
                </a:cubicBezTo>
                <a:cubicBezTo>
                  <a:pt x="1145" y="24"/>
                  <a:pt x="1142" y="28"/>
                  <a:pt x="1140" y="31"/>
                </a:cubicBezTo>
                <a:cubicBezTo>
                  <a:pt x="1138" y="35"/>
                  <a:pt x="1138" y="40"/>
                  <a:pt x="1138" y="44"/>
                </a:cubicBezTo>
                <a:cubicBezTo>
                  <a:pt x="1138" y="47"/>
                  <a:pt x="1138" y="49"/>
                  <a:pt x="1139" y="52"/>
                </a:cubicBezTo>
                <a:cubicBezTo>
                  <a:pt x="1140" y="54"/>
                  <a:pt x="1142" y="56"/>
                  <a:pt x="1144" y="57"/>
                </a:cubicBezTo>
                <a:cubicBezTo>
                  <a:pt x="1146" y="59"/>
                  <a:pt x="1148" y="59"/>
                  <a:pt x="1151" y="59"/>
                </a:cubicBezTo>
                <a:cubicBezTo>
                  <a:pt x="1155" y="59"/>
                  <a:pt x="1158" y="58"/>
                  <a:pt x="1160" y="57"/>
                </a:cubicBezTo>
                <a:cubicBezTo>
                  <a:pt x="1163" y="55"/>
                  <a:pt x="1165" y="54"/>
                  <a:pt x="1166" y="52"/>
                </a:cubicBezTo>
                <a:close/>
                <a:moveTo>
                  <a:pt x="1157" y="22"/>
                </a:moveTo>
                <a:cubicBezTo>
                  <a:pt x="1158" y="22"/>
                  <a:pt x="1159" y="23"/>
                  <a:pt x="1160" y="24"/>
                </a:cubicBezTo>
                <a:cubicBezTo>
                  <a:pt x="1161" y="25"/>
                  <a:pt x="1161" y="26"/>
                  <a:pt x="1161" y="28"/>
                </a:cubicBezTo>
                <a:cubicBezTo>
                  <a:pt x="1161" y="30"/>
                  <a:pt x="1161" y="32"/>
                  <a:pt x="1159" y="34"/>
                </a:cubicBezTo>
                <a:cubicBezTo>
                  <a:pt x="1157" y="35"/>
                  <a:pt x="1155" y="37"/>
                  <a:pt x="1152" y="38"/>
                </a:cubicBezTo>
                <a:cubicBezTo>
                  <a:pt x="1150" y="39"/>
                  <a:pt x="1147" y="39"/>
                  <a:pt x="1145" y="39"/>
                </a:cubicBezTo>
                <a:cubicBezTo>
                  <a:pt x="1145" y="37"/>
                  <a:pt x="1146" y="34"/>
                  <a:pt x="1147" y="32"/>
                </a:cubicBezTo>
                <a:cubicBezTo>
                  <a:pt x="1148" y="29"/>
                  <a:pt x="1149" y="27"/>
                  <a:pt x="1151" y="25"/>
                </a:cubicBezTo>
                <a:cubicBezTo>
                  <a:pt x="1152" y="23"/>
                  <a:pt x="1154" y="22"/>
                  <a:pt x="1157" y="22"/>
                </a:cubicBezTo>
                <a:close/>
                <a:moveTo>
                  <a:pt x="1187" y="28"/>
                </a:moveTo>
                <a:cubicBezTo>
                  <a:pt x="1188" y="19"/>
                  <a:pt x="1188" y="19"/>
                  <a:pt x="1188" y="19"/>
                </a:cubicBezTo>
                <a:cubicBezTo>
                  <a:pt x="1186" y="19"/>
                  <a:pt x="1186" y="19"/>
                  <a:pt x="1186" y="19"/>
                </a:cubicBezTo>
                <a:cubicBezTo>
                  <a:pt x="1178" y="20"/>
                  <a:pt x="1178" y="20"/>
                  <a:pt x="1178" y="20"/>
                </a:cubicBezTo>
                <a:cubicBezTo>
                  <a:pt x="1177" y="23"/>
                  <a:pt x="1177" y="23"/>
                  <a:pt x="1177" y="23"/>
                </a:cubicBezTo>
                <a:cubicBezTo>
                  <a:pt x="1180" y="25"/>
                  <a:pt x="1180" y="25"/>
                  <a:pt x="1180" y="25"/>
                </a:cubicBezTo>
                <a:cubicBezTo>
                  <a:pt x="1176" y="58"/>
                  <a:pt x="1176" y="58"/>
                  <a:pt x="1176" y="58"/>
                </a:cubicBezTo>
                <a:cubicBezTo>
                  <a:pt x="1183" y="58"/>
                  <a:pt x="1183" y="58"/>
                  <a:pt x="1183" y="58"/>
                </a:cubicBezTo>
                <a:cubicBezTo>
                  <a:pt x="1186" y="33"/>
                  <a:pt x="1186" y="33"/>
                  <a:pt x="1186" y="33"/>
                </a:cubicBezTo>
                <a:cubicBezTo>
                  <a:pt x="1188" y="31"/>
                  <a:pt x="1190" y="28"/>
                  <a:pt x="1192" y="26"/>
                </a:cubicBezTo>
                <a:cubicBezTo>
                  <a:pt x="1194" y="25"/>
                  <a:pt x="1196" y="24"/>
                  <a:pt x="1198" y="24"/>
                </a:cubicBezTo>
                <a:cubicBezTo>
                  <a:pt x="1200" y="24"/>
                  <a:pt x="1201" y="24"/>
                  <a:pt x="1202" y="25"/>
                </a:cubicBezTo>
                <a:cubicBezTo>
                  <a:pt x="1202" y="26"/>
                  <a:pt x="1203" y="27"/>
                  <a:pt x="1203" y="29"/>
                </a:cubicBezTo>
                <a:cubicBezTo>
                  <a:pt x="1203" y="31"/>
                  <a:pt x="1202" y="33"/>
                  <a:pt x="1202" y="35"/>
                </a:cubicBezTo>
                <a:cubicBezTo>
                  <a:pt x="1202" y="37"/>
                  <a:pt x="1201" y="39"/>
                  <a:pt x="1201" y="41"/>
                </a:cubicBezTo>
                <a:cubicBezTo>
                  <a:pt x="1201" y="43"/>
                  <a:pt x="1201" y="43"/>
                  <a:pt x="1201" y="43"/>
                </a:cubicBezTo>
                <a:cubicBezTo>
                  <a:pt x="1200" y="46"/>
                  <a:pt x="1200" y="46"/>
                  <a:pt x="1200" y="46"/>
                </a:cubicBezTo>
                <a:cubicBezTo>
                  <a:pt x="1199" y="51"/>
                  <a:pt x="1199" y="54"/>
                  <a:pt x="1199" y="55"/>
                </a:cubicBezTo>
                <a:cubicBezTo>
                  <a:pt x="1199" y="58"/>
                  <a:pt x="1200" y="59"/>
                  <a:pt x="1203" y="59"/>
                </a:cubicBezTo>
                <a:cubicBezTo>
                  <a:pt x="1205" y="59"/>
                  <a:pt x="1206" y="59"/>
                  <a:pt x="1207" y="58"/>
                </a:cubicBezTo>
                <a:cubicBezTo>
                  <a:pt x="1208" y="58"/>
                  <a:pt x="1209" y="57"/>
                  <a:pt x="1210" y="57"/>
                </a:cubicBezTo>
                <a:cubicBezTo>
                  <a:pt x="1210" y="56"/>
                  <a:pt x="1211" y="55"/>
                  <a:pt x="1211" y="55"/>
                </a:cubicBezTo>
                <a:cubicBezTo>
                  <a:pt x="1210" y="53"/>
                  <a:pt x="1210" y="53"/>
                  <a:pt x="1210" y="53"/>
                </a:cubicBezTo>
                <a:cubicBezTo>
                  <a:pt x="1209" y="54"/>
                  <a:pt x="1208" y="55"/>
                  <a:pt x="1207" y="55"/>
                </a:cubicBezTo>
                <a:cubicBezTo>
                  <a:pt x="1206" y="55"/>
                  <a:pt x="1206" y="54"/>
                  <a:pt x="1206" y="53"/>
                </a:cubicBezTo>
                <a:cubicBezTo>
                  <a:pt x="1206" y="51"/>
                  <a:pt x="1206" y="48"/>
                  <a:pt x="1207" y="45"/>
                </a:cubicBezTo>
                <a:cubicBezTo>
                  <a:pt x="1208" y="41"/>
                  <a:pt x="1208" y="41"/>
                  <a:pt x="1208" y="41"/>
                </a:cubicBezTo>
                <a:cubicBezTo>
                  <a:pt x="1208" y="40"/>
                  <a:pt x="1208" y="40"/>
                  <a:pt x="1208" y="40"/>
                </a:cubicBezTo>
                <a:cubicBezTo>
                  <a:pt x="1209" y="34"/>
                  <a:pt x="1210" y="31"/>
                  <a:pt x="1210" y="29"/>
                </a:cubicBezTo>
                <a:cubicBezTo>
                  <a:pt x="1210" y="25"/>
                  <a:pt x="1209" y="23"/>
                  <a:pt x="1207" y="21"/>
                </a:cubicBezTo>
                <a:cubicBezTo>
                  <a:pt x="1206" y="19"/>
                  <a:pt x="1204" y="19"/>
                  <a:pt x="1201" y="19"/>
                </a:cubicBezTo>
                <a:cubicBezTo>
                  <a:pt x="1199" y="19"/>
                  <a:pt x="1196" y="19"/>
                  <a:pt x="1193" y="21"/>
                </a:cubicBezTo>
                <a:cubicBezTo>
                  <a:pt x="1191" y="23"/>
                  <a:pt x="1189" y="25"/>
                  <a:pt x="1187" y="28"/>
                </a:cubicBezTo>
                <a:close/>
                <a:moveTo>
                  <a:pt x="1243" y="27"/>
                </a:moveTo>
                <a:cubicBezTo>
                  <a:pt x="1245" y="27"/>
                  <a:pt x="1245" y="27"/>
                  <a:pt x="1245" y="27"/>
                </a:cubicBezTo>
                <a:cubicBezTo>
                  <a:pt x="1247" y="20"/>
                  <a:pt x="1247" y="20"/>
                  <a:pt x="1247" y="20"/>
                </a:cubicBezTo>
                <a:cubicBezTo>
                  <a:pt x="1246" y="20"/>
                  <a:pt x="1244" y="19"/>
                  <a:pt x="1243" y="19"/>
                </a:cubicBezTo>
                <a:cubicBezTo>
                  <a:pt x="1241" y="19"/>
                  <a:pt x="1240" y="19"/>
                  <a:pt x="1239" y="19"/>
                </a:cubicBezTo>
                <a:cubicBezTo>
                  <a:pt x="1234" y="19"/>
                  <a:pt x="1231" y="20"/>
                  <a:pt x="1228" y="22"/>
                </a:cubicBezTo>
                <a:cubicBezTo>
                  <a:pt x="1224" y="25"/>
                  <a:pt x="1222" y="28"/>
                  <a:pt x="1220" y="32"/>
                </a:cubicBezTo>
                <a:cubicBezTo>
                  <a:pt x="1219" y="36"/>
                  <a:pt x="1218" y="40"/>
                  <a:pt x="1218" y="43"/>
                </a:cubicBezTo>
                <a:cubicBezTo>
                  <a:pt x="1218" y="48"/>
                  <a:pt x="1219" y="52"/>
                  <a:pt x="1221" y="55"/>
                </a:cubicBezTo>
                <a:cubicBezTo>
                  <a:pt x="1224" y="58"/>
                  <a:pt x="1227" y="59"/>
                  <a:pt x="1231" y="59"/>
                </a:cubicBezTo>
                <a:cubicBezTo>
                  <a:pt x="1234" y="59"/>
                  <a:pt x="1236" y="59"/>
                  <a:pt x="1239" y="57"/>
                </a:cubicBezTo>
                <a:cubicBezTo>
                  <a:pt x="1241" y="56"/>
                  <a:pt x="1243" y="54"/>
                  <a:pt x="1244" y="53"/>
                </a:cubicBezTo>
                <a:cubicBezTo>
                  <a:pt x="1242" y="50"/>
                  <a:pt x="1242" y="50"/>
                  <a:pt x="1242" y="50"/>
                </a:cubicBezTo>
                <a:cubicBezTo>
                  <a:pt x="1241" y="52"/>
                  <a:pt x="1239" y="53"/>
                  <a:pt x="1238" y="54"/>
                </a:cubicBezTo>
                <a:cubicBezTo>
                  <a:pt x="1236" y="54"/>
                  <a:pt x="1235" y="55"/>
                  <a:pt x="1233" y="55"/>
                </a:cubicBezTo>
                <a:cubicBezTo>
                  <a:pt x="1230" y="55"/>
                  <a:pt x="1228" y="54"/>
                  <a:pt x="1227" y="52"/>
                </a:cubicBezTo>
                <a:cubicBezTo>
                  <a:pt x="1226" y="50"/>
                  <a:pt x="1225" y="47"/>
                  <a:pt x="1225" y="43"/>
                </a:cubicBezTo>
                <a:cubicBezTo>
                  <a:pt x="1225" y="39"/>
                  <a:pt x="1226" y="35"/>
                  <a:pt x="1227" y="32"/>
                </a:cubicBezTo>
                <a:cubicBezTo>
                  <a:pt x="1228" y="30"/>
                  <a:pt x="1229" y="27"/>
                  <a:pt x="1231" y="26"/>
                </a:cubicBezTo>
                <a:cubicBezTo>
                  <a:pt x="1233" y="24"/>
                  <a:pt x="1235" y="23"/>
                  <a:pt x="1237" y="23"/>
                </a:cubicBezTo>
                <a:cubicBezTo>
                  <a:pt x="1239" y="23"/>
                  <a:pt x="1241" y="24"/>
                  <a:pt x="1243" y="27"/>
                </a:cubicBezTo>
                <a:close/>
                <a:moveTo>
                  <a:pt x="1279" y="52"/>
                </a:moveTo>
                <a:cubicBezTo>
                  <a:pt x="1277" y="49"/>
                  <a:pt x="1277" y="49"/>
                  <a:pt x="1277" y="49"/>
                </a:cubicBezTo>
                <a:cubicBezTo>
                  <a:pt x="1276" y="51"/>
                  <a:pt x="1274" y="52"/>
                  <a:pt x="1272" y="53"/>
                </a:cubicBezTo>
                <a:cubicBezTo>
                  <a:pt x="1270" y="54"/>
                  <a:pt x="1268" y="55"/>
                  <a:pt x="1266" y="55"/>
                </a:cubicBezTo>
                <a:cubicBezTo>
                  <a:pt x="1263" y="55"/>
                  <a:pt x="1261" y="54"/>
                  <a:pt x="1259" y="51"/>
                </a:cubicBezTo>
                <a:cubicBezTo>
                  <a:pt x="1258" y="49"/>
                  <a:pt x="1257" y="46"/>
                  <a:pt x="1258" y="43"/>
                </a:cubicBezTo>
                <a:cubicBezTo>
                  <a:pt x="1260" y="43"/>
                  <a:pt x="1264" y="42"/>
                  <a:pt x="1267" y="41"/>
                </a:cubicBezTo>
                <a:cubicBezTo>
                  <a:pt x="1271" y="40"/>
                  <a:pt x="1274" y="38"/>
                  <a:pt x="1277" y="36"/>
                </a:cubicBezTo>
                <a:cubicBezTo>
                  <a:pt x="1280" y="33"/>
                  <a:pt x="1281" y="31"/>
                  <a:pt x="1281" y="27"/>
                </a:cubicBezTo>
                <a:cubicBezTo>
                  <a:pt x="1281" y="25"/>
                  <a:pt x="1280" y="23"/>
                  <a:pt x="1278" y="21"/>
                </a:cubicBezTo>
                <a:cubicBezTo>
                  <a:pt x="1277" y="19"/>
                  <a:pt x="1274" y="19"/>
                  <a:pt x="1271" y="19"/>
                </a:cubicBezTo>
                <a:cubicBezTo>
                  <a:pt x="1267" y="19"/>
                  <a:pt x="1264" y="20"/>
                  <a:pt x="1260" y="22"/>
                </a:cubicBezTo>
                <a:cubicBezTo>
                  <a:pt x="1257" y="24"/>
                  <a:pt x="1255" y="28"/>
                  <a:pt x="1253" y="31"/>
                </a:cubicBezTo>
                <a:cubicBezTo>
                  <a:pt x="1251" y="35"/>
                  <a:pt x="1250" y="40"/>
                  <a:pt x="1250" y="44"/>
                </a:cubicBezTo>
                <a:cubicBezTo>
                  <a:pt x="1250" y="47"/>
                  <a:pt x="1251" y="49"/>
                  <a:pt x="1252" y="52"/>
                </a:cubicBezTo>
                <a:cubicBezTo>
                  <a:pt x="1253" y="54"/>
                  <a:pt x="1254" y="56"/>
                  <a:pt x="1256" y="57"/>
                </a:cubicBezTo>
                <a:cubicBezTo>
                  <a:pt x="1258" y="59"/>
                  <a:pt x="1261" y="59"/>
                  <a:pt x="1264" y="59"/>
                </a:cubicBezTo>
                <a:cubicBezTo>
                  <a:pt x="1267" y="59"/>
                  <a:pt x="1270" y="58"/>
                  <a:pt x="1273" y="57"/>
                </a:cubicBezTo>
                <a:cubicBezTo>
                  <a:pt x="1276" y="55"/>
                  <a:pt x="1278" y="54"/>
                  <a:pt x="1279" y="52"/>
                </a:cubicBezTo>
                <a:close/>
                <a:moveTo>
                  <a:pt x="1269" y="22"/>
                </a:moveTo>
                <a:cubicBezTo>
                  <a:pt x="1271" y="22"/>
                  <a:pt x="1272" y="23"/>
                  <a:pt x="1273" y="24"/>
                </a:cubicBezTo>
                <a:cubicBezTo>
                  <a:pt x="1274" y="25"/>
                  <a:pt x="1274" y="26"/>
                  <a:pt x="1274" y="28"/>
                </a:cubicBezTo>
                <a:cubicBezTo>
                  <a:pt x="1274" y="30"/>
                  <a:pt x="1273" y="32"/>
                  <a:pt x="1272" y="34"/>
                </a:cubicBezTo>
                <a:cubicBezTo>
                  <a:pt x="1270" y="35"/>
                  <a:pt x="1268" y="37"/>
                  <a:pt x="1265" y="38"/>
                </a:cubicBezTo>
                <a:cubicBezTo>
                  <a:pt x="1263" y="39"/>
                  <a:pt x="1260" y="39"/>
                  <a:pt x="1258" y="39"/>
                </a:cubicBezTo>
                <a:cubicBezTo>
                  <a:pt x="1258" y="37"/>
                  <a:pt x="1259" y="34"/>
                  <a:pt x="1259" y="32"/>
                </a:cubicBezTo>
                <a:cubicBezTo>
                  <a:pt x="1260" y="29"/>
                  <a:pt x="1262" y="27"/>
                  <a:pt x="1263" y="25"/>
                </a:cubicBezTo>
                <a:cubicBezTo>
                  <a:pt x="1265" y="23"/>
                  <a:pt x="1267" y="22"/>
                  <a:pt x="1269" y="22"/>
                </a:cubicBezTo>
                <a:close/>
                <a:moveTo>
                  <a:pt x="1310" y="25"/>
                </a:moveTo>
                <a:cubicBezTo>
                  <a:pt x="1311" y="20"/>
                  <a:pt x="1311" y="20"/>
                  <a:pt x="1311" y="20"/>
                </a:cubicBezTo>
                <a:cubicBezTo>
                  <a:pt x="1311" y="20"/>
                  <a:pt x="1309" y="19"/>
                  <a:pt x="1308" y="19"/>
                </a:cubicBezTo>
                <a:cubicBezTo>
                  <a:pt x="1306" y="19"/>
                  <a:pt x="1304" y="19"/>
                  <a:pt x="1303" y="19"/>
                </a:cubicBezTo>
                <a:cubicBezTo>
                  <a:pt x="1300" y="19"/>
                  <a:pt x="1298" y="19"/>
                  <a:pt x="1296" y="20"/>
                </a:cubicBezTo>
                <a:cubicBezTo>
                  <a:pt x="1293" y="21"/>
                  <a:pt x="1292" y="22"/>
                  <a:pt x="1291" y="24"/>
                </a:cubicBezTo>
                <a:cubicBezTo>
                  <a:pt x="1289" y="26"/>
                  <a:pt x="1289" y="27"/>
                  <a:pt x="1289" y="30"/>
                </a:cubicBezTo>
                <a:cubicBezTo>
                  <a:pt x="1289" y="34"/>
                  <a:pt x="1291" y="38"/>
                  <a:pt x="1296" y="41"/>
                </a:cubicBezTo>
                <a:cubicBezTo>
                  <a:pt x="1298" y="43"/>
                  <a:pt x="1300" y="44"/>
                  <a:pt x="1301" y="45"/>
                </a:cubicBezTo>
                <a:cubicBezTo>
                  <a:pt x="1302" y="46"/>
                  <a:pt x="1303" y="48"/>
                  <a:pt x="1303" y="50"/>
                </a:cubicBezTo>
                <a:cubicBezTo>
                  <a:pt x="1303" y="51"/>
                  <a:pt x="1302" y="53"/>
                  <a:pt x="1301" y="54"/>
                </a:cubicBezTo>
                <a:cubicBezTo>
                  <a:pt x="1299" y="55"/>
                  <a:pt x="1297" y="55"/>
                  <a:pt x="1295" y="55"/>
                </a:cubicBezTo>
                <a:cubicBezTo>
                  <a:pt x="1293" y="55"/>
                  <a:pt x="1292" y="55"/>
                  <a:pt x="1290" y="54"/>
                </a:cubicBezTo>
                <a:cubicBezTo>
                  <a:pt x="1288" y="53"/>
                  <a:pt x="1287" y="53"/>
                  <a:pt x="1286" y="52"/>
                </a:cubicBezTo>
                <a:cubicBezTo>
                  <a:pt x="1285" y="57"/>
                  <a:pt x="1285" y="57"/>
                  <a:pt x="1285" y="57"/>
                </a:cubicBezTo>
                <a:cubicBezTo>
                  <a:pt x="1285" y="58"/>
                  <a:pt x="1287" y="58"/>
                  <a:pt x="1289" y="58"/>
                </a:cubicBezTo>
                <a:cubicBezTo>
                  <a:pt x="1291" y="59"/>
                  <a:pt x="1293" y="59"/>
                  <a:pt x="1295" y="59"/>
                </a:cubicBezTo>
                <a:cubicBezTo>
                  <a:pt x="1299" y="59"/>
                  <a:pt x="1303" y="58"/>
                  <a:pt x="1305" y="56"/>
                </a:cubicBezTo>
                <a:cubicBezTo>
                  <a:pt x="1308" y="54"/>
                  <a:pt x="1309" y="52"/>
                  <a:pt x="1309" y="48"/>
                </a:cubicBezTo>
                <a:cubicBezTo>
                  <a:pt x="1309" y="46"/>
                  <a:pt x="1309" y="45"/>
                  <a:pt x="1308" y="43"/>
                </a:cubicBezTo>
                <a:cubicBezTo>
                  <a:pt x="1307" y="42"/>
                  <a:pt x="1306" y="41"/>
                  <a:pt x="1305" y="40"/>
                </a:cubicBezTo>
                <a:cubicBezTo>
                  <a:pt x="1304" y="39"/>
                  <a:pt x="1303" y="38"/>
                  <a:pt x="1301" y="36"/>
                </a:cubicBezTo>
                <a:cubicBezTo>
                  <a:pt x="1299" y="35"/>
                  <a:pt x="1298" y="34"/>
                  <a:pt x="1297" y="32"/>
                </a:cubicBezTo>
                <a:cubicBezTo>
                  <a:pt x="1296" y="31"/>
                  <a:pt x="1295" y="30"/>
                  <a:pt x="1295" y="28"/>
                </a:cubicBezTo>
                <a:cubicBezTo>
                  <a:pt x="1295" y="26"/>
                  <a:pt x="1296" y="25"/>
                  <a:pt x="1297" y="24"/>
                </a:cubicBezTo>
                <a:cubicBezTo>
                  <a:pt x="1299" y="23"/>
                  <a:pt x="1300" y="23"/>
                  <a:pt x="1303" y="23"/>
                </a:cubicBezTo>
                <a:cubicBezTo>
                  <a:pt x="1304" y="23"/>
                  <a:pt x="1306" y="23"/>
                  <a:pt x="1307" y="24"/>
                </a:cubicBezTo>
                <a:cubicBezTo>
                  <a:pt x="1309" y="24"/>
                  <a:pt x="1310" y="25"/>
                  <a:pt x="1310" y="25"/>
                </a:cubicBezTo>
                <a:close/>
                <a:moveTo>
                  <a:pt x="1047" y="110"/>
                </a:moveTo>
                <a:cubicBezTo>
                  <a:pt x="1052" y="111"/>
                  <a:pt x="1052" y="111"/>
                  <a:pt x="1052" y="111"/>
                </a:cubicBezTo>
                <a:cubicBezTo>
                  <a:pt x="1046" y="156"/>
                  <a:pt x="1046" y="156"/>
                  <a:pt x="1046" y="156"/>
                </a:cubicBezTo>
                <a:cubicBezTo>
                  <a:pt x="1041" y="157"/>
                  <a:pt x="1041" y="157"/>
                  <a:pt x="1041" y="157"/>
                </a:cubicBezTo>
                <a:cubicBezTo>
                  <a:pt x="1041" y="159"/>
                  <a:pt x="1041" y="159"/>
                  <a:pt x="1041" y="159"/>
                </a:cubicBezTo>
                <a:cubicBezTo>
                  <a:pt x="1078" y="159"/>
                  <a:pt x="1078" y="159"/>
                  <a:pt x="1078" y="159"/>
                </a:cubicBezTo>
                <a:cubicBezTo>
                  <a:pt x="1081" y="147"/>
                  <a:pt x="1081" y="147"/>
                  <a:pt x="1081" y="147"/>
                </a:cubicBezTo>
                <a:cubicBezTo>
                  <a:pt x="1077" y="146"/>
                  <a:pt x="1077" y="146"/>
                  <a:pt x="1077" y="146"/>
                </a:cubicBezTo>
                <a:cubicBezTo>
                  <a:pt x="1073" y="155"/>
                  <a:pt x="1073" y="155"/>
                  <a:pt x="1073" y="155"/>
                </a:cubicBezTo>
                <a:cubicBezTo>
                  <a:pt x="1053" y="156"/>
                  <a:pt x="1053" y="156"/>
                  <a:pt x="1053" y="156"/>
                </a:cubicBezTo>
                <a:cubicBezTo>
                  <a:pt x="1056" y="134"/>
                  <a:pt x="1056" y="134"/>
                  <a:pt x="1056" y="134"/>
                </a:cubicBezTo>
                <a:cubicBezTo>
                  <a:pt x="1072" y="135"/>
                  <a:pt x="1072" y="135"/>
                  <a:pt x="1072" y="135"/>
                </a:cubicBezTo>
                <a:cubicBezTo>
                  <a:pt x="1073" y="130"/>
                  <a:pt x="1073" y="130"/>
                  <a:pt x="1073" y="130"/>
                </a:cubicBezTo>
                <a:cubicBezTo>
                  <a:pt x="1057" y="130"/>
                  <a:pt x="1057" y="130"/>
                  <a:pt x="1057" y="130"/>
                </a:cubicBezTo>
                <a:cubicBezTo>
                  <a:pt x="1059" y="110"/>
                  <a:pt x="1059" y="110"/>
                  <a:pt x="1059" y="110"/>
                </a:cubicBezTo>
                <a:cubicBezTo>
                  <a:pt x="1075" y="111"/>
                  <a:pt x="1075" y="111"/>
                  <a:pt x="1075" y="111"/>
                </a:cubicBezTo>
                <a:cubicBezTo>
                  <a:pt x="1076" y="118"/>
                  <a:pt x="1076" y="118"/>
                  <a:pt x="1076" y="118"/>
                </a:cubicBezTo>
                <a:cubicBezTo>
                  <a:pt x="1080" y="118"/>
                  <a:pt x="1080" y="118"/>
                  <a:pt x="1080" y="118"/>
                </a:cubicBezTo>
                <a:cubicBezTo>
                  <a:pt x="1081" y="107"/>
                  <a:pt x="1081" y="107"/>
                  <a:pt x="1081" y="107"/>
                </a:cubicBezTo>
                <a:cubicBezTo>
                  <a:pt x="1048" y="107"/>
                  <a:pt x="1048" y="107"/>
                  <a:pt x="1048" y="107"/>
                </a:cubicBezTo>
                <a:lnTo>
                  <a:pt x="1047" y="110"/>
                </a:lnTo>
                <a:close/>
                <a:moveTo>
                  <a:pt x="1100" y="129"/>
                </a:moveTo>
                <a:cubicBezTo>
                  <a:pt x="1100" y="120"/>
                  <a:pt x="1100" y="120"/>
                  <a:pt x="1100" y="120"/>
                </a:cubicBezTo>
                <a:cubicBezTo>
                  <a:pt x="1099" y="119"/>
                  <a:pt x="1099" y="119"/>
                  <a:pt x="1099" y="119"/>
                </a:cubicBezTo>
                <a:cubicBezTo>
                  <a:pt x="1090" y="121"/>
                  <a:pt x="1090" y="121"/>
                  <a:pt x="1090" y="121"/>
                </a:cubicBezTo>
                <a:cubicBezTo>
                  <a:pt x="1090" y="124"/>
                  <a:pt x="1090" y="124"/>
                  <a:pt x="1090" y="124"/>
                </a:cubicBezTo>
                <a:cubicBezTo>
                  <a:pt x="1093" y="125"/>
                  <a:pt x="1093" y="125"/>
                  <a:pt x="1093" y="125"/>
                </a:cubicBezTo>
                <a:cubicBezTo>
                  <a:pt x="1089" y="159"/>
                  <a:pt x="1089" y="159"/>
                  <a:pt x="1089" y="159"/>
                </a:cubicBezTo>
                <a:cubicBezTo>
                  <a:pt x="1095" y="159"/>
                  <a:pt x="1095" y="159"/>
                  <a:pt x="1095" y="159"/>
                </a:cubicBezTo>
                <a:cubicBezTo>
                  <a:pt x="1099" y="134"/>
                  <a:pt x="1099" y="134"/>
                  <a:pt x="1099" y="134"/>
                </a:cubicBezTo>
                <a:cubicBezTo>
                  <a:pt x="1101" y="131"/>
                  <a:pt x="1103" y="129"/>
                  <a:pt x="1105" y="127"/>
                </a:cubicBezTo>
                <a:cubicBezTo>
                  <a:pt x="1107" y="125"/>
                  <a:pt x="1109" y="124"/>
                  <a:pt x="1111" y="124"/>
                </a:cubicBezTo>
                <a:cubicBezTo>
                  <a:pt x="1113" y="124"/>
                  <a:pt x="1114" y="125"/>
                  <a:pt x="1114" y="126"/>
                </a:cubicBezTo>
                <a:cubicBezTo>
                  <a:pt x="1115" y="127"/>
                  <a:pt x="1115" y="128"/>
                  <a:pt x="1115" y="130"/>
                </a:cubicBezTo>
                <a:cubicBezTo>
                  <a:pt x="1115" y="132"/>
                  <a:pt x="1115" y="134"/>
                  <a:pt x="1115" y="135"/>
                </a:cubicBezTo>
                <a:cubicBezTo>
                  <a:pt x="1115" y="137"/>
                  <a:pt x="1114" y="140"/>
                  <a:pt x="1114" y="142"/>
                </a:cubicBezTo>
                <a:cubicBezTo>
                  <a:pt x="1114" y="144"/>
                  <a:pt x="1114" y="144"/>
                  <a:pt x="1114" y="144"/>
                </a:cubicBezTo>
                <a:cubicBezTo>
                  <a:pt x="1113" y="147"/>
                  <a:pt x="1113" y="147"/>
                  <a:pt x="1113" y="147"/>
                </a:cubicBezTo>
                <a:cubicBezTo>
                  <a:pt x="1112" y="151"/>
                  <a:pt x="1112" y="154"/>
                  <a:pt x="1112" y="156"/>
                </a:cubicBezTo>
                <a:cubicBezTo>
                  <a:pt x="1112" y="159"/>
                  <a:pt x="1113" y="160"/>
                  <a:pt x="1116" y="160"/>
                </a:cubicBezTo>
                <a:cubicBezTo>
                  <a:pt x="1117" y="160"/>
                  <a:pt x="1119" y="160"/>
                  <a:pt x="1120" y="159"/>
                </a:cubicBezTo>
                <a:cubicBezTo>
                  <a:pt x="1121" y="159"/>
                  <a:pt x="1122" y="158"/>
                  <a:pt x="1123" y="157"/>
                </a:cubicBezTo>
                <a:cubicBezTo>
                  <a:pt x="1123" y="157"/>
                  <a:pt x="1124" y="156"/>
                  <a:pt x="1124" y="156"/>
                </a:cubicBezTo>
                <a:cubicBezTo>
                  <a:pt x="1123" y="154"/>
                  <a:pt x="1123" y="154"/>
                  <a:pt x="1123" y="154"/>
                </a:cubicBezTo>
                <a:cubicBezTo>
                  <a:pt x="1122" y="155"/>
                  <a:pt x="1121" y="156"/>
                  <a:pt x="1120" y="156"/>
                </a:cubicBezTo>
                <a:cubicBezTo>
                  <a:pt x="1119" y="156"/>
                  <a:pt x="1119" y="155"/>
                  <a:pt x="1119" y="154"/>
                </a:cubicBezTo>
                <a:cubicBezTo>
                  <a:pt x="1119" y="152"/>
                  <a:pt x="1119" y="149"/>
                  <a:pt x="1120" y="145"/>
                </a:cubicBezTo>
                <a:cubicBezTo>
                  <a:pt x="1121" y="142"/>
                  <a:pt x="1121" y="142"/>
                  <a:pt x="1121" y="142"/>
                </a:cubicBezTo>
                <a:cubicBezTo>
                  <a:pt x="1121" y="140"/>
                  <a:pt x="1121" y="140"/>
                  <a:pt x="1121" y="140"/>
                </a:cubicBezTo>
                <a:cubicBezTo>
                  <a:pt x="1122" y="135"/>
                  <a:pt x="1122" y="132"/>
                  <a:pt x="1122" y="130"/>
                </a:cubicBezTo>
                <a:cubicBezTo>
                  <a:pt x="1122" y="126"/>
                  <a:pt x="1122" y="123"/>
                  <a:pt x="1120" y="122"/>
                </a:cubicBezTo>
                <a:cubicBezTo>
                  <a:pt x="1119" y="120"/>
                  <a:pt x="1117" y="119"/>
                  <a:pt x="1114" y="119"/>
                </a:cubicBezTo>
                <a:cubicBezTo>
                  <a:pt x="1112" y="119"/>
                  <a:pt x="1109" y="120"/>
                  <a:pt x="1106" y="122"/>
                </a:cubicBezTo>
                <a:cubicBezTo>
                  <a:pt x="1104" y="124"/>
                  <a:pt x="1102" y="126"/>
                  <a:pt x="1100" y="129"/>
                </a:cubicBezTo>
                <a:close/>
                <a:moveTo>
                  <a:pt x="1159" y="162"/>
                </a:moveTo>
                <a:cubicBezTo>
                  <a:pt x="1165" y="119"/>
                  <a:pt x="1165" y="119"/>
                  <a:pt x="1165" y="119"/>
                </a:cubicBezTo>
                <a:cubicBezTo>
                  <a:pt x="1160" y="121"/>
                  <a:pt x="1160" y="121"/>
                  <a:pt x="1160" y="121"/>
                </a:cubicBezTo>
                <a:cubicBezTo>
                  <a:pt x="1159" y="121"/>
                  <a:pt x="1158" y="120"/>
                  <a:pt x="1157" y="120"/>
                </a:cubicBezTo>
                <a:cubicBezTo>
                  <a:pt x="1155" y="120"/>
                  <a:pt x="1154" y="119"/>
                  <a:pt x="1153" y="119"/>
                </a:cubicBezTo>
                <a:cubicBezTo>
                  <a:pt x="1148" y="119"/>
                  <a:pt x="1144" y="121"/>
                  <a:pt x="1141" y="123"/>
                </a:cubicBezTo>
                <a:cubicBezTo>
                  <a:pt x="1137" y="126"/>
                  <a:pt x="1135" y="129"/>
                  <a:pt x="1133" y="133"/>
                </a:cubicBezTo>
                <a:cubicBezTo>
                  <a:pt x="1131" y="137"/>
                  <a:pt x="1130" y="141"/>
                  <a:pt x="1130" y="145"/>
                </a:cubicBezTo>
                <a:cubicBezTo>
                  <a:pt x="1130" y="150"/>
                  <a:pt x="1131" y="153"/>
                  <a:pt x="1133" y="156"/>
                </a:cubicBezTo>
                <a:cubicBezTo>
                  <a:pt x="1135" y="159"/>
                  <a:pt x="1138" y="160"/>
                  <a:pt x="1142" y="160"/>
                </a:cubicBezTo>
                <a:cubicBezTo>
                  <a:pt x="1144" y="160"/>
                  <a:pt x="1146" y="159"/>
                  <a:pt x="1148" y="158"/>
                </a:cubicBezTo>
                <a:cubicBezTo>
                  <a:pt x="1150" y="157"/>
                  <a:pt x="1152" y="156"/>
                  <a:pt x="1153" y="155"/>
                </a:cubicBezTo>
                <a:cubicBezTo>
                  <a:pt x="1151" y="164"/>
                  <a:pt x="1151" y="164"/>
                  <a:pt x="1151" y="164"/>
                </a:cubicBezTo>
                <a:cubicBezTo>
                  <a:pt x="1151" y="167"/>
                  <a:pt x="1150" y="169"/>
                  <a:pt x="1149" y="170"/>
                </a:cubicBezTo>
                <a:cubicBezTo>
                  <a:pt x="1147" y="172"/>
                  <a:pt x="1145" y="172"/>
                  <a:pt x="1142" y="172"/>
                </a:cubicBezTo>
                <a:cubicBezTo>
                  <a:pt x="1140" y="172"/>
                  <a:pt x="1139" y="172"/>
                  <a:pt x="1137" y="171"/>
                </a:cubicBezTo>
                <a:cubicBezTo>
                  <a:pt x="1136" y="171"/>
                  <a:pt x="1134" y="170"/>
                  <a:pt x="1133" y="170"/>
                </a:cubicBezTo>
                <a:cubicBezTo>
                  <a:pt x="1132" y="175"/>
                  <a:pt x="1132" y="175"/>
                  <a:pt x="1132" y="175"/>
                </a:cubicBezTo>
                <a:cubicBezTo>
                  <a:pt x="1132" y="176"/>
                  <a:pt x="1134" y="176"/>
                  <a:pt x="1135" y="176"/>
                </a:cubicBezTo>
                <a:cubicBezTo>
                  <a:pt x="1137" y="177"/>
                  <a:pt x="1138" y="177"/>
                  <a:pt x="1140" y="177"/>
                </a:cubicBezTo>
                <a:cubicBezTo>
                  <a:pt x="1142" y="177"/>
                  <a:pt x="1145" y="176"/>
                  <a:pt x="1148" y="175"/>
                </a:cubicBezTo>
                <a:cubicBezTo>
                  <a:pt x="1150" y="174"/>
                  <a:pt x="1153" y="173"/>
                  <a:pt x="1155" y="170"/>
                </a:cubicBezTo>
                <a:cubicBezTo>
                  <a:pt x="1157" y="168"/>
                  <a:pt x="1158" y="165"/>
                  <a:pt x="1159" y="162"/>
                </a:cubicBezTo>
                <a:close/>
                <a:moveTo>
                  <a:pt x="1157" y="125"/>
                </a:moveTo>
                <a:cubicBezTo>
                  <a:pt x="1154" y="150"/>
                  <a:pt x="1154" y="150"/>
                  <a:pt x="1154" y="150"/>
                </a:cubicBezTo>
                <a:cubicBezTo>
                  <a:pt x="1152" y="151"/>
                  <a:pt x="1151" y="153"/>
                  <a:pt x="1149" y="154"/>
                </a:cubicBezTo>
                <a:cubicBezTo>
                  <a:pt x="1148" y="155"/>
                  <a:pt x="1146" y="155"/>
                  <a:pt x="1144" y="155"/>
                </a:cubicBezTo>
                <a:cubicBezTo>
                  <a:pt x="1142" y="155"/>
                  <a:pt x="1140" y="155"/>
                  <a:pt x="1139" y="153"/>
                </a:cubicBezTo>
                <a:cubicBezTo>
                  <a:pt x="1138" y="151"/>
                  <a:pt x="1138" y="148"/>
                  <a:pt x="1138" y="145"/>
                </a:cubicBezTo>
                <a:cubicBezTo>
                  <a:pt x="1138" y="142"/>
                  <a:pt x="1138" y="138"/>
                  <a:pt x="1139" y="135"/>
                </a:cubicBezTo>
                <a:cubicBezTo>
                  <a:pt x="1140" y="132"/>
                  <a:pt x="1142" y="129"/>
                  <a:pt x="1144" y="127"/>
                </a:cubicBezTo>
                <a:cubicBezTo>
                  <a:pt x="1146" y="124"/>
                  <a:pt x="1149" y="123"/>
                  <a:pt x="1152" y="123"/>
                </a:cubicBezTo>
                <a:cubicBezTo>
                  <a:pt x="1154" y="123"/>
                  <a:pt x="1156" y="124"/>
                  <a:pt x="1157" y="125"/>
                </a:cubicBezTo>
                <a:close/>
                <a:moveTo>
                  <a:pt x="1181" y="153"/>
                </a:moveTo>
                <a:cubicBezTo>
                  <a:pt x="1185" y="120"/>
                  <a:pt x="1185" y="120"/>
                  <a:pt x="1185" y="120"/>
                </a:cubicBezTo>
                <a:cubicBezTo>
                  <a:pt x="1184" y="119"/>
                  <a:pt x="1184" y="119"/>
                  <a:pt x="1184" y="119"/>
                </a:cubicBezTo>
                <a:cubicBezTo>
                  <a:pt x="1174" y="121"/>
                  <a:pt x="1174" y="121"/>
                  <a:pt x="1174" y="121"/>
                </a:cubicBezTo>
                <a:cubicBezTo>
                  <a:pt x="1173" y="123"/>
                  <a:pt x="1173" y="123"/>
                  <a:pt x="1173" y="123"/>
                </a:cubicBezTo>
                <a:cubicBezTo>
                  <a:pt x="1178" y="125"/>
                  <a:pt x="1178" y="125"/>
                  <a:pt x="1178" y="125"/>
                </a:cubicBezTo>
                <a:cubicBezTo>
                  <a:pt x="1177" y="132"/>
                  <a:pt x="1176" y="138"/>
                  <a:pt x="1175" y="142"/>
                </a:cubicBezTo>
                <a:cubicBezTo>
                  <a:pt x="1174" y="150"/>
                  <a:pt x="1174" y="154"/>
                  <a:pt x="1173" y="156"/>
                </a:cubicBezTo>
                <a:cubicBezTo>
                  <a:pt x="1173" y="157"/>
                  <a:pt x="1174" y="158"/>
                  <a:pt x="1174" y="159"/>
                </a:cubicBezTo>
                <a:cubicBezTo>
                  <a:pt x="1175" y="160"/>
                  <a:pt x="1176" y="160"/>
                  <a:pt x="1178" y="160"/>
                </a:cubicBezTo>
                <a:cubicBezTo>
                  <a:pt x="1180" y="160"/>
                  <a:pt x="1182" y="159"/>
                  <a:pt x="1183" y="158"/>
                </a:cubicBezTo>
                <a:cubicBezTo>
                  <a:pt x="1184" y="157"/>
                  <a:pt x="1185" y="156"/>
                  <a:pt x="1186" y="155"/>
                </a:cubicBezTo>
                <a:cubicBezTo>
                  <a:pt x="1185" y="154"/>
                  <a:pt x="1185" y="154"/>
                  <a:pt x="1185" y="154"/>
                </a:cubicBezTo>
                <a:cubicBezTo>
                  <a:pt x="1184" y="154"/>
                  <a:pt x="1184" y="155"/>
                  <a:pt x="1183" y="155"/>
                </a:cubicBezTo>
                <a:cubicBezTo>
                  <a:pt x="1183" y="156"/>
                  <a:pt x="1182" y="156"/>
                  <a:pt x="1182" y="156"/>
                </a:cubicBezTo>
                <a:cubicBezTo>
                  <a:pt x="1181" y="156"/>
                  <a:pt x="1181" y="156"/>
                  <a:pt x="1181" y="155"/>
                </a:cubicBezTo>
                <a:cubicBezTo>
                  <a:pt x="1181" y="155"/>
                  <a:pt x="1180" y="155"/>
                  <a:pt x="1180" y="154"/>
                </a:cubicBezTo>
                <a:lnTo>
                  <a:pt x="1181" y="153"/>
                </a:lnTo>
                <a:close/>
                <a:moveTo>
                  <a:pt x="1183" y="112"/>
                </a:moveTo>
                <a:cubicBezTo>
                  <a:pt x="1184" y="112"/>
                  <a:pt x="1185" y="111"/>
                  <a:pt x="1186" y="110"/>
                </a:cubicBezTo>
                <a:cubicBezTo>
                  <a:pt x="1187" y="109"/>
                  <a:pt x="1188" y="108"/>
                  <a:pt x="1188" y="107"/>
                </a:cubicBezTo>
                <a:cubicBezTo>
                  <a:pt x="1188" y="106"/>
                  <a:pt x="1187" y="105"/>
                  <a:pt x="1187" y="104"/>
                </a:cubicBezTo>
                <a:cubicBezTo>
                  <a:pt x="1186" y="103"/>
                  <a:pt x="1185" y="103"/>
                  <a:pt x="1184" y="103"/>
                </a:cubicBezTo>
                <a:cubicBezTo>
                  <a:pt x="1182" y="103"/>
                  <a:pt x="1181" y="103"/>
                  <a:pt x="1180" y="104"/>
                </a:cubicBezTo>
                <a:cubicBezTo>
                  <a:pt x="1180" y="105"/>
                  <a:pt x="1179" y="107"/>
                  <a:pt x="1179" y="108"/>
                </a:cubicBezTo>
                <a:cubicBezTo>
                  <a:pt x="1179" y="109"/>
                  <a:pt x="1179" y="110"/>
                  <a:pt x="1180" y="111"/>
                </a:cubicBezTo>
                <a:cubicBezTo>
                  <a:pt x="1181" y="111"/>
                  <a:pt x="1182" y="112"/>
                  <a:pt x="1183" y="112"/>
                </a:cubicBezTo>
                <a:close/>
                <a:moveTo>
                  <a:pt x="1207" y="129"/>
                </a:moveTo>
                <a:cubicBezTo>
                  <a:pt x="1208" y="120"/>
                  <a:pt x="1208" y="120"/>
                  <a:pt x="1208" y="120"/>
                </a:cubicBezTo>
                <a:cubicBezTo>
                  <a:pt x="1207" y="119"/>
                  <a:pt x="1207" y="119"/>
                  <a:pt x="1207" y="119"/>
                </a:cubicBezTo>
                <a:cubicBezTo>
                  <a:pt x="1198" y="121"/>
                  <a:pt x="1198" y="121"/>
                  <a:pt x="1198" y="121"/>
                </a:cubicBezTo>
                <a:cubicBezTo>
                  <a:pt x="1198" y="124"/>
                  <a:pt x="1198" y="124"/>
                  <a:pt x="1198" y="124"/>
                </a:cubicBezTo>
                <a:cubicBezTo>
                  <a:pt x="1201" y="125"/>
                  <a:pt x="1201" y="125"/>
                  <a:pt x="1201" y="125"/>
                </a:cubicBezTo>
                <a:cubicBezTo>
                  <a:pt x="1196" y="159"/>
                  <a:pt x="1196" y="159"/>
                  <a:pt x="1196" y="159"/>
                </a:cubicBezTo>
                <a:cubicBezTo>
                  <a:pt x="1203" y="159"/>
                  <a:pt x="1203" y="159"/>
                  <a:pt x="1203" y="159"/>
                </a:cubicBezTo>
                <a:cubicBezTo>
                  <a:pt x="1207" y="134"/>
                  <a:pt x="1207" y="134"/>
                  <a:pt x="1207" y="134"/>
                </a:cubicBezTo>
                <a:cubicBezTo>
                  <a:pt x="1208" y="131"/>
                  <a:pt x="1210" y="129"/>
                  <a:pt x="1213" y="127"/>
                </a:cubicBezTo>
                <a:cubicBezTo>
                  <a:pt x="1215" y="125"/>
                  <a:pt x="1217" y="124"/>
                  <a:pt x="1219" y="124"/>
                </a:cubicBezTo>
                <a:cubicBezTo>
                  <a:pt x="1220" y="124"/>
                  <a:pt x="1221" y="125"/>
                  <a:pt x="1222" y="126"/>
                </a:cubicBezTo>
                <a:cubicBezTo>
                  <a:pt x="1223" y="127"/>
                  <a:pt x="1223" y="128"/>
                  <a:pt x="1223" y="130"/>
                </a:cubicBezTo>
                <a:cubicBezTo>
                  <a:pt x="1223" y="132"/>
                  <a:pt x="1223" y="134"/>
                  <a:pt x="1223" y="135"/>
                </a:cubicBezTo>
                <a:cubicBezTo>
                  <a:pt x="1222" y="137"/>
                  <a:pt x="1222" y="140"/>
                  <a:pt x="1222" y="142"/>
                </a:cubicBezTo>
                <a:cubicBezTo>
                  <a:pt x="1221" y="144"/>
                  <a:pt x="1221" y="144"/>
                  <a:pt x="1221" y="144"/>
                </a:cubicBezTo>
                <a:cubicBezTo>
                  <a:pt x="1221" y="147"/>
                  <a:pt x="1221" y="147"/>
                  <a:pt x="1221" y="147"/>
                </a:cubicBezTo>
                <a:cubicBezTo>
                  <a:pt x="1220" y="151"/>
                  <a:pt x="1219" y="154"/>
                  <a:pt x="1219" y="156"/>
                </a:cubicBezTo>
                <a:cubicBezTo>
                  <a:pt x="1219" y="159"/>
                  <a:pt x="1221" y="160"/>
                  <a:pt x="1224" y="160"/>
                </a:cubicBezTo>
                <a:cubicBezTo>
                  <a:pt x="1225" y="160"/>
                  <a:pt x="1226" y="160"/>
                  <a:pt x="1227" y="159"/>
                </a:cubicBezTo>
                <a:cubicBezTo>
                  <a:pt x="1228" y="159"/>
                  <a:pt x="1229" y="158"/>
                  <a:pt x="1230" y="157"/>
                </a:cubicBezTo>
                <a:cubicBezTo>
                  <a:pt x="1231" y="157"/>
                  <a:pt x="1231" y="156"/>
                  <a:pt x="1232" y="156"/>
                </a:cubicBezTo>
                <a:cubicBezTo>
                  <a:pt x="1231" y="154"/>
                  <a:pt x="1231" y="154"/>
                  <a:pt x="1231" y="154"/>
                </a:cubicBezTo>
                <a:cubicBezTo>
                  <a:pt x="1229" y="155"/>
                  <a:pt x="1228" y="156"/>
                  <a:pt x="1227" y="156"/>
                </a:cubicBezTo>
                <a:cubicBezTo>
                  <a:pt x="1227" y="156"/>
                  <a:pt x="1227" y="155"/>
                  <a:pt x="1227" y="154"/>
                </a:cubicBezTo>
                <a:cubicBezTo>
                  <a:pt x="1227" y="152"/>
                  <a:pt x="1227" y="149"/>
                  <a:pt x="1228" y="145"/>
                </a:cubicBezTo>
                <a:cubicBezTo>
                  <a:pt x="1228" y="142"/>
                  <a:pt x="1228" y="142"/>
                  <a:pt x="1228" y="142"/>
                </a:cubicBezTo>
                <a:cubicBezTo>
                  <a:pt x="1229" y="140"/>
                  <a:pt x="1229" y="140"/>
                  <a:pt x="1229" y="140"/>
                </a:cubicBezTo>
                <a:cubicBezTo>
                  <a:pt x="1230" y="135"/>
                  <a:pt x="1230" y="132"/>
                  <a:pt x="1230" y="130"/>
                </a:cubicBezTo>
                <a:cubicBezTo>
                  <a:pt x="1230" y="126"/>
                  <a:pt x="1229" y="123"/>
                  <a:pt x="1228" y="122"/>
                </a:cubicBezTo>
                <a:cubicBezTo>
                  <a:pt x="1227" y="120"/>
                  <a:pt x="1225" y="119"/>
                  <a:pt x="1222" y="119"/>
                </a:cubicBezTo>
                <a:cubicBezTo>
                  <a:pt x="1219" y="119"/>
                  <a:pt x="1217" y="120"/>
                  <a:pt x="1214" y="122"/>
                </a:cubicBezTo>
                <a:cubicBezTo>
                  <a:pt x="1211" y="124"/>
                  <a:pt x="1209" y="126"/>
                  <a:pt x="1207" y="129"/>
                </a:cubicBezTo>
                <a:close/>
                <a:moveTo>
                  <a:pt x="1267" y="153"/>
                </a:moveTo>
                <a:cubicBezTo>
                  <a:pt x="1266" y="150"/>
                  <a:pt x="1266" y="150"/>
                  <a:pt x="1266" y="150"/>
                </a:cubicBezTo>
                <a:cubicBezTo>
                  <a:pt x="1264" y="152"/>
                  <a:pt x="1262" y="153"/>
                  <a:pt x="1260" y="154"/>
                </a:cubicBezTo>
                <a:cubicBezTo>
                  <a:pt x="1258" y="155"/>
                  <a:pt x="1256" y="156"/>
                  <a:pt x="1254" y="156"/>
                </a:cubicBezTo>
                <a:cubicBezTo>
                  <a:pt x="1251" y="156"/>
                  <a:pt x="1249" y="154"/>
                  <a:pt x="1248" y="152"/>
                </a:cubicBezTo>
                <a:cubicBezTo>
                  <a:pt x="1246" y="150"/>
                  <a:pt x="1246" y="147"/>
                  <a:pt x="1246" y="143"/>
                </a:cubicBezTo>
                <a:cubicBezTo>
                  <a:pt x="1249" y="143"/>
                  <a:pt x="1252" y="143"/>
                  <a:pt x="1256" y="142"/>
                </a:cubicBezTo>
                <a:cubicBezTo>
                  <a:pt x="1259" y="140"/>
                  <a:pt x="1263" y="139"/>
                  <a:pt x="1265" y="136"/>
                </a:cubicBezTo>
                <a:cubicBezTo>
                  <a:pt x="1268" y="134"/>
                  <a:pt x="1269" y="131"/>
                  <a:pt x="1269" y="128"/>
                </a:cubicBezTo>
                <a:cubicBezTo>
                  <a:pt x="1269" y="125"/>
                  <a:pt x="1268" y="123"/>
                  <a:pt x="1267" y="122"/>
                </a:cubicBezTo>
                <a:cubicBezTo>
                  <a:pt x="1265" y="120"/>
                  <a:pt x="1263" y="119"/>
                  <a:pt x="1259" y="119"/>
                </a:cubicBezTo>
                <a:cubicBezTo>
                  <a:pt x="1255" y="119"/>
                  <a:pt x="1252" y="121"/>
                  <a:pt x="1249" y="123"/>
                </a:cubicBezTo>
                <a:cubicBezTo>
                  <a:pt x="1246" y="125"/>
                  <a:pt x="1243" y="128"/>
                  <a:pt x="1241" y="132"/>
                </a:cubicBezTo>
                <a:cubicBezTo>
                  <a:pt x="1240" y="136"/>
                  <a:pt x="1239" y="140"/>
                  <a:pt x="1239" y="145"/>
                </a:cubicBezTo>
                <a:cubicBezTo>
                  <a:pt x="1239" y="147"/>
                  <a:pt x="1239" y="150"/>
                  <a:pt x="1240" y="152"/>
                </a:cubicBezTo>
                <a:cubicBezTo>
                  <a:pt x="1241" y="155"/>
                  <a:pt x="1243" y="156"/>
                  <a:pt x="1245" y="158"/>
                </a:cubicBezTo>
                <a:cubicBezTo>
                  <a:pt x="1247" y="159"/>
                  <a:pt x="1249" y="160"/>
                  <a:pt x="1253" y="160"/>
                </a:cubicBezTo>
                <a:cubicBezTo>
                  <a:pt x="1256" y="160"/>
                  <a:pt x="1259" y="159"/>
                  <a:pt x="1261" y="158"/>
                </a:cubicBezTo>
                <a:cubicBezTo>
                  <a:pt x="1264" y="156"/>
                  <a:pt x="1266" y="154"/>
                  <a:pt x="1267" y="153"/>
                </a:cubicBezTo>
                <a:close/>
                <a:moveTo>
                  <a:pt x="1258" y="123"/>
                </a:moveTo>
                <a:cubicBezTo>
                  <a:pt x="1259" y="123"/>
                  <a:pt x="1260" y="124"/>
                  <a:pt x="1261" y="125"/>
                </a:cubicBezTo>
                <a:cubicBezTo>
                  <a:pt x="1262" y="125"/>
                  <a:pt x="1263" y="127"/>
                  <a:pt x="1263" y="129"/>
                </a:cubicBezTo>
                <a:cubicBezTo>
                  <a:pt x="1263" y="131"/>
                  <a:pt x="1262" y="133"/>
                  <a:pt x="1260" y="135"/>
                </a:cubicBezTo>
                <a:cubicBezTo>
                  <a:pt x="1258" y="136"/>
                  <a:pt x="1256" y="138"/>
                  <a:pt x="1253" y="139"/>
                </a:cubicBezTo>
                <a:cubicBezTo>
                  <a:pt x="1251" y="139"/>
                  <a:pt x="1248" y="140"/>
                  <a:pt x="1246" y="140"/>
                </a:cubicBezTo>
                <a:cubicBezTo>
                  <a:pt x="1246" y="138"/>
                  <a:pt x="1247" y="135"/>
                  <a:pt x="1248" y="132"/>
                </a:cubicBezTo>
                <a:cubicBezTo>
                  <a:pt x="1249" y="130"/>
                  <a:pt x="1250" y="127"/>
                  <a:pt x="1252" y="126"/>
                </a:cubicBezTo>
                <a:cubicBezTo>
                  <a:pt x="1254" y="124"/>
                  <a:pt x="1255" y="123"/>
                  <a:pt x="1258" y="123"/>
                </a:cubicBezTo>
                <a:close/>
                <a:moveTo>
                  <a:pt x="1303" y="153"/>
                </a:moveTo>
                <a:cubicBezTo>
                  <a:pt x="1302" y="150"/>
                  <a:pt x="1302" y="150"/>
                  <a:pt x="1302" y="150"/>
                </a:cubicBezTo>
                <a:cubicBezTo>
                  <a:pt x="1300" y="152"/>
                  <a:pt x="1298" y="153"/>
                  <a:pt x="1296" y="154"/>
                </a:cubicBezTo>
                <a:cubicBezTo>
                  <a:pt x="1294" y="155"/>
                  <a:pt x="1292" y="156"/>
                  <a:pt x="1290" y="156"/>
                </a:cubicBezTo>
                <a:cubicBezTo>
                  <a:pt x="1287" y="156"/>
                  <a:pt x="1285" y="154"/>
                  <a:pt x="1284" y="152"/>
                </a:cubicBezTo>
                <a:cubicBezTo>
                  <a:pt x="1282" y="150"/>
                  <a:pt x="1282" y="147"/>
                  <a:pt x="1282" y="143"/>
                </a:cubicBezTo>
                <a:cubicBezTo>
                  <a:pt x="1285" y="143"/>
                  <a:pt x="1288" y="143"/>
                  <a:pt x="1292" y="142"/>
                </a:cubicBezTo>
                <a:cubicBezTo>
                  <a:pt x="1295" y="140"/>
                  <a:pt x="1299" y="139"/>
                  <a:pt x="1301" y="136"/>
                </a:cubicBezTo>
                <a:cubicBezTo>
                  <a:pt x="1304" y="134"/>
                  <a:pt x="1305" y="131"/>
                  <a:pt x="1305" y="128"/>
                </a:cubicBezTo>
                <a:cubicBezTo>
                  <a:pt x="1305" y="125"/>
                  <a:pt x="1304" y="123"/>
                  <a:pt x="1303" y="122"/>
                </a:cubicBezTo>
                <a:cubicBezTo>
                  <a:pt x="1301" y="120"/>
                  <a:pt x="1299" y="119"/>
                  <a:pt x="1295" y="119"/>
                </a:cubicBezTo>
                <a:cubicBezTo>
                  <a:pt x="1291" y="119"/>
                  <a:pt x="1288" y="121"/>
                  <a:pt x="1285" y="123"/>
                </a:cubicBezTo>
                <a:cubicBezTo>
                  <a:pt x="1282" y="125"/>
                  <a:pt x="1279" y="128"/>
                  <a:pt x="1277" y="132"/>
                </a:cubicBezTo>
                <a:cubicBezTo>
                  <a:pt x="1275" y="136"/>
                  <a:pt x="1275" y="140"/>
                  <a:pt x="1275" y="145"/>
                </a:cubicBezTo>
                <a:cubicBezTo>
                  <a:pt x="1275" y="147"/>
                  <a:pt x="1275" y="150"/>
                  <a:pt x="1276" y="152"/>
                </a:cubicBezTo>
                <a:cubicBezTo>
                  <a:pt x="1277" y="155"/>
                  <a:pt x="1279" y="156"/>
                  <a:pt x="1281" y="158"/>
                </a:cubicBezTo>
                <a:cubicBezTo>
                  <a:pt x="1283" y="159"/>
                  <a:pt x="1285" y="160"/>
                  <a:pt x="1288" y="160"/>
                </a:cubicBezTo>
                <a:cubicBezTo>
                  <a:pt x="1292" y="160"/>
                  <a:pt x="1295" y="159"/>
                  <a:pt x="1297" y="158"/>
                </a:cubicBezTo>
                <a:cubicBezTo>
                  <a:pt x="1300" y="156"/>
                  <a:pt x="1302" y="154"/>
                  <a:pt x="1303" y="153"/>
                </a:cubicBezTo>
                <a:close/>
                <a:moveTo>
                  <a:pt x="1294" y="123"/>
                </a:moveTo>
                <a:cubicBezTo>
                  <a:pt x="1295" y="123"/>
                  <a:pt x="1296" y="124"/>
                  <a:pt x="1297" y="125"/>
                </a:cubicBezTo>
                <a:cubicBezTo>
                  <a:pt x="1298" y="125"/>
                  <a:pt x="1298" y="127"/>
                  <a:pt x="1298" y="129"/>
                </a:cubicBezTo>
                <a:cubicBezTo>
                  <a:pt x="1298" y="131"/>
                  <a:pt x="1298" y="133"/>
                  <a:pt x="1296" y="135"/>
                </a:cubicBezTo>
                <a:cubicBezTo>
                  <a:pt x="1294" y="136"/>
                  <a:pt x="1292" y="138"/>
                  <a:pt x="1289" y="139"/>
                </a:cubicBezTo>
                <a:cubicBezTo>
                  <a:pt x="1287" y="139"/>
                  <a:pt x="1284" y="140"/>
                  <a:pt x="1282" y="140"/>
                </a:cubicBezTo>
                <a:cubicBezTo>
                  <a:pt x="1282" y="138"/>
                  <a:pt x="1283" y="135"/>
                  <a:pt x="1284" y="132"/>
                </a:cubicBezTo>
                <a:cubicBezTo>
                  <a:pt x="1285" y="130"/>
                  <a:pt x="1286" y="127"/>
                  <a:pt x="1288" y="126"/>
                </a:cubicBezTo>
                <a:cubicBezTo>
                  <a:pt x="1289" y="124"/>
                  <a:pt x="1291" y="123"/>
                  <a:pt x="1294" y="123"/>
                </a:cubicBezTo>
                <a:close/>
                <a:moveTo>
                  <a:pt x="1322" y="129"/>
                </a:moveTo>
                <a:cubicBezTo>
                  <a:pt x="1323" y="127"/>
                  <a:pt x="1323" y="127"/>
                  <a:pt x="1323" y="127"/>
                </a:cubicBezTo>
                <a:cubicBezTo>
                  <a:pt x="1323" y="120"/>
                  <a:pt x="1323" y="120"/>
                  <a:pt x="1323" y="120"/>
                </a:cubicBezTo>
                <a:cubicBezTo>
                  <a:pt x="1322" y="119"/>
                  <a:pt x="1322" y="119"/>
                  <a:pt x="1322" y="119"/>
                </a:cubicBezTo>
                <a:cubicBezTo>
                  <a:pt x="1314" y="121"/>
                  <a:pt x="1314" y="121"/>
                  <a:pt x="1314" y="121"/>
                </a:cubicBezTo>
                <a:cubicBezTo>
                  <a:pt x="1313" y="124"/>
                  <a:pt x="1313" y="124"/>
                  <a:pt x="1313" y="124"/>
                </a:cubicBezTo>
                <a:cubicBezTo>
                  <a:pt x="1317" y="125"/>
                  <a:pt x="1317" y="125"/>
                  <a:pt x="1317" y="125"/>
                </a:cubicBezTo>
                <a:cubicBezTo>
                  <a:pt x="1312" y="159"/>
                  <a:pt x="1312" y="159"/>
                  <a:pt x="1312" y="159"/>
                </a:cubicBezTo>
                <a:cubicBezTo>
                  <a:pt x="1319" y="159"/>
                  <a:pt x="1319" y="159"/>
                  <a:pt x="1319" y="159"/>
                </a:cubicBezTo>
                <a:cubicBezTo>
                  <a:pt x="1322" y="134"/>
                  <a:pt x="1322" y="134"/>
                  <a:pt x="1322" y="134"/>
                </a:cubicBezTo>
                <a:cubicBezTo>
                  <a:pt x="1323" y="132"/>
                  <a:pt x="1325" y="130"/>
                  <a:pt x="1327" y="129"/>
                </a:cubicBezTo>
                <a:cubicBezTo>
                  <a:pt x="1329" y="127"/>
                  <a:pt x="1331" y="127"/>
                  <a:pt x="1333" y="127"/>
                </a:cubicBezTo>
                <a:cubicBezTo>
                  <a:pt x="1334" y="127"/>
                  <a:pt x="1335" y="127"/>
                  <a:pt x="1336" y="127"/>
                </a:cubicBezTo>
                <a:cubicBezTo>
                  <a:pt x="1338" y="120"/>
                  <a:pt x="1338" y="120"/>
                  <a:pt x="1338" y="120"/>
                </a:cubicBezTo>
                <a:cubicBezTo>
                  <a:pt x="1337" y="120"/>
                  <a:pt x="1336" y="119"/>
                  <a:pt x="1335" y="119"/>
                </a:cubicBezTo>
                <a:cubicBezTo>
                  <a:pt x="1333" y="119"/>
                  <a:pt x="1331" y="120"/>
                  <a:pt x="1330" y="121"/>
                </a:cubicBezTo>
                <a:cubicBezTo>
                  <a:pt x="1328" y="122"/>
                  <a:pt x="1326" y="123"/>
                  <a:pt x="1325" y="125"/>
                </a:cubicBezTo>
                <a:cubicBezTo>
                  <a:pt x="1324" y="126"/>
                  <a:pt x="1323" y="128"/>
                  <a:pt x="1322" y="129"/>
                </a:cubicBezTo>
                <a:close/>
                <a:moveTo>
                  <a:pt x="1349" y="153"/>
                </a:moveTo>
                <a:cubicBezTo>
                  <a:pt x="1354" y="120"/>
                  <a:pt x="1354" y="120"/>
                  <a:pt x="1354" y="120"/>
                </a:cubicBezTo>
                <a:cubicBezTo>
                  <a:pt x="1352" y="119"/>
                  <a:pt x="1352" y="119"/>
                  <a:pt x="1352" y="119"/>
                </a:cubicBezTo>
                <a:cubicBezTo>
                  <a:pt x="1342" y="121"/>
                  <a:pt x="1342" y="121"/>
                  <a:pt x="1342" y="121"/>
                </a:cubicBezTo>
                <a:cubicBezTo>
                  <a:pt x="1342" y="123"/>
                  <a:pt x="1342" y="123"/>
                  <a:pt x="1342" y="123"/>
                </a:cubicBezTo>
                <a:cubicBezTo>
                  <a:pt x="1346" y="125"/>
                  <a:pt x="1346" y="125"/>
                  <a:pt x="1346" y="125"/>
                </a:cubicBezTo>
                <a:cubicBezTo>
                  <a:pt x="1345" y="132"/>
                  <a:pt x="1345" y="138"/>
                  <a:pt x="1344" y="142"/>
                </a:cubicBezTo>
                <a:cubicBezTo>
                  <a:pt x="1343" y="150"/>
                  <a:pt x="1342" y="154"/>
                  <a:pt x="1342" y="156"/>
                </a:cubicBezTo>
                <a:cubicBezTo>
                  <a:pt x="1342" y="157"/>
                  <a:pt x="1342" y="158"/>
                  <a:pt x="1343" y="159"/>
                </a:cubicBezTo>
                <a:cubicBezTo>
                  <a:pt x="1344" y="160"/>
                  <a:pt x="1345" y="160"/>
                  <a:pt x="1347" y="160"/>
                </a:cubicBezTo>
                <a:cubicBezTo>
                  <a:pt x="1349" y="160"/>
                  <a:pt x="1350" y="159"/>
                  <a:pt x="1352" y="158"/>
                </a:cubicBezTo>
                <a:cubicBezTo>
                  <a:pt x="1353" y="157"/>
                  <a:pt x="1354" y="156"/>
                  <a:pt x="1355" y="155"/>
                </a:cubicBezTo>
                <a:cubicBezTo>
                  <a:pt x="1354" y="154"/>
                  <a:pt x="1354" y="154"/>
                  <a:pt x="1354" y="154"/>
                </a:cubicBezTo>
                <a:cubicBezTo>
                  <a:pt x="1353" y="154"/>
                  <a:pt x="1352" y="155"/>
                  <a:pt x="1352" y="155"/>
                </a:cubicBezTo>
                <a:cubicBezTo>
                  <a:pt x="1351" y="156"/>
                  <a:pt x="1351" y="156"/>
                  <a:pt x="1350" y="156"/>
                </a:cubicBezTo>
                <a:cubicBezTo>
                  <a:pt x="1350" y="156"/>
                  <a:pt x="1350" y="156"/>
                  <a:pt x="1349" y="155"/>
                </a:cubicBezTo>
                <a:cubicBezTo>
                  <a:pt x="1349" y="155"/>
                  <a:pt x="1349" y="155"/>
                  <a:pt x="1349" y="154"/>
                </a:cubicBezTo>
                <a:lnTo>
                  <a:pt x="1349" y="153"/>
                </a:lnTo>
                <a:close/>
                <a:moveTo>
                  <a:pt x="1351" y="112"/>
                </a:moveTo>
                <a:cubicBezTo>
                  <a:pt x="1353" y="112"/>
                  <a:pt x="1354" y="111"/>
                  <a:pt x="1355" y="110"/>
                </a:cubicBezTo>
                <a:cubicBezTo>
                  <a:pt x="1356" y="109"/>
                  <a:pt x="1356" y="108"/>
                  <a:pt x="1356" y="107"/>
                </a:cubicBezTo>
                <a:cubicBezTo>
                  <a:pt x="1356" y="106"/>
                  <a:pt x="1356" y="105"/>
                  <a:pt x="1355" y="104"/>
                </a:cubicBezTo>
                <a:cubicBezTo>
                  <a:pt x="1354" y="103"/>
                  <a:pt x="1353" y="103"/>
                  <a:pt x="1352" y="103"/>
                </a:cubicBezTo>
                <a:cubicBezTo>
                  <a:pt x="1351" y="103"/>
                  <a:pt x="1350" y="103"/>
                  <a:pt x="1349" y="104"/>
                </a:cubicBezTo>
                <a:cubicBezTo>
                  <a:pt x="1348" y="105"/>
                  <a:pt x="1348" y="107"/>
                  <a:pt x="1348" y="108"/>
                </a:cubicBezTo>
                <a:cubicBezTo>
                  <a:pt x="1348" y="109"/>
                  <a:pt x="1348" y="110"/>
                  <a:pt x="1349" y="111"/>
                </a:cubicBezTo>
                <a:cubicBezTo>
                  <a:pt x="1350" y="111"/>
                  <a:pt x="1350" y="112"/>
                  <a:pt x="1351" y="112"/>
                </a:cubicBezTo>
                <a:close/>
                <a:moveTo>
                  <a:pt x="1374" y="129"/>
                </a:moveTo>
                <a:cubicBezTo>
                  <a:pt x="1375" y="120"/>
                  <a:pt x="1375" y="120"/>
                  <a:pt x="1375" y="120"/>
                </a:cubicBezTo>
                <a:cubicBezTo>
                  <a:pt x="1374" y="119"/>
                  <a:pt x="1374" y="119"/>
                  <a:pt x="1374" y="119"/>
                </a:cubicBezTo>
                <a:cubicBezTo>
                  <a:pt x="1365" y="121"/>
                  <a:pt x="1365" y="121"/>
                  <a:pt x="1365" y="121"/>
                </a:cubicBezTo>
                <a:cubicBezTo>
                  <a:pt x="1365" y="124"/>
                  <a:pt x="1365" y="124"/>
                  <a:pt x="1365" y="124"/>
                </a:cubicBezTo>
                <a:cubicBezTo>
                  <a:pt x="1368" y="125"/>
                  <a:pt x="1368" y="125"/>
                  <a:pt x="1368" y="125"/>
                </a:cubicBezTo>
                <a:cubicBezTo>
                  <a:pt x="1364" y="159"/>
                  <a:pt x="1364" y="159"/>
                  <a:pt x="1364" y="159"/>
                </a:cubicBezTo>
                <a:cubicBezTo>
                  <a:pt x="1370" y="159"/>
                  <a:pt x="1370" y="159"/>
                  <a:pt x="1370" y="159"/>
                </a:cubicBezTo>
                <a:cubicBezTo>
                  <a:pt x="1374" y="134"/>
                  <a:pt x="1374" y="134"/>
                  <a:pt x="1374" y="134"/>
                </a:cubicBezTo>
                <a:cubicBezTo>
                  <a:pt x="1375" y="131"/>
                  <a:pt x="1377" y="129"/>
                  <a:pt x="1380" y="127"/>
                </a:cubicBezTo>
                <a:cubicBezTo>
                  <a:pt x="1382" y="125"/>
                  <a:pt x="1384" y="124"/>
                  <a:pt x="1386" y="124"/>
                </a:cubicBezTo>
                <a:cubicBezTo>
                  <a:pt x="1388" y="124"/>
                  <a:pt x="1389" y="125"/>
                  <a:pt x="1389" y="126"/>
                </a:cubicBezTo>
                <a:cubicBezTo>
                  <a:pt x="1390" y="127"/>
                  <a:pt x="1390" y="128"/>
                  <a:pt x="1390" y="130"/>
                </a:cubicBezTo>
                <a:cubicBezTo>
                  <a:pt x="1390" y="132"/>
                  <a:pt x="1390" y="134"/>
                  <a:pt x="1390" y="135"/>
                </a:cubicBezTo>
                <a:cubicBezTo>
                  <a:pt x="1390" y="137"/>
                  <a:pt x="1389" y="140"/>
                  <a:pt x="1389" y="142"/>
                </a:cubicBezTo>
                <a:cubicBezTo>
                  <a:pt x="1388" y="144"/>
                  <a:pt x="1388" y="144"/>
                  <a:pt x="1388" y="144"/>
                </a:cubicBezTo>
                <a:cubicBezTo>
                  <a:pt x="1388" y="147"/>
                  <a:pt x="1388" y="147"/>
                  <a:pt x="1388" y="147"/>
                </a:cubicBezTo>
                <a:cubicBezTo>
                  <a:pt x="1387" y="151"/>
                  <a:pt x="1387" y="154"/>
                  <a:pt x="1387" y="156"/>
                </a:cubicBezTo>
                <a:cubicBezTo>
                  <a:pt x="1387" y="159"/>
                  <a:pt x="1388" y="160"/>
                  <a:pt x="1391" y="160"/>
                </a:cubicBezTo>
                <a:cubicBezTo>
                  <a:pt x="1392" y="160"/>
                  <a:pt x="1394" y="160"/>
                  <a:pt x="1395" y="159"/>
                </a:cubicBezTo>
                <a:cubicBezTo>
                  <a:pt x="1396" y="159"/>
                  <a:pt x="1397" y="158"/>
                  <a:pt x="1397" y="157"/>
                </a:cubicBezTo>
                <a:cubicBezTo>
                  <a:pt x="1398" y="157"/>
                  <a:pt x="1399" y="156"/>
                  <a:pt x="1399" y="156"/>
                </a:cubicBezTo>
                <a:cubicBezTo>
                  <a:pt x="1398" y="154"/>
                  <a:pt x="1398" y="154"/>
                  <a:pt x="1398" y="154"/>
                </a:cubicBezTo>
                <a:cubicBezTo>
                  <a:pt x="1397" y="155"/>
                  <a:pt x="1396" y="156"/>
                  <a:pt x="1395" y="156"/>
                </a:cubicBezTo>
                <a:cubicBezTo>
                  <a:pt x="1394" y="156"/>
                  <a:pt x="1394" y="155"/>
                  <a:pt x="1394" y="154"/>
                </a:cubicBezTo>
                <a:cubicBezTo>
                  <a:pt x="1394" y="152"/>
                  <a:pt x="1394" y="149"/>
                  <a:pt x="1395" y="145"/>
                </a:cubicBezTo>
                <a:cubicBezTo>
                  <a:pt x="1395" y="142"/>
                  <a:pt x="1395" y="142"/>
                  <a:pt x="1395" y="142"/>
                </a:cubicBezTo>
                <a:cubicBezTo>
                  <a:pt x="1396" y="140"/>
                  <a:pt x="1396" y="140"/>
                  <a:pt x="1396" y="140"/>
                </a:cubicBezTo>
                <a:cubicBezTo>
                  <a:pt x="1397" y="135"/>
                  <a:pt x="1397" y="132"/>
                  <a:pt x="1397" y="130"/>
                </a:cubicBezTo>
                <a:cubicBezTo>
                  <a:pt x="1397" y="126"/>
                  <a:pt x="1397" y="123"/>
                  <a:pt x="1395" y="122"/>
                </a:cubicBezTo>
                <a:cubicBezTo>
                  <a:pt x="1394" y="120"/>
                  <a:pt x="1392" y="119"/>
                  <a:pt x="1389" y="119"/>
                </a:cubicBezTo>
                <a:cubicBezTo>
                  <a:pt x="1386" y="119"/>
                  <a:pt x="1384" y="120"/>
                  <a:pt x="1381" y="122"/>
                </a:cubicBezTo>
                <a:cubicBezTo>
                  <a:pt x="1379" y="124"/>
                  <a:pt x="1376" y="126"/>
                  <a:pt x="1374" y="129"/>
                </a:cubicBezTo>
                <a:close/>
                <a:moveTo>
                  <a:pt x="1433" y="162"/>
                </a:moveTo>
                <a:cubicBezTo>
                  <a:pt x="1440" y="119"/>
                  <a:pt x="1440" y="119"/>
                  <a:pt x="1440" y="119"/>
                </a:cubicBezTo>
                <a:cubicBezTo>
                  <a:pt x="1435" y="121"/>
                  <a:pt x="1435" y="121"/>
                  <a:pt x="1435" y="121"/>
                </a:cubicBezTo>
                <a:cubicBezTo>
                  <a:pt x="1434" y="121"/>
                  <a:pt x="1433" y="120"/>
                  <a:pt x="1432" y="120"/>
                </a:cubicBezTo>
                <a:cubicBezTo>
                  <a:pt x="1430" y="120"/>
                  <a:pt x="1429" y="119"/>
                  <a:pt x="1428" y="119"/>
                </a:cubicBezTo>
                <a:cubicBezTo>
                  <a:pt x="1423" y="119"/>
                  <a:pt x="1419" y="121"/>
                  <a:pt x="1416" y="123"/>
                </a:cubicBezTo>
                <a:cubicBezTo>
                  <a:pt x="1412" y="126"/>
                  <a:pt x="1410" y="129"/>
                  <a:pt x="1408" y="133"/>
                </a:cubicBezTo>
                <a:cubicBezTo>
                  <a:pt x="1406" y="137"/>
                  <a:pt x="1405" y="141"/>
                  <a:pt x="1405" y="145"/>
                </a:cubicBezTo>
                <a:cubicBezTo>
                  <a:pt x="1405" y="150"/>
                  <a:pt x="1406" y="153"/>
                  <a:pt x="1408" y="156"/>
                </a:cubicBezTo>
                <a:cubicBezTo>
                  <a:pt x="1410" y="159"/>
                  <a:pt x="1413" y="160"/>
                  <a:pt x="1417" y="160"/>
                </a:cubicBezTo>
                <a:cubicBezTo>
                  <a:pt x="1419" y="160"/>
                  <a:pt x="1421" y="159"/>
                  <a:pt x="1423" y="158"/>
                </a:cubicBezTo>
                <a:cubicBezTo>
                  <a:pt x="1425" y="157"/>
                  <a:pt x="1426" y="156"/>
                  <a:pt x="1428" y="155"/>
                </a:cubicBezTo>
                <a:cubicBezTo>
                  <a:pt x="1426" y="164"/>
                  <a:pt x="1426" y="164"/>
                  <a:pt x="1426" y="164"/>
                </a:cubicBezTo>
                <a:cubicBezTo>
                  <a:pt x="1426" y="167"/>
                  <a:pt x="1425" y="169"/>
                  <a:pt x="1424" y="170"/>
                </a:cubicBezTo>
                <a:cubicBezTo>
                  <a:pt x="1422" y="172"/>
                  <a:pt x="1420" y="172"/>
                  <a:pt x="1417" y="172"/>
                </a:cubicBezTo>
                <a:cubicBezTo>
                  <a:pt x="1415" y="172"/>
                  <a:pt x="1414" y="172"/>
                  <a:pt x="1412" y="171"/>
                </a:cubicBezTo>
                <a:cubicBezTo>
                  <a:pt x="1410" y="171"/>
                  <a:pt x="1409" y="170"/>
                  <a:pt x="1408" y="170"/>
                </a:cubicBezTo>
                <a:cubicBezTo>
                  <a:pt x="1406" y="175"/>
                  <a:pt x="1406" y="175"/>
                  <a:pt x="1406" y="175"/>
                </a:cubicBezTo>
                <a:cubicBezTo>
                  <a:pt x="1407" y="176"/>
                  <a:pt x="1408" y="176"/>
                  <a:pt x="1410" y="176"/>
                </a:cubicBezTo>
                <a:cubicBezTo>
                  <a:pt x="1411" y="177"/>
                  <a:pt x="1413" y="177"/>
                  <a:pt x="1414" y="177"/>
                </a:cubicBezTo>
                <a:cubicBezTo>
                  <a:pt x="1417" y="177"/>
                  <a:pt x="1420" y="176"/>
                  <a:pt x="1423" y="175"/>
                </a:cubicBezTo>
                <a:cubicBezTo>
                  <a:pt x="1425" y="174"/>
                  <a:pt x="1428" y="173"/>
                  <a:pt x="1430" y="170"/>
                </a:cubicBezTo>
                <a:cubicBezTo>
                  <a:pt x="1432" y="168"/>
                  <a:pt x="1433" y="165"/>
                  <a:pt x="1433" y="162"/>
                </a:cubicBezTo>
                <a:close/>
                <a:moveTo>
                  <a:pt x="1432" y="125"/>
                </a:moveTo>
                <a:cubicBezTo>
                  <a:pt x="1428" y="150"/>
                  <a:pt x="1428" y="150"/>
                  <a:pt x="1428" y="150"/>
                </a:cubicBezTo>
                <a:cubicBezTo>
                  <a:pt x="1427" y="151"/>
                  <a:pt x="1426" y="153"/>
                  <a:pt x="1424" y="154"/>
                </a:cubicBezTo>
                <a:cubicBezTo>
                  <a:pt x="1423" y="155"/>
                  <a:pt x="1421" y="155"/>
                  <a:pt x="1419" y="155"/>
                </a:cubicBezTo>
                <a:cubicBezTo>
                  <a:pt x="1417" y="155"/>
                  <a:pt x="1415" y="155"/>
                  <a:pt x="1414" y="153"/>
                </a:cubicBezTo>
                <a:cubicBezTo>
                  <a:pt x="1413" y="151"/>
                  <a:pt x="1412" y="148"/>
                  <a:pt x="1412" y="145"/>
                </a:cubicBezTo>
                <a:cubicBezTo>
                  <a:pt x="1412" y="142"/>
                  <a:pt x="1413" y="138"/>
                  <a:pt x="1414" y="135"/>
                </a:cubicBezTo>
                <a:cubicBezTo>
                  <a:pt x="1415" y="132"/>
                  <a:pt x="1417" y="129"/>
                  <a:pt x="1419" y="127"/>
                </a:cubicBezTo>
                <a:cubicBezTo>
                  <a:pt x="1421" y="124"/>
                  <a:pt x="1424" y="123"/>
                  <a:pt x="1427" y="123"/>
                </a:cubicBezTo>
                <a:cubicBezTo>
                  <a:pt x="1429" y="123"/>
                  <a:pt x="1431" y="124"/>
                  <a:pt x="1432" y="125"/>
                </a:cubicBezTo>
                <a:close/>
                <a:moveTo>
                  <a:pt x="1076" y="242"/>
                </a:moveTo>
                <a:cubicBezTo>
                  <a:pt x="1072" y="249"/>
                  <a:pt x="1072" y="249"/>
                  <a:pt x="1072" y="249"/>
                </a:cubicBezTo>
                <a:cubicBezTo>
                  <a:pt x="1072" y="242"/>
                  <a:pt x="1072" y="242"/>
                  <a:pt x="1072" y="242"/>
                </a:cubicBezTo>
                <a:cubicBezTo>
                  <a:pt x="1066" y="208"/>
                  <a:pt x="1066" y="208"/>
                  <a:pt x="1066" y="208"/>
                </a:cubicBezTo>
                <a:cubicBezTo>
                  <a:pt x="1050" y="208"/>
                  <a:pt x="1050" y="208"/>
                  <a:pt x="1050" y="208"/>
                </a:cubicBezTo>
                <a:cubicBezTo>
                  <a:pt x="1049" y="211"/>
                  <a:pt x="1049" y="211"/>
                  <a:pt x="1049" y="211"/>
                </a:cubicBezTo>
                <a:cubicBezTo>
                  <a:pt x="1056" y="212"/>
                  <a:pt x="1056" y="212"/>
                  <a:pt x="1056" y="212"/>
                </a:cubicBezTo>
                <a:cubicBezTo>
                  <a:pt x="1045" y="256"/>
                  <a:pt x="1045" y="256"/>
                  <a:pt x="1045" y="256"/>
                </a:cubicBezTo>
                <a:cubicBezTo>
                  <a:pt x="1039" y="257"/>
                  <a:pt x="1039" y="257"/>
                  <a:pt x="1039" y="257"/>
                </a:cubicBezTo>
                <a:cubicBezTo>
                  <a:pt x="1039" y="260"/>
                  <a:pt x="1039" y="260"/>
                  <a:pt x="1039" y="260"/>
                </a:cubicBezTo>
                <a:cubicBezTo>
                  <a:pt x="1057" y="260"/>
                  <a:pt x="1057" y="260"/>
                  <a:pt x="1057" y="260"/>
                </a:cubicBezTo>
                <a:cubicBezTo>
                  <a:pt x="1057" y="257"/>
                  <a:pt x="1057" y="257"/>
                  <a:pt x="1057" y="257"/>
                </a:cubicBezTo>
                <a:cubicBezTo>
                  <a:pt x="1050" y="256"/>
                  <a:pt x="1050" y="256"/>
                  <a:pt x="1050" y="256"/>
                </a:cubicBezTo>
                <a:cubicBezTo>
                  <a:pt x="1057" y="225"/>
                  <a:pt x="1057" y="225"/>
                  <a:pt x="1057" y="225"/>
                </a:cubicBezTo>
                <a:cubicBezTo>
                  <a:pt x="1060" y="211"/>
                  <a:pt x="1060" y="211"/>
                  <a:pt x="1060" y="211"/>
                </a:cubicBezTo>
                <a:cubicBezTo>
                  <a:pt x="1062" y="225"/>
                  <a:pt x="1062" y="225"/>
                  <a:pt x="1062" y="225"/>
                </a:cubicBezTo>
                <a:cubicBezTo>
                  <a:pt x="1068" y="261"/>
                  <a:pt x="1068" y="261"/>
                  <a:pt x="1068" y="261"/>
                </a:cubicBezTo>
                <a:cubicBezTo>
                  <a:pt x="1072" y="260"/>
                  <a:pt x="1072" y="260"/>
                  <a:pt x="1072" y="260"/>
                </a:cubicBezTo>
                <a:cubicBezTo>
                  <a:pt x="1088" y="224"/>
                  <a:pt x="1088" y="224"/>
                  <a:pt x="1088" y="224"/>
                </a:cubicBezTo>
                <a:cubicBezTo>
                  <a:pt x="1094" y="211"/>
                  <a:pt x="1094" y="211"/>
                  <a:pt x="1094" y="211"/>
                </a:cubicBezTo>
                <a:cubicBezTo>
                  <a:pt x="1093" y="225"/>
                  <a:pt x="1093" y="225"/>
                  <a:pt x="1093" y="225"/>
                </a:cubicBezTo>
                <a:cubicBezTo>
                  <a:pt x="1091" y="256"/>
                  <a:pt x="1091" y="256"/>
                  <a:pt x="1091" y="256"/>
                </a:cubicBezTo>
                <a:cubicBezTo>
                  <a:pt x="1085" y="257"/>
                  <a:pt x="1085" y="257"/>
                  <a:pt x="1085" y="257"/>
                </a:cubicBezTo>
                <a:cubicBezTo>
                  <a:pt x="1084" y="260"/>
                  <a:pt x="1084" y="260"/>
                  <a:pt x="1084" y="260"/>
                </a:cubicBezTo>
                <a:cubicBezTo>
                  <a:pt x="1104" y="260"/>
                  <a:pt x="1104" y="260"/>
                  <a:pt x="1104" y="260"/>
                </a:cubicBezTo>
                <a:cubicBezTo>
                  <a:pt x="1104" y="257"/>
                  <a:pt x="1104" y="257"/>
                  <a:pt x="1104" y="257"/>
                </a:cubicBezTo>
                <a:cubicBezTo>
                  <a:pt x="1098" y="256"/>
                  <a:pt x="1098" y="256"/>
                  <a:pt x="1098" y="256"/>
                </a:cubicBezTo>
                <a:cubicBezTo>
                  <a:pt x="1099" y="212"/>
                  <a:pt x="1099" y="212"/>
                  <a:pt x="1099" y="212"/>
                </a:cubicBezTo>
                <a:cubicBezTo>
                  <a:pt x="1106" y="211"/>
                  <a:pt x="1106" y="211"/>
                  <a:pt x="1106" y="211"/>
                </a:cubicBezTo>
                <a:cubicBezTo>
                  <a:pt x="1106" y="208"/>
                  <a:pt x="1106" y="208"/>
                  <a:pt x="1106" y="208"/>
                </a:cubicBezTo>
                <a:cubicBezTo>
                  <a:pt x="1091" y="208"/>
                  <a:pt x="1091" y="208"/>
                  <a:pt x="1091" y="208"/>
                </a:cubicBezTo>
                <a:cubicBezTo>
                  <a:pt x="1090" y="211"/>
                  <a:pt x="1087" y="217"/>
                  <a:pt x="1083" y="225"/>
                </a:cubicBezTo>
                <a:cubicBezTo>
                  <a:pt x="1079" y="233"/>
                  <a:pt x="1077" y="239"/>
                  <a:pt x="1076" y="242"/>
                </a:cubicBezTo>
                <a:close/>
                <a:moveTo>
                  <a:pt x="1138" y="253"/>
                </a:moveTo>
                <a:cubicBezTo>
                  <a:pt x="1136" y="251"/>
                  <a:pt x="1136" y="251"/>
                  <a:pt x="1136" y="251"/>
                </a:cubicBezTo>
                <a:cubicBezTo>
                  <a:pt x="1134" y="253"/>
                  <a:pt x="1133" y="254"/>
                  <a:pt x="1131" y="255"/>
                </a:cubicBezTo>
                <a:cubicBezTo>
                  <a:pt x="1129" y="256"/>
                  <a:pt x="1126" y="256"/>
                  <a:pt x="1124" y="256"/>
                </a:cubicBezTo>
                <a:cubicBezTo>
                  <a:pt x="1121" y="256"/>
                  <a:pt x="1119" y="255"/>
                  <a:pt x="1118" y="253"/>
                </a:cubicBezTo>
                <a:cubicBezTo>
                  <a:pt x="1117" y="250"/>
                  <a:pt x="1116" y="247"/>
                  <a:pt x="1116" y="244"/>
                </a:cubicBezTo>
                <a:cubicBezTo>
                  <a:pt x="1119" y="244"/>
                  <a:pt x="1123" y="244"/>
                  <a:pt x="1126" y="242"/>
                </a:cubicBezTo>
                <a:cubicBezTo>
                  <a:pt x="1130" y="241"/>
                  <a:pt x="1133" y="240"/>
                  <a:pt x="1136" y="237"/>
                </a:cubicBezTo>
                <a:cubicBezTo>
                  <a:pt x="1138" y="235"/>
                  <a:pt x="1140" y="232"/>
                  <a:pt x="1140" y="229"/>
                </a:cubicBezTo>
                <a:cubicBezTo>
                  <a:pt x="1140" y="226"/>
                  <a:pt x="1139" y="224"/>
                  <a:pt x="1137" y="223"/>
                </a:cubicBezTo>
                <a:cubicBezTo>
                  <a:pt x="1135" y="221"/>
                  <a:pt x="1133" y="220"/>
                  <a:pt x="1130" y="220"/>
                </a:cubicBezTo>
                <a:cubicBezTo>
                  <a:pt x="1126" y="220"/>
                  <a:pt x="1122" y="221"/>
                  <a:pt x="1119" y="224"/>
                </a:cubicBezTo>
                <a:cubicBezTo>
                  <a:pt x="1116" y="226"/>
                  <a:pt x="1114" y="229"/>
                  <a:pt x="1112" y="233"/>
                </a:cubicBezTo>
                <a:cubicBezTo>
                  <a:pt x="1110" y="237"/>
                  <a:pt x="1109" y="241"/>
                  <a:pt x="1109" y="246"/>
                </a:cubicBezTo>
                <a:cubicBezTo>
                  <a:pt x="1109" y="248"/>
                  <a:pt x="1110" y="251"/>
                  <a:pt x="1111" y="253"/>
                </a:cubicBezTo>
                <a:cubicBezTo>
                  <a:pt x="1111" y="255"/>
                  <a:pt x="1113" y="257"/>
                  <a:pt x="1115" y="259"/>
                </a:cubicBezTo>
                <a:cubicBezTo>
                  <a:pt x="1117" y="260"/>
                  <a:pt x="1120" y="261"/>
                  <a:pt x="1123" y="261"/>
                </a:cubicBezTo>
                <a:cubicBezTo>
                  <a:pt x="1126" y="261"/>
                  <a:pt x="1129" y="260"/>
                  <a:pt x="1132" y="258"/>
                </a:cubicBezTo>
                <a:cubicBezTo>
                  <a:pt x="1135" y="257"/>
                  <a:pt x="1136" y="255"/>
                  <a:pt x="1138" y="253"/>
                </a:cubicBezTo>
                <a:close/>
                <a:moveTo>
                  <a:pt x="1128" y="224"/>
                </a:moveTo>
                <a:cubicBezTo>
                  <a:pt x="1130" y="224"/>
                  <a:pt x="1131" y="224"/>
                  <a:pt x="1132" y="225"/>
                </a:cubicBezTo>
                <a:cubicBezTo>
                  <a:pt x="1132" y="226"/>
                  <a:pt x="1133" y="228"/>
                  <a:pt x="1133" y="229"/>
                </a:cubicBezTo>
                <a:cubicBezTo>
                  <a:pt x="1133" y="232"/>
                  <a:pt x="1132" y="234"/>
                  <a:pt x="1130" y="235"/>
                </a:cubicBezTo>
                <a:cubicBezTo>
                  <a:pt x="1129" y="237"/>
                  <a:pt x="1126" y="238"/>
                  <a:pt x="1124" y="239"/>
                </a:cubicBezTo>
                <a:cubicBezTo>
                  <a:pt x="1121" y="240"/>
                  <a:pt x="1119" y="241"/>
                  <a:pt x="1116" y="241"/>
                </a:cubicBezTo>
                <a:cubicBezTo>
                  <a:pt x="1117" y="238"/>
                  <a:pt x="1117" y="236"/>
                  <a:pt x="1118" y="233"/>
                </a:cubicBezTo>
                <a:cubicBezTo>
                  <a:pt x="1119" y="230"/>
                  <a:pt x="1121" y="228"/>
                  <a:pt x="1122" y="226"/>
                </a:cubicBezTo>
                <a:cubicBezTo>
                  <a:pt x="1124" y="225"/>
                  <a:pt x="1126" y="224"/>
                  <a:pt x="1128" y="224"/>
                </a:cubicBezTo>
                <a:close/>
                <a:moveTo>
                  <a:pt x="1175" y="254"/>
                </a:moveTo>
                <a:cubicBezTo>
                  <a:pt x="1182" y="204"/>
                  <a:pt x="1182" y="204"/>
                  <a:pt x="1182" y="204"/>
                </a:cubicBezTo>
                <a:cubicBezTo>
                  <a:pt x="1181" y="204"/>
                  <a:pt x="1181" y="204"/>
                  <a:pt x="1181" y="204"/>
                </a:cubicBezTo>
                <a:cubicBezTo>
                  <a:pt x="1171" y="205"/>
                  <a:pt x="1171" y="205"/>
                  <a:pt x="1171" y="205"/>
                </a:cubicBezTo>
                <a:cubicBezTo>
                  <a:pt x="1170" y="207"/>
                  <a:pt x="1170" y="207"/>
                  <a:pt x="1170" y="207"/>
                </a:cubicBezTo>
                <a:cubicBezTo>
                  <a:pt x="1175" y="208"/>
                  <a:pt x="1175" y="208"/>
                  <a:pt x="1175" y="208"/>
                </a:cubicBezTo>
                <a:cubicBezTo>
                  <a:pt x="1173" y="221"/>
                  <a:pt x="1173" y="221"/>
                  <a:pt x="1173" y="221"/>
                </a:cubicBezTo>
                <a:cubicBezTo>
                  <a:pt x="1171" y="220"/>
                  <a:pt x="1169" y="220"/>
                  <a:pt x="1168" y="220"/>
                </a:cubicBezTo>
                <a:cubicBezTo>
                  <a:pt x="1163" y="220"/>
                  <a:pt x="1159" y="222"/>
                  <a:pt x="1156" y="224"/>
                </a:cubicBezTo>
                <a:cubicBezTo>
                  <a:pt x="1152" y="227"/>
                  <a:pt x="1150" y="230"/>
                  <a:pt x="1148" y="234"/>
                </a:cubicBezTo>
                <a:cubicBezTo>
                  <a:pt x="1146" y="238"/>
                  <a:pt x="1145" y="242"/>
                  <a:pt x="1145" y="246"/>
                </a:cubicBezTo>
                <a:cubicBezTo>
                  <a:pt x="1145" y="250"/>
                  <a:pt x="1146" y="254"/>
                  <a:pt x="1148" y="257"/>
                </a:cubicBezTo>
                <a:cubicBezTo>
                  <a:pt x="1150" y="259"/>
                  <a:pt x="1153" y="261"/>
                  <a:pt x="1157" y="261"/>
                </a:cubicBezTo>
                <a:cubicBezTo>
                  <a:pt x="1159" y="261"/>
                  <a:pt x="1162" y="260"/>
                  <a:pt x="1163" y="259"/>
                </a:cubicBezTo>
                <a:cubicBezTo>
                  <a:pt x="1165" y="258"/>
                  <a:pt x="1167" y="256"/>
                  <a:pt x="1168" y="255"/>
                </a:cubicBezTo>
                <a:cubicBezTo>
                  <a:pt x="1168" y="256"/>
                  <a:pt x="1168" y="256"/>
                  <a:pt x="1168" y="256"/>
                </a:cubicBezTo>
                <a:cubicBezTo>
                  <a:pt x="1168" y="259"/>
                  <a:pt x="1170" y="261"/>
                  <a:pt x="1173" y="261"/>
                </a:cubicBezTo>
                <a:cubicBezTo>
                  <a:pt x="1174" y="261"/>
                  <a:pt x="1176" y="260"/>
                  <a:pt x="1177" y="259"/>
                </a:cubicBezTo>
                <a:cubicBezTo>
                  <a:pt x="1178" y="258"/>
                  <a:pt x="1179" y="257"/>
                  <a:pt x="1180" y="256"/>
                </a:cubicBezTo>
                <a:cubicBezTo>
                  <a:pt x="1179" y="255"/>
                  <a:pt x="1179" y="255"/>
                  <a:pt x="1179" y="255"/>
                </a:cubicBezTo>
                <a:cubicBezTo>
                  <a:pt x="1178" y="256"/>
                  <a:pt x="1177" y="256"/>
                  <a:pt x="1176" y="256"/>
                </a:cubicBezTo>
                <a:cubicBezTo>
                  <a:pt x="1175" y="256"/>
                  <a:pt x="1175" y="256"/>
                  <a:pt x="1175" y="255"/>
                </a:cubicBezTo>
                <a:cubicBezTo>
                  <a:pt x="1175" y="254"/>
                  <a:pt x="1175" y="254"/>
                  <a:pt x="1175" y="254"/>
                </a:cubicBezTo>
                <a:close/>
                <a:moveTo>
                  <a:pt x="1172" y="225"/>
                </a:moveTo>
                <a:cubicBezTo>
                  <a:pt x="1169" y="250"/>
                  <a:pt x="1169" y="250"/>
                  <a:pt x="1169" y="250"/>
                </a:cubicBezTo>
                <a:cubicBezTo>
                  <a:pt x="1168" y="252"/>
                  <a:pt x="1166" y="253"/>
                  <a:pt x="1164" y="254"/>
                </a:cubicBezTo>
                <a:cubicBezTo>
                  <a:pt x="1163" y="256"/>
                  <a:pt x="1161" y="256"/>
                  <a:pt x="1159" y="256"/>
                </a:cubicBezTo>
                <a:cubicBezTo>
                  <a:pt x="1157" y="256"/>
                  <a:pt x="1155" y="255"/>
                  <a:pt x="1154" y="253"/>
                </a:cubicBezTo>
                <a:cubicBezTo>
                  <a:pt x="1153" y="252"/>
                  <a:pt x="1153" y="249"/>
                  <a:pt x="1153" y="246"/>
                </a:cubicBezTo>
                <a:cubicBezTo>
                  <a:pt x="1153" y="242"/>
                  <a:pt x="1153" y="239"/>
                  <a:pt x="1154" y="236"/>
                </a:cubicBezTo>
                <a:cubicBezTo>
                  <a:pt x="1155" y="232"/>
                  <a:pt x="1157" y="230"/>
                  <a:pt x="1159" y="227"/>
                </a:cubicBezTo>
                <a:cubicBezTo>
                  <a:pt x="1161" y="225"/>
                  <a:pt x="1164" y="224"/>
                  <a:pt x="1167" y="224"/>
                </a:cubicBezTo>
                <a:cubicBezTo>
                  <a:pt x="1169" y="224"/>
                  <a:pt x="1171" y="224"/>
                  <a:pt x="1172" y="225"/>
                </a:cubicBezTo>
                <a:close/>
                <a:moveTo>
                  <a:pt x="1198" y="254"/>
                </a:moveTo>
                <a:cubicBezTo>
                  <a:pt x="1202" y="221"/>
                  <a:pt x="1202" y="221"/>
                  <a:pt x="1202" y="221"/>
                </a:cubicBezTo>
                <a:cubicBezTo>
                  <a:pt x="1201" y="220"/>
                  <a:pt x="1201" y="220"/>
                  <a:pt x="1201" y="220"/>
                </a:cubicBezTo>
                <a:cubicBezTo>
                  <a:pt x="1191" y="222"/>
                  <a:pt x="1191" y="222"/>
                  <a:pt x="1191" y="222"/>
                </a:cubicBezTo>
                <a:cubicBezTo>
                  <a:pt x="1190" y="224"/>
                  <a:pt x="1190" y="224"/>
                  <a:pt x="1190" y="224"/>
                </a:cubicBezTo>
                <a:cubicBezTo>
                  <a:pt x="1195" y="226"/>
                  <a:pt x="1195" y="226"/>
                  <a:pt x="1195" y="226"/>
                </a:cubicBezTo>
                <a:cubicBezTo>
                  <a:pt x="1194" y="233"/>
                  <a:pt x="1193" y="239"/>
                  <a:pt x="1192" y="243"/>
                </a:cubicBezTo>
                <a:cubicBezTo>
                  <a:pt x="1191" y="251"/>
                  <a:pt x="1191" y="255"/>
                  <a:pt x="1191" y="256"/>
                </a:cubicBezTo>
                <a:cubicBezTo>
                  <a:pt x="1190" y="258"/>
                  <a:pt x="1191" y="259"/>
                  <a:pt x="1192" y="260"/>
                </a:cubicBezTo>
                <a:cubicBezTo>
                  <a:pt x="1192" y="260"/>
                  <a:pt x="1194" y="261"/>
                  <a:pt x="1195" y="261"/>
                </a:cubicBezTo>
                <a:cubicBezTo>
                  <a:pt x="1197" y="261"/>
                  <a:pt x="1199" y="260"/>
                  <a:pt x="1200" y="259"/>
                </a:cubicBezTo>
                <a:cubicBezTo>
                  <a:pt x="1202" y="258"/>
                  <a:pt x="1203" y="257"/>
                  <a:pt x="1203" y="256"/>
                </a:cubicBezTo>
                <a:cubicBezTo>
                  <a:pt x="1202" y="254"/>
                  <a:pt x="1202" y="254"/>
                  <a:pt x="1202" y="254"/>
                </a:cubicBezTo>
                <a:cubicBezTo>
                  <a:pt x="1202" y="255"/>
                  <a:pt x="1201" y="256"/>
                  <a:pt x="1200" y="256"/>
                </a:cubicBezTo>
                <a:cubicBezTo>
                  <a:pt x="1200" y="256"/>
                  <a:pt x="1199" y="256"/>
                  <a:pt x="1199" y="256"/>
                </a:cubicBezTo>
                <a:cubicBezTo>
                  <a:pt x="1198" y="256"/>
                  <a:pt x="1198" y="256"/>
                  <a:pt x="1198" y="256"/>
                </a:cubicBezTo>
                <a:cubicBezTo>
                  <a:pt x="1198" y="256"/>
                  <a:pt x="1198" y="255"/>
                  <a:pt x="1198" y="255"/>
                </a:cubicBezTo>
                <a:lnTo>
                  <a:pt x="1198" y="254"/>
                </a:lnTo>
                <a:close/>
                <a:moveTo>
                  <a:pt x="1200" y="213"/>
                </a:moveTo>
                <a:cubicBezTo>
                  <a:pt x="1201" y="213"/>
                  <a:pt x="1202" y="212"/>
                  <a:pt x="1203" y="211"/>
                </a:cubicBezTo>
                <a:cubicBezTo>
                  <a:pt x="1204" y="210"/>
                  <a:pt x="1205" y="209"/>
                  <a:pt x="1205" y="207"/>
                </a:cubicBezTo>
                <a:cubicBezTo>
                  <a:pt x="1205" y="206"/>
                  <a:pt x="1204" y="206"/>
                  <a:pt x="1204" y="205"/>
                </a:cubicBezTo>
                <a:cubicBezTo>
                  <a:pt x="1203" y="204"/>
                  <a:pt x="1202" y="204"/>
                  <a:pt x="1201" y="204"/>
                </a:cubicBezTo>
                <a:cubicBezTo>
                  <a:pt x="1200" y="204"/>
                  <a:pt x="1198" y="204"/>
                  <a:pt x="1198" y="205"/>
                </a:cubicBezTo>
                <a:cubicBezTo>
                  <a:pt x="1197" y="206"/>
                  <a:pt x="1196" y="207"/>
                  <a:pt x="1196" y="209"/>
                </a:cubicBezTo>
                <a:cubicBezTo>
                  <a:pt x="1196" y="210"/>
                  <a:pt x="1197" y="211"/>
                  <a:pt x="1197" y="212"/>
                </a:cubicBezTo>
                <a:cubicBezTo>
                  <a:pt x="1198" y="212"/>
                  <a:pt x="1199" y="213"/>
                  <a:pt x="1200" y="213"/>
                </a:cubicBezTo>
                <a:close/>
                <a:moveTo>
                  <a:pt x="1237" y="228"/>
                </a:moveTo>
                <a:cubicBezTo>
                  <a:pt x="1238" y="229"/>
                  <a:pt x="1238" y="229"/>
                  <a:pt x="1238" y="229"/>
                </a:cubicBezTo>
                <a:cubicBezTo>
                  <a:pt x="1240" y="222"/>
                  <a:pt x="1240" y="222"/>
                  <a:pt x="1240" y="222"/>
                </a:cubicBezTo>
                <a:cubicBezTo>
                  <a:pt x="1239" y="221"/>
                  <a:pt x="1238" y="221"/>
                  <a:pt x="1237" y="221"/>
                </a:cubicBezTo>
                <a:cubicBezTo>
                  <a:pt x="1235" y="220"/>
                  <a:pt x="1234" y="220"/>
                  <a:pt x="1232" y="220"/>
                </a:cubicBezTo>
                <a:cubicBezTo>
                  <a:pt x="1228" y="220"/>
                  <a:pt x="1224" y="221"/>
                  <a:pt x="1221" y="224"/>
                </a:cubicBezTo>
                <a:cubicBezTo>
                  <a:pt x="1218" y="227"/>
                  <a:pt x="1216" y="230"/>
                  <a:pt x="1214" y="234"/>
                </a:cubicBezTo>
                <a:cubicBezTo>
                  <a:pt x="1213" y="237"/>
                  <a:pt x="1212" y="241"/>
                  <a:pt x="1212" y="245"/>
                </a:cubicBezTo>
                <a:cubicBezTo>
                  <a:pt x="1212" y="250"/>
                  <a:pt x="1213" y="254"/>
                  <a:pt x="1215" y="257"/>
                </a:cubicBezTo>
                <a:cubicBezTo>
                  <a:pt x="1217" y="259"/>
                  <a:pt x="1220" y="261"/>
                  <a:pt x="1224" y="261"/>
                </a:cubicBezTo>
                <a:cubicBezTo>
                  <a:pt x="1227" y="261"/>
                  <a:pt x="1230" y="260"/>
                  <a:pt x="1232" y="259"/>
                </a:cubicBezTo>
                <a:cubicBezTo>
                  <a:pt x="1235" y="257"/>
                  <a:pt x="1236" y="256"/>
                  <a:pt x="1238" y="254"/>
                </a:cubicBezTo>
                <a:cubicBezTo>
                  <a:pt x="1236" y="252"/>
                  <a:pt x="1236" y="252"/>
                  <a:pt x="1236" y="252"/>
                </a:cubicBezTo>
                <a:cubicBezTo>
                  <a:pt x="1235" y="253"/>
                  <a:pt x="1233" y="254"/>
                  <a:pt x="1232" y="255"/>
                </a:cubicBezTo>
                <a:cubicBezTo>
                  <a:pt x="1230" y="256"/>
                  <a:pt x="1229" y="256"/>
                  <a:pt x="1227" y="256"/>
                </a:cubicBezTo>
                <a:cubicBezTo>
                  <a:pt x="1224" y="256"/>
                  <a:pt x="1222" y="255"/>
                  <a:pt x="1221" y="253"/>
                </a:cubicBezTo>
                <a:cubicBezTo>
                  <a:pt x="1220" y="251"/>
                  <a:pt x="1219" y="248"/>
                  <a:pt x="1219" y="244"/>
                </a:cubicBezTo>
                <a:cubicBezTo>
                  <a:pt x="1219" y="240"/>
                  <a:pt x="1219" y="237"/>
                  <a:pt x="1221" y="234"/>
                </a:cubicBezTo>
                <a:cubicBezTo>
                  <a:pt x="1222" y="231"/>
                  <a:pt x="1223" y="229"/>
                  <a:pt x="1225" y="227"/>
                </a:cubicBezTo>
                <a:cubicBezTo>
                  <a:pt x="1227" y="225"/>
                  <a:pt x="1229" y="225"/>
                  <a:pt x="1231" y="225"/>
                </a:cubicBezTo>
                <a:cubicBezTo>
                  <a:pt x="1232" y="225"/>
                  <a:pt x="1235" y="226"/>
                  <a:pt x="1237" y="228"/>
                </a:cubicBezTo>
                <a:close/>
                <a:moveTo>
                  <a:pt x="1255" y="254"/>
                </a:moveTo>
                <a:cubicBezTo>
                  <a:pt x="1260" y="221"/>
                  <a:pt x="1260" y="221"/>
                  <a:pt x="1260" y="221"/>
                </a:cubicBezTo>
                <a:cubicBezTo>
                  <a:pt x="1259" y="220"/>
                  <a:pt x="1259" y="220"/>
                  <a:pt x="1259" y="220"/>
                </a:cubicBezTo>
                <a:cubicBezTo>
                  <a:pt x="1249" y="222"/>
                  <a:pt x="1249" y="222"/>
                  <a:pt x="1249" y="222"/>
                </a:cubicBezTo>
                <a:cubicBezTo>
                  <a:pt x="1248" y="224"/>
                  <a:pt x="1248" y="224"/>
                  <a:pt x="1248" y="224"/>
                </a:cubicBezTo>
                <a:cubicBezTo>
                  <a:pt x="1253" y="226"/>
                  <a:pt x="1253" y="226"/>
                  <a:pt x="1253" y="226"/>
                </a:cubicBezTo>
                <a:cubicBezTo>
                  <a:pt x="1252" y="233"/>
                  <a:pt x="1251" y="239"/>
                  <a:pt x="1250" y="243"/>
                </a:cubicBezTo>
                <a:cubicBezTo>
                  <a:pt x="1249" y="251"/>
                  <a:pt x="1248" y="255"/>
                  <a:pt x="1248" y="256"/>
                </a:cubicBezTo>
                <a:cubicBezTo>
                  <a:pt x="1248" y="258"/>
                  <a:pt x="1249" y="259"/>
                  <a:pt x="1249" y="260"/>
                </a:cubicBezTo>
                <a:cubicBezTo>
                  <a:pt x="1250" y="260"/>
                  <a:pt x="1251" y="261"/>
                  <a:pt x="1253" y="261"/>
                </a:cubicBezTo>
                <a:cubicBezTo>
                  <a:pt x="1255" y="261"/>
                  <a:pt x="1256" y="260"/>
                  <a:pt x="1258" y="259"/>
                </a:cubicBezTo>
                <a:cubicBezTo>
                  <a:pt x="1259" y="258"/>
                  <a:pt x="1260" y="257"/>
                  <a:pt x="1261" y="256"/>
                </a:cubicBezTo>
                <a:cubicBezTo>
                  <a:pt x="1260" y="254"/>
                  <a:pt x="1260" y="254"/>
                  <a:pt x="1260" y="254"/>
                </a:cubicBezTo>
                <a:cubicBezTo>
                  <a:pt x="1259" y="255"/>
                  <a:pt x="1259" y="256"/>
                  <a:pt x="1258" y="256"/>
                </a:cubicBezTo>
                <a:cubicBezTo>
                  <a:pt x="1258" y="256"/>
                  <a:pt x="1257" y="256"/>
                  <a:pt x="1256" y="256"/>
                </a:cubicBezTo>
                <a:cubicBezTo>
                  <a:pt x="1256" y="256"/>
                  <a:pt x="1256" y="256"/>
                  <a:pt x="1256" y="256"/>
                </a:cubicBezTo>
                <a:cubicBezTo>
                  <a:pt x="1255" y="256"/>
                  <a:pt x="1255" y="255"/>
                  <a:pt x="1255" y="255"/>
                </a:cubicBezTo>
                <a:lnTo>
                  <a:pt x="1255" y="254"/>
                </a:lnTo>
                <a:close/>
                <a:moveTo>
                  <a:pt x="1258" y="213"/>
                </a:moveTo>
                <a:cubicBezTo>
                  <a:pt x="1259" y="213"/>
                  <a:pt x="1260" y="212"/>
                  <a:pt x="1261" y="211"/>
                </a:cubicBezTo>
                <a:cubicBezTo>
                  <a:pt x="1262" y="210"/>
                  <a:pt x="1262" y="209"/>
                  <a:pt x="1262" y="207"/>
                </a:cubicBezTo>
                <a:cubicBezTo>
                  <a:pt x="1262" y="206"/>
                  <a:pt x="1262" y="206"/>
                  <a:pt x="1261" y="205"/>
                </a:cubicBezTo>
                <a:cubicBezTo>
                  <a:pt x="1261" y="204"/>
                  <a:pt x="1260" y="204"/>
                  <a:pt x="1259" y="204"/>
                </a:cubicBezTo>
                <a:cubicBezTo>
                  <a:pt x="1257" y="204"/>
                  <a:pt x="1256" y="204"/>
                  <a:pt x="1255" y="205"/>
                </a:cubicBezTo>
                <a:cubicBezTo>
                  <a:pt x="1254" y="206"/>
                  <a:pt x="1254" y="207"/>
                  <a:pt x="1254" y="209"/>
                </a:cubicBezTo>
                <a:cubicBezTo>
                  <a:pt x="1254" y="210"/>
                  <a:pt x="1254" y="211"/>
                  <a:pt x="1255" y="212"/>
                </a:cubicBezTo>
                <a:cubicBezTo>
                  <a:pt x="1256" y="212"/>
                  <a:pt x="1257" y="213"/>
                  <a:pt x="1258" y="213"/>
                </a:cubicBezTo>
                <a:close/>
                <a:moveTo>
                  <a:pt x="1282" y="229"/>
                </a:moveTo>
                <a:cubicBezTo>
                  <a:pt x="1283" y="221"/>
                  <a:pt x="1283" y="221"/>
                  <a:pt x="1283" y="221"/>
                </a:cubicBezTo>
                <a:cubicBezTo>
                  <a:pt x="1281" y="220"/>
                  <a:pt x="1281" y="220"/>
                  <a:pt x="1281" y="220"/>
                </a:cubicBezTo>
                <a:cubicBezTo>
                  <a:pt x="1273" y="222"/>
                  <a:pt x="1273" y="222"/>
                  <a:pt x="1273" y="222"/>
                </a:cubicBezTo>
                <a:cubicBezTo>
                  <a:pt x="1272" y="224"/>
                  <a:pt x="1272" y="224"/>
                  <a:pt x="1272" y="224"/>
                </a:cubicBezTo>
                <a:cubicBezTo>
                  <a:pt x="1275" y="226"/>
                  <a:pt x="1275" y="226"/>
                  <a:pt x="1275" y="226"/>
                </a:cubicBezTo>
                <a:cubicBezTo>
                  <a:pt x="1271" y="260"/>
                  <a:pt x="1271" y="260"/>
                  <a:pt x="1271" y="260"/>
                </a:cubicBezTo>
                <a:cubicBezTo>
                  <a:pt x="1278" y="260"/>
                  <a:pt x="1278" y="260"/>
                  <a:pt x="1278" y="260"/>
                </a:cubicBezTo>
                <a:cubicBezTo>
                  <a:pt x="1281" y="235"/>
                  <a:pt x="1281" y="235"/>
                  <a:pt x="1281" y="235"/>
                </a:cubicBezTo>
                <a:cubicBezTo>
                  <a:pt x="1283" y="232"/>
                  <a:pt x="1285" y="230"/>
                  <a:pt x="1287" y="228"/>
                </a:cubicBezTo>
                <a:cubicBezTo>
                  <a:pt x="1289" y="226"/>
                  <a:pt x="1291" y="225"/>
                  <a:pt x="1293" y="225"/>
                </a:cubicBezTo>
                <a:cubicBezTo>
                  <a:pt x="1295" y="225"/>
                  <a:pt x="1296" y="226"/>
                  <a:pt x="1297" y="226"/>
                </a:cubicBezTo>
                <a:cubicBezTo>
                  <a:pt x="1297" y="227"/>
                  <a:pt x="1298" y="229"/>
                  <a:pt x="1298" y="231"/>
                </a:cubicBezTo>
                <a:cubicBezTo>
                  <a:pt x="1298" y="233"/>
                  <a:pt x="1297" y="234"/>
                  <a:pt x="1297" y="236"/>
                </a:cubicBezTo>
                <a:cubicBezTo>
                  <a:pt x="1297" y="238"/>
                  <a:pt x="1297" y="240"/>
                  <a:pt x="1296" y="243"/>
                </a:cubicBezTo>
                <a:cubicBezTo>
                  <a:pt x="1296" y="245"/>
                  <a:pt x="1296" y="245"/>
                  <a:pt x="1296" y="245"/>
                </a:cubicBezTo>
                <a:cubicBezTo>
                  <a:pt x="1295" y="248"/>
                  <a:pt x="1295" y="248"/>
                  <a:pt x="1295" y="248"/>
                </a:cubicBezTo>
                <a:cubicBezTo>
                  <a:pt x="1294" y="252"/>
                  <a:pt x="1294" y="255"/>
                  <a:pt x="1294" y="256"/>
                </a:cubicBezTo>
                <a:cubicBezTo>
                  <a:pt x="1294" y="259"/>
                  <a:pt x="1295" y="261"/>
                  <a:pt x="1298" y="261"/>
                </a:cubicBezTo>
                <a:cubicBezTo>
                  <a:pt x="1300" y="261"/>
                  <a:pt x="1301" y="260"/>
                  <a:pt x="1302" y="260"/>
                </a:cubicBezTo>
                <a:cubicBezTo>
                  <a:pt x="1303" y="259"/>
                  <a:pt x="1304" y="259"/>
                  <a:pt x="1305" y="258"/>
                </a:cubicBezTo>
                <a:cubicBezTo>
                  <a:pt x="1305" y="258"/>
                  <a:pt x="1306" y="257"/>
                  <a:pt x="1306" y="257"/>
                </a:cubicBezTo>
                <a:cubicBezTo>
                  <a:pt x="1305" y="255"/>
                  <a:pt x="1305" y="255"/>
                  <a:pt x="1305" y="255"/>
                </a:cubicBezTo>
                <a:cubicBezTo>
                  <a:pt x="1304" y="256"/>
                  <a:pt x="1303" y="256"/>
                  <a:pt x="1302" y="256"/>
                </a:cubicBezTo>
                <a:cubicBezTo>
                  <a:pt x="1301" y="256"/>
                  <a:pt x="1301" y="256"/>
                  <a:pt x="1301" y="255"/>
                </a:cubicBezTo>
                <a:cubicBezTo>
                  <a:pt x="1301" y="253"/>
                  <a:pt x="1301" y="250"/>
                  <a:pt x="1302" y="246"/>
                </a:cubicBezTo>
                <a:cubicBezTo>
                  <a:pt x="1303" y="243"/>
                  <a:pt x="1303" y="243"/>
                  <a:pt x="1303" y="243"/>
                </a:cubicBezTo>
                <a:cubicBezTo>
                  <a:pt x="1303" y="241"/>
                  <a:pt x="1303" y="241"/>
                  <a:pt x="1303" y="241"/>
                </a:cubicBezTo>
                <a:cubicBezTo>
                  <a:pt x="1304" y="236"/>
                  <a:pt x="1305" y="232"/>
                  <a:pt x="1305" y="230"/>
                </a:cubicBezTo>
                <a:cubicBezTo>
                  <a:pt x="1305" y="227"/>
                  <a:pt x="1304" y="224"/>
                  <a:pt x="1302" y="223"/>
                </a:cubicBezTo>
                <a:cubicBezTo>
                  <a:pt x="1301" y="221"/>
                  <a:pt x="1299" y="220"/>
                  <a:pt x="1296" y="220"/>
                </a:cubicBezTo>
                <a:cubicBezTo>
                  <a:pt x="1294" y="220"/>
                  <a:pt x="1291" y="221"/>
                  <a:pt x="1289" y="223"/>
                </a:cubicBezTo>
                <a:cubicBezTo>
                  <a:pt x="1286" y="224"/>
                  <a:pt x="1284" y="227"/>
                  <a:pt x="1282" y="229"/>
                </a:cubicBezTo>
                <a:close/>
                <a:moveTo>
                  <a:pt x="1342" y="253"/>
                </a:moveTo>
                <a:cubicBezTo>
                  <a:pt x="1340" y="251"/>
                  <a:pt x="1340" y="251"/>
                  <a:pt x="1340" y="251"/>
                </a:cubicBezTo>
                <a:cubicBezTo>
                  <a:pt x="1339" y="253"/>
                  <a:pt x="1337" y="254"/>
                  <a:pt x="1335" y="255"/>
                </a:cubicBezTo>
                <a:cubicBezTo>
                  <a:pt x="1333" y="256"/>
                  <a:pt x="1331" y="256"/>
                  <a:pt x="1329" y="256"/>
                </a:cubicBezTo>
                <a:cubicBezTo>
                  <a:pt x="1326" y="256"/>
                  <a:pt x="1323" y="255"/>
                  <a:pt x="1322" y="253"/>
                </a:cubicBezTo>
                <a:cubicBezTo>
                  <a:pt x="1321" y="250"/>
                  <a:pt x="1320" y="247"/>
                  <a:pt x="1320" y="244"/>
                </a:cubicBezTo>
                <a:cubicBezTo>
                  <a:pt x="1323" y="244"/>
                  <a:pt x="1327" y="244"/>
                  <a:pt x="1330" y="242"/>
                </a:cubicBezTo>
                <a:cubicBezTo>
                  <a:pt x="1334" y="241"/>
                  <a:pt x="1337" y="240"/>
                  <a:pt x="1340" y="237"/>
                </a:cubicBezTo>
                <a:cubicBezTo>
                  <a:pt x="1342" y="235"/>
                  <a:pt x="1344" y="232"/>
                  <a:pt x="1344" y="229"/>
                </a:cubicBezTo>
                <a:cubicBezTo>
                  <a:pt x="1344" y="226"/>
                  <a:pt x="1343" y="224"/>
                  <a:pt x="1341" y="223"/>
                </a:cubicBezTo>
                <a:cubicBezTo>
                  <a:pt x="1340" y="221"/>
                  <a:pt x="1337" y="220"/>
                  <a:pt x="1334" y="220"/>
                </a:cubicBezTo>
                <a:cubicBezTo>
                  <a:pt x="1330" y="220"/>
                  <a:pt x="1326" y="221"/>
                  <a:pt x="1323" y="224"/>
                </a:cubicBezTo>
                <a:cubicBezTo>
                  <a:pt x="1320" y="226"/>
                  <a:pt x="1318" y="229"/>
                  <a:pt x="1316" y="233"/>
                </a:cubicBezTo>
                <a:cubicBezTo>
                  <a:pt x="1314" y="237"/>
                  <a:pt x="1313" y="241"/>
                  <a:pt x="1313" y="246"/>
                </a:cubicBezTo>
                <a:cubicBezTo>
                  <a:pt x="1313" y="248"/>
                  <a:pt x="1314" y="251"/>
                  <a:pt x="1315" y="253"/>
                </a:cubicBezTo>
                <a:cubicBezTo>
                  <a:pt x="1316" y="255"/>
                  <a:pt x="1317" y="257"/>
                  <a:pt x="1319" y="259"/>
                </a:cubicBezTo>
                <a:cubicBezTo>
                  <a:pt x="1321" y="260"/>
                  <a:pt x="1324" y="261"/>
                  <a:pt x="1327" y="261"/>
                </a:cubicBezTo>
                <a:cubicBezTo>
                  <a:pt x="1330" y="261"/>
                  <a:pt x="1333" y="260"/>
                  <a:pt x="1336" y="258"/>
                </a:cubicBezTo>
                <a:cubicBezTo>
                  <a:pt x="1339" y="257"/>
                  <a:pt x="1341" y="255"/>
                  <a:pt x="1342" y="253"/>
                </a:cubicBezTo>
                <a:close/>
                <a:moveTo>
                  <a:pt x="1332" y="224"/>
                </a:moveTo>
                <a:cubicBezTo>
                  <a:pt x="1334" y="224"/>
                  <a:pt x="1335" y="224"/>
                  <a:pt x="1336" y="225"/>
                </a:cubicBezTo>
                <a:cubicBezTo>
                  <a:pt x="1337" y="226"/>
                  <a:pt x="1337" y="228"/>
                  <a:pt x="1337" y="229"/>
                </a:cubicBezTo>
                <a:cubicBezTo>
                  <a:pt x="1337" y="232"/>
                  <a:pt x="1336" y="234"/>
                  <a:pt x="1334" y="235"/>
                </a:cubicBezTo>
                <a:cubicBezTo>
                  <a:pt x="1333" y="237"/>
                  <a:pt x="1331" y="238"/>
                  <a:pt x="1328" y="239"/>
                </a:cubicBezTo>
                <a:cubicBezTo>
                  <a:pt x="1325" y="240"/>
                  <a:pt x="1323" y="241"/>
                  <a:pt x="1321" y="241"/>
                </a:cubicBezTo>
                <a:cubicBezTo>
                  <a:pt x="1321" y="238"/>
                  <a:pt x="1321" y="236"/>
                  <a:pt x="1322" y="233"/>
                </a:cubicBezTo>
                <a:cubicBezTo>
                  <a:pt x="1323" y="230"/>
                  <a:pt x="1325" y="228"/>
                  <a:pt x="1326" y="226"/>
                </a:cubicBezTo>
                <a:cubicBezTo>
                  <a:pt x="1328" y="225"/>
                  <a:pt x="1330" y="224"/>
                  <a:pt x="1332" y="224"/>
                </a:cubicBezTo>
                <a:close/>
              </a:path>
            </a:pathLst>
          </a:custGeom>
          <a:solidFill xmlns:a="http://schemas.openxmlformats.org/drawingml/2006/main">
            <a:schemeClr val="tx2"/>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sz="1800"/>
          </a:p>
        </p:txBody>
      </p:sp>
      <p:sp>
        <p:nvSpPr>
          <p:cNvPr id="2" name="Title 1">
            <a:extLst xmlns:a="http://schemas.openxmlformats.org/drawingml/2006/main">
              <a:ext uri="{FF2B5EF4-FFF2-40B4-BE49-F238E27FC236}">
                <a16:creationId xmlns:a16="http://schemas.microsoft.com/office/drawing/2014/main" id="{1DCDC6D9-F914-4BC3-A3B1-B7B9EBC8E70B}"/>
              </a:ext>
            </a:extLst>
          </p:cNvPr>
          <p:cNvSpPr>
            <a:spLocks xmlns:a="http://schemas.openxmlformats.org/drawingml/2006/main" noGrp="1"/>
          </p:cNvSpPr>
          <p:nvPr>
            <p:ph type="title" idx="0"/>
          </p:nvPr>
        </p:nvSpPr>
        <p:spPr>
          <a:xfrm xmlns:a="http://schemas.openxmlformats.org/drawingml/2006/main">
            <a:off x="495300" y="1097724"/>
            <a:ext cx="7200900" cy="697312"/>
          </a:xfrm>
        </p:spPr>
        <p:txBody>
          <a:bodyPr xmlns:a="http://schemas.openxmlformats.org/drawingml/2006/main"/>
          <a:lstStyle xmlns:a="http://schemas.openxmlformats.org/drawingml/2006/main"/>
          <a:p xmlns:a="http://schemas.openxmlformats.org/drawingml/2006/main">
            <a:r>
              <a:t>Click to edit Master title style</a:t>
            </a:r>
          </a:p>
        </p:txBody>
      </p:sp>
      <p:sp>
        <p:nvSpPr>
          <p:cNvPr id="12" name="Text Placeholder 11">
            <a:extLst xmlns:a="http://schemas.openxmlformats.org/drawingml/2006/main">
              <a:ext uri="{FF2B5EF4-FFF2-40B4-BE49-F238E27FC236}">
                <a16:creationId xmlns:a16="http://schemas.microsoft.com/office/drawing/2014/main" id="{C612CE87-21AB-4B74-A011-BD24041C27F6}"/>
              </a:ext>
            </a:extLst>
          </p:cNvPr>
          <p:cNvSpPr>
            <a:spLocks xmlns:a="http://schemas.openxmlformats.org/drawingml/2006/main" noGrp="1"/>
          </p:cNvSpPr>
          <p:nvPr>
            <p:ph type="body" idx="14"/>
          </p:nvPr>
        </p:nvSpPr>
        <p:spPr>
          <a:xfrm xmlns:a="http://schemas.openxmlformats.org/drawingml/2006/main">
            <a:off x="495301" y="2265077"/>
            <a:ext cx="1960563" cy="2332642"/>
          </a:xfrm>
        </p:spPr>
        <p:txBody>
          <a:bodyPr xmlns:a="http://schemas.openxmlformats.org/drawingml/2006/main"/>
          <a:lstStyle xmlns:a="http://schemas.openxmlformats.org/drawingml/2006/main">
            <a:lvl1pPr marL="0" indent="0">
              <a:lnSpc>
                <a:spcPct val="120000"/>
              </a:lnSpc>
              <a:buNone/>
              <a:defRPr>
                <a:solidFill>
                  <a:schemeClr val="tx2"/>
                </a:solidFill>
              </a:defRPr>
            </a:lvl1pPr>
            <a:lvl2pPr marL="228594" indent="-228594">
              <a:lnSpc>
                <a:spcPct val="100000"/>
              </a:lnSpc>
              <a:spcBef>
                <a:spcPts val="300"/>
              </a:spcBef>
              <a:buFont typeface="Arial"/>
              <a:buChar char="•"/>
              <a:defRPr>
                <a:solidFill>
                  <a:schemeClr val="tx2"/>
                </a:solidFill>
              </a:defRPr>
            </a:lvl2pPr>
          </a:lstStyle>
          <a:p xmlns:a="http://schemas.openxmlformats.org/drawingml/2006/main">
            <a:pPr lvl="0">
              <a:buNone/>
            </a:pPr>
            <a:r>
              <a:t>Click to edit Master text styles</a:t>
            </a:r>
          </a:p>
          <a:p xmlns:a="http://schemas.openxmlformats.org/drawingml/2006/main">
            <a:pPr lvl="1">
              <a:buNone/>
            </a:pPr>
            <a:r>
              <a:t>Second level</a:t>
            </a:r>
          </a:p>
        </p:txBody>
      </p:sp>
    </p:spTree>
  </p:cSld>
</p:sldLayout>
</file>

<file path=ppt/slideLayouts/slideLayout71.xml><?xml version="1.0" encoding="utf-8"?>
<p:sldLayout xmlns:p="http://schemas.openxmlformats.org/presentationml/2006/main" type="obj" preserve="1">
  <p:cSld name="Chart_Table and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423B62C-E0F4-476C-9F33-56ADD76CE3D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7B780C9-51F9-4B65-8BB7-2937D724205E}"/>
              </a:ext>
            </a:extLst>
          </p:cNvPr>
          <p:cNvSpPr>
            <a:spLocks xmlns:a="http://schemas.openxmlformats.org/drawingml/2006/main" noGrp="1"/>
          </p:cNvSpPr>
          <p:nvPr>
            <p:ph idx="1"/>
          </p:nvPr>
        </p:nvSpPr>
        <p:spPr>
          <a:xfrm xmlns:a="http://schemas.openxmlformats.org/drawingml/2006/main">
            <a:off x="495300" y="1112839"/>
            <a:ext cx="3611880" cy="3496439"/>
          </a:xfrm>
        </p:spPr>
        <p:txBody>
          <a:bodyPr xmlns:a="http://schemas.openxmlformats.org/drawingml/2006/main"/>
          <a:lstStyle xmlns:a="http://schemas.openxmlformats.org/drawingml/2006/main">
            <a:lvl1pPr marL="173034" indent="-173034">
              <a:lnSpc>
                <a:spcPct val="100000"/>
              </a:lnSpc>
              <a:spcBef>
                <a:spcPts val="3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CDADE2E9-D580-4DB4-855D-9DE31478F64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6A1DB-EA2D-4A7E-BF0D-8FECFA0D1CEB}" type="slidenum">
              <a:t>‹#›</a:t>
            </a:fld>
            <a:endParaRPr/>
          </a:p>
        </p:txBody>
      </p:sp>
      <p:sp>
        <p:nvSpPr>
          <p:cNvPr id="5" name="Content Placeholder 2">
            <a:extLst xmlns:a="http://schemas.openxmlformats.org/drawingml/2006/main">
              <a:ext uri="{FF2B5EF4-FFF2-40B4-BE49-F238E27FC236}">
                <a16:creationId xmlns:a16="http://schemas.microsoft.com/office/drawing/2014/main" id="{07CECDB5-813F-44A7-A308-C2E59BAB2159}"/>
              </a:ext>
            </a:extLst>
          </p:cNvPr>
          <p:cNvSpPr>
            <a:spLocks xmlns:a="http://schemas.openxmlformats.org/drawingml/2006/main" noGrp="1"/>
          </p:cNvSpPr>
          <p:nvPr>
            <p:ph idx="13"/>
          </p:nvPr>
        </p:nvSpPr>
        <p:spPr>
          <a:xfrm xmlns:a="http://schemas.openxmlformats.org/drawingml/2006/main">
            <a:off x="4445295" y="1112839"/>
            <a:ext cx="3611880" cy="3496439"/>
          </a:xfrm>
        </p:spPr>
        <p:txBody>
          <a:bodyPr xmlns:a="http://schemas.openxmlformats.org/drawingml/2006/main"/>
          <a:lstStyle xmlns:a="http://schemas.openxmlformats.org/drawingml/2006/main">
            <a:lvl1pPr marL="173034" indent="-173034">
              <a:lnSpc>
                <a:spcPct val="100000"/>
              </a:lnSpc>
              <a:spcBef>
                <a:spcPts val="3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72.xml><?xml version="1.0" encoding="utf-8"?>
<p:sldLayout xmlns:p="http://schemas.openxmlformats.org/presentationml/2006/main" type="obj" preserve="1">
  <p:cSld name="Four Chart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6C02DD5-2A8A-4FB4-95DE-BF581EB9E21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6D2F495-5E94-42B6-BB55-986AE706A828}"/>
              </a:ext>
            </a:extLst>
          </p:cNvPr>
          <p:cNvSpPr>
            <a:spLocks xmlns:a="http://schemas.openxmlformats.org/drawingml/2006/main" noGrp="1"/>
          </p:cNvSpPr>
          <p:nvPr>
            <p:ph idx="1"/>
          </p:nvPr>
        </p:nvSpPr>
        <p:spPr>
          <a:xfrm xmlns:a="http://schemas.openxmlformats.org/drawingml/2006/main">
            <a:off x="495300" y="1112839"/>
            <a:ext cx="3611880" cy="1630362"/>
          </a:xfrm>
        </p:spPr>
        <p:txBody>
          <a:bodyPr xmlns:a="http://schemas.openxmlformats.org/drawingml/2006/main"/>
          <a:lstStyle xmlns:a="http://schemas.openxmlformats.org/drawingml/2006/main">
            <a:lvl1pPr marL="173034" indent="-173034">
              <a:lnSpc>
                <a:spcPct val="100000"/>
              </a:lnSpc>
              <a:spcBef>
                <a:spcPts val="3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04CFF995-61C0-47ED-9D8D-28B3CC82816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6A1DB-EA2D-4A7E-BF0D-8FECFA0D1CEB}" type="slidenum">
              <a:t>‹#›</a:t>
            </a:fld>
            <a:endParaRPr/>
          </a:p>
        </p:txBody>
      </p:sp>
      <p:sp>
        <p:nvSpPr>
          <p:cNvPr id="5" name="Content Placeholder 2">
            <a:extLst xmlns:a="http://schemas.openxmlformats.org/drawingml/2006/main">
              <a:ext uri="{FF2B5EF4-FFF2-40B4-BE49-F238E27FC236}">
                <a16:creationId xmlns:a16="http://schemas.microsoft.com/office/drawing/2014/main" id="{07CECDB5-813F-44A7-A308-C2E59BAB2159}"/>
              </a:ext>
            </a:extLst>
          </p:cNvPr>
          <p:cNvSpPr>
            <a:spLocks xmlns:a="http://schemas.openxmlformats.org/drawingml/2006/main" noGrp="1"/>
          </p:cNvSpPr>
          <p:nvPr>
            <p:ph idx="13"/>
          </p:nvPr>
        </p:nvSpPr>
        <p:spPr>
          <a:xfrm xmlns:a="http://schemas.openxmlformats.org/drawingml/2006/main">
            <a:off x="4800599" y="1112839"/>
            <a:ext cx="3611880" cy="1630362"/>
          </a:xfrm>
        </p:spPr>
        <p:txBody>
          <a:bodyPr xmlns:a="http://schemas.openxmlformats.org/drawingml/2006/main"/>
          <a:lstStyle xmlns:a="http://schemas.openxmlformats.org/drawingml/2006/main">
            <a:lvl1pPr marL="173034" indent="-173034">
              <a:lnSpc>
                <a:spcPct val="100000"/>
              </a:lnSpc>
              <a:spcBef>
                <a:spcPts val="3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Content Placeholder 2">
            <a:extLst xmlns:a="http://schemas.openxmlformats.org/drawingml/2006/main">
              <a:ext uri="{FF2B5EF4-FFF2-40B4-BE49-F238E27FC236}">
                <a16:creationId xmlns:a16="http://schemas.microsoft.com/office/drawing/2014/main" id="{FACA3486-D945-4810-86FB-CFE25496D8CE}"/>
              </a:ext>
            </a:extLst>
          </p:cNvPr>
          <p:cNvSpPr>
            <a:spLocks xmlns:a="http://schemas.openxmlformats.org/drawingml/2006/main" noGrp="1"/>
          </p:cNvSpPr>
          <p:nvPr>
            <p:ph idx="14"/>
          </p:nvPr>
        </p:nvSpPr>
        <p:spPr>
          <a:xfrm xmlns:a="http://schemas.openxmlformats.org/drawingml/2006/main">
            <a:off x="495300" y="2971109"/>
            <a:ext cx="3611880" cy="1630362"/>
          </a:xfrm>
        </p:spPr>
        <p:txBody>
          <a:bodyPr xmlns:a="http://schemas.openxmlformats.org/drawingml/2006/main"/>
          <a:lstStyle xmlns:a="http://schemas.openxmlformats.org/drawingml/2006/main">
            <a:lvl1pPr marL="173034" indent="-173034">
              <a:lnSpc>
                <a:spcPct val="100000"/>
              </a:lnSpc>
              <a:spcBef>
                <a:spcPts val="3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Content Placeholder 2">
            <a:extLst xmlns:a="http://schemas.openxmlformats.org/drawingml/2006/main">
              <a:ext uri="{FF2B5EF4-FFF2-40B4-BE49-F238E27FC236}">
                <a16:creationId xmlns:a16="http://schemas.microsoft.com/office/drawing/2014/main" id="{CC97F3C2-9B44-4B13-92ED-0E8BB5C6D9DC}"/>
              </a:ext>
            </a:extLst>
          </p:cNvPr>
          <p:cNvSpPr>
            <a:spLocks xmlns:a="http://schemas.openxmlformats.org/drawingml/2006/main" noGrp="1"/>
          </p:cNvSpPr>
          <p:nvPr>
            <p:ph idx="15"/>
          </p:nvPr>
        </p:nvSpPr>
        <p:spPr>
          <a:xfrm xmlns:a="http://schemas.openxmlformats.org/drawingml/2006/main">
            <a:off x="4800599" y="2971109"/>
            <a:ext cx="3611880" cy="1630362"/>
          </a:xfrm>
        </p:spPr>
        <p:txBody>
          <a:bodyPr xmlns:a="http://schemas.openxmlformats.org/drawingml/2006/main"/>
          <a:lstStyle xmlns:a="http://schemas.openxmlformats.org/drawingml/2006/main">
            <a:lvl1pPr marL="173034" indent="-173034">
              <a:lnSpc>
                <a:spcPct val="100000"/>
              </a:lnSpc>
              <a:spcBef>
                <a:spcPts val="3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73.xml><?xml version="1.0" encoding="utf-8"?>
<p:sldLayout xmlns:p="http://schemas.openxmlformats.org/presentationml/2006/main" showMasterSp="0" preserve="1">
  <p:cSld name="Title Only w/picture">
    <p:spTree>
      <p:nvGrpSpPr>
        <p:cNvPr id="1" name=""/>
        <p:cNvGrpSpPr/>
        <p:nvPr/>
      </p:nvGrpSpPr>
      <p:grpSpPr>
        <a:xfrm xmlns:a="http://schemas.openxmlformats.org/drawingml/2006/main"/>
      </p:grpSpPr>
      <p:sp>
        <p:nvSpPr>
          <p:cNvPr id="4" name="Picture Placeholder 3">
            <a:extLst xmlns:a="http://schemas.openxmlformats.org/drawingml/2006/main">
              <a:ext uri="{FF2B5EF4-FFF2-40B4-BE49-F238E27FC236}">
                <a16:creationId xmlns:a16="http://schemas.microsoft.com/office/drawing/2014/main" id="{B527E53A-D5D5-477E-B569-A07974DC097C}"/>
              </a:ext>
            </a:extLst>
          </p:cNvPr>
          <p:cNvSpPr>
            <a:spLocks xmlns:a="http://schemas.openxmlformats.org/drawingml/2006/main" noGrp="1"/>
          </p:cNvSpPr>
          <p:nvPr>
            <p:ph type="pic" idx="13"/>
          </p:nvPr>
        </p:nvSpPr>
        <p:spPr>
          <a:xfrm xmlns:a="http://schemas.openxmlformats.org/drawingml/2006/main">
            <a:off x="8695944" y="0"/>
            <a:ext cx="448056" cy="5143500"/>
          </a:xfrm>
          <a:prstGeom xmlns:a="http://schemas.openxmlformats.org/drawingml/2006/main" prst="rect">
            <a:avLst/>
          </a:prstGeom>
          <a:solidFill xmlns:a="http://schemas.openxmlformats.org/drawingml/2006/main">
            <a:schemeClr val="bg2"/>
          </a:solidFill>
        </p:spPr>
        <p:txBody>
          <a:bodyPr xmlns:a="http://schemas.openxmlformats.org/drawingml/2006/main" tIns="1005840" anchor="t"/>
          <a:lstStyle xmlns:a="http://schemas.openxmlformats.org/drawingml/2006/main">
            <a:lvl1pPr marL="0" indent="0" algn="ctr">
              <a:buNone/>
              <a:defRPr sz="1050"/>
            </a:lvl1pPr>
          </a:lstStyle>
          <a:p xmlns:a="http://schemas.openxmlformats.org/drawingml/2006/main">
            <a:r>
              <a:t>Click icon to add picture</a:t>
            </a:r>
          </a:p>
        </p:txBody>
      </p:sp>
      <p:sp>
        <p:nvSpPr>
          <p:cNvPr id="2" name="Title 1">
            <a:extLst xmlns:a="http://schemas.openxmlformats.org/drawingml/2006/main">
              <a:ext uri="{FF2B5EF4-FFF2-40B4-BE49-F238E27FC236}">
                <a16:creationId xmlns:a16="http://schemas.microsoft.com/office/drawing/2014/main" id="{1470E9C4-9484-4883-9BD4-E102E512053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5" name="Slide Number Placeholder 4">
            <a:extLst xmlns:a="http://schemas.openxmlformats.org/drawingml/2006/main">
              <a:ext uri="{FF2B5EF4-FFF2-40B4-BE49-F238E27FC236}">
                <a16:creationId xmlns:a16="http://schemas.microsoft.com/office/drawing/2014/main" id="{8305AF97-7BD8-4561-8188-ADC94E5A75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6A1DB-EA2D-4A7E-BF0D-8FECFA0D1CEB}" type="slidenum">
              <a:t>‹#›</a:t>
            </a:fld>
            <a:endParaRPr/>
          </a:p>
        </p:txBody>
      </p:sp>
    </p:spTree>
  </p:cSld>
</p:sldLayout>
</file>

<file path=ppt/slideLayouts/slideLayout74.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360210DE-E56E-483D-AF48-3945DB4F93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36A1DB-EA2D-4A7E-BF0D-8FECFA0D1CEB}" type="slidenum">
              <a:t>‹#›</a:t>
            </a:fld>
            <a:endParaRPr/>
          </a:p>
        </p:txBody>
      </p:sp>
    </p:spTree>
  </p:cSld>
</p:sldLayout>
</file>

<file path=ppt/slideLayouts/slideLayout75.xml><?xml version="1.0" encoding="utf-8"?>
<p:sldLayout xmlns:p="http://schemas.openxmlformats.org/presentationml/2006/main" userDrawn="1">
  <p:cSld name="People - Names Only">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127F5536-406C-4BE0-AD39-7E299311B01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D719527-7B7D-4A2D-ABD1-359B6741A748}" type="slidenum">
              <a:t>‹#›</a:t>
            </a:fld>
            <a:endParaRPr/>
          </a:p>
        </p:txBody>
      </p:sp>
      <p:sp>
        <p:nvSpPr>
          <p:cNvPr id="2" name="Title 1">
            <a:extLst xmlns:a="http://schemas.openxmlformats.org/drawingml/2006/main">
              <a:ext uri="{FF2B5EF4-FFF2-40B4-BE49-F238E27FC236}">
                <a16:creationId xmlns:a16="http://schemas.microsoft.com/office/drawing/2014/main" id="{C397B057-1AE1-9E4C-F4F0-D3E0CDC073F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5" name="Footer Placeholder 4">
            <a:extLst xmlns:a="http://schemas.openxmlformats.org/drawingml/2006/main">
              <a:ext uri="{FF2B5EF4-FFF2-40B4-BE49-F238E27FC236}">
                <a16:creationId xmlns:a16="http://schemas.microsoft.com/office/drawing/2014/main" id="{1E8831D1-F4E9-612C-CF1A-35E99A4632D6}"/>
              </a:ext>
            </a:extLst>
          </p:cNvPr>
          <p:cNvSpPr>
            <a:spLocks xmlns:a="http://schemas.openxmlformats.org/drawingml/2006/main" noGrp="1"/>
          </p:cNvSpPr>
          <p:nvPr>
            <p:ph type="ftr" idx="13"/>
          </p:nvPr>
        </p:nvSpPr>
        <p:spPr/>
        <p:txBody>
          <a:bodyPr xmlns:a="http://schemas.openxmlformats.org/drawingml/2006/main"/>
          <a:lstStyle xmlns:a="http://schemas.openxmlformats.org/drawingml/2006/main"/>
          <a:p xmlns:a="http://schemas.openxmlformats.org/drawingml/2006/main">
            <a:endParaRPr/>
          </a:p>
        </p:txBody>
      </p:sp>
      <p:sp>
        <p:nvSpPr>
          <p:cNvPr id="7" name="Text Placeholder 6">
            <a:extLst xmlns:a="http://schemas.openxmlformats.org/drawingml/2006/main">
              <a:ext uri="{FF2B5EF4-FFF2-40B4-BE49-F238E27FC236}">
                <a16:creationId xmlns:a16="http://schemas.microsoft.com/office/drawing/2014/main" id="{9D7CA18E-2F0D-858F-78F7-851DD6608C98}"/>
              </a:ext>
            </a:extLst>
          </p:cNvPr>
          <p:cNvSpPr>
            <a:spLocks xmlns:a="http://schemas.openxmlformats.org/drawingml/2006/main" noGrp="1"/>
          </p:cNvSpPr>
          <p:nvPr>
            <p:ph type="body" idx="14" hasCustomPrompt="1"/>
          </p:nvPr>
        </p:nvSpPr>
        <p:spPr>
          <a:xfrm xmlns:a="http://schemas.openxmlformats.org/drawingml/2006/main">
            <a:off x="520353" y="1240371"/>
            <a:ext cx="1720958" cy="3297254"/>
          </a:xfrm>
        </p:spPr>
        <p:txBody>
          <a:bodyPr xmlns:a="http://schemas.openxmlformats.org/drawingml/2006/main"/>
          <a:lstStyle xmlns:a="http://schemas.openxmlformats.org/drawingml/2006/main">
            <a:lvl1pPr>
              <a:lnSpc>
                <a:spcPct val="100000"/>
              </a:lnSpc>
              <a:spcBef>
                <a:spcPts val="1500"/>
              </a:spcBef>
              <a:buNone/>
              <a:defRPr sz="1100" b="1">
                <a:latin typeface="+mj-lt"/>
                <a:ea typeface="+mj-lt"/>
                <a:cs typeface="+mj-lt"/>
              </a:defRPr>
            </a:lvl1pPr>
            <a:lvl2pPr marL="6350" indent="0">
              <a:lnSpc>
                <a:spcPct val="100000"/>
              </a:lnSpc>
              <a:spcBef>
                <a:spcPts val="0"/>
              </a:spcBef>
              <a:buFont typeface="Arial"/>
              <a:buNone/>
              <a:defRPr sz="900">
                <a:latin typeface="+mn-lt"/>
                <a:ea typeface="+mn-lt"/>
                <a:cs typeface="+mn-lt"/>
              </a:defRPr>
            </a:lvl2pPr>
            <a:lvl3pPr marL="6350" indent="0">
              <a:lnSpc>
                <a:spcPct val="100000"/>
              </a:lnSpc>
              <a:spcBef>
                <a:spcPts val="0"/>
              </a:spcBef>
              <a:buNone/>
              <a:defRPr sz="900">
                <a:latin typeface="+mn-lt"/>
                <a:ea typeface="+mn-lt"/>
                <a:cs typeface="+mn-lt"/>
              </a:defRPr>
            </a:lvl3pPr>
            <a:lvl4pPr marL="6350" indent="0">
              <a:lnSpc>
                <a:spcPct val="100000"/>
              </a:lnSpc>
              <a:spcBef>
                <a:spcPts val="0"/>
              </a:spcBef>
              <a:buNone/>
              <a:defRPr sz="900">
                <a:latin typeface="+mn-lt"/>
                <a:ea typeface="+mn-lt"/>
                <a:cs typeface="+mn-lt"/>
              </a:defRPr>
            </a:lvl4pPr>
            <a:lvl5pPr marL="6350" indent="0">
              <a:lnSpc>
                <a:spcPct val="100000"/>
              </a:lnSpc>
              <a:spcBef>
                <a:spcPts val="0"/>
              </a:spcBef>
              <a:buNone/>
              <a:defRPr sz="900">
                <a:latin typeface="+mn-lt"/>
                <a:ea typeface="+mn-lt"/>
                <a:cs typeface="+mn-lt"/>
              </a:defRPr>
            </a:lvl5pPr>
          </a:lstStyle>
          <a:p xmlns:a="http://schemas.openxmlformats.org/drawingml/2006/main">
            <a:pPr lvl="0">
              <a:buNone/>
            </a:pPr>
            <a:r>
              <a:t>Name</a:t>
            </a:r>
          </a:p>
          <a:p xmlns:a="http://schemas.openxmlformats.org/drawingml/2006/main">
            <a:pPr lvl="1">
              <a:buNone/>
            </a:pPr>
            <a:r>
              <a:t>Title or Organization</a:t>
            </a:r>
          </a:p>
        </p:txBody>
      </p:sp>
      <p:sp>
        <p:nvSpPr>
          <p:cNvPr id="8" name="Text Placeholder 6">
            <a:extLst xmlns:a="http://schemas.openxmlformats.org/drawingml/2006/main">
              <a:ext uri="{FF2B5EF4-FFF2-40B4-BE49-F238E27FC236}">
                <a16:creationId xmlns:a16="http://schemas.microsoft.com/office/drawing/2014/main" id="{9F1C3809-484F-38AD-658A-91D7AD7DA868}"/>
              </a:ext>
            </a:extLst>
          </p:cNvPr>
          <p:cNvSpPr>
            <a:spLocks xmlns:a="http://schemas.openxmlformats.org/drawingml/2006/main" noGrp="1"/>
          </p:cNvSpPr>
          <p:nvPr>
            <p:ph type="body" idx="15" hasCustomPrompt="1"/>
          </p:nvPr>
        </p:nvSpPr>
        <p:spPr>
          <a:xfrm xmlns:a="http://schemas.openxmlformats.org/drawingml/2006/main">
            <a:off x="2546178" y="1240371"/>
            <a:ext cx="1720958" cy="3297254"/>
          </a:xfrm>
        </p:spPr>
        <p:txBody>
          <a:bodyPr xmlns:a="http://schemas.openxmlformats.org/drawingml/2006/main"/>
          <a:lstStyle xmlns:a="http://schemas.openxmlformats.org/drawingml/2006/main">
            <a:lvl1pPr>
              <a:lnSpc>
                <a:spcPct val="100000"/>
              </a:lnSpc>
              <a:spcBef>
                <a:spcPts val="1500"/>
              </a:spcBef>
              <a:buNone/>
              <a:defRPr sz="1100" b="1">
                <a:latin typeface="+mj-lt"/>
                <a:ea typeface="+mj-lt"/>
                <a:cs typeface="+mj-lt"/>
              </a:defRPr>
            </a:lvl1pPr>
            <a:lvl2pPr marL="6350" indent="0">
              <a:lnSpc>
                <a:spcPct val="100000"/>
              </a:lnSpc>
              <a:spcBef>
                <a:spcPts val="0"/>
              </a:spcBef>
              <a:buFont typeface="Arial"/>
              <a:buNone/>
              <a:defRPr sz="900">
                <a:latin typeface="+mn-lt"/>
                <a:ea typeface="+mn-lt"/>
                <a:cs typeface="+mn-lt"/>
              </a:defRPr>
            </a:lvl2pPr>
            <a:lvl3pPr marL="6350" indent="0">
              <a:lnSpc>
                <a:spcPct val="100000"/>
              </a:lnSpc>
              <a:spcBef>
                <a:spcPts val="0"/>
              </a:spcBef>
              <a:buNone/>
              <a:defRPr sz="900">
                <a:latin typeface="+mn-lt"/>
                <a:ea typeface="+mn-lt"/>
                <a:cs typeface="+mn-lt"/>
              </a:defRPr>
            </a:lvl3pPr>
            <a:lvl4pPr marL="6350" indent="0">
              <a:lnSpc>
                <a:spcPct val="100000"/>
              </a:lnSpc>
              <a:spcBef>
                <a:spcPts val="0"/>
              </a:spcBef>
              <a:buNone/>
              <a:defRPr sz="900">
                <a:latin typeface="+mn-lt"/>
                <a:ea typeface="+mn-lt"/>
                <a:cs typeface="+mn-lt"/>
              </a:defRPr>
            </a:lvl4pPr>
            <a:lvl5pPr marL="6350" indent="0">
              <a:lnSpc>
                <a:spcPct val="100000"/>
              </a:lnSpc>
              <a:spcBef>
                <a:spcPts val="0"/>
              </a:spcBef>
              <a:buNone/>
              <a:defRPr sz="900">
                <a:latin typeface="+mn-lt"/>
                <a:ea typeface="+mn-lt"/>
                <a:cs typeface="+mn-lt"/>
              </a:defRPr>
            </a:lvl5pPr>
          </a:lstStyle>
          <a:p xmlns:a="http://schemas.openxmlformats.org/drawingml/2006/main">
            <a:pPr lvl="0">
              <a:buNone/>
            </a:pPr>
            <a:r>
              <a:t>Name</a:t>
            </a:r>
          </a:p>
          <a:p xmlns:a="http://schemas.openxmlformats.org/drawingml/2006/main">
            <a:pPr lvl="1">
              <a:buNone/>
            </a:pPr>
            <a:r>
              <a:t>Title or Organization</a:t>
            </a:r>
          </a:p>
        </p:txBody>
      </p:sp>
      <p:sp>
        <p:nvSpPr>
          <p:cNvPr id="9" name="Text Placeholder 6">
            <a:extLst xmlns:a="http://schemas.openxmlformats.org/drawingml/2006/main">
              <a:ext uri="{FF2B5EF4-FFF2-40B4-BE49-F238E27FC236}">
                <a16:creationId xmlns:a16="http://schemas.microsoft.com/office/drawing/2014/main" id="{AD155A4B-801E-9E88-EFCC-32A439A919B7}"/>
              </a:ext>
            </a:extLst>
          </p:cNvPr>
          <p:cNvSpPr>
            <a:spLocks xmlns:a="http://schemas.openxmlformats.org/drawingml/2006/main" noGrp="1"/>
          </p:cNvSpPr>
          <p:nvPr>
            <p:ph type="body" idx="16" hasCustomPrompt="1"/>
          </p:nvPr>
        </p:nvSpPr>
        <p:spPr>
          <a:xfrm xmlns:a="http://schemas.openxmlformats.org/drawingml/2006/main">
            <a:off x="4572001" y="1240371"/>
            <a:ext cx="1720958" cy="3297254"/>
          </a:xfrm>
        </p:spPr>
        <p:txBody>
          <a:bodyPr xmlns:a="http://schemas.openxmlformats.org/drawingml/2006/main"/>
          <a:lstStyle xmlns:a="http://schemas.openxmlformats.org/drawingml/2006/main">
            <a:lvl1pPr>
              <a:lnSpc>
                <a:spcPct val="100000"/>
              </a:lnSpc>
              <a:spcBef>
                <a:spcPts val="1500"/>
              </a:spcBef>
              <a:buNone/>
              <a:defRPr sz="1100" b="1">
                <a:latin typeface="+mj-lt"/>
                <a:ea typeface="+mj-lt"/>
                <a:cs typeface="+mj-lt"/>
              </a:defRPr>
            </a:lvl1pPr>
            <a:lvl2pPr marL="6350" indent="0">
              <a:lnSpc>
                <a:spcPct val="100000"/>
              </a:lnSpc>
              <a:spcBef>
                <a:spcPts val="0"/>
              </a:spcBef>
              <a:buFont typeface="Arial"/>
              <a:buNone/>
              <a:defRPr sz="900">
                <a:latin typeface="+mn-lt"/>
                <a:ea typeface="+mn-lt"/>
                <a:cs typeface="+mn-lt"/>
              </a:defRPr>
            </a:lvl2pPr>
            <a:lvl3pPr marL="6350" indent="0">
              <a:lnSpc>
                <a:spcPct val="100000"/>
              </a:lnSpc>
              <a:spcBef>
                <a:spcPts val="0"/>
              </a:spcBef>
              <a:buNone/>
              <a:defRPr sz="900">
                <a:latin typeface="+mn-lt"/>
                <a:ea typeface="+mn-lt"/>
                <a:cs typeface="+mn-lt"/>
              </a:defRPr>
            </a:lvl3pPr>
            <a:lvl4pPr marL="6350" indent="0">
              <a:lnSpc>
                <a:spcPct val="100000"/>
              </a:lnSpc>
              <a:spcBef>
                <a:spcPts val="0"/>
              </a:spcBef>
              <a:buNone/>
              <a:defRPr sz="900">
                <a:latin typeface="+mn-lt"/>
                <a:ea typeface="+mn-lt"/>
                <a:cs typeface="+mn-lt"/>
              </a:defRPr>
            </a:lvl4pPr>
            <a:lvl5pPr marL="6350" indent="0">
              <a:lnSpc>
                <a:spcPct val="100000"/>
              </a:lnSpc>
              <a:spcBef>
                <a:spcPts val="0"/>
              </a:spcBef>
              <a:buNone/>
              <a:defRPr sz="900">
                <a:latin typeface="+mn-lt"/>
                <a:ea typeface="+mn-lt"/>
                <a:cs typeface="+mn-lt"/>
              </a:defRPr>
            </a:lvl5pPr>
          </a:lstStyle>
          <a:p xmlns:a="http://schemas.openxmlformats.org/drawingml/2006/main">
            <a:pPr lvl="0">
              <a:buNone/>
            </a:pPr>
            <a:r>
              <a:t>Name</a:t>
            </a:r>
          </a:p>
          <a:p xmlns:a="http://schemas.openxmlformats.org/drawingml/2006/main">
            <a:pPr lvl="1">
              <a:buNone/>
            </a:pPr>
            <a:r>
              <a:t>Title or Organization</a:t>
            </a:r>
          </a:p>
        </p:txBody>
      </p:sp>
      <p:sp>
        <p:nvSpPr>
          <p:cNvPr id="10" name="Text Placeholder 6">
            <a:extLst xmlns:a="http://schemas.openxmlformats.org/drawingml/2006/main">
              <a:ext uri="{FF2B5EF4-FFF2-40B4-BE49-F238E27FC236}">
                <a16:creationId xmlns:a16="http://schemas.microsoft.com/office/drawing/2014/main" id="{641BB313-1B48-D7FB-09E1-AD3AF9B5D744}"/>
              </a:ext>
            </a:extLst>
          </p:cNvPr>
          <p:cNvSpPr>
            <a:spLocks xmlns:a="http://schemas.openxmlformats.org/drawingml/2006/main" noGrp="1"/>
          </p:cNvSpPr>
          <p:nvPr>
            <p:ph type="body" idx="17" hasCustomPrompt="1"/>
          </p:nvPr>
        </p:nvSpPr>
        <p:spPr>
          <a:xfrm xmlns:a="http://schemas.openxmlformats.org/drawingml/2006/main">
            <a:off x="6928030" y="1975009"/>
            <a:ext cx="1720958" cy="2562615"/>
          </a:xfrm>
        </p:spPr>
        <p:txBody>
          <a:bodyPr xmlns:a="http://schemas.openxmlformats.org/drawingml/2006/main"/>
          <a:lstStyle xmlns:a="http://schemas.openxmlformats.org/drawingml/2006/main">
            <a:lvl1pPr>
              <a:lnSpc>
                <a:spcPct val="100000"/>
              </a:lnSpc>
              <a:spcBef>
                <a:spcPts val="1500"/>
              </a:spcBef>
              <a:buNone/>
              <a:defRPr sz="1100" b="1">
                <a:solidFill>
                  <a:schemeClr val="accent3"/>
                </a:solidFill>
                <a:latin typeface="+mj-lt"/>
                <a:ea typeface="+mj-lt"/>
                <a:cs typeface="+mj-lt"/>
              </a:defRPr>
            </a:lvl1pPr>
            <a:lvl2pPr marL="6350" indent="0">
              <a:lnSpc>
                <a:spcPct val="100000"/>
              </a:lnSpc>
              <a:spcBef>
                <a:spcPts val="0"/>
              </a:spcBef>
              <a:buFont typeface="Arial"/>
              <a:buNone/>
              <a:defRPr sz="900">
                <a:solidFill>
                  <a:schemeClr val="accent3"/>
                </a:solidFill>
                <a:latin typeface="+mn-lt"/>
                <a:ea typeface="+mn-lt"/>
                <a:cs typeface="+mn-lt"/>
              </a:defRPr>
            </a:lvl2pPr>
            <a:lvl3pPr marL="6350" indent="0">
              <a:lnSpc>
                <a:spcPct val="100000"/>
              </a:lnSpc>
              <a:spcBef>
                <a:spcPts val="0"/>
              </a:spcBef>
              <a:buNone/>
              <a:defRPr sz="900">
                <a:latin typeface="+mn-lt"/>
                <a:ea typeface="+mn-lt"/>
                <a:cs typeface="+mn-lt"/>
              </a:defRPr>
            </a:lvl3pPr>
            <a:lvl4pPr marL="6350" indent="0">
              <a:lnSpc>
                <a:spcPct val="100000"/>
              </a:lnSpc>
              <a:spcBef>
                <a:spcPts val="0"/>
              </a:spcBef>
              <a:buNone/>
              <a:defRPr sz="900">
                <a:latin typeface="+mn-lt"/>
                <a:ea typeface="+mn-lt"/>
                <a:cs typeface="+mn-lt"/>
              </a:defRPr>
            </a:lvl4pPr>
            <a:lvl5pPr marL="6350" indent="0">
              <a:lnSpc>
                <a:spcPct val="100000"/>
              </a:lnSpc>
              <a:spcBef>
                <a:spcPts val="0"/>
              </a:spcBef>
              <a:buNone/>
              <a:defRPr sz="900">
                <a:latin typeface="+mn-lt"/>
                <a:ea typeface="+mn-lt"/>
                <a:cs typeface="+mn-lt"/>
              </a:defRPr>
            </a:lvl5pPr>
          </a:lstStyle>
          <a:p xmlns:a="http://schemas.openxmlformats.org/drawingml/2006/main">
            <a:pPr lvl="0">
              <a:buNone/>
            </a:pPr>
            <a:r>
              <a:t>Name</a:t>
            </a:r>
          </a:p>
          <a:p xmlns:a="http://schemas.openxmlformats.org/drawingml/2006/main">
            <a:pPr lvl="1">
              <a:buNone/>
            </a:pPr>
            <a:r>
              <a:t>Title or Organization</a:t>
            </a:r>
          </a:p>
        </p:txBody>
      </p:sp>
      <p:sp>
        <p:nvSpPr>
          <p:cNvPr id="11" name="Text Placeholder 6">
            <a:extLst xmlns:a="http://schemas.openxmlformats.org/drawingml/2006/main">
              <a:ext uri="{FF2B5EF4-FFF2-40B4-BE49-F238E27FC236}">
                <a16:creationId xmlns:a16="http://schemas.microsoft.com/office/drawing/2014/main" id="{BCB4CB43-67F1-0EE0-B86E-32E16535471F}"/>
              </a:ext>
            </a:extLst>
          </p:cNvPr>
          <p:cNvSpPr>
            <a:spLocks xmlns:a="http://schemas.openxmlformats.org/drawingml/2006/main" noGrp="1"/>
          </p:cNvSpPr>
          <p:nvPr>
            <p:ph type="body" idx="18" hasCustomPrompt="1"/>
          </p:nvPr>
        </p:nvSpPr>
        <p:spPr>
          <a:xfrm xmlns:a="http://schemas.openxmlformats.org/drawingml/2006/main">
            <a:off x="6928031" y="1284523"/>
            <a:ext cx="1720669" cy="460846"/>
          </a:xfrm>
        </p:spPr>
        <p:txBody>
          <a:bodyPr xmlns:a="http://schemas.openxmlformats.org/drawingml/2006/main"/>
          <a:lstStyle xmlns:a="http://schemas.openxmlformats.org/drawingml/2006/main">
            <a:lvl1pPr marL="0" indent="0">
              <a:lnSpc>
                <a:spcPct val="100000"/>
              </a:lnSpc>
              <a:buNone/>
              <a:defRPr sz="1400">
                <a:solidFill>
                  <a:schemeClr val="accent3"/>
                </a:solidFill>
                <a:latin typeface="+mj-lt"/>
                <a:ea typeface="+mj-lt"/>
                <a:cs typeface="+mj-lt"/>
              </a:defRPr>
            </a:lvl1pPr>
            <a:lvl2pPr marL="0" indent="0">
              <a:buNone/>
              <a:defRPr sz="1400">
                <a:solidFill>
                  <a:schemeClr val="accent3"/>
                </a:solidFill>
                <a:latin typeface="+mj-lt"/>
                <a:ea typeface="+mj-lt"/>
                <a:cs typeface="+mj-lt"/>
              </a:defRPr>
            </a:lvl2pPr>
            <a:lvl3pPr marL="0" indent="0">
              <a:buNone/>
              <a:defRPr sz="1400">
                <a:solidFill>
                  <a:schemeClr val="accent3"/>
                </a:solidFill>
                <a:latin typeface="+mj-lt"/>
                <a:ea typeface="+mj-lt"/>
                <a:cs typeface="+mj-lt"/>
              </a:defRPr>
            </a:lvl3pPr>
            <a:lvl4pPr marL="0" indent="0">
              <a:buNone/>
              <a:defRPr sz="1400">
                <a:solidFill>
                  <a:schemeClr val="accent3"/>
                </a:solidFill>
                <a:latin typeface="+mj-lt"/>
                <a:ea typeface="+mj-lt"/>
                <a:cs typeface="+mj-lt"/>
              </a:defRPr>
            </a:lvl4pPr>
            <a:lvl5pPr marL="0" indent="0">
              <a:buNone/>
              <a:defRPr sz="1400">
                <a:solidFill>
                  <a:schemeClr val="accent3"/>
                </a:solidFill>
                <a:latin typeface="+mj-lt"/>
                <a:ea typeface="+mj-lt"/>
                <a:cs typeface="+mj-lt"/>
              </a:defRPr>
            </a:lvl5pPr>
            <a:lvl6pPr marL="0" indent="0">
              <a:lnSpc>
                <a:spcPct val="110000"/>
              </a:lnSpc>
              <a:buNone/>
              <a:defRPr sz="1400">
                <a:solidFill>
                  <a:schemeClr val="accent3"/>
                </a:solidFill>
                <a:latin typeface="+mj-lt"/>
                <a:ea typeface="+mj-lt"/>
                <a:cs typeface="+mj-lt"/>
              </a:defRPr>
            </a:lvl6pPr>
            <a:lvl7pPr marL="0" indent="0">
              <a:lnSpc>
                <a:spcPct val="110000"/>
              </a:lnSpc>
              <a:buNone/>
              <a:defRPr sz="1400">
                <a:solidFill>
                  <a:schemeClr val="accent3"/>
                </a:solidFill>
                <a:latin typeface="+mj-lt"/>
                <a:ea typeface="+mj-lt"/>
                <a:cs typeface="+mj-lt"/>
              </a:defRPr>
            </a:lvl7pPr>
            <a:lvl8pPr marL="0" indent="0">
              <a:lnSpc>
                <a:spcPct val="110000"/>
              </a:lnSpc>
              <a:buNone/>
              <a:defRPr sz="1400" b="0">
                <a:solidFill>
                  <a:schemeClr val="accent3"/>
                </a:solidFill>
                <a:latin typeface="+mj-lt"/>
                <a:ea typeface="+mj-lt"/>
                <a:cs typeface="+mj-lt"/>
              </a:defRPr>
            </a:lvl8pPr>
            <a:lvl9pPr marL="0" indent="0">
              <a:lnSpc>
                <a:spcPct val="110000"/>
              </a:lnSpc>
              <a:buNone/>
              <a:defRPr sz="1400" b="0">
                <a:solidFill>
                  <a:schemeClr val="accent3"/>
                </a:solidFill>
                <a:latin typeface="+mj-lt"/>
                <a:ea typeface="+mj-lt"/>
                <a:cs typeface="+mj-lt"/>
              </a:defRPr>
            </a:lvl9pPr>
          </a:lstStyle>
          <a:p xmlns:a="http://schemas.openxmlformats.org/drawingml/2006/main">
            <a:pPr lvl="0">
              <a:buNone/>
            </a:pPr>
            <a:r>
              <a:t>Header</a:t>
            </a:r>
            <a:endParaRPr/>
          </a:p>
        </p:txBody>
      </p:sp>
    </p:spTree>
  </p:cSld>
</p:sldLayout>
</file>

<file path=ppt/slideLayouts/slideLayout76.xml><?xml version="1.0" encoding="utf-8"?>
<p:sldLayout xmlns:p="http://schemas.openxmlformats.org/presentationml/2006/main">
  <p:cSld name="STAT UN 1001 Clean 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jpeg" Id="R583d08edf81f4154" /><Relationship Type="http://schemas.openxmlformats.org/officeDocument/2006/relationships/theme" Target="/ppt/slideMasters/theme/theme2.xml" Id="R4a2a86ef07074285" /><Relationship Type="http://schemas.openxmlformats.org/officeDocument/2006/relationships/slideLayout" Target="/ppt/slideLayouts/slideLayout1.xml" Id="R5520634e6b0b4ce5" /><Relationship Type="http://schemas.openxmlformats.org/officeDocument/2006/relationships/slideLayout" Target="/ppt/slideLayouts/slideLayout2.xml" Id="Rcec6a64768be41e9" /><Relationship Type="http://schemas.openxmlformats.org/officeDocument/2006/relationships/slideLayout" Target="/ppt/slideLayouts/slideLayout3.xml" Id="R991c7388e1fc42ab" /><Relationship Type="http://schemas.openxmlformats.org/officeDocument/2006/relationships/slideLayout" Target="/ppt/slideLayouts/slideLayout4.xml" Id="Raf4f12579b264933" /><Relationship Type="http://schemas.openxmlformats.org/officeDocument/2006/relationships/slideLayout" Target="/ppt/slideLayouts/slideLayout5.xml" Id="Ra90b7500197d4757" /><Relationship Type="http://schemas.openxmlformats.org/officeDocument/2006/relationships/slideLayout" Target="/ppt/slideLayouts/slideLayout6.xml" Id="Rf080af4a18844f6d" /><Relationship Type="http://schemas.openxmlformats.org/officeDocument/2006/relationships/slideLayout" Target="/ppt/slideLayouts/slideLayout7.xml" Id="R933a165559a94a09" /><Relationship Type="http://schemas.openxmlformats.org/officeDocument/2006/relationships/slideLayout" Target="/ppt/slideLayouts/slideLayout8.xml" Id="R54d9546ee2274220" /><Relationship Type="http://schemas.openxmlformats.org/officeDocument/2006/relationships/slideLayout" Target="/ppt/slideLayouts/slideLayout9.xml" Id="Rf0c315ae018d4675" /><Relationship Type="http://schemas.openxmlformats.org/officeDocument/2006/relationships/slideLayout" Target="/ppt/slideLayouts/slideLayout10.xml" Id="Rbd1b194cdc15473f" /><Relationship Type="http://schemas.openxmlformats.org/officeDocument/2006/relationships/slideLayout" Target="/ppt/slideLayouts/slideLayout11.xml" Id="R6380e7db890942df" /><Relationship Type="http://schemas.openxmlformats.org/officeDocument/2006/relationships/slideLayout" Target="/ppt/slideLayouts/slideLayout12.xml" Id="R1ba1c2a353914a85" /><Relationship Type="http://schemas.openxmlformats.org/officeDocument/2006/relationships/slideLayout" Target="/ppt/slideLayouts/slideLayout13.xml" Id="R8c261b0847684da0" /><Relationship Type="http://schemas.openxmlformats.org/officeDocument/2006/relationships/slideLayout" Target="/ppt/slideLayouts/slideLayout14.xml" Id="R4e18ac0c932d421e" /><Relationship Type="http://schemas.openxmlformats.org/officeDocument/2006/relationships/slideLayout" Target="/ppt/slideLayouts/slideLayout15.xml" Id="R08d712e2ab0743f8" /><Relationship Type="http://schemas.openxmlformats.org/officeDocument/2006/relationships/slideLayout" Target="/ppt/slideLayouts/slideLayout16.xml" Id="Rfa1e21ec00d84deb" /><Relationship Type="http://schemas.openxmlformats.org/officeDocument/2006/relationships/slideLayout" Target="/ppt/slideLayouts/slideLayout17.xml" Id="Rec39ff6455b8481d" /><Relationship Type="http://schemas.openxmlformats.org/officeDocument/2006/relationships/slideLayout" Target="/ppt/slideLayouts/slideLayout18.xml" Id="Rf05399379d914334" /><Relationship Type="http://schemas.openxmlformats.org/officeDocument/2006/relationships/slideLayout" Target="/ppt/slideLayouts/slideLayout19.xml" Id="R4dd8d488e3be4bd4" /></Relationships>
</file>

<file path=ppt/slideMasters/_rels/slideMaster2.xml.rels>&#65279;<?xml version="1.0" encoding="utf-8"?><Relationships xmlns="http://schemas.openxmlformats.org/package/2006/relationships"><Relationship Type="http://schemas.openxmlformats.org/officeDocument/2006/relationships/image" Target="/ppt/media/image.jpeg" Id="Rfbdf765ca1c148a3" /><Relationship Type="http://schemas.openxmlformats.org/officeDocument/2006/relationships/theme" Target="/ppt/slideMasters/theme/theme3.xml" Id="R55924a385d044fd9" /><Relationship Type="http://schemas.openxmlformats.org/officeDocument/2006/relationships/slideLayout" Target="/ppt/slideLayouts/slideLayout20.xml" Id="Ra934f4cc4d574eef" /><Relationship Type="http://schemas.openxmlformats.org/officeDocument/2006/relationships/slideLayout" Target="/ppt/slideLayouts/slideLayout21.xml" Id="R78bad16106dc4603" /><Relationship Type="http://schemas.openxmlformats.org/officeDocument/2006/relationships/slideLayout" Target="/ppt/slideLayouts/slideLayout22.xml" Id="R04a82c762b9d4e73" /><Relationship Type="http://schemas.openxmlformats.org/officeDocument/2006/relationships/slideLayout" Target="/ppt/slideLayouts/slideLayout23.xml" Id="R702c397201c94132" /><Relationship Type="http://schemas.openxmlformats.org/officeDocument/2006/relationships/slideLayout" Target="/ppt/slideLayouts/slideLayout24.xml" Id="R042a01d39b074481" /><Relationship Type="http://schemas.openxmlformats.org/officeDocument/2006/relationships/slideLayout" Target="/ppt/slideLayouts/slideLayout25.xml" Id="R161bc6e71c8c462f" /><Relationship Type="http://schemas.openxmlformats.org/officeDocument/2006/relationships/slideLayout" Target="/ppt/slideLayouts/slideLayout26.xml" Id="R04d63754610e4a68" /><Relationship Type="http://schemas.openxmlformats.org/officeDocument/2006/relationships/slideLayout" Target="/ppt/slideLayouts/slideLayout27.xml" Id="Ra2fe76bd26874c6b" /><Relationship Type="http://schemas.openxmlformats.org/officeDocument/2006/relationships/slideLayout" Target="/ppt/slideLayouts/slideLayout28.xml" Id="R9b9cd332bd474866" /><Relationship Type="http://schemas.openxmlformats.org/officeDocument/2006/relationships/slideLayout" Target="/ppt/slideLayouts/slideLayout29.xml" Id="Rc6f75cd6c3bf49ac" /><Relationship Type="http://schemas.openxmlformats.org/officeDocument/2006/relationships/slideLayout" Target="/ppt/slideLayouts/slideLayout30.xml" Id="Reb67f0d7bcf844de" /></Relationships>
</file>

<file path=ppt/slideMasters/_rels/slideMaster3.xml.rels>&#65279;<?xml version="1.0" encoding="utf-8"?><Relationships xmlns="http://schemas.openxmlformats.org/package/2006/relationships"><Relationship Type="http://schemas.openxmlformats.org/officeDocument/2006/relationships/image" Target="/ppt/media/image.jpeg" Id="Ra41ee60c2a5c434d" /><Relationship Type="http://schemas.openxmlformats.org/officeDocument/2006/relationships/theme" Target="/ppt/slideMasters/theme/theme4.xml" Id="Raf022e29a0d84617" /><Relationship Type="http://schemas.openxmlformats.org/officeDocument/2006/relationships/slideLayout" Target="/ppt/slideLayouts/slideLayout31.xml" Id="R7c3263c69be34065" /><Relationship Type="http://schemas.openxmlformats.org/officeDocument/2006/relationships/slideLayout" Target="/ppt/slideLayouts/slideLayout32.xml" Id="R819b654b6b7f494b" /><Relationship Type="http://schemas.openxmlformats.org/officeDocument/2006/relationships/slideLayout" Target="/ppt/slideLayouts/slideLayout33.xml" Id="Rb3cbb4970c1045f5" /><Relationship Type="http://schemas.openxmlformats.org/officeDocument/2006/relationships/slideLayout" Target="/ppt/slideLayouts/slideLayout34.xml" Id="R415978246b3543e2" /><Relationship Type="http://schemas.openxmlformats.org/officeDocument/2006/relationships/slideLayout" Target="/ppt/slideLayouts/slideLayout35.xml" Id="R38c7e9240974439f" /><Relationship Type="http://schemas.openxmlformats.org/officeDocument/2006/relationships/slideLayout" Target="/ppt/slideLayouts/slideLayout36.xml" Id="R6eecc243950e44de" /><Relationship Type="http://schemas.openxmlformats.org/officeDocument/2006/relationships/slideLayout" Target="/ppt/slideLayouts/slideLayout37.xml" Id="Rb8cda5afc91b47fe" /><Relationship Type="http://schemas.openxmlformats.org/officeDocument/2006/relationships/slideLayout" Target="/ppt/slideLayouts/slideLayout38.xml" Id="R11c34454a4c346b3" /><Relationship Type="http://schemas.openxmlformats.org/officeDocument/2006/relationships/slideLayout" Target="/ppt/slideLayouts/slideLayout39.xml" Id="R0e24bbee3cb4458a" /><Relationship Type="http://schemas.openxmlformats.org/officeDocument/2006/relationships/slideLayout" Target="/ppt/slideLayouts/slideLayout40.xml" Id="R4d1a7d85d49f4a5b" /><Relationship Type="http://schemas.openxmlformats.org/officeDocument/2006/relationships/slideLayout" Target="/ppt/slideLayouts/slideLayout41.xml" Id="Ra6ac225ae5e14662" /></Relationships>
</file>

<file path=ppt/slideMasters/_rels/slideMaster4.xml.rels>&#65279;<?xml version="1.0" encoding="utf-8"?><Relationships xmlns="http://schemas.openxmlformats.org/package/2006/relationships"><Relationship Type="http://schemas.openxmlformats.org/officeDocument/2006/relationships/theme" Target="/ppt/slideMasters/theme/theme5.xml" Id="R47e9250f898942f9" /><Relationship Type="http://schemas.openxmlformats.org/officeDocument/2006/relationships/slideLayout" Target="/ppt/slideLayouts/slideLayout42.xml" Id="Raa6d6d655e174b9a" /><Relationship Type="http://schemas.openxmlformats.org/officeDocument/2006/relationships/slideLayout" Target="/ppt/slideLayouts/slideLayout43.xml" Id="R7a67a3fe32b54c8f" /><Relationship Type="http://schemas.openxmlformats.org/officeDocument/2006/relationships/slideLayout" Target="/ppt/slideLayouts/slideLayout44.xml" Id="R8a8dc7b975694515" /><Relationship Type="http://schemas.openxmlformats.org/officeDocument/2006/relationships/slideLayout" Target="/ppt/slideLayouts/slideLayout45.xml" Id="Rfe37b9d6aa2240dd" /><Relationship Type="http://schemas.openxmlformats.org/officeDocument/2006/relationships/slideLayout" Target="/ppt/slideLayouts/slideLayout46.xml" Id="R080c3a7e0a8247bf" /><Relationship Type="http://schemas.openxmlformats.org/officeDocument/2006/relationships/slideLayout" Target="/ppt/slideLayouts/slideLayout47.xml" Id="R5dd5cf704ce94ec1" /><Relationship Type="http://schemas.openxmlformats.org/officeDocument/2006/relationships/slideLayout" Target="/ppt/slideLayouts/slideLayout48.xml" Id="Rdd1c2ee23e1b4a07" /><Relationship Type="http://schemas.openxmlformats.org/officeDocument/2006/relationships/slideLayout" Target="/ppt/slideLayouts/slideLayout49.xml" Id="Rfa62ee3869e44a2a" /><Relationship Type="http://schemas.openxmlformats.org/officeDocument/2006/relationships/slideLayout" Target="/ppt/slideLayouts/slideLayout50.xml" Id="R5f932ba4c94642be" /><Relationship Type="http://schemas.openxmlformats.org/officeDocument/2006/relationships/slideLayout" Target="/ppt/slideLayouts/slideLayout51.xml" Id="R3dbd023ff34b4839" /><Relationship Type="http://schemas.openxmlformats.org/officeDocument/2006/relationships/slideLayout" Target="/ppt/slideLayouts/slideLayout52.xml" Id="Re06b220afe04441b" /><Relationship Type="http://schemas.openxmlformats.org/officeDocument/2006/relationships/slideLayout" Target="/ppt/slideLayouts/slideLayout53.xml" Id="R553240a37c104a9d" /><Relationship Type="http://schemas.openxmlformats.org/officeDocument/2006/relationships/slideLayout" Target="/ppt/slideLayouts/slideLayout54.xml" Id="Rdf88447bb8b14613" /><Relationship Type="http://schemas.openxmlformats.org/officeDocument/2006/relationships/slideLayout" Target="/ppt/slideLayouts/slideLayout55.xml" Id="Ra96f34ec7dca4ad0" /><Relationship Type="http://schemas.openxmlformats.org/officeDocument/2006/relationships/slideLayout" Target="/ppt/slideLayouts/slideLayout56.xml" Id="R251902677ee94db2" /><Relationship Type="http://schemas.openxmlformats.org/officeDocument/2006/relationships/slideLayout" Target="/ppt/slideLayouts/slideLayout57.xml" Id="Rb7e637060ed24378" /><Relationship Type="http://schemas.openxmlformats.org/officeDocument/2006/relationships/slideLayout" Target="/ppt/slideLayouts/slideLayout58.xml" Id="R5d2158f2642146a1" /><Relationship Type="http://schemas.openxmlformats.org/officeDocument/2006/relationships/slideLayout" Target="/ppt/slideLayouts/slideLayout59.xml" Id="Rafbbf57382bf48c8" /><Relationship Type="http://schemas.openxmlformats.org/officeDocument/2006/relationships/slideLayout" Target="/ppt/slideLayouts/slideLayout60.xml" Id="R50c450fdc2324237" /><Relationship Type="http://schemas.openxmlformats.org/officeDocument/2006/relationships/slideLayout" Target="/ppt/slideLayouts/slideLayout61.xml" Id="Rc58bd952ead84e6a" /><Relationship Type="http://schemas.openxmlformats.org/officeDocument/2006/relationships/slideLayout" Target="/ppt/slideLayouts/slideLayout62.xml" Id="Rb64101a8a0e14414" /><Relationship Type="http://schemas.openxmlformats.org/officeDocument/2006/relationships/slideLayout" Target="/ppt/slideLayouts/slideLayout63.xml" Id="Rcbf4fefd81a8478b" /><Relationship Type="http://schemas.openxmlformats.org/officeDocument/2006/relationships/slideLayout" Target="/ppt/slideLayouts/slideLayout64.xml" Id="R6c196266d66e4f62" /><Relationship Type="http://schemas.openxmlformats.org/officeDocument/2006/relationships/slideLayout" Target="/ppt/slideLayouts/slideLayout65.xml" Id="R434593b010094c8e" /><Relationship Type="http://schemas.openxmlformats.org/officeDocument/2006/relationships/slideLayout" Target="/ppt/slideLayouts/slideLayout66.xml" Id="R2a2f7846b14149ab" /><Relationship Type="http://schemas.openxmlformats.org/officeDocument/2006/relationships/slideLayout" Target="/ppt/slideLayouts/slideLayout67.xml" Id="R11493b352f154a6f" /><Relationship Type="http://schemas.openxmlformats.org/officeDocument/2006/relationships/slideLayout" Target="/ppt/slideLayouts/slideLayout68.xml" Id="R683be9a48ec24f16" /><Relationship Type="http://schemas.openxmlformats.org/officeDocument/2006/relationships/slideLayout" Target="/ppt/slideLayouts/slideLayout69.xml" Id="Rd61f40ffd3394ec6" /><Relationship Type="http://schemas.openxmlformats.org/officeDocument/2006/relationships/slideLayout" Target="/ppt/slideLayouts/slideLayout70.xml" Id="Rd67920bc72e34a34" /><Relationship Type="http://schemas.openxmlformats.org/officeDocument/2006/relationships/slideLayout" Target="/ppt/slideLayouts/slideLayout71.xml" Id="Re7be06f9200841c7" /><Relationship Type="http://schemas.openxmlformats.org/officeDocument/2006/relationships/slideLayout" Target="/ppt/slideLayouts/slideLayout72.xml" Id="R718d876dd46049fc" /><Relationship Type="http://schemas.openxmlformats.org/officeDocument/2006/relationships/slideLayout" Target="/ppt/slideLayouts/slideLayout73.xml" Id="Rc37c9b9ae9964eaa" /><Relationship Type="http://schemas.openxmlformats.org/officeDocument/2006/relationships/slideLayout" Target="/ppt/slideLayouts/slideLayout74.xml" Id="R4f6a54210156484b" /><Relationship Type="http://schemas.openxmlformats.org/officeDocument/2006/relationships/slideLayout" Target="/ppt/slideLayouts/slideLayout75.xml" Id="R5c7dc18cdd4441e6" /></Relationships>
</file>

<file path=ppt/slideMasters/_rels/slideMaster5.xml.rels>&#65279;<?xml version="1.0" encoding="utf-8"?><Relationships xmlns="http://schemas.openxmlformats.org/package/2006/relationships"><Relationship Type="http://schemas.openxmlformats.org/officeDocument/2006/relationships/theme" Target="/ppt/slideMasters/theme/theme6.xml" Id="Rb2930676638b49f3" /><Relationship Type="http://schemas.openxmlformats.org/officeDocument/2006/relationships/slideLayout" Target="/ppt/slideLayouts/slideLayout76.xml" Id="R4d286fa52b514f4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8980EB09-B9C5-4C7E-8BB9-91BF155310C9}"/>
              </a:ext>
            </a:extLst>
          </p:cNvPr>
          <p:cNvSpPr>
            <a:spLocks xmlns:a="http://schemas.openxmlformats.org/drawingml/2006/main" noGrp="1"/>
          </p:cNvSpPr>
          <p:nvPr/>
        </p:nvSpPr>
        <p:spPr>
          <a:xfrm xmlns:a="http://schemas.openxmlformats.org/drawingml/2006/main">
            <a:off x="13" y="4750737"/>
            <a:ext cx="9141619" cy="48006"/>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Placeholder 1">
            <a:extLst xmlns:a="http://schemas.openxmlformats.org/drawingml/2006/main">
              <a:ext uri="{FF2B5EF4-FFF2-40B4-BE49-F238E27FC236}">
                <a16:creationId xmlns:a16="http://schemas.microsoft.com/office/drawing/2014/main" id="{4EB208BE-1C91-4B12-8750-DD262B2CEB69}"/>
              </a:ext>
            </a:extLst>
          </p:cNvPr>
          <p:cNvSpPr>
            <a:spLocks xmlns:a="http://schemas.openxmlformats.org/drawingml/2006/main" noGrp="1"/>
          </p:cNvSpPr>
          <p:nvPr>
            <p:ph type="title" idx="0"/>
          </p:nvPr>
        </p:nvSpPr>
        <p:spPr>
          <a:xfrm xmlns:a="http://schemas.openxmlformats.org/drawingml/2006/main">
            <a:off x="822960" y="214952"/>
            <a:ext cx="7543800" cy="1088068"/>
          </a:xfrm>
          <a:prstGeom xmlns:a="http://schemas.openxmlformats.org/drawingml/2006/main" prst="rect">
            <a:avLst/>
          </a:prstGeom>
        </p:spPr>
        <p:txBody>
          <a:bodyPr xmlns:a="http://schemas.openxmlformats.org/drawingml/2006/main" vert="horz" lIns="91440" tIns="45720" rIns="91440" bIns="45720" anchor="b">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99C4FF3-BF9E-450A-9A88-56F7867F21A0}"/>
              </a:ext>
            </a:extLst>
          </p:cNvPr>
          <p:cNvSpPr>
            <a:spLocks xmlns:a="http://schemas.openxmlformats.org/drawingml/2006/main" noGrp="1"/>
          </p:cNvSpPr>
          <p:nvPr>
            <p:ph type="body" idx="1"/>
          </p:nvPr>
        </p:nvSpPr>
        <p:spPr>
          <a:xfrm xmlns:a="http://schemas.openxmlformats.org/drawingml/2006/main">
            <a:off x="822960" y="1384301"/>
            <a:ext cx="7543800" cy="3017520"/>
          </a:xfrm>
          <a:prstGeom xmlns:a="http://schemas.openxmlformats.org/drawingml/2006/main" prst="rect">
            <a:avLst/>
          </a:prstGeom>
        </p:spPr>
        <p:txBody>
          <a:bodyPr xmlns:a="http://schemas.openxmlformats.org/drawingml/2006/main" vert="horz" lIns="0" tIns="45720" rIns="0" bIns="45720">
            <a:normAutofit/>
          </a:bodyPr>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F461C24-DCDC-4055-A0DF-FBBA318618D6}"/>
              </a:ext>
            </a:extLst>
          </p:cNvPr>
          <p:cNvSpPr>
            <a:spLocks xmlns:a="http://schemas.openxmlformats.org/drawingml/2006/main" noGrp="1"/>
          </p:cNvSpPr>
          <p:nvPr>
            <p:ph type="dt" idx="2"/>
          </p:nvPr>
        </p:nvSpPr>
        <p:spPr>
          <a:xfrm xmlns:a="http://schemas.openxmlformats.org/drawingml/2006/main">
            <a:off x="2039644" y="4835061"/>
            <a:ext cx="2011797" cy="298661"/>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900" b="0">
                <a:solidFill>
                  <a:srgbClr val="0047B0"/>
                </a:solidFill>
              </a:defRPr>
            </a:lvl1pPr>
          </a:lstStyle>
          <a:p xmlns:a="http://schemas.openxmlformats.org/drawingml/2006/main">
            <a:fld id="{09B482E8-6E0E-1B4F-B1FD-C69DB9E858D9}" type="datetimeFigureOut">
              <a:t>9/1/26</a:t>
            </a:fld>
            <a:endParaRPr/>
          </a:p>
        </p:txBody>
      </p:sp>
      <p:sp>
        <p:nvSpPr>
          <p:cNvPr id="5" name="Footer Placeholder 4">
            <a:extLst xmlns:a="http://schemas.openxmlformats.org/drawingml/2006/main">
              <a:ext uri="{FF2B5EF4-FFF2-40B4-BE49-F238E27FC236}">
                <a16:creationId xmlns:a16="http://schemas.microsoft.com/office/drawing/2014/main" id="{95603770-B946-4FC0-876A-3BF81B64530B}"/>
              </a:ext>
            </a:extLst>
          </p:cNvPr>
          <p:cNvSpPr>
            <a:spLocks xmlns:a="http://schemas.openxmlformats.org/drawingml/2006/main" noGrp="1"/>
          </p:cNvSpPr>
          <p:nvPr>
            <p:ph type="ftr" idx="3"/>
          </p:nvPr>
        </p:nvSpPr>
        <p:spPr>
          <a:xfrm xmlns:a="http://schemas.openxmlformats.org/drawingml/2006/main">
            <a:off x="4173795" y="4831567"/>
            <a:ext cx="3948259" cy="298661"/>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720" cap="all" baseline="0">
                <a:solidFill>
                  <a:schemeClr val="accent2">
                    <a:lumMod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C04DD7E-DED2-405B-B475-2F6900543FCA}"/>
              </a:ext>
            </a:extLst>
          </p:cNvPr>
          <p:cNvSpPr>
            <a:spLocks xmlns:a="http://schemas.openxmlformats.org/drawingml/2006/main" noGrp="1"/>
          </p:cNvSpPr>
          <p:nvPr>
            <p:ph type="sldNum" idx="4"/>
          </p:nvPr>
        </p:nvSpPr>
        <p:spPr>
          <a:xfrm xmlns:a="http://schemas.openxmlformats.org/drawingml/2006/main">
            <a:off x="8366760" y="4835061"/>
            <a:ext cx="603042" cy="308439"/>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709">
                <a:solidFill>
                  <a:schemeClr val="accent2">
                    <a:lumMod val="75000"/>
                  </a:schemeClr>
                </a:solidFill>
              </a:defRPr>
            </a:lvl1pPr>
          </a:lstStyle>
          <a:p xmlns:a="http://schemas.openxmlformats.org/drawingml/2006/main">
            <a:fld id="{D57F1E4F-1CFF-5643-939E-217C01CDF565}" type="slidenum">
              <a:t>‹#›</a:t>
            </a:fld>
            <a:endParaRPr/>
          </a:p>
        </p:txBody>
      </p:sp>
      <p:pic>
        <p:nvPicPr>
          <p:cNvPr id="17" name="Picture 7"/>
          <p:cNvPicPr>
            <a:picLocks xmlns:a="http://schemas.openxmlformats.org/drawingml/2006/main" noChangeAspect="1"/>
          </p:cNvPicPr>
          <p:nvPr/>
        </p:nvPicPr>
        <p:blipFill>
          <a:blip xmlns:r="http://schemas.openxmlformats.org/officeDocument/2006/relationships" xmlns:a="http://schemas.openxmlformats.org/drawingml/2006/main" r:embed="R583d08edf81f4154"/>
          <a:stretch xmlns:a="http://schemas.openxmlformats.org/drawingml/2006/main">
            <a:fillRect l="0" t="0" r="0" b="0"/>
          </a:stretch>
        </p:blipFill>
        <p:spPr>
          <a:xfrm xmlns:a="http://schemas.openxmlformats.org/drawingml/2006/main">
            <a:off x="32374" y="4868549"/>
            <a:ext cx="1725549" cy="231683"/>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20634e6b0b4ce5"/>
    <p:sldLayoutId xmlns:r="http://schemas.openxmlformats.org/officeDocument/2006/relationships" id="2147483650" r:id="Rcec6a64768be41e9"/>
    <p:sldLayoutId xmlns:r="http://schemas.openxmlformats.org/officeDocument/2006/relationships" id="2147483651" r:id="R991c7388e1fc42ab"/>
    <p:sldLayoutId xmlns:r="http://schemas.openxmlformats.org/officeDocument/2006/relationships" id="2147483652" r:id="Raf4f12579b264933"/>
    <p:sldLayoutId xmlns:r="http://schemas.openxmlformats.org/officeDocument/2006/relationships" id="2147483653" r:id="Ra90b7500197d4757"/>
    <p:sldLayoutId xmlns:r="http://schemas.openxmlformats.org/officeDocument/2006/relationships" id="2147483654" r:id="Rf080af4a18844f6d"/>
    <p:sldLayoutId xmlns:r="http://schemas.openxmlformats.org/officeDocument/2006/relationships" id="2147483655" r:id="R933a165559a94a09"/>
    <p:sldLayoutId xmlns:r="http://schemas.openxmlformats.org/officeDocument/2006/relationships" id="2147483656" r:id="R54d9546ee2274220"/>
    <p:sldLayoutId xmlns:r="http://schemas.openxmlformats.org/officeDocument/2006/relationships" id="2147483657" r:id="Rf0c315ae018d4675"/>
    <p:sldLayoutId xmlns:r="http://schemas.openxmlformats.org/officeDocument/2006/relationships" id="2147483658" r:id="Rbd1b194cdc15473f"/>
    <p:sldLayoutId xmlns:r="http://schemas.openxmlformats.org/officeDocument/2006/relationships" id="2147483659" r:id="R6380e7db890942df"/>
    <p:sldLayoutId xmlns:r="http://schemas.openxmlformats.org/officeDocument/2006/relationships" id="2147483660" r:id="R1ba1c2a353914a85"/>
    <p:sldLayoutId xmlns:r="http://schemas.openxmlformats.org/officeDocument/2006/relationships" id="2147483661" r:id="R8c261b0847684da0"/>
    <p:sldLayoutId xmlns:r="http://schemas.openxmlformats.org/officeDocument/2006/relationships" id="2147483662" r:id="R4e18ac0c932d421e"/>
    <p:sldLayoutId xmlns:r="http://schemas.openxmlformats.org/officeDocument/2006/relationships" id="2147483663" r:id="R08d712e2ab0743f8"/>
    <p:sldLayoutId xmlns:r="http://schemas.openxmlformats.org/officeDocument/2006/relationships" id="2147483664" r:id="Rfa1e21ec00d84deb"/>
    <p:sldLayoutId xmlns:r="http://schemas.openxmlformats.org/officeDocument/2006/relationships" id="2147483665" r:id="Rec39ff6455b8481d"/>
    <p:sldLayoutId xmlns:r="http://schemas.openxmlformats.org/officeDocument/2006/relationships" id="2147483666" r:id="Rf05399379d914334"/>
    <p:sldLayoutId xmlns:r="http://schemas.openxmlformats.org/officeDocument/2006/relationships" id="2147483667" r:id="R4dd8d488e3be4bd4"/>
  </p:sldLayoutIdLst>
  <p:hf sldNum="0" hdr="0" ftr="0" dt="0"/>
  <p:txStyles>
    <p:titleStyle>
      <a:lvl1pPr xmlns:a="http://schemas.openxmlformats.org/drawingml/2006/main" algn="l" defTabSz="617220">
        <a:lnSpc>
          <a:spcPct val="85000"/>
        </a:lnSpc>
        <a:spcBef>
          <a:spcPct val="0"/>
        </a:spcBef>
        <a:buNone/>
        <a:defRPr sz="3240" kern="1200" spc="-34" baseline="0">
          <a:solidFill>
            <a:schemeClr val="tx1">
              <a:lumMod val="75000"/>
              <a:lumOff val="25000"/>
            </a:schemeClr>
          </a:solidFill>
          <a:latin typeface="+mj-lt"/>
          <a:ea typeface="+mj-lt"/>
          <a:cs typeface="+mj-lt"/>
        </a:defRPr>
      </a:lvl1pPr>
    </p:titleStyle>
    <p:bodyStyle>
      <a:lvl1pPr xmlns:a="http://schemas.openxmlformats.org/drawingml/2006/main" marL="61722" indent="-61722" algn="l" defTabSz="617220">
        <a:lnSpc>
          <a:spcPct val="90000"/>
        </a:lnSpc>
        <a:spcBef>
          <a:spcPts val="810"/>
        </a:spcBef>
        <a:spcAft>
          <a:spcPts val="135"/>
        </a:spcAft>
        <a:buClr>
          <a:schemeClr val="accent1"/>
        </a:buClr>
        <a:buSzPct val="100000"/>
        <a:buFont typeface="Calibri"/>
        <a:buChar char=" "/>
        <a:defRPr sz="1350" kern="1200">
          <a:solidFill>
            <a:schemeClr val="tx1">
              <a:lumMod val="75000"/>
              <a:lumOff val="25000"/>
            </a:schemeClr>
          </a:solidFill>
          <a:latin typeface="+mn-lt"/>
          <a:ea typeface="+mn-lt"/>
          <a:cs typeface="+mn-lt"/>
        </a:defRPr>
      </a:lvl1pPr>
      <a:lvl2pPr xmlns:a="http://schemas.openxmlformats.org/drawingml/2006/main" marL="259232" indent="-123444" algn="l" defTabSz="617220">
        <a:lnSpc>
          <a:spcPct val="90000"/>
        </a:lnSpc>
        <a:spcBef>
          <a:spcPts val="135"/>
        </a:spcBef>
        <a:spcAft>
          <a:spcPts val="270"/>
        </a:spcAft>
        <a:buClr>
          <a:schemeClr val="accent1"/>
        </a:buClr>
        <a:buFont typeface="Calibri"/>
        <a:buChar char="◦"/>
        <a:defRPr sz="1215" kern="1200">
          <a:solidFill>
            <a:schemeClr val="tx1">
              <a:lumMod val="75000"/>
              <a:lumOff val="25000"/>
            </a:schemeClr>
          </a:solidFill>
          <a:latin typeface="+mn-lt"/>
          <a:ea typeface="+mn-lt"/>
          <a:cs typeface="+mn-lt"/>
        </a:defRPr>
      </a:lvl2pPr>
      <a:lvl3pPr xmlns:a="http://schemas.openxmlformats.org/drawingml/2006/main" marL="382676" indent="-123444"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3pPr>
      <a:lvl4pPr xmlns:a="http://schemas.openxmlformats.org/drawingml/2006/main" marL="506120" indent="-123444"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4pPr>
      <a:lvl5pPr xmlns:a="http://schemas.openxmlformats.org/drawingml/2006/main" marL="629564" indent="-123444"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5pPr>
      <a:lvl6pPr xmlns:a="http://schemas.openxmlformats.org/drawingml/2006/main" marL="742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6pPr>
      <a:lvl7pPr xmlns:a="http://schemas.openxmlformats.org/drawingml/2006/main" marL="877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7pPr>
      <a:lvl8pPr xmlns:a="http://schemas.openxmlformats.org/drawingml/2006/main" marL="1012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8pPr>
      <a:lvl9pPr xmlns:a="http://schemas.openxmlformats.org/drawingml/2006/main" marL="1147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9pPr>
    </p:bodyStyle>
    <p:otherStyle>
      <a:lvl1pPr xmlns:a="http://schemas.openxmlformats.org/drawingml/2006/main" marL="0" algn="l" defTabSz="617220">
        <a:buNone/>
        <a:defRPr sz="1215" kern="1200">
          <a:solidFill>
            <a:schemeClr val="tx1"/>
          </a:solidFill>
          <a:latin typeface="+mn-lt"/>
          <a:ea typeface="+mn-lt"/>
          <a:cs typeface="+mn-lt"/>
        </a:defRPr>
      </a:lvl1pPr>
      <a:lvl2pPr xmlns:a="http://schemas.openxmlformats.org/drawingml/2006/main" marL="308610" algn="l" defTabSz="617220">
        <a:buNone/>
        <a:defRPr sz="1215" kern="1200">
          <a:solidFill>
            <a:schemeClr val="tx1"/>
          </a:solidFill>
          <a:latin typeface="+mn-lt"/>
          <a:ea typeface="+mn-lt"/>
          <a:cs typeface="+mn-lt"/>
        </a:defRPr>
      </a:lvl2pPr>
      <a:lvl3pPr xmlns:a="http://schemas.openxmlformats.org/drawingml/2006/main" marL="617220" algn="l" defTabSz="617220">
        <a:buNone/>
        <a:defRPr sz="1215" kern="1200">
          <a:solidFill>
            <a:schemeClr val="tx1"/>
          </a:solidFill>
          <a:latin typeface="+mn-lt"/>
          <a:ea typeface="+mn-lt"/>
          <a:cs typeface="+mn-lt"/>
        </a:defRPr>
      </a:lvl3pPr>
      <a:lvl4pPr xmlns:a="http://schemas.openxmlformats.org/drawingml/2006/main" marL="925830" algn="l" defTabSz="617220">
        <a:buNone/>
        <a:defRPr sz="1215" kern="1200">
          <a:solidFill>
            <a:schemeClr val="tx1"/>
          </a:solidFill>
          <a:latin typeface="+mn-lt"/>
          <a:ea typeface="+mn-lt"/>
          <a:cs typeface="+mn-lt"/>
        </a:defRPr>
      </a:lvl4pPr>
      <a:lvl5pPr xmlns:a="http://schemas.openxmlformats.org/drawingml/2006/main" marL="1234440" algn="l" defTabSz="617220">
        <a:buNone/>
        <a:defRPr sz="1215" kern="1200">
          <a:solidFill>
            <a:schemeClr val="tx1"/>
          </a:solidFill>
          <a:latin typeface="+mn-lt"/>
          <a:ea typeface="+mn-lt"/>
          <a:cs typeface="+mn-lt"/>
        </a:defRPr>
      </a:lvl5pPr>
      <a:lvl6pPr xmlns:a="http://schemas.openxmlformats.org/drawingml/2006/main" marL="1543050" algn="l" defTabSz="617220">
        <a:buNone/>
        <a:defRPr sz="1215" kern="1200">
          <a:solidFill>
            <a:schemeClr val="tx1"/>
          </a:solidFill>
          <a:latin typeface="+mn-lt"/>
          <a:ea typeface="+mn-lt"/>
          <a:cs typeface="+mn-lt"/>
        </a:defRPr>
      </a:lvl6pPr>
      <a:lvl7pPr xmlns:a="http://schemas.openxmlformats.org/drawingml/2006/main" marL="1851660" algn="l" defTabSz="617220">
        <a:buNone/>
        <a:defRPr sz="1215" kern="1200">
          <a:solidFill>
            <a:schemeClr val="tx1"/>
          </a:solidFill>
          <a:latin typeface="+mn-lt"/>
          <a:ea typeface="+mn-lt"/>
          <a:cs typeface="+mn-lt"/>
        </a:defRPr>
      </a:lvl7pPr>
      <a:lvl8pPr xmlns:a="http://schemas.openxmlformats.org/drawingml/2006/main" marL="2160270" algn="l" defTabSz="617220">
        <a:buNone/>
        <a:defRPr sz="1215" kern="1200">
          <a:solidFill>
            <a:schemeClr val="tx1"/>
          </a:solidFill>
          <a:latin typeface="+mn-lt"/>
          <a:ea typeface="+mn-lt"/>
          <a:cs typeface="+mn-lt"/>
        </a:defRPr>
      </a:lvl8pPr>
      <a:lvl9pPr xmlns:a="http://schemas.openxmlformats.org/drawingml/2006/main" marL="2468880" algn="l" defTabSz="617220">
        <a:buNone/>
        <a:defRPr sz="1215"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E01679D0-2ADA-4ECF-B6CE-3BE57F2D2EA3}"/>
              </a:ext>
            </a:extLst>
          </p:cNvPr>
          <p:cNvSpPr>
            <a:spLocks xmlns:a="http://schemas.openxmlformats.org/drawingml/2006/main" noGrp="1"/>
          </p:cNvSpPr>
          <p:nvPr/>
        </p:nvSpPr>
        <p:spPr>
          <a:xfrm xmlns:a="http://schemas.openxmlformats.org/drawingml/2006/main">
            <a:off x="13" y="4750737"/>
            <a:ext cx="9141619" cy="48006"/>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Placeholder 1">
            <a:extLst xmlns:a="http://schemas.openxmlformats.org/drawingml/2006/main">
              <a:ext uri="{FF2B5EF4-FFF2-40B4-BE49-F238E27FC236}">
                <a16:creationId xmlns:a16="http://schemas.microsoft.com/office/drawing/2014/main" id="{04BE8D88-0C95-43E8-9B43-C0301CD91E1C}"/>
              </a:ext>
            </a:extLst>
          </p:cNvPr>
          <p:cNvSpPr>
            <a:spLocks xmlns:a="http://schemas.openxmlformats.org/drawingml/2006/main" noGrp="1"/>
          </p:cNvSpPr>
          <p:nvPr>
            <p:ph type="title" idx="0"/>
          </p:nvPr>
        </p:nvSpPr>
        <p:spPr>
          <a:xfrm xmlns:a="http://schemas.openxmlformats.org/drawingml/2006/main">
            <a:off x="822960" y="214952"/>
            <a:ext cx="7543800" cy="1088068"/>
          </a:xfrm>
          <a:prstGeom xmlns:a="http://schemas.openxmlformats.org/drawingml/2006/main" prst="rect">
            <a:avLst/>
          </a:prstGeom>
        </p:spPr>
        <p:txBody>
          <a:bodyPr xmlns:a="http://schemas.openxmlformats.org/drawingml/2006/main" vert="horz" lIns="91440" tIns="45720" rIns="91440" bIns="45720" anchor="b">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A67AE5F9-939D-44A2-8539-96484BEF1D1B}"/>
              </a:ext>
            </a:extLst>
          </p:cNvPr>
          <p:cNvSpPr>
            <a:spLocks xmlns:a="http://schemas.openxmlformats.org/drawingml/2006/main" noGrp="1"/>
          </p:cNvSpPr>
          <p:nvPr>
            <p:ph type="body" idx="1"/>
          </p:nvPr>
        </p:nvSpPr>
        <p:spPr>
          <a:xfrm xmlns:a="http://schemas.openxmlformats.org/drawingml/2006/main">
            <a:off x="822960" y="1384301"/>
            <a:ext cx="7543800" cy="3017520"/>
          </a:xfrm>
          <a:prstGeom xmlns:a="http://schemas.openxmlformats.org/drawingml/2006/main" prst="rect">
            <a:avLst/>
          </a:prstGeom>
        </p:spPr>
        <p:txBody>
          <a:bodyPr xmlns:a="http://schemas.openxmlformats.org/drawingml/2006/main" vert="horz" lIns="0" tIns="45720" rIns="0" bIns="45720">
            <a:normAutofit/>
          </a:bodyPr>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FCF0055-53AF-4ECA-9982-12C06ABE1D1C}"/>
              </a:ext>
            </a:extLst>
          </p:cNvPr>
          <p:cNvSpPr>
            <a:spLocks xmlns:a="http://schemas.openxmlformats.org/drawingml/2006/main" noGrp="1"/>
          </p:cNvSpPr>
          <p:nvPr>
            <p:ph type="dt" idx="2"/>
          </p:nvPr>
        </p:nvSpPr>
        <p:spPr>
          <a:xfrm xmlns:a="http://schemas.openxmlformats.org/drawingml/2006/main">
            <a:off x="2039644" y="4835061"/>
            <a:ext cx="2011797" cy="298661"/>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900" b="0">
                <a:solidFill>
                  <a:srgbClr val="0047B0"/>
                </a:solidFill>
              </a:defRPr>
            </a:lvl1pPr>
          </a:lstStyle>
          <a:p xmlns:a="http://schemas.openxmlformats.org/drawingml/2006/main">
            <a:r>
              <a:t>Tian Zheng	 July 13</a:t>
            </a:r>
            <a:r>
              <a:t>th</a:t>
            </a:r>
            <a:r>
              <a:t>, 2017</a:t>
            </a:r>
            <a:endParaRPr/>
          </a:p>
        </p:txBody>
      </p:sp>
      <p:sp>
        <p:nvSpPr>
          <p:cNvPr id="5" name="Footer Placeholder 4">
            <a:extLst xmlns:a="http://schemas.openxmlformats.org/drawingml/2006/main">
              <a:ext uri="{FF2B5EF4-FFF2-40B4-BE49-F238E27FC236}">
                <a16:creationId xmlns:a16="http://schemas.microsoft.com/office/drawing/2014/main" id="{87D8C1A1-8332-4A4A-8C1D-236363ADEF79}"/>
              </a:ext>
            </a:extLst>
          </p:cNvPr>
          <p:cNvSpPr>
            <a:spLocks xmlns:a="http://schemas.openxmlformats.org/drawingml/2006/main" noGrp="1"/>
          </p:cNvSpPr>
          <p:nvPr>
            <p:ph type="ftr" idx="3"/>
          </p:nvPr>
        </p:nvSpPr>
        <p:spPr>
          <a:xfrm xmlns:a="http://schemas.openxmlformats.org/drawingml/2006/main">
            <a:off x="4173795" y="4844840"/>
            <a:ext cx="3948259" cy="298661"/>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720" cap="all" baseline="0">
                <a:solidFill>
                  <a:schemeClr val="accent2">
                    <a:lumMod val="75000"/>
                  </a:schemeClr>
                </a:solidFill>
              </a:defRPr>
            </a:lvl1pPr>
          </a:lstStyle>
          <a:p xmlns:a="http://schemas.openxmlformats.org/drawingml/2006/main">
            <a:r>
              <a:rPr cap="none">
                <a:latin typeface="Palatino"/>
                <a:ea typeface="Palatino"/>
                <a:cs typeface="Palatino"/>
              </a:rPr>
              <a:t>Workshop  on Perspectives &amp; Analysis Methods for Personalized Medicine</a:t>
            </a:r>
          </a:p>
          <a:p xmlns:a="http://schemas.openxmlformats.org/drawingml/2006/main">
            <a:r>
              <a:rPr sz="810" cap="none">
                <a:latin typeface="Palatino"/>
                <a:ea typeface="Palatino"/>
                <a:cs typeface="Palatino"/>
              </a:rPr>
              <a:t>Institute for Mathematical Sciences, National University of Singapore</a:t>
            </a:r>
            <a:endParaRPr sz="810" cap="none">
              <a:latin typeface="Palatino"/>
              <a:ea typeface="Palatino"/>
              <a:cs typeface="Palatino"/>
            </a:endParaRPr>
          </a:p>
        </p:txBody>
      </p:sp>
      <p:sp>
        <p:nvSpPr>
          <p:cNvPr id="6" name="Slide Number Placeholder 5">
            <a:extLst xmlns:a="http://schemas.openxmlformats.org/drawingml/2006/main">
              <a:ext uri="{FF2B5EF4-FFF2-40B4-BE49-F238E27FC236}">
                <a16:creationId xmlns:a16="http://schemas.microsoft.com/office/drawing/2014/main" id="{B47D7F27-CF7F-4974-B13C-3D92A9A7D0FC}"/>
              </a:ext>
            </a:extLst>
          </p:cNvPr>
          <p:cNvSpPr>
            <a:spLocks xmlns:a="http://schemas.openxmlformats.org/drawingml/2006/main" noGrp="1"/>
          </p:cNvSpPr>
          <p:nvPr>
            <p:ph type="sldNum" idx="4"/>
          </p:nvPr>
        </p:nvSpPr>
        <p:spPr>
          <a:xfrm xmlns:a="http://schemas.openxmlformats.org/drawingml/2006/main">
            <a:off x="8366760" y="4835061"/>
            <a:ext cx="603042" cy="308439"/>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709">
                <a:solidFill>
                  <a:schemeClr val="accent2">
                    <a:lumMod val="75000"/>
                  </a:schemeClr>
                </a:solidFill>
              </a:defRPr>
            </a:lvl1pPr>
          </a:lstStyle>
          <a:p xmlns:a="http://schemas.openxmlformats.org/drawingml/2006/main">
            <a:fld id="{2D290E3F-05E6-BB47-BF17-0335D0460E34}" type="slidenum">
              <a:t>‹#›</a:t>
            </a:fld>
            <a:endParaRPr/>
          </a:p>
        </p:txBody>
      </p:sp>
      <p:sp>
        <p:nvSpPr>
          <p:cNvPr id="10" name="Straight Connector 9">
            <a:extLst xmlns:a="http://schemas.openxmlformats.org/drawingml/2006/main">
              <a:ext uri="{FF2B5EF4-FFF2-40B4-BE49-F238E27FC236}">
                <a16:creationId xmlns:a16="http://schemas.microsoft.com/office/drawing/2014/main" id="{78CBB5BA-C27D-476E-8373-3660A9EB2A8E}"/>
              </a:ext>
            </a:extLst>
          </p:cNvPr>
          <p:cNvSpPr>
            <a:spLocks xmlns:a="http://schemas.openxmlformats.org/drawingml/2006/main" noGrp="1"/>
          </p:cNvSpPr>
          <p:nvPr/>
        </p:nvSpPr>
        <p:spPr>
          <a:xfrm xmlns:a="http://schemas.openxmlformats.org/drawingml/2006/main">
            <a:off x="895149" y="1303384"/>
            <a:ext cx="7475220" cy="0"/>
          </a:xfrm>
          <a:prstGeom xmlns:a="http://schemas.openxmlformats.org/drawingml/2006/main" prst="line">
            <a:avLst/>
          </a:prstGeom>
          <a:ln xmlns:a="http://schemas.openxmlformats.org/drawingml/2006/main" w="6350">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19" name="Picture 7"/>
          <p:cNvPicPr>
            <a:picLocks xmlns:a="http://schemas.openxmlformats.org/drawingml/2006/main" noChangeAspect="1"/>
          </p:cNvPicPr>
          <p:nvPr/>
        </p:nvPicPr>
        <p:blipFill>
          <a:blip xmlns:r="http://schemas.openxmlformats.org/officeDocument/2006/relationships" xmlns:a="http://schemas.openxmlformats.org/drawingml/2006/main" r:embed="Rfbdf765ca1c148a3"/>
          <a:stretch xmlns:a="http://schemas.openxmlformats.org/drawingml/2006/main">
            <a:fillRect l="0" t="0" r="0" b="0"/>
          </a:stretch>
        </p:blipFill>
        <p:spPr>
          <a:xfrm xmlns:a="http://schemas.openxmlformats.org/drawingml/2006/main">
            <a:off x="32374" y="4868549"/>
            <a:ext cx="1725549" cy="231683"/>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69" r:id="Ra934f4cc4d574eef"/>
    <p:sldLayoutId xmlns:r="http://schemas.openxmlformats.org/officeDocument/2006/relationships" id="2147483670" r:id="R78bad16106dc4603"/>
    <p:sldLayoutId xmlns:r="http://schemas.openxmlformats.org/officeDocument/2006/relationships" id="2147483671" r:id="R04a82c762b9d4e73"/>
    <p:sldLayoutId xmlns:r="http://schemas.openxmlformats.org/officeDocument/2006/relationships" id="2147483672" r:id="R702c397201c94132"/>
    <p:sldLayoutId xmlns:r="http://schemas.openxmlformats.org/officeDocument/2006/relationships" id="2147483673" r:id="R042a01d39b074481"/>
    <p:sldLayoutId xmlns:r="http://schemas.openxmlformats.org/officeDocument/2006/relationships" id="2147483674" r:id="R161bc6e71c8c462f"/>
    <p:sldLayoutId xmlns:r="http://schemas.openxmlformats.org/officeDocument/2006/relationships" id="2147483675" r:id="R04d63754610e4a68"/>
    <p:sldLayoutId xmlns:r="http://schemas.openxmlformats.org/officeDocument/2006/relationships" id="2147483676" r:id="Ra2fe76bd26874c6b"/>
    <p:sldLayoutId xmlns:r="http://schemas.openxmlformats.org/officeDocument/2006/relationships" id="2147483677" r:id="R9b9cd332bd474866"/>
    <p:sldLayoutId xmlns:r="http://schemas.openxmlformats.org/officeDocument/2006/relationships" id="2147483678" r:id="Rc6f75cd6c3bf49ac"/>
    <p:sldLayoutId xmlns:r="http://schemas.openxmlformats.org/officeDocument/2006/relationships" id="2147483679" r:id="Reb67f0d7bcf844de"/>
  </p:sldLayoutIdLst>
  <p:hf hdr="0"/>
  <p:txStyles>
    <p:titleStyle>
      <a:lvl1pPr xmlns:a="http://schemas.openxmlformats.org/drawingml/2006/main" algn="l" defTabSz="617220">
        <a:lnSpc>
          <a:spcPct val="85000"/>
        </a:lnSpc>
        <a:spcBef>
          <a:spcPct val="0"/>
        </a:spcBef>
        <a:buNone/>
        <a:defRPr sz="3240" kern="1200" spc="-34" baseline="0">
          <a:solidFill>
            <a:schemeClr val="tx1">
              <a:lumMod val="75000"/>
              <a:lumOff val="25000"/>
            </a:schemeClr>
          </a:solidFill>
          <a:latin typeface="+mj-lt"/>
          <a:ea typeface="+mj-lt"/>
          <a:cs typeface="+mj-lt"/>
        </a:defRPr>
      </a:lvl1pPr>
    </p:titleStyle>
    <p:bodyStyle>
      <a:lvl1pPr xmlns:a="http://schemas.openxmlformats.org/drawingml/2006/main" marL="61722" indent="-61722" algn="l" defTabSz="617220">
        <a:lnSpc>
          <a:spcPct val="90000"/>
        </a:lnSpc>
        <a:spcBef>
          <a:spcPts val="810"/>
        </a:spcBef>
        <a:spcAft>
          <a:spcPts val="135"/>
        </a:spcAft>
        <a:buClr>
          <a:schemeClr val="accent1"/>
        </a:buClr>
        <a:buSzPct val="100000"/>
        <a:buFont typeface="Calibri"/>
        <a:buChar char=" "/>
        <a:defRPr sz="1350" kern="1200">
          <a:solidFill>
            <a:schemeClr val="tx1">
              <a:lumMod val="75000"/>
              <a:lumOff val="25000"/>
            </a:schemeClr>
          </a:solidFill>
          <a:latin typeface="+mn-lt"/>
          <a:ea typeface="+mn-lt"/>
          <a:cs typeface="+mn-lt"/>
        </a:defRPr>
      </a:lvl1pPr>
      <a:lvl2pPr xmlns:a="http://schemas.openxmlformats.org/drawingml/2006/main" marL="259232" indent="-123444" algn="l" defTabSz="617220">
        <a:lnSpc>
          <a:spcPct val="90000"/>
        </a:lnSpc>
        <a:spcBef>
          <a:spcPts val="135"/>
        </a:spcBef>
        <a:spcAft>
          <a:spcPts val="270"/>
        </a:spcAft>
        <a:buClr>
          <a:schemeClr val="accent1"/>
        </a:buClr>
        <a:buFont typeface="Calibri"/>
        <a:buChar char="◦"/>
        <a:defRPr sz="1215" kern="1200">
          <a:solidFill>
            <a:schemeClr val="tx1">
              <a:lumMod val="75000"/>
              <a:lumOff val="25000"/>
            </a:schemeClr>
          </a:solidFill>
          <a:latin typeface="+mn-lt"/>
          <a:ea typeface="+mn-lt"/>
          <a:cs typeface="+mn-lt"/>
        </a:defRPr>
      </a:lvl2pPr>
      <a:lvl3pPr xmlns:a="http://schemas.openxmlformats.org/drawingml/2006/main" marL="382676" indent="-123444"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3pPr>
      <a:lvl4pPr xmlns:a="http://schemas.openxmlformats.org/drawingml/2006/main" marL="506120" indent="-123444"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4pPr>
      <a:lvl5pPr xmlns:a="http://schemas.openxmlformats.org/drawingml/2006/main" marL="629564" indent="-123444"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5pPr>
      <a:lvl6pPr xmlns:a="http://schemas.openxmlformats.org/drawingml/2006/main" marL="742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6pPr>
      <a:lvl7pPr xmlns:a="http://schemas.openxmlformats.org/drawingml/2006/main" marL="877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7pPr>
      <a:lvl8pPr xmlns:a="http://schemas.openxmlformats.org/drawingml/2006/main" marL="1012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8pPr>
      <a:lvl9pPr xmlns:a="http://schemas.openxmlformats.org/drawingml/2006/main" marL="1147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9pPr>
    </p:bodyStyle>
    <p:otherStyle>
      <a:lvl1pPr xmlns:a="http://schemas.openxmlformats.org/drawingml/2006/main" marL="0" algn="l" defTabSz="617220">
        <a:buNone/>
        <a:defRPr sz="1215" kern="1200">
          <a:solidFill>
            <a:schemeClr val="tx1"/>
          </a:solidFill>
          <a:latin typeface="+mn-lt"/>
          <a:ea typeface="+mn-lt"/>
          <a:cs typeface="+mn-lt"/>
        </a:defRPr>
      </a:lvl1pPr>
      <a:lvl2pPr xmlns:a="http://schemas.openxmlformats.org/drawingml/2006/main" marL="308610" algn="l" defTabSz="617220">
        <a:buNone/>
        <a:defRPr sz="1215" kern="1200">
          <a:solidFill>
            <a:schemeClr val="tx1"/>
          </a:solidFill>
          <a:latin typeface="+mn-lt"/>
          <a:ea typeface="+mn-lt"/>
          <a:cs typeface="+mn-lt"/>
        </a:defRPr>
      </a:lvl2pPr>
      <a:lvl3pPr xmlns:a="http://schemas.openxmlformats.org/drawingml/2006/main" marL="617220" algn="l" defTabSz="617220">
        <a:buNone/>
        <a:defRPr sz="1215" kern="1200">
          <a:solidFill>
            <a:schemeClr val="tx1"/>
          </a:solidFill>
          <a:latin typeface="+mn-lt"/>
          <a:ea typeface="+mn-lt"/>
          <a:cs typeface="+mn-lt"/>
        </a:defRPr>
      </a:lvl3pPr>
      <a:lvl4pPr xmlns:a="http://schemas.openxmlformats.org/drawingml/2006/main" marL="925830" algn="l" defTabSz="617220">
        <a:buNone/>
        <a:defRPr sz="1215" kern="1200">
          <a:solidFill>
            <a:schemeClr val="tx1"/>
          </a:solidFill>
          <a:latin typeface="+mn-lt"/>
          <a:ea typeface="+mn-lt"/>
          <a:cs typeface="+mn-lt"/>
        </a:defRPr>
      </a:lvl4pPr>
      <a:lvl5pPr xmlns:a="http://schemas.openxmlformats.org/drawingml/2006/main" marL="1234440" algn="l" defTabSz="617220">
        <a:buNone/>
        <a:defRPr sz="1215" kern="1200">
          <a:solidFill>
            <a:schemeClr val="tx1"/>
          </a:solidFill>
          <a:latin typeface="+mn-lt"/>
          <a:ea typeface="+mn-lt"/>
          <a:cs typeface="+mn-lt"/>
        </a:defRPr>
      </a:lvl5pPr>
      <a:lvl6pPr xmlns:a="http://schemas.openxmlformats.org/drawingml/2006/main" marL="1543050" algn="l" defTabSz="617220">
        <a:buNone/>
        <a:defRPr sz="1215" kern="1200">
          <a:solidFill>
            <a:schemeClr val="tx1"/>
          </a:solidFill>
          <a:latin typeface="+mn-lt"/>
          <a:ea typeface="+mn-lt"/>
          <a:cs typeface="+mn-lt"/>
        </a:defRPr>
      </a:lvl6pPr>
      <a:lvl7pPr xmlns:a="http://schemas.openxmlformats.org/drawingml/2006/main" marL="1851660" algn="l" defTabSz="617220">
        <a:buNone/>
        <a:defRPr sz="1215" kern="1200">
          <a:solidFill>
            <a:schemeClr val="tx1"/>
          </a:solidFill>
          <a:latin typeface="+mn-lt"/>
          <a:ea typeface="+mn-lt"/>
          <a:cs typeface="+mn-lt"/>
        </a:defRPr>
      </a:lvl7pPr>
      <a:lvl8pPr xmlns:a="http://schemas.openxmlformats.org/drawingml/2006/main" marL="2160270" algn="l" defTabSz="617220">
        <a:buNone/>
        <a:defRPr sz="1215" kern="1200">
          <a:solidFill>
            <a:schemeClr val="tx1"/>
          </a:solidFill>
          <a:latin typeface="+mn-lt"/>
          <a:ea typeface="+mn-lt"/>
          <a:cs typeface="+mn-lt"/>
        </a:defRPr>
      </a:lvl8pPr>
      <a:lvl9pPr xmlns:a="http://schemas.openxmlformats.org/drawingml/2006/main" marL="2468880" algn="l" defTabSz="617220">
        <a:buNone/>
        <a:defRPr sz="1215" kern="1200">
          <a:solidFill>
            <a:schemeClr val="tx1"/>
          </a:solidFill>
          <a:latin typeface="+mn-lt"/>
          <a:ea typeface="+mn-lt"/>
          <a:cs typeface="+mn-lt"/>
        </a:defRPr>
      </a:lvl9pPr>
    </p:otherStyle>
  </p:txStyles>
</p:sldMaster>
</file>

<file path=ppt/slideMasters/slideMaster3.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926A774A-B518-437C-B259-358A4035DEB6}"/>
              </a:ext>
            </a:extLst>
          </p:cNvPr>
          <p:cNvSpPr>
            <a:spLocks xmlns:a="http://schemas.openxmlformats.org/drawingml/2006/main" noGrp="1"/>
          </p:cNvSpPr>
          <p:nvPr/>
        </p:nvSpPr>
        <p:spPr>
          <a:xfrm xmlns:a="http://schemas.openxmlformats.org/drawingml/2006/main">
            <a:off x="13" y="4750737"/>
            <a:ext cx="9141619" cy="48006"/>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Placeholder 1">
            <a:extLst xmlns:a="http://schemas.openxmlformats.org/drawingml/2006/main">
              <a:ext uri="{FF2B5EF4-FFF2-40B4-BE49-F238E27FC236}">
                <a16:creationId xmlns:a16="http://schemas.microsoft.com/office/drawing/2014/main" id="{74878B2F-1C36-4377-AD30-FB137F88A9D8}"/>
              </a:ext>
            </a:extLst>
          </p:cNvPr>
          <p:cNvSpPr>
            <a:spLocks xmlns:a="http://schemas.openxmlformats.org/drawingml/2006/main" noGrp="1"/>
          </p:cNvSpPr>
          <p:nvPr>
            <p:ph type="title" idx="0"/>
          </p:nvPr>
        </p:nvSpPr>
        <p:spPr>
          <a:xfrm xmlns:a="http://schemas.openxmlformats.org/drawingml/2006/main">
            <a:off x="822960" y="214952"/>
            <a:ext cx="7543800" cy="1088068"/>
          </a:xfrm>
          <a:prstGeom xmlns:a="http://schemas.openxmlformats.org/drawingml/2006/main" prst="rect">
            <a:avLst/>
          </a:prstGeom>
        </p:spPr>
        <p:txBody>
          <a:bodyPr xmlns:a="http://schemas.openxmlformats.org/drawingml/2006/main" vert="horz" lIns="91440" tIns="45720" rIns="91440" bIns="45720" anchor="b">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C244F14-401A-4ECE-BD76-E44C16EC0BCC}"/>
              </a:ext>
            </a:extLst>
          </p:cNvPr>
          <p:cNvSpPr>
            <a:spLocks xmlns:a="http://schemas.openxmlformats.org/drawingml/2006/main" noGrp="1"/>
          </p:cNvSpPr>
          <p:nvPr>
            <p:ph type="body" idx="1"/>
          </p:nvPr>
        </p:nvSpPr>
        <p:spPr>
          <a:xfrm xmlns:a="http://schemas.openxmlformats.org/drawingml/2006/main">
            <a:off x="822960" y="1384301"/>
            <a:ext cx="7543800" cy="3017520"/>
          </a:xfrm>
          <a:prstGeom xmlns:a="http://schemas.openxmlformats.org/drawingml/2006/main" prst="rect">
            <a:avLst/>
          </a:prstGeom>
        </p:spPr>
        <p:txBody>
          <a:bodyPr xmlns:a="http://schemas.openxmlformats.org/drawingml/2006/main" vert="horz" lIns="0" tIns="45720" rIns="0" bIns="45720">
            <a:normAutofit/>
          </a:bodyPr>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7CE5F417-9F5F-47C9-BA8C-80F8B5B8AE67}"/>
              </a:ext>
            </a:extLst>
          </p:cNvPr>
          <p:cNvSpPr>
            <a:spLocks xmlns:a="http://schemas.openxmlformats.org/drawingml/2006/main" noGrp="1"/>
          </p:cNvSpPr>
          <p:nvPr>
            <p:ph type="dt" idx="2"/>
          </p:nvPr>
        </p:nvSpPr>
        <p:spPr>
          <a:xfrm xmlns:a="http://schemas.openxmlformats.org/drawingml/2006/main">
            <a:off x="2039644" y="4835061"/>
            <a:ext cx="2011797" cy="298661"/>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900" b="0">
                <a:solidFill>
                  <a:srgbClr val="0047B0"/>
                </a:solidFill>
              </a:defRPr>
            </a:lvl1pPr>
          </a:lstStyle>
          <a:p xmlns:a="http://schemas.openxmlformats.org/drawingml/2006/main">
            <a:r>
              <a:t>Tian Zheng	 July 13</a:t>
            </a:r>
            <a:r>
              <a:t>th</a:t>
            </a:r>
            <a:r>
              <a:t>, 2017</a:t>
            </a:r>
            <a:endParaRPr/>
          </a:p>
        </p:txBody>
      </p:sp>
      <p:sp>
        <p:nvSpPr>
          <p:cNvPr id="5" name="Footer Placeholder 4">
            <a:extLst xmlns:a="http://schemas.openxmlformats.org/drawingml/2006/main">
              <a:ext uri="{FF2B5EF4-FFF2-40B4-BE49-F238E27FC236}">
                <a16:creationId xmlns:a16="http://schemas.microsoft.com/office/drawing/2014/main" id="{E1CBA5C6-3E2B-4159-AD4B-1773DAE50008}"/>
              </a:ext>
            </a:extLst>
          </p:cNvPr>
          <p:cNvSpPr>
            <a:spLocks xmlns:a="http://schemas.openxmlformats.org/drawingml/2006/main" noGrp="1"/>
          </p:cNvSpPr>
          <p:nvPr>
            <p:ph type="ftr" idx="3"/>
          </p:nvPr>
        </p:nvSpPr>
        <p:spPr>
          <a:xfrm xmlns:a="http://schemas.openxmlformats.org/drawingml/2006/main">
            <a:off x="4173795" y="4844840"/>
            <a:ext cx="3948259" cy="298661"/>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720" cap="all" baseline="0">
                <a:solidFill>
                  <a:schemeClr val="accent2">
                    <a:lumMod val="75000"/>
                  </a:schemeClr>
                </a:solidFill>
              </a:defRPr>
            </a:lvl1pPr>
          </a:lstStyle>
          <a:p xmlns:a="http://schemas.openxmlformats.org/drawingml/2006/main">
            <a:r>
              <a:rPr cap="none">
                <a:latin typeface="Palatino"/>
                <a:ea typeface="Palatino"/>
                <a:cs typeface="Palatino"/>
              </a:rPr>
              <a:t>Workshop  on Perspectives &amp; Analysis Methods for Personalized Medicine</a:t>
            </a:r>
          </a:p>
          <a:p xmlns:a="http://schemas.openxmlformats.org/drawingml/2006/main">
            <a:r>
              <a:rPr sz="810" cap="none">
                <a:latin typeface="Palatino"/>
                <a:ea typeface="Palatino"/>
                <a:cs typeface="Palatino"/>
              </a:rPr>
              <a:t>Institute for Mathematical Sciences, National University of Singapore</a:t>
            </a:r>
            <a:endParaRPr sz="810" cap="none">
              <a:latin typeface="Palatino"/>
              <a:ea typeface="Palatino"/>
              <a:cs typeface="Palatino"/>
            </a:endParaRPr>
          </a:p>
        </p:txBody>
      </p:sp>
      <p:sp>
        <p:nvSpPr>
          <p:cNvPr id="6" name="Slide Number Placeholder 5">
            <a:extLst xmlns:a="http://schemas.openxmlformats.org/drawingml/2006/main">
              <a:ext uri="{FF2B5EF4-FFF2-40B4-BE49-F238E27FC236}">
                <a16:creationId xmlns:a16="http://schemas.microsoft.com/office/drawing/2014/main" id="{04F7E738-7BD6-440A-908A-CDBB9E34D125}"/>
              </a:ext>
            </a:extLst>
          </p:cNvPr>
          <p:cNvSpPr>
            <a:spLocks xmlns:a="http://schemas.openxmlformats.org/drawingml/2006/main" noGrp="1"/>
          </p:cNvSpPr>
          <p:nvPr>
            <p:ph type="sldNum" idx="4"/>
          </p:nvPr>
        </p:nvSpPr>
        <p:spPr>
          <a:xfrm xmlns:a="http://schemas.openxmlformats.org/drawingml/2006/main">
            <a:off x="8366760" y="4835061"/>
            <a:ext cx="603042" cy="308439"/>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709">
                <a:solidFill>
                  <a:schemeClr val="accent2">
                    <a:lumMod val="75000"/>
                  </a:schemeClr>
                </a:solidFill>
              </a:defRPr>
            </a:lvl1pPr>
          </a:lstStyle>
          <a:p xmlns:a="http://schemas.openxmlformats.org/drawingml/2006/main">
            <a:fld id="{2D290E3F-05E6-BB47-BF17-0335D0460E34}" type="slidenum">
              <a:t>‹#›</a:t>
            </a:fld>
            <a:endParaRPr/>
          </a:p>
        </p:txBody>
      </p:sp>
      <p:sp>
        <p:nvSpPr>
          <p:cNvPr id="10" name="Straight Connector 9">
            <a:extLst xmlns:a="http://schemas.openxmlformats.org/drawingml/2006/main">
              <a:ext uri="{FF2B5EF4-FFF2-40B4-BE49-F238E27FC236}">
                <a16:creationId xmlns:a16="http://schemas.microsoft.com/office/drawing/2014/main" id="{7696984D-FF6E-4EC0-8938-4D7E17B4D2A5}"/>
              </a:ext>
            </a:extLst>
          </p:cNvPr>
          <p:cNvSpPr>
            <a:spLocks xmlns:a="http://schemas.openxmlformats.org/drawingml/2006/main" noGrp="1"/>
          </p:cNvSpPr>
          <p:nvPr/>
        </p:nvSpPr>
        <p:spPr>
          <a:xfrm xmlns:a="http://schemas.openxmlformats.org/drawingml/2006/main">
            <a:off x="895149" y="1303384"/>
            <a:ext cx="7475220" cy="0"/>
          </a:xfrm>
          <a:prstGeom xmlns:a="http://schemas.openxmlformats.org/drawingml/2006/main" prst="line">
            <a:avLst/>
          </a:prstGeom>
          <a:ln xmlns:a="http://schemas.openxmlformats.org/drawingml/2006/main" w="6350">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19" name="Picture 7"/>
          <p:cNvPicPr>
            <a:picLocks xmlns:a="http://schemas.openxmlformats.org/drawingml/2006/main" noChangeAspect="1"/>
          </p:cNvPicPr>
          <p:nvPr/>
        </p:nvPicPr>
        <p:blipFill>
          <a:blip xmlns:r="http://schemas.openxmlformats.org/officeDocument/2006/relationships" xmlns:a="http://schemas.openxmlformats.org/drawingml/2006/main" r:embed="Ra41ee60c2a5c434d"/>
          <a:stretch xmlns:a="http://schemas.openxmlformats.org/drawingml/2006/main">
            <a:fillRect l="0" t="0" r="0" b="0"/>
          </a:stretch>
        </p:blipFill>
        <p:spPr>
          <a:xfrm xmlns:a="http://schemas.openxmlformats.org/drawingml/2006/main">
            <a:off x="32374" y="4868549"/>
            <a:ext cx="1725549" cy="231683"/>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81" r:id="R7c3263c69be34065"/>
    <p:sldLayoutId xmlns:r="http://schemas.openxmlformats.org/officeDocument/2006/relationships" id="2147483682" r:id="R819b654b6b7f494b"/>
    <p:sldLayoutId xmlns:r="http://schemas.openxmlformats.org/officeDocument/2006/relationships" id="2147483683" r:id="Rb3cbb4970c1045f5"/>
    <p:sldLayoutId xmlns:r="http://schemas.openxmlformats.org/officeDocument/2006/relationships" id="2147483684" r:id="R415978246b3543e2"/>
    <p:sldLayoutId xmlns:r="http://schemas.openxmlformats.org/officeDocument/2006/relationships" id="2147483685" r:id="R38c7e9240974439f"/>
    <p:sldLayoutId xmlns:r="http://schemas.openxmlformats.org/officeDocument/2006/relationships" id="2147483686" r:id="R6eecc243950e44de"/>
    <p:sldLayoutId xmlns:r="http://schemas.openxmlformats.org/officeDocument/2006/relationships" id="2147483687" r:id="Rb8cda5afc91b47fe"/>
    <p:sldLayoutId xmlns:r="http://schemas.openxmlformats.org/officeDocument/2006/relationships" id="2147483688" r:id="R11c34454a4c346b3"/>
    <p:sldLayoutId xmlns:r="http://schemas.openxmlformats.org/officeDocument/2006/relationships" id="2147483689" r:id="R0e24bbee3cb4458a"/>
    <p:sldLayoutId xmlns:r="http://schemas.openxmlformats.org/officeDocument/2006/relationships" id="2147483690" r:id="R4d1a7d85d49f4a5b"/>
    <p:sldLayoutId xmlns:r="http://schemas.openxmlformats.org/officeDocument/2006/relationships" id="2147483691" r:id="Ra6ac225ae5e14662"/>
  </p:sldLayoutIdLst>
  <p:hf hdr="0"/>
  <p:txStyles>
    <p:titleStyle>
      <a:lvl1pPr xmlns:a="http://schemas.openxmlformats.org/drawingml/2006/main" algn="l" defTabSz="617220">
        <a:lnSpc>
          <a:spcPct val="85000"/>
        </a:lnSpc>
        <a:spcBef>
          <a:spcPct val="0"/>
        </a:spcBef>
        <a:buNone/>
        <a:defRPr sz="3240" kern="1200" spc="-34" baseline="0">
          <a:solidFill>
            <a:schemeClr val="tx1">
              <a:lumMod val="75000"/>
              <a:lumOff val="25000"/>
            </a:schemeClr>
          </a:solidFill>
          <a:latin typeface="+mj-lt"/>
          <a:ea typeface="+mj-lt"/>
          <a:cs typeface="+mj-lt"/>
        </a:defRPr>
      </a:lvl1pPr>
    </p:titleStyle>
    <p:bodyStyle>
      <a:lvl1pPr xmlns:a="http://schemas.openxmlformats.org/drawingml/2006/main" marL="61722" indent="-61722" algn="l" defTabSz="617220">
        <a:lnSpc>
          <a:spcPct val="90000"/>
        </a:lnSpc>
        <a:spcBef>
          <a:spcPts val="810"/>
        </a:spcBef>
        <a:spcAft>
          <a:spcPts val="135"/>
        </a:spcAft>
        <a:buClr>
          <a:schemeClr val="accent1"/>
        </a:buClr>
        <a:buSzPct val="100000"/>
        <a:buFont typeface="Calibri"/>
        <a:buChar char=" "/>
        <a:defRPr sz="1350" kern="1200">
          <a:solidFill>
            <a:schemeClr val="tx1">
              <a:lumMod val="75000"/>
              <a:lumOff val="25000"/>
            </a:schemeClr>
          </a:solidFill>
          <a:latin typeface="+mn-lt"/>
          <a:ea typeface="+mn-lt"/>
          <a:cs typeface="+mn-lt"/>
        </a:defRPr>
      </a:lvl1pPr>
      <a:lvl2pPr xmlns:a="http://schemas.openxmlformats.org/drawingml/2006/main" marL="259232" indent="-123444" algn="l" defTabSz="617220">
        <a:lnSpc>
          <a:spcPct val="90000"/>
        </a:lnSpc>
        <a:spcBef>
          <a:spcPts val="135"/>
        </a:spcBef>
        <a:spcAft>
          <a:spcPts val="270"/>
        </a:spcAft>
        <a:buClr>
          <a:schemeClr val="accent1"/>
        </a:buClr>
        <a:buFont typeface="Calibri"/>
        <a:buChar char="◦"/>
        <a:defRPr sz="1215" kern="1200">
          <a:solidFill>
            <a:schemeClr val="tx1">
              <a:lumMod val="75000"/>
              <a:lumOff val="25000"/>
            </a:schemeClr>
          </a:solidFill>
          <a:latin typeface="+mn-lt"/>
          <a:ea typeface="+mn-lt"/>
          <a:cs typeface="+mn-lt"/>
        </a:defRPr>
      </a:lvl2pPr>
      <a:lvl3pPr xmlns:a="http://schemas.openxmlformats.org/drawingml/2006/main" marL="382676" indent="-123444"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3pPr>
      <a:lvl4pPr xmlns:a="http://schemas.openxmlformats.org/drawingml/2006/main" marL="506120" indent="-123444"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4pPr>
      <a:lvl5pPr xmlns:a="http://schemas.openxmlformats.org/drawingml/2006/main" marL="629564" indent="-123444"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5pPr>
      <a:lvl6pPr xmlns:a="http://schemas.openxmlformats.org/drawingml/2006/main" marL="742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6pPr>
      <a:lvl7pPr xmlns:a="http://schemas.openxmlformats.org/drawingml/2006/main" marL="877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7pPr>
      <a:lvl8pPr xmlns:a="http://schemas.openxmlformats.org/drawingml/2006/main" marL="1012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8pPr>
      <a:lvl9pPr xmlns:a="http://schemas.openxmlformats.org/drawingml/2006/main" marL="1147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9pPr>
    </p:bodyStyle>
    <p:otherStyle>
      <a:lvl1pPr xmlns:a="http://schemas.openxmlformats.org/drawingml/2006/main" marL="0" algn="l" defTabSz="617220">
        <a:buNone/>
        <a:defRPr sz="1215" kern="1200">
          <a:solidFill>
            <a:schemeClr val="tx1"/>
          </a:solidFill>
          <a:latin typeface="+mn-lt"/>
          <a:ea typeface="+mn-lt"/>
          <a:cs typeface="+mn-lt"/>
        </a:defRPr>
      </a:lvl1pPr>
      <a:lvl2pPr xmlns:a="http://schemas.openxmlformats.org/drawingml/2006/main" marL="308610" algn="l" defTabSz="617220">
        <a:buNone/>
        <a:defRPr sz="1215" kern="1200">
          <a:solidFill>
            <a:schemeClr val="tx1"/>
          </a:solidFill>
          <a:latin typeface="+mn-lt"/>
          <a:ea typeface="+mn-lt"/>
          <a:cs typeface="+mn-lt"/>
        </a:defRPr>
      </a:lvl2pPr>
      <a:lvl3pPr xmlns:a="http://schemas.openxmlformats.org/drawingml/2006/main" marL="617220" algn="l" defTabSz="617220">
        <a:buNone/>
        <a:defRPr sz="1215" kern="1200">
          <a:solidFill>
            <a:schemeClr val="tx1"/>
          </a:solidFill>
          <a:latin typeface="+mn-lt"/>
          <a:ea typeface="+mn-lt"/>
          <a:cs typeface="+mn-lt"/>
        </a:defRPr>
      </a:lvl3pPr>
      <a:lvl4pPr xmlns:a="http://schemas.openxmlformats.org/drawingml/2006/main" marL="925830" algn="l" defTabSz="617220">
        <a:buNone/>
        <a:defRPr sz="1215" kern="1200">
          <a:solidFill>
            <a:schemeClr val="tx1"/>
          </a:solidFill>
          <a:latin typeface="+mn-lt"/>
          <a:ea typeface="+mn-lt"/>
          <a:cs typeface="+mn-lt"/>
        </a:defRPr>
      </a:lvl4pPr>
      <a:lvl5pPr xmlns:a="http://schemas.openxmlformats.org/drawingml/2006/main" marL="1234440" algn="l" defTabSz="617220">
        <a:buNone/>
        <a:defRPr sz="1215" kern="1200">
          <a:solidFill>
            <a:schemeClr val="tx1"/>
          </a:solidFill>
          <a:latin typeface="+mn-lt"/>
          <a:ea typeface="+mn-lt"/>
          <a:cs typeface="+mn-lt"/>
        </a:defRPr>
      </a:lvl5pPr>
      <a:lvl6pPr xmlns:a="http://schemas.openxmlformats.org/drawingml/2006/main" marL="1543050" algn="l" defTabSz="617220">
        <a:buNone/>
        <a:defRPr sz="1215" kern="1200">
          <a:solidFill>
            <a:schemeClr val="tx1"/>
          </a:solidFill>
          <a:latin typeface="+mn-lt"/>
          <a:ea typeface="+mn-lt"/>
          <a:cs typeface="+mn-lt"/>
        </a:defRPr>
      </a:lvl6pPr>
      <a:lvl7pPr xmlns:a="http://schemas.openxmlformats.org/drawingml/2006/main" marL="1851660" algn="l" defTabSz="617220">
        <a:buNone/>
        <a:defRPr sz="1215" kern="1200">
          <a:solidFill>
            <a:schemeClr val="tx1"/>
          </a:solidFill>
          <a:latin typeface="+mn-lt"/>
          <a:ea typeface="+mn-lt"/>
          <a:cs typeface="+mn-lt"/>
        </a:defRPr>
      </a:lvl7pPr>
      <a:lvl8pPr xmlns:a="http://schemas.openxmlformats.org/drawingml/2006/main" marL="2160270" algn="l" defTabSz="617220">
        <a:buNone/>
        <a:defRPr sz="1215" kern="1200">
          <a:solidFill>
            <a:schemeClr val="tx1"/>
          </a:solidFill>
          <a:latin typeface="+mn-lt"/>
          <a:ea typeface="+mn-lt"/>
          <a:cs typeface="+mn-lt"/>
        </a:defRPr>
      </a:lvl8pPr>
      <a:lvl9pPr xmlns:a="http://schemas.openxmlformats.org/drawingml/2006/main" marL="2468880" algn="l" defTabSz="617220">
        <a:buNone/>
        <a:defRPr sz="1215" kern="1200">
          <a:solidFill>
            <a:schemeClr val="tx1"/>
          </a:solidFill>
          <a:latin typeface="+mn-lt"/>
          <a:ea typeface="+mn-lt"/>
          <a:cs typeface="+mn-lt"/>
        </a:defRPr>
      </a:lvl9pPr>
    </p:otherStyle>
  </p:txStyles>
</p:sldMaster>
</file>

<file path=ppt/slideMasters/slideMaster4.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15F0DEB4-4BEC-4515-9B21-8A6768EFD314}"/>
              </a:ext>
            </a:extLst>
          </p:cNvPr>
          <p:cNvSpPr>
            <a:spLocks xmlns:a="http://schemas.openxmlformats.org/drawingml/2006/main" noGrp="1"/>
          </p:cNvSpPr>
          <p:nvPr>
            <p:ph type="title" idx="0"/>
          </p:nvPr>
        </p:nvSpPr>
        <p:spPr>
          <a:xfrm xmlns:a="http://schemas.openxmlformats.org/drawingml/2006/main">
            <a:off x="497205" y="327661"/>
            <a:ext cx="7201864" cy="644007"/>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263DAF4-DF5F-4857-A6F0-EF4B8F40F59E}"/>
              </a:ext>
            </a:extLst>
          </p:cNvPr>
          <p:cNvSpPr>
            <a:spLocks xmlns:a="http://schemas.openxmlformats.org/drawingml/2006/main" noGrp="1"/>
          </p:cNvSpPr>
          <p:nvPr>
            <p:ph type="body" idx="1"/>
          </p:nvPr>
        </p:nvSpPr>
        <p:spPr>
          <a:xfrm xmlns:a="http://schemas.openxmlformats.org/drawingml/2006/main">
            <a:off x="495300" y="1819656"/>
            <a:ext cx="7201864" cy="2795207"/>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0D52566C-D3FE-4807-BAE7-7A53D7C7A4B9}"/>
              </a:ext>
            </a:extLst>
          </p:cNvPr>
          <p:cNvSpPr>
            <a:spLocks xmlns:a="http://schemas.openxmlformats.org/drawingml/2006/main" noGrp="1"/>
          </p:cNvSpPr>
          <p:nvPr>
            <p:ph type="sldNum" idx="4"/>
          </p:nvPr>
        </p:nvSpPr>
        <p:spPr>
          <a:xfrm xmlns:a="http://schemas.openxmlformats.org/drawingml/2006/main">
            <a:off x="8111491" y="4831088"/>
            <a:ext cx="300989" cy="146194"/>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950">
                <a:solidFill>
                  <a:srgbClr val="7F7F7F"/>
                </a:solidFill>
              </a:defRPr>
            </a:lvl1pPr>
          </a:lstStyle>
          <a:p xmlns:a="http://schemas.openxmlformats.org/drawingml/2006/main">
            <a:fld id="{0636A1DB-EA2D-4A7E-BF0D-8FECFA0D1CEB}" type="slidenum">
              <a:t>‹#›</a:t>
            </a:fld>
            <a:endParaRPr/>
          </a:p>
        </p:txBody>
      </p:sp>
      <p:sp>
        <p:nvSpPr>
          <p:cNvPr id="10" name="Freeform 5">
            <a:extLst xmlns:a="http://schemas.openxmlformats.org/drawingml/2006/main">
              <a:ext uri="{FF2B5EF4-FFF2-40B4-BE49-F238E27FC236}">
                <a16:creationId xmlns:a16="http://schemas.microsoft.com/office/drawing/2014/main" id="{584AF6AD-8EEC-4BEF-8B65-D33DC6250B18}"/>
              </a:ext>
            </a:extLst>
          </p:cNvPr>
          <p:cNvSpPr>
            <a:spLocks xmlns:a="http://schemas.openxmlformats.org/drawingml/2006/main" noGrp="1"/>
          </p:cNvSpPr>
          <p:nvPr/>
        </p:nvSpPr>
        <p:spPr>
          <a:xfrm xmlns:a="http://schemas.openxmlformats.org/drawingml/2006/main">
            <a:off x="544392" y="4795468"/>
            <a:ext cx="1252024" cy="234457"/>
          </a:xfrm>
          <a:custGeom xmlns:a="http://schemas.openxmlformats.org/drawingml/2006/main">
            <a:gdLst>
              <a:gd name="T0" fmla="*/ 225 w 1440"/>
              <a:gd name="T1" fmla="*/ 110 h 267"/>
              <a:gd name="T2" fmla="*/ 317 w 1440"/>
              <a:gd name="T3" fmla="*/ 7 h 267"/>
              <a:gd name="T4" fmla="*/ 475 w 1440"/>
              <a:gd name="T5" fmla="*/ 19 h 267"/>
              <a:gd name="T6" fmla="*/ 830 w 1440"/>
              <a:gd name="T7" fmla="*/ 7 h 267"/>
              <a:gd name="T8" fmla="*/ 130 w 1440"/>
              <a:gd name="T9" fmla="*/ 210 h 267"/>
              <a:gd name="T10" fmla="*/ 437 w 1440"/>
              <a:gd name="T11" fmla="*/ 209 h 267"/>
              <a:gd name="T12" fmla="*/ 493 w 1440"/>
              <a:gd name="T13" fmla="*/ 198 h 267"/>
              <a:gd name="T14" fmla="*/ 866 w 1440"/>
              <a:gd name="T15" fmla="*/ 171 h 267"/>
              <a:gd name="T16" fmla="*/ 737 w 1440"/>
              <a:gd name="T17" fmla="*/ 261 h 267"/>
              <a:gd name="T18" fmla="*/ 958 w 1440"/>
              <a:gd name="T19" fmla="*/ 172 h 267"/>
              <a:gd name="T20" fmla="*/ 906 w 1440"/>
              <a:gd name="T21" fmla="*/ 254 h 267"/>
              <a:gd name="T22" fmla="*/ 309 w 1440"/>
              <a:gd name="T23" fmla="*/ 260 h 267"/>
              <a:gd name="T24" fmla="*/ 1053 w 1440"/>
              <a:gd name="T25" fmla="*/ 31 h 267"/>
              <a:gd name="T26" fmla="*/ 1075 w 1440"/>
              <a:gd name="T27" fmla="*/ 44 h 267"/>
              <a:gd name="T28" fmla="*/ 1091 w 1440"/>
              <a:gd name="T29" fmla="*/ 22 h 267"/>
              <a:gd name="T30" fmla="*/ 1107 w 1440"/>
              <a:gd name="T31" fmla="*/ 27 h 267"/>
              <a:gd name="T32" fmla="*/ 1125 w 1440"/>
              <a:gd name="T33" fmla="*/ 55 h 267"/>
              <a:gd name="T34" fmla="*/ 1159 w 1440"/>
              <a:gd name="T35" fmla="*/ 53 h 267"/>
              <a:gd name="T36" fmla="*/ 1160 w 1440"/>
              <a:gd name="T37" fmla="*/ 57 h 267"/>
              <a:gd name="T38" fmla="*/ 1177 w 1440"/>
              <a:gd name="T39" fmla="*/ 23 h 267"/>
              <a:gd name="T40" fmla="*/ 1207 w 1440"/>
              <a:gd name="T41" fmla="*/ 58 h 267"/>
              <a:gd name="T42" fmla="*/ 1245 w 1440"/>
              <a:gd name="T43" fmla="*/ 27 h 267"/>
              <a:gd name="T44" fmla="*/ 1225 w 1440"/>
              <a:gd name="T45" fmla="*/ 43 h 267"/>
              <a:gd name="T46" fmla="*/ 1271 w 1440"/>
              <a:gd name="T47" fmla="*/ 19 h 267"/>
              <a:gd name="T48" fmla="*/ 1259 w 1440"/>
              <a:gd name="T49" fmla="*/ 32 h 267"/>
              <a:gd name="T50" fmla="*/ 1290 w 1440"/>
              <a:gd name="T51" fmla="*/ 54 h 267"/>
              <a:gd name="T52" fmla="*/ 1310 w 1440"/>
              <a:gd name="T53" fmla="*/ 25 h 267"/>
              <a:gd name="T54" fmla="*/ 1059 w 1440"/>
              <a:gd name="T55" fmla="*/ 110 h 267"/>
              <a:gd name="T56" fmla="*/ 1099 w 1440"/>
              <a:gd name="T57" fmla="*/ 134 h 267"/>
              <a:gd name="T58" fmla="*/ 1120 w 1440"/>
              <a:gd name="T59" fmla="*/ 156 h 267"/>
              <a:gd name="T60" fmla="*/ 1141 w 1440"/>
              <a:gd name="T61" fmla="*/ 123 h 267"/>
              <a:gd name="T62" fmla="*/ 1148 w 1440"/>
              <a:gd name="T63" fmla="*/ 175 h 267"/>
              <a:gd name="T64" fmla="*/ 1184 w 1440"/>
              <a:gd name="T65" fmla="*/ 119 h 267"/>
              <a:gd name="T66" fmla="*/ 1181 w 1440"/>
              <a:gd name="T67" fmla="*/ 153 h 267"/>
              <a:gd name="T68" fmla="*/ 1201 w 1440"/>
              <a:gd name="T69" fmla="*/ 125 h 267"/>
              <a:gd name="T70" fmla="*/ 1230 w 1440"/>
              <a:gd name="T71" fmla="*/ 157 h 267"/>
              <a:gd name="T72" fmla="*/ 1260 w 1440"/>
              <a:gd name="T73" fmla="*/ 154 h 267"/>
              <a:gd name="T74" fmla="*/ 1261 w 1440"/>
              <a:gd name="T75" fmla="*/ 158 h 267"/>
              <a:gd name="T76" fmla="*/ 1284 w 1440"/>
              <a:gd name="T77" fmla="*/ 152 h 267"/>
              <a:gd name="T78" fmla="*/ 1294 w 1440"/>
              <a:gd name="T79" fmla="*/ 123 h 267"/>
              <a:gd name="T80" fmla="*/ 1317 w 1440"/>
              <a:gd name="T81" fmla="*/ 125 h 267"/>
              <a:gd name="T82" fmla="*/ 1342 w 1440"/>
              <a:gd name="T83" fmla="*/ 121 h 267"/>
              <a:gd name="T84" fmla="*/ 1351 w 1440"/>
              <a:gd name="T85" fmla="*/ 112 h 267"/>
              <a:gd name="T86" fmla="*/ 1364 w 1440"/>
              <a:gd name="T87" fmla="*/ 159 h 267"/>
              <a:gd name="T88" fmla="*/ 1399 w 1440"/>
              <a:gd name="T89" fmla="*/ 156 h 267"/>
              <a:gd name="T90" fmla="*/ 1432 w 1440"/>
              <a:gd name="T91" fmla="*/ 120 h 267"/>
              <a:gd name="T92" fmla="*/ 1410 w 1440"/>
              <a:gd name="T93" fmla="*/ 176 h 267"/>
              <a:gd name="T94" fmla="*/ 1076 w 1440"/>
              <a:gd name="T95" fmla="*/ 242 h 267"/>
              <a:gd name="T96" fmla="*/ 1062 w 1440"/>
              <a:gd name="T97" fmla="*/ 225 h 267"/>
              <a:gd name="T98" fmla="*/ 1091 w 1440"/>
              <a:gd name="T99" fmla="*/ 208 h 267"/>
              <a:gd name="T100" fmla="*/ 1112 w 1440"/>
              <a:gd name="T101" fmla="*/ 233 h 267"/>
              <a:gd name="T102" fmla="*/ 1128 w 1440"/>
              <a:gd name="T103" fmla="*/ 224 h 267"/>
              <a:gd name="T104" fmla="*/ 1168 w 1440"/>
              <a:gd name="T105" fmla="*/ 255 h 267"/>
              <a:gd name="T106" fmla="*/ 1154 w 1440"/>
              <a:gd name="T107" fmla="*/ 236 h 267"/>
              <a:gd name="T108" fmla="*/ 1203 w 1440"/>
              <a:gd name="T109" fmla="*/ 256 h 267"/>
              <a:gd name="T110" fmla="*/ 1200 w 1440"/>
              <a:gd name="T111" fmla="*/ 213 h 267"/>
              <a:gd name="T112" fmla="*/ 1227 w 1440"/>
              <a:gd name="T113" fmla="*/ 256 h 267"/>
              <a:gd name="T114" fmla="*/ 1249 w 1440"/>
              <a:gd name="T115" fmla="*/ 260 h 267"/>
              <a:gd name="T116" fmla="*/ 1255 w 1440"/>
              <a:gd name="T117" fmla="*/ 205 h 267"/>
              <a:gd name="T118" fmla="*/ 1297 w 1440"/>
              <a:gd name="T119" fmla="*/ 226 h 267"/>
              <a:gd name="T120" fmla="*/ 1303 w 1440"/>
              <a:gd name="T121" fmla="*/ 243 h 267"/>
              <a:gd name="T122" fmla="*/ 1344 w 1440"/>
              <a:gd name="T123" fmla="*/ 229 h 267"/>
              <a:gd name="T124" fmla="*/ 1328 w 1440"/>
              <a:gd name="T125" fmla="*/ 239 h 267"/>
            </a:gdLst>
            <a:rect l="0" t="0" r="r" b="b"/>
            <a:pathLst>
              <a:path w="1440" h="267">
                <a:moveTo>
                  <a:pt x="17" y="110"/>
                </a:moveTo>
                <a:cubicBezTo>
                  <a:pt x="3" y="110"/>
                  <a:pt x="3" y="110"/>
                  <a:pt x="3" y="110"/>
                </a:cubicBezTo>
                <a:cubicBezTo>
                  <a:pt x="3" y="1"/>
                  <a:pt x="3" y="1"/>
                  <a:pt x="3" y="1"/>
                </a:cubicBezTo>
                <a:cubicBezTo>
                  <a:pt x="81" y="83"/>
                  <a:pt x="81" y="83"/>
                  <a:pt x="81" y="83"/>
                </a:cubicBezTo>
                <a:cubicBezTo>
                  <a:pt x="81" y="7"/>
                  <a:pt x="81" y="7"/>
                  <a:pt x="81" y="7"/>
                </a:cubicBezTo>
                <a:cubicBezTo>
                  <a:pt x="95" y="7"/>
                  <a:pt x="95" y="7"/>
                  <a:pt x="95" y="7"/>
                </a:cubicBezTo>
                <a:cubicBezTo>
                  <a:pt x="95" y="117"/>
                  <a:pt x="95" y="117"/>
                  <a:pt x="95" y="117"/>
                </a:cubicBezTo>
                <a:cubicBezTo>
                  <a:pt x="17" y="35"/>
                  <a:pt x="17" y="35"/>
                  <a:pt x="17" y="35"/>
                </a:cubicBezTo>
                <a:lnTo>
                  <a:pt x="17" y="110"/>
                </a:lnTo>
                <a:close/>
                <a:moveTo>
                  <a:pt x="130" y="110"/>
                </a:moveTo>
                <a:cubicBezTo>
                  <a:pt x="145" y="110"/>
                  <a:pt x="145" y="110"/>
                  <a:pt x="145" y="110"/>
                </a:cubicBezTo>
                <a:cubicBezTo>
                  <a:pt x="178" y="33"/>
                  <a:pt x="178" y="33"/>
                  <a:pt x="178" y="33"/>
                </a:cubicBezTo>
                <a:cubicBezTo>
                  <a:pt x="210" y="109"/>
                  <a:pt x="210" y="109"/>
                  <a:pt x="210" y="109"/>
                </a:cubicBezTo>
                <a:cubicBezTo>
                  <a:pt x="210" y="110"/>
                  <a:pt x="210" y="110"/>
                  <a:pt x="210" y="110"/>
                </a:cubicBezTo>
                <a:cubicBezTo>
                  <a:pt x="225" y="110"/>
                  <a:pt x="225" y="110"/>
                  <a:pt x="225" y="110"/>
                </a:cubicBezTo>
                <a:cubicBezTo>
                  <a:pt x="178" y="0"/>
                  <a:pt x="178" y="0"/>
                  <a:pt x="178" y="0"/>
                </a:cubicBezTo>
                <a:lnTo>
                  <a:pt x="130" y="110"/>
                </a:lnTo>
                <a:close/>
                <a:moveTo>
                  <a:pt x="700" y="110"/>
                </a:moveTo>
                <a:cubicBezTo>
                  <a:pt x="715" y="110"/>
                  <a:pt x="715" y="110"/>
                  <a:pt x="715" y="110"/>
                </a:cubicBezTo>
                <a:cubicBezTo>
                  <a:pt x="748" y="33"/>
                  <a:pt x="748" y="33"/>
                  <a:pt x="748" y="33"/>
                </a:cubicBezTo>
                <a:cubicBezTo>
                  <a:pt x="780" y="109"/>
                  <a:pt x="780" y="109"/>
                  <a:pt x="780" y="109"/>
                </a:cubicBezTo>
                <a:cubicBezTo>
                  <a:pt x="780" y="110"/>
                  <a:pt x="780" y="110"/>
                  <a:pt x="780" y="110"/>
                </a:cubicBezTo>
                <a:cubicBezTo>
                  <a:pt x="795" y="110"/>
                  <a:pt x="795" y="110"/>
                  <a:pt x="795" y="110"/>
                </a:cubicBezTo>
                <a:cubicBezTo>
                  <a:pt x="748" y="0"/>
                  <a:pt x="748" y="0"/>
                  <a:pt x="748" y="0"/>
                </a:cubicBezTo>
                <a:lnTo>
                  <a:pt x="700" y="110"/>
                </a:lnTo>
                <a:close/>
                <a:moveTo>
                  <a:pt x="273" y="110"/>
                </a:moveTo>
                <a:cubicBezTo>
                  <a:pt x="286" y="110"/>
                  <a:pt x="286" y="110"/>
                  <a:pt x="286" y="110"/>
                </a:cubicBezTo>
                <a:cubicBezTo>
                  <a:pt x="286" y="20"/>
                  <a:pt x="286" y="20"/>
                  <a:pt x="286" y="20"/>
                </a:cubicBezTo>
                <a:cubicBezTo>
                  <a:pt x="317" y="20"/>
                  <a:pt x="317" y="20"/>
                  <a:pt x="317" y="20"/>
                </a:cubicBezTo>
                <a:cubicBezTo>
                  <a:pt x="317" y="7"/>
                  <a:pt x="317" y="7"/>
                  <a:pt x="317" y="7"/>
                </a:cubicBezTo>
                <a:cubicBezTo>
                  <a:pt x="242" y="7"/>
                  <a:pt x="242" y="7"/>
                  <a:pt x="242" y="7"/>
                </a:cubicBezTo>
                <a:cubicBezTo>
                  <a:pt x="242" y="20"/>
                  <a:pt x="242" y="20"/>
                  <a:pt x="242" y="20"/>
                </a:cubicBezTo>
                <a:cubicBezTo>
                  <a:pt x="273" y="20"/>
                  <a:pt x="273" y="20"/>
                  <a:pt x="273" y="20"/>
                </a:cubicBezTo>
                <a:lnTo>
                  <a:pt x="273" y="110"/>
                </a:lnTo>
                <a:close/>
                <a:moveTo>
                  <a:pt x="374" y="7"/>
                </a:moveTo>
                <a:cubicBezTo>
                  <a:pt x="360" y="7"/>
                  <a:pt x="360" y="7"/>
                  <a:pt x="360" y="7"/>
                </a:cubicBezTo>
                <a:cubicBezTo>
                  <a:pt x="360" y="110"/>
                  <a:pt x="360" y="110"/>
                  <a:pt x="360" y="110"/>
                </a:cubicBezTo>
                <a:cubicBezTo>
                  <a:pt x="374" y="110"/>
                  <a:pt x="374" y="110"/>
                  <a:pt x="374" y="110"/>
                </a:cubicBezTo>
                <a:lnTo>
                  <a:pt x="374" y="7"/>
                </a:lnTo>
                <a:close/>
                <a:moveTo>
                  <a:pt x="475" y="112"/>
                </a:moveTo>
                <a:cubicBezTo>
                  <a:pt x="445" y="112"/>
                  <a:pt x="421" y="88"/>
                  <a:pt x="421" y="59"/>
                </a:cubicBezTo>
                <a:cubicBezTo>
                  <a:pt x="421" y="29"/>
                  <a:pt x="445" y="5"/>
                  <a:pt x="475" y="5"/>
                </a:cubicBezTo>
                <a:cubicBezTo>
                  <a:pt x="505" y="5"/>
                  <a:pt x="528" y="29"/>
                  <a:pt x="528" y="59"/>
                </a:cubicBezTo>
                <a:cubicBezTo>
                  <a:pt x="528" y="88"/>
                  <a:pt x="505" y="112"/>
                  <a:pt x="475" y="112"/>
                </a:cubicBezTo>
                <a:close/>
                <a:moveTo>
                  <a:pt x="475" y="19"/>
                </a:moveTo>
                <a:cubicBezTo>
                  <a:pt x="453" y="19"/>
                  <a:pt x="435" y="37"/>
                  <a:pt x="435" y="59"/>
                </a:cubicBezTo>
                <a:cubicBezTo>
                  <a:pt x="435" y="81"/>
                  <a:pt x="453" y="99"/>
                  <a:pt x="475" y="99"/>
                </a:cubicBezTo>
                <a:cubicBezTo>
                  <a:pt x="497" y="99"/>
                  <a:pt x="514" y="81"/>
                  <a:pt x="514" y="59"/>
                </a:cubicBezTo>
                <a:cubicBezTo>
                  <a:pt x="514" y="37"/>
                  <a:pt x="497" y="19"/>
                  <a:pt x="475" y="19"/>
                </a:cubicBezTo>
                <a:close/>
                <a:moveTo>
                  <a:pt x="586" y="35"/>
                </a:moveTo>
                <a:cubicBezTo>
                  <a:pt x="664" y="117"/>
                  <a:pt x="664" y="117"/>
                  <a:pt x="664" y="117"/>
                </a:cubicBezTo>
                <a:cubicBezTo>
                  <a:pt x="664" y="7"/>
                  <a:pt x="664" y="7"/>
                  <a:pt x="664" y="7"/>
                </a:cubicBezTo>
                <a:cubicBezTo>
                  <a:pt x="650" y="7"/>
                  <a:pt x="650" y="7"/>
                  <a:pt x="650" y="7"/>
                </a:cubicBezTo>
                <a:cubicBezTo>
                  <a:pt x="650" y="83"/>
                  <a:pt x="650" y="83"/>
                  <a:pt x="650" y="83"/>
                </a:cubicBezTo>
                <a:cubicBezTo>
                  <a:pt x="572" y="1"/>
                  <a:pt x="572" y="1"/>
                  <a:pt x="572" y="1"/>
                </a:cubicBezTo>
                <a:cubicBezTo>
                  <a:pt x="572" y="110"/>
                  <a:pt x="572" y="110"/>
                  <a:pt x="572" y="110"/>
                </a:cubicBezTo>
                <a:cubicBezTo>
                  <a:pt x="586" y="110"/>
                  <a:pt x="586" y="110"/>
                  <a:pt x="586" y="110"/>
                </a:cubicBezTo>
                <a:lnTo>
                  <a:pt x="586" y="35"/>
                </a:lnTo>
                <a:close/>
                <a:moveTo>
                  <a:pt x="843" y="7"/>
                </a:moveTo>
                <a:cubicBezTo>
                  <a:pt x="830" y="7"/>
                  <a:pt x="830" y="7"/>
                  <a:pt x="830" y="7"/>
                </a:cubicBezTo>
                <a:cubicBezTo>
                  <a:pt x="830" y="110"/>
                  <a:pt x="830" y="110"/>
                  <a:pt x="830" y="110"/>
                </a:cubicBezTo>
                <a:cubicBezTo>
                  <a:pt x="885" y="110"/>
                  <a:pt x="885" y="110"/>
                  <a:pt x="885" y="110"/>
                </a:cubicBezTo>
                <a:cubicBezTo>
                  <a:pt x="885" y="97"/>
                  <a:pt x="885" y="97"/>
                  <a:pt x="885" y="97"/>
                </a:cubicBezTo>
                <a:cubicBezTo>
                  <a:pt x="843" y="97"/>
                  <a:pt x="843" y="97"/>
                  <a:pt x="843" y="97"/>
                </a:cubicBezTo>
                <a:lnTo>
                  <a:pt x="843" y="7"/>
                </a:lnTo>
                <a:close/>
                <a:moveTo>
                  <a:pt x="169" y="156"/>
                </a:moveTo>
                <a:cubicBezTo>
                  <a:pt x="139" y="156"/>
                  <a:pt x="116" y="179"/>
                  <a:pt x="116" y="209"/>
                </a:cubicBezTo>
                <a:cubicBezTo>
                  <a:pt x="116" y="240"/>
                  <a:pt x="139" y="262"/>
                  <a:pt x="169" y="262"/>
                </a:cubicBezTo>
                <a:cubicBezTo>
                  <a:pt x="175" y="262"/>
                  <a:pt x="188" y="261"/>
                  <a:pt x="200" y="252"/>
                </a:cubicBezTo>
                <a:cubicBezTo>
                  <a:pt x="200" y="252"/>
                  <a:pt x="200" y="252"/>
                  <a:pt x="200" y="252"/>
                </a:cubicBezTo>
                <a:cubicBezTo>
                  <a:pt x="200" y="234"/>
                  <a:pt x="200" y="234"/>
                  <a:pt x="200" y="234"/>
                </a:cubicBezTo>
                <a:cubicBezTo>
                  <a:pt x="198" y="236"/>
                  <a:pt x="198" y="236"/>
                  <a:pt x="198" y="236"/>
                </a:cubicBezTo>
                <a:cubicBezTo>
                  <a:pt x="196" y="239"/>
                  <a:pt x="192" y="242"/>
                  <a:pt x="187" y="245"/>
                </a:cubicBezTo>
                <a:cubicBezTo>
                  <a:pt x="181" y="247"/>
                  <a:pt x="175" y="249"/>
                  <a:pt x="169" y="249"/>
                </a:cubicBezTo>
                <a:cubicBezTo>
                  <a:pt x="142" y="249"/>
                  <a:pt x="130" y="226"/>
                  <a:pt x="130" y="210"/>
                </a:cubicBezTo>
                <a:cubicBezTo>
                  <a:pt x="130" y="187"/>
                  <a:pt x="147" y="169"/>
                  <a:pt x="169" y="169"/>
                </a:cubicBezTo>
                <a:cubicBezTo>
                  <a:pt x="174" y="169"/>
                  <a:pt x="180" y="170"/>
                  <a:pt x="185" y="173"/>
                </a:cubicBezTo>
                <a:cubicBezTo>
                  <a:pt x="190" y="175"/>
                  <a:pt x="194" y="178"/>
                  <a:pt x="198" y="182"/>
                </a:cubicBezTo>
                <a:cubicBezTo>
                  <a:pt x="200" y="184"/>
                  <a:pt x="200" y="184"/>
                  <a:pt x="200" y="184"/>
                </a:cubicBezTo>
                <a:cubicBezTo>
                  <a:pt x="200" y="166"/>
                  <a:pt x="200" y="166"/>
                  <a:pt x="200" y="166"/>
                </a:cubicBezTo>
                <a:cubicBezTo>
                  <a:pt x="200" y="166"/>
                  <a:pt x="200" y="166"/>
                  <a:pt x="200" y="166"/>
                </a:cubicBezTo>
                <a:cubicBezTo>
                  <a:pt x="191" y="159"/>
                  <a:pt x="181" y="156"/>
                  <a:pt x="169" y="156"/>
                </a:cubicBezTo>
                <a:close/>
                <a:moveTo>
                  <a:pt x="437" y="209"/>
                </a:moveTo>
                <a:cubicBezTo>
                  <a:pt x="437" y="225"/>
                  <a:pt x="431" y="238"/>
                  <a:pt x="419" y="249"/>
                </a:cubicBezTo>
                <a:cubicBezTo>
                  <a:pt x="409" y="257"/>
                  <a:pt x="399" y="261"/>
                  <a:pt x="382" y="261"/>
                </a:cubicBezTo>
                <a:cubicBezTo>
                  <a:pt x="360" y="261"/>
                  <a:pt x="360" y="261"/>
                  <a:pt x="360" y="261"/>
                </a:cubicBezTo>
                <a:cubicBezTo>
                  <a:pt x="360" y="157"/>
                  <a:pt x="360" y="157"/>
                  <a:pt x="360" y="157"/>
                </a:cubicBezTo>
                <a:cubicBezTo>
                  <a:pt x="382" y="157"/>
                  <a:pt x="382" y="157"/>
                  <a:pt x="382" y="157"/>
                </a:cubicBezTo>
                <a:cubicBezTo>
                  <a:pt x="393" y="157"/>
                  <a:pt x="407" y="159"/>
                  <a:pt x="420" y="170"/>
                </a:cubicBezTo>
                <a:cubicBezTo>
                  <a:pt x="426" y="175"/>
                  <a:pt x="437" y="187"/>
                  <a:pt x="437" y="209"/>
                </a:cubicBezTo>
                <a:close/>
                <a:moveTo>
                  <a:pt x="423" y="209"/>
                </a:moveTo>
                <a:cubicBezTo>
                  <a:pt x="423" y="186"/>
                  <a:pt x="407" y="171"/>
                  <a:pt x="382" y="171"/>
                </a:cubicBezTo>
                <a:cubicBezTo>
                  <a:pt x="374" y="171"/>
                  <a:pt x="374" y="171"/>
                  <a:pt x="374" y="171"/>
                </a:cubicBezTo>
                <a:cubicBezTo>
                  <a:pt x="374" y="247"/>
                  <a:pt x="374" y="247"/>
                  <a:pt x="374" y="247"/>
                </a:cubicBezTo>
                <a:cubicBezTo>
                  <a:pt x="382" y="247"/>
                  <a:pt x="382" y="247"/>
                  <a:pt x="382" y="247"/>
                </a:cubicBezTo>
                <a:cubicBezTo>
                  <a:pt x="390" y="247"/>
                  <a:pt x="401" y="246"/>
                  <a:pt x="410" y="239"/>
                </a:cubicBezTo>
                <a:cubicBezTo>
                  <a:pt x="416" y="234"/>
                  <a:pt x="423" y="224"/>
                  <a:pt x="423" y="209"/>
                </a:cubicBezTo>
                <a:close/>
                <a:moveTo>
                  <a:pt x="479" y="261"/>
                </a:moveTo>
                <a:cubicBezTo>
                  <a:pt x="541" y="261"/>
                  <a:pt x="541" y="261"/>
                  <a:pt x="541" y="261"/>
                </a:cubicBezTo>
                <a:cubicBezTo>
                  <a:pt x="541" y="247"/>
                  <a:pt x="541" y="247"/>
                  <a:pt x="541" y="247"/>
                </a:cubicBezTo>
                <a:cubicBezTo>
                  <a:pt x="493" y="247"/>
                  <a:pt x="493" y="247"/>
                  <a:pt x="493" y="247"/>
                </a:cubicBezTo>
                <a:cubicBezTo>
                  <a:pt x="493" y="211"/>
                  <a:pt x="493" y="211"/>
                  <a:pt x="493" y="211"/>
                </a:cubicBezTo>
                <a:cubicBezTo>
                  <a:pt x="535" y="211"/>
                  <a:pt x="535" y="211"/>
                  <a:pt x="535" y="211"/>
                </a:cubicBezTo>
                <a:cubicBezTo>
                  <a:pt x="535" y="198"/>
                  <a:pt x="535" y="198"/>
                  <a:pt x="535" y="198"/>
                </a:cubicBezTo>
                <a:cubicBezTo>
                  <a:pt x="493" y="198"/>
                  <a:pt x="493" y="198"/>
                  <a:pt x="493" y="198"/>
                </a:cubicBezTo>
                <a:cubicBezTo>
                  <a:pt x="493" y="171"/>
                  <a:pt x="493" y="171"/>
                  <a:pt x="493" y="171"/>
                </a:cubicBezTo>
                <a:cubicBezTo>
                  <a:pt x="541" y="171"/>
                  <a:pt x="541" y="171"/>
                  <a:pt x="541" y="171"/>
                </a:cubicBezTo>
                <a:cubicBezTo>
                  <a:pt x="541" y="157"/>
                  <a:pt x="541" y="157"/>
                  <a:pt x="541" y="157"/>
                </a:cubicBezTo>
                <a:cubicBezTo>
                  <a:pt x="479" y="157"/>
                  <a:pt x="479" y="157"/>
                  <a:pt x="479" y="157"/>
                </a:cubicBezTo>
                <a:lnTo>
                  <a:pt x="479" y="261"/>
                </a:lnTo>
                <a:close/>
                <a:moveTo>
                  <a:pt x="805" y="261"/>
                </a:moveTo>
                <a:cubicBezTo>
                  <a:pt x="866" y="261"/>
                  <a:pt x="866" y="261"/>
                  <a:pt x="866" y="261"/>
                </a:cubicBezTo>
                <a:cubicBezTo>
                  <a:pt x="866" y="247"/>
                  <a:pt x="866" y="247"/>
                  <a:pt x="866" y="247"/>
                </a:cubicBezTo>
                <a:cubicBezTo>
                  <a:pt x="819" y="247"/>
                  <a:pt x="819" y="247"/>
                  <a:pt x="819" y="247"/>
                </a:cubicBezTo>
                <a:cubicBezTo>
                  <a:pt x="819" y="211"/>
                  <a:pt x="819" y="211"/>
                  <a:pt x="819" y="211"/>
                </a:cubicBezTo>
                <a:cubicBezTo>
                  <a:pt x="860" y="211"/>
                  <a:pt x="860" y="211"/>
                  <a:pt x="860" y="211"/>
                </a:cubicBezTo>
                <a:cubicBezTo>
                  <a:pt x="860" y="198"/>
                  <a:pt x="860" y="198"/>
                  <a:pt x="860" y="198"/>
                </a:cubicBezTo>
                <a:cubicBezTo>
                  <a:pt x="819" y="198"/>
                  <a:pt x="819" y="198"/>
                  <a:pt x="819" y="198"/>
                </a:cubicBezTo>
                <a:cubicBezTo>
                  <a:pt x="819" y="171"/>
                  <a:pt x="819" y="171"/>
                  <a:pt x="819" y="171"/>
                </a:cubicBezTo>
                <a:cubicBezTo>
                  <a:pt x="866" y="171"/>
                  <a:pt x="866" y="171"/>
                  <a:pt x="866" y="171"/>
                </a:cubicBezTo>
                <a:cubicBezTo>
                  <a:pt x="866" y="157"/>
                  <a:pt x="866" y="157"/>
                  <a:pt x="866" y="157"/>
                </a:cubicBezTo>
                <a:cubicBezTo>
                  <a:pt x="805" y="157"/>
                  <a:pt x="805" y="157"/>
                  <a:pt x="805" y="157"/>
                </a:cubicBezTo>
                <a:lnTo>
                  <a:pt x="805" y="261"/>
                </a:lnTo>
                <a:close/>
                <a:moveTo>
                  <a:pt x="634" y="235"/>
                </a:moveTo>
                <a:cubicBezTo>
                  <a:pt x="595" y="149"/>
                  <a:pt x="595" y="149"/>
                  <a:pt x="595" y="149"/>
                </a:cubicBezTo>
                <a:cubicBezTo>
                  <a:pt x="578" y="261"/>
                  <a:pt x="578" y="261"/>
                  <a:pt x="578" y="261"/>
                </a:cubicBezTo>
                <a:cubicBezTo>
                  <a:pt x="592" y="261"/>
                  <a:pt x="592" y="261"/>
                  <a:pt x="592" y="261"/>
                </a:cubicBezTo>
                <a:cubicBezTo>
                  <a:pt x="601" y="194"/>
                  <a:pt x="601" y="194"/>
                  <a:pt x="601" y="194"/>
                </a:cubicBezTo>
                <a:cubicBezTo>
                  <a:pt x="634" y="267"/>
                  <a:pt x="634" y="267"/>
                  <a:pt x="634" y="267"/>
                </a:cubicBezTo>
                <a:cubicBezTo>
                  <a:pt x="668" y="194"/>
                  <a:pt x="668" y="194"/>
                  <a:pt x="668" y="194"/>
                </a:cubicBezTo>
                <a:cubicBezTo>
                  <a:pt x="677" y="261"/>
                  <a:pt x="677" y="261"/>
                  <a:pt x="677" y="261"/>
                </a:cubicBezTo>
                <a:cubicBezTo>
                  <a:pt x="691" y="261"/>
                  <a:pt x="691" y="261"/>
                  <a:pt x="691" y="261"/>
                </a:cubicBezTo>
                <a:cubicBezTo>
                  <a:pt x="674" y="148"/>
                  <a:pt x="674" y="148"/>
                  <a:pt x="674" y="148"/>
                </a:cubicBezTo>
                <a:lnTo>
                  <a:pt x="634" y="235"/>
                </a:lnTo>
                <a:close/>
                <a:moveTo>
                  <a:pt x="737" y="261"/>
                </a:moveTo>
                <a:cubicBezTo>
                  <a:pt x="751" y="261"/>
                  <a:pt x="751" y="261"/>
                  <a:pt x="751" y="261"/>
                </a:cubicBezTo>
                <a:cubicBezTo>
                  <a:pt x="751" y="157"/>
                  <a:pt x="751" y="157"/>
                  <a:pt x="751" y="157"/>
                </a:cubicBezTo>
                <a:cubicBezTo>
                  <a:pt x="737" y="157"/>
                  <a:pt x="737" y="157"/>
                  <a:pt x="737" y="157"/>
                </a:cubicBezTo>
                <a:lnTo>
                  <a:pt x="737" y="261"/>
                </a:lnTo>
                <a:close/>
                <a:moveTo>
                  <a:pt x="955" y="211"/>
                </a:moveTo>
                <a:cubicBezTo>
                  <a:pt x="950" y="207"/>
                  <a:pt x="945" y="204"/>
                  <a:pt x="939" y="201"/>
                </a:cubicBezTo>
                <a:cubicBezTo>
                  <a:pt x="929" y="197"/>
                  <a:pt x="929" y="197"/>
                  <a:pt x="929" y="197"/>
                </a:cubicBezTo>
                <a:cubicBezTo>
                  <a:pt x="925" y="195"/>
                  <a:pt x="922" y="194"/>
                  <a:pt x="919" y="191"/>
                </a:cubicBezTo>
                <a:cubicBezTo>
                  <a:pt x="916" y="189"/>
                  <a:pt x="916" y="187"/>
                  <a:pt x="916" y="183"/>
                </a:cubicBezTo>
                <a:cubicBezTo>
                  <a:pt x="916" y="175"/>
                  <a:pt x="922" y="169"/>
                  <a:pt x="931" y="169"/>
                </a:cubicBezTo>
                <a:cubicBezTo>
                  <a:pt x="936" y="169"/>
                  <a:pt x="940" y="171"/>
                  <a:pt x="942" y="172"/>
                </a:cubicBezTo>
                <a:cubicBezTo>
                  <a:pt x="944" y="174"/>
                  <a:pt x="946" y="177"/>
                  <a:pt x="947" y="179"/>
                </a:cubicBezTo>
                <a:cubicBezTo>
                  <a:pt x="948" y="181"/>
                  <a:pt x="948" y="181"/>
                  <a:pt x="948" y="181"/>
                </a:cubicBezTo>
                <a:cubicBezTo>
                  <a:pt x="959" y="173"/>
                  <a:pt x="959" y="173"/>
                  <a:pt x="959" y="173"/>
                </a:cubicBezTo>
                <a:cubicBezTo>
                  <a:pt x="958" y="172"/>
                  <a:pt x="958" y="172"/>
                  <a:pt x="958" y="172"/>
                </a:cubicBezTo>
                <a:cubicBezTo>
                  <a:pt x="956" y="167"/>
                  <a:pt x="952" y="163"/>
                  <a:pt x="948" y="161"/>
                </a:cubicBezTo>
                <a:cubicBezTo>
                  <a:pt x="943" y="157"/>
                  <a:pt x="938" y="156"/>
                  <a:pt x="931" y="156"/>
                </a:cubicBezTo>
                <a:cubicBezTo>
                  <a:pt x="914" y="156"/>
                  <a:pt x="902" y="167"/>
                  <a:pt x="902" y="183"/>
                </a:cubicBezTo>
                <a:cubicBezTo>
                  <a:pt x="902" y="190"/>
                  <a:pt x="904" y="195"/>
                  <a:pt x="909" y="200"/>
                </a:cubicBezTo>
                <a:cubicBezTo>
                  <a:pt x="913" y="205"/>
                  <a:pt x="918" y="207"/>
                  <a:pt x="922" y="209"/>
                </a:cubicBezTo>
                <a:cubicBezTo>
                  <a:pt x="932" y="213"/>
                  <a:pt x="932" y="213"/>
                  <a:pt x="932" y="213"/>
                </a:cubicBezTo>
                <a:cubicBezTo>
                  <a:pt x="937" y="215"/>
                  <a:pt x="941" y="217"/>
                  <a:pt x="944" y="220"/>
                </a:cubicBezTo>
                <a:cubicBezTo>
                  <a:pt x="947" y="223"/>
                  <a:pt x="948" y="226"/>
                  <a:pt x="948" y="231"/>
                </a:cubicBezTo>
                <a:cubicBezTo>
                  <a:pt x="948" y="240"/>
                  <a:pt x="942" y="249"/>
                  <a:pt x="929" y="249"/>
                </a:cubicBezTo>
                <a:cubicBezTo>
                  <a:pt x="924" y="249"/>
                  <a:pt x="919" y="247"/>
                  <a:pt x="916" y="244"/>
                </a:cubicBezTo>
                <a:cubicBezTo>
                  <a:pt x="913" y="241"/>
                  <a:pt x="911" y="236"/>
                  <a:pt x="910" y="232"/>
                </a:cubicBezTo>
                <a:cubicBezTo>
                  <a:pt x="910" y="230"/>
                  <a:pt x="910" y="230"/>
                  <a:pt x="910" y="230"/>
                </a:cubicBezTo>
                <a:cubicBezTo>
                  <a:pt x="896" y="234"/>
                  <a:pt x="896" y="234"/>
                  <a:pt x="896" y="234"/>
                </a:cubicBezTo>
                <a:cubicBezTo>
                  <a:pt x="897" y="235"/>
                  <a:pt x="897" y="235"/>
                  <a:pt x="897" y="235"/>
                </a:cubicBezTo>
                <a:cubicBezTo>
                  <a:pt x="898" y="243"/>
                  <a:pt x="902" y="249"/>
                  <a:pt x="906" y="254"/>
                </a:cubicBezTo>
                <a:cubicBezTo>
                  <a:pt x="912" y="260"/>
                  <a:pt x="920" y="262"/>
                  <a:pt x="929" y="262"/>
                </a:cubicBezTo>
                <a:cubicBezTo>
                  <a:pt x="948" y="262"/>
                  <a:pt x="962" y="249"/>
                  <a:pt x="962" y="230"/>
                </a:cubicBezTo>
                <a:cubicBezTo>
                  <a:pt x="962" y="222"/>
                  <a:pt x="960" y="216"/>
                  <a:pt x="955" y="211"/>
                </a:cubicBezTo>
                <a:close/>
                <a:moveTo>
                  <a:pt x="0" y="261"/>
                </a:moveTo>
                <a:cubicBezTo>
                  <a:pt x="15" y="261"/>
                  <a:pt x="15" y="261"/>
                  <a:pt x="15" y="261"/>
                </a:cubicBezTo>
                <a:cubicBezTo>
                  <a:pt x="48" y="184"/>
                  <a:pt x="48" y="184"/>
                  <a:pt x="48" y="184"/>
                </a:cubicBezTo>
                <a:cubicBezTo>
                  <a:pt x="79" y="260"/>
                  <a:pt x="79" y="260"/>
                  <a:pt x="79" y="260"/>
                </a:cubicBezTo>
                <a:cubicBezTo>
                  <a:pt x="80" y="261"/>
                  <a:pt x="80" y="261"/>
                  <a:pt x="80" y="261"/>
                </a:cubicBezTo>
                <a:cubicBezTo>
                  <a:pt x="95" y="261"/>
                  <a:pt x="95" y="261"/>
                  <a:pt x="95" y="261"/>
                </a:cubicBezTo>
                <a:cubicBezTo>
                  <a:pt x="48" y="151"/>
                  <a:pt x="48" y="151"/>
                  <a:pt x="48" y="151"/>
                </a:cubicBezTo>
                <a:lnTo>
                  <a:pt x="0" y="261"/>
                </a:lnTo>
                <a:close/>
                <a:moveTo>
                  <a:pt x="229" y="261"/>
                </a:moveTo>
                <a:cubicBezTo>
                  <a:pt x="244" y="261"/>
                  <a:pt x="244" y="261"/>
                  <a:pt x="244" y="261"/>
                </a:cubicBezTo>
                <a:cubicBezTo>
                  <a:pt x="277" y="184"/>
                  <a:pt x="277" y="184"/>
                  <a:pt x="277" y="184"/>
                </a:cubicBezTo>
                <a:cubicBezTo>
                  <a:pt x="309" y="260"/>
                  <a:pt x="309" y="260"/>
                  <a:pt x="309" y="260"/>
                </a:cubicBezTo>
                <a:cubicBezTo>
                  <a:pt x="309" y="261"/>
                  <a:pt x="309" y="261"/>
                  <a:pt x="309" y="261"/>
                </a:cubicBezTo>
                <a:cubicBezTo>
                  <a:pt x="324" y="261"/>
                  <a:pt x="324" y="261"/>
                  <a:pt x="324" y="261"/>
                </a:cubicBezTo>
                <a:cubicBezTo>
                  <a:pt x="277" y="151"/>
                  <a:pt x="277" y="151"/>
                  <a:pt x="277" y="151"/>
                </a:cubicBezTo>
                <a:lnTo>
                  <a:pt x="229" y="261"/>
                </a:lnTo>
                <a:close/>
                <a:moveTo>
                  <a:pt x="1071" y="11"/>
                </a:moveTo>
                <a:cubicBezTo>
                  <a:pt x="1071" y="18"/>
                  <a:pt x="1071" y="18"/>
                  <a:pt x="1071" y="18"/>
                </a:cubicBezTo>
                <a:cubicBezTo>
                  <a:pt x="1075" y="18"/>
                  <a:pt x="1075" y="18"/>
                  <a:pt x="1075" y="18"/>
                </a:cubicBezTo>
                <a:cubicBezTo>
                  <a:pt x="1077" y="9"/>
                  <a:pt x="1077" y="9"/>
                  <a:pt x="1077" y="9"/>
                </a:cubicBezTo>
                <a:cubicBezTo>
                  <a:pt x="1076" y="8"/>
                  <a:pt x="1074" y="7"/>
                  <a:pt x="1072" y="6"/>
                </a:cubicBezTo>
                <a:cubicBezTo>
                  <a:pt x="1070" y="6"/>
                  <a:pt x="1067" y="6"/>
                  <a:pt x="1064" y="6"/>
                </a:cubicBezTo>
                <a:cubicBezTo>
                  <a:pt x="1061" y="6"/>
                  <a:pt x="1058" y="6"/>
                  <a:pt x="1056" y="7"/>
                </a:cubicBezTo>
                <a:cubicBezTo>
                  <a:pt x="1053" y="9"/>
                  <a:pt x="1051" y="10"/>
                  <a:pt x="1049" y="12"/>
                </a:cubicBezTo>
                <a:cubicBezTo>
                  <a:pt x="1048" y="14"/>
                  <a:pt x="1047" y="17"/>
                  <a:pt x="1047" y="20"/>
                </a:cubicBezTo>
                <a:cubicBezTo>
                  <a:pt x="1047" y="22"/>
                  <a:pt x="1048" y="24"/>
                  <a:pt x="1049" y="26"/>
                </a:cubicBezTo>
                <a:cubicBezTo>
                  <a:pt x="1050" y="28"/>
                  <a:pt x="1051" y="30"/>
                  <a:pt x="1053" y="31"/>
                </a:cubicBezTo>
                <a:cubicBezTo>
                  <a:pt x="1055" y="32"/>
                  <a:pt x="1057" y="34"/>
                  <a:pt x="1059" y="35"/>
                </a:cubicBezTo>
                <a:cubicBezTo>
                  <a:pt x="1062" y="37"/>
                  <a:pt x="1064" y="39"/>
                  <a:pt x="1066" y="40"/>
                </a:cubicBezTo>
                <a:cubicBezTo>
                  <a:pt x="1067" y="42"/>
                  <a:pt x="1068" y="44"/>
                  <a:pt x="1068" y="47"/>
                </a:cubicBezTo>
                <a:cubicBezTo>
                  <a:pt x="1068" y="49"/>
                  <a:pt x="1067" y="52"/>
                  <a:pt x="1065" y="53"/>
                </a:cubicBezTo>
                <a:cubicBezTo>
                  <a:pt x="1062" y="55"/>
                  <a:pt x="1060" y="56"/>
                  <a:pt x="1057" y="56"/>
                </a:cubicBezTo>
                <a:cubicBezTo>
                  <a:pt x="1055" y="56"/>
                  <a:pt x="1053" y="56"/>
                  <a:pt x="1052" y="55"/>
                </a:cubicBezTo>
                <a:cubicBezTo>
                  <a:pt x="1050" y="55"/>
                  <a:pt x="1049" y="54"/>
                  <a:pt x="1048" y="54"/>
                </a:cubicBezTo>
                <a:cubicBezTo>
                  <a:pt x="1048" y="46"/>
                  <a:pt x="1048" y="46"/>
                  <a:pt x="1048" y="46"/>
                </a:cubicBezTo>
                <a:cubicBezTo>
                  <a:pt x="1044" y="46"/>
                  <a:pt x="1044" y="46"/>
                  <a:pt x="1044" y="46"/>
                </a:cubicBezTo>
                <a:cubicBezTo>
                  <a:pt x="1042" y="56"/>
                  <a:pt x="1042" y="56"/>
                  <a:pt x="1042" y="56"/>
                </a:cubicBezTo>
                <a:cubicBezTo>
                  <a:pt x="1043" y="57"/>
                  <a:pt x="1045" y="58"/>
                  <a:pt x="1048" y="58"/>
                </a:cubicBezTo>
                <a:cubicBezTo>
                  <a:pt x="1051" y="59"/>
                  <a:pt x="1054" y="59"/>
                  <a:pt x="1057" y="59"/>
                </a:cubicBezTo>
                <a:cubicBezTo>
                  <a:pt x="1060" y="59"/>
                  <a:pt x="1063" y="59"/>
                  <a:pt x="1066" y="57"/>
                </a:cubicBezTo>
                <a:cubicBezTo>
                  <a:pt x="1069" y="56"/>
                  <a:pt x="1071" y="54"/>
                  <a:pt x="1073" y="52"/>
                </a:cubicBezTo>
                <a:cubicBezTo>
                  <a:pt x="1074" y="50"/>
                  <a:pt x="1075" y="47"/>
                  <a:pt x="1075" y="44"/>
                </a:cubicBezTo>
                <a:cubicBezTo>
                  <a:pt x="1075" y="42"/>
                  <a:pt x="1074" y="40"/>
                  <a:pt x="1073" y="38"/>
                </a:cubicBezTo>
                <a:cubicBezTo>
                  <a:pt x="1072" y="36"/>
                  <a:pt x="1071" y="35"/>
                  <a:pt x="1069" y="34"/>
                </a:cubicBezTo>
                <a:cubicBezTo>
                  <a:pt x="1068" y="32"/>
                  <a:pt x="1066" y="31"/>
                  <a:pt x="1064" y="29"/>
                </a:cubicBezTo>
                <a:cubicBezTo>
                  <a:pt x="1060" y="27"/>
                  <a:pt x="1058" y="25"/>
                  <a:pt x="1056" y="24"/>
                </a:cubicBezTo>
                <a:cubicBezTo>
                  <a:pt x="1055" y="22"/>
                  <a:pt x="1054" y="20"/>
                  <a:pt x="1054" y="17"/>
                </a:cubicBezTo>
                <a:cubicBezTo>
                  <a:pt x="1054" y="15"/>
                  <a:pt x="1055" y="13"/>
                  <a:pt x="1057" y="11"/>
                </a:cubicBezTo>
                <a:cubicBezTo>
                  <a:pt x="1059" y="10"/>
                  <a:pt x="1061" y="9"/>
                  <a:pt x="1064" y="9"/>
                </a:cubicBezTo>
                <a:cubicBezTo>
                  <a:pt x="1065" y="9"/>
                  <a:pt x="1067" y="9"/>
                  <a:pt x="1068" y="10"/>
                </a:cubicBezTo>
                <a:cubicBezTo>
                  <a:pt x="1069" y="10"/>
                  <a:pt x="1070" y="10"/>
                  <a:pt x="1071" y="11"/>
                </a:cubicBezTo>
                <a:close/>
                <a:moveTo>
                  <a:pt x="1107" y="27"/>
                </a:moveTo>
                <a:cubicBezTo>
                  <a:pt x="1108" y="27"/>
                  <a:pt x="1108" y="27"/>
                  <a:pt x="1108" y="27"/>
                </a:cubicBezTo>
                <a:cubicBezTo>
                  <a:pt x="1110" y="20"/>
                  <a:pt x="1110" y="20"/>
                  <a:pt x="1110" y="20"/>
                </a:cubicBezTo>
                <a:cubicBezTo>
                  <a:pt x="1109" y="20"/>
                  <a:pt x="1108" y="19"/>
                  <a:pt x="1107" y="19"/>
                </a:cubicBezTo>
                <a:cubicBezTo>
                  <a:pt x="1105" y="19"/>
                  <a:pt x="1104" y="19"/>
                  <a:pt x="1102" y="19"/>
                </a:cubicBezTo>
                <a:cubicBezTo>
                  <a:pt x="1098" y="19"/>
                  <a:pt x="1094" y="20"/>
                  <a:pt x="1091" y="22"/>
                </a:cubicBezTo>
                <a:cubicBezTo>
                  <a:pt x="1088" y="25"/>
                  <a:pt x="1086" y="28"/>
                  <a:pt x="1084" y="32"/>
                </a:cubicBezTo>
                <a:cubicBezTo>
                  <a:pt x="1083" y="36"/>
                  <a:pt x="1082" y="40"/>
                  <a:pt x="1082" y="43"/>
                </a:cubicBezTo>
                <a:cubicBezTo>
                  <a:pt x="1082" y="48"/>
                  <a:pt x="1083" y="52"/>
                  <a:pt x="1085" y="55"/>
                </a:cubicBezTo>
                <a:cubicBezTo>
                  <a:pt x="1087" y="58"/>
                  <a:pt x="1091" y="59"/>
                  <a:pt x="1094" y="59"/>
                </a:cubicBezTo>
                <a:cubicBezTo>
                  <a:pt x="1098" y="59"/>
                  <a:pt x="1100" y="59"/>
                  <a:pt x="1102" y="57"/>
                </a:cubicBezTo>
                <a:cubicBezTo>
                  <a:pt x="1105" y="56"/>
                  <a:pt x="1106" y="54"/>
                  <a:pt x="1108" y="53"/>
                </a:cubicBezTo>
                <a:cubicBezTo>
                  <a:pt x="1106" y="50"/>
                  <a:pt x="1106" y="50"/>
                  <a:pt x="1106" y="50"/>
                </a:cubicBezTo>
                <a:cubicBezTo>
                  <a:pt x="1105" y="52"/>
                  <a:pt x="1103" y="53"/>
                  <a:pt x="1102" y="54"/>
                </a:cubicBezTo>
                <a:cubicBezTo>
                  <a:pt x="1100" y="54"/>
                  <a:pt x="1099" y="55"/>
                  <a:pt x="1097" y="55"/>
                </a:cubicBezTo>
                <a:cubicBezTo>
                  <a:pt x="1094" y="55"/>
                  <a:pt x="1092" y="54"/>
                  <a:pt x="1091" y="52"/>
                </a:cubicBezTo>
                <a:cubicBezTo>
                  <a:pt x="1090" y="50"/>
                  <a:pt x="1089" y="47"/>
                  <a:pt x="1089" y="43"/>
                </a:cubicBezTo>
                <a:cubicBezTo>
                  <a:pt x="1089" y="39"/>
                  <a:pt x="1090" y="35"/>
                  <a:pt x="1091" y="32"/>
                </a:cubicBezTo>
                <a:cubicBezTo>
                  <a:pt x="1092" y="30"/>
                  <a:pt x="1093" y="27"/>
                  <a:pt x="1095" y="26"/>
                </a:cubicBezTo>
                <a:cubicBezTo>
                  <a:pt x="1097" y="24"/>
                  <a:pt x="1099" y="23"/>
                  <a:pt x="1101" y="23"/>
                </a:cubicBezTo>
                <a:cubicBezTo>
                  <a:pt x="1102" y="23"/>
                  <a:pt x="1105" y="24"/>
                  <a:pt x="1107" y="27"/>
                </a:cubicBezTo>
                <a:close/>
                <a:moveTo>
                  <a:pt x="1124" y="52"/>
                </a:moveTo>
                <a:cubicBezTo>
                  <a:pt x="1129" y="19"/>
                  <a:pt x="1129" y="19"/>
                  <a:pt x="1129" y="19"/>
                </a:cubicBezTo>
                <a:cubicBezTo>
                  <a:pt x="1128" y="19"/>
                  <a:pt x="1128" y="19"/>
                  <a:pt x="1128" y="19"/>
                </a:cubicBezTo>
                <a:cubicBezTo>
                  <a:pt x="1118" y="20"/>
                  <a:pt x="1118" y="20"/>
                  <a:pt x="1118" y="20"/>
                </a:cubicBezTo>
                <a:cubicBezTo>
                  <a:pt x="1117" y="23"/>
                  <a:pt x="1117" y="23"/>
                  <a:pt x="1117" y="23"/>
                </a:cubicBezTo>
                <a:cubicBezTo>
                  <a:pt x="1122" y="24"/>
                  <a:pt x="1122" y="24"/>
                  <a:pt x="1122" y="24"/>
                </a:cubicBezTo>
                <a:cubicBezTo>
                  <a:pt x="1121" y="31"/>
                  <a:pt x="1120" y="37"/>
                  <a:pt x="1119" y="41"/>
                </a:cubicBezTo>
                <a:cubicBezTo>
                  <a:pt x="1118" y="49"/>
                  <a:pt x="1117" y="54"/>
                  <a:pt x="1117" y="55"/>
                </a:cubicBezTo>
                <a:cubicBezTo>
                  <a:pt x="1117" y="56"/>
                  <a:pt x="1118" y="57"/>
                  <a:pt x="1118" y="58"/>
                </a:cubicBezTo>
                <a:cubicBezTo>
                  <a:pt x="1119" y="59"/>
                  <a:pt x="1120" y="59"/>
                  <a:pt x="1122" y="59"/>
                </a:cubicBezTo>
                <a:cubicBezTo>
                  <a:pt x="1124" y="59"/>
                  <a:pt x="1125" y="59"/>
                  <a:pt x="1127" y="58"/>
                </a:cubicBezTo>
                <a:cubicBezTo>
                  <a:pt x="1128" y="57"/>
                  <a:pt x="1129" y="55"/>
                  <a:pt x="1130" y="54"/>
                </a:cubicBezTo>
                <a:cubicBezTo>
                  <a:pt x="1129" y="53"/>
                  <a:pt x="1129" y="53"/>
                  <a:pt x="1129" y="53"/>
                </a:cubicBezTo>
                <a:cubicBezTo>
                  <a:pt x="1128" y="54"/>
                  <a:pt x="1128" y="54"/>
                  <a:pt x="1127" y="54"/>
                </a:cubicBezTo>
                <a:cubicBezTo>
                  <a:pt x="1126" y="55"/>
                  <a:pt x="1126" y="55"/>
                  <a:pt x="1125" y="55"/>
                </a:cubicBezTo>
                <a:cubicBezTo>
                  <a:pt x="1125" y="55"/>
                  <a:pt x="1125" y="55"/>
                  <a:pt x="1125" y="54"/>
                </a:cubicBezTo>
                <a:cubicBezTo>
                  <a:pt x="1124" y="54"/>
                  <a:pt x="1124" y="54"/>
                  <a:pt x="1124" y="53"/>
                </a:cubicBezTo>
                <a:lnTo>
                  <a:pt x="1124" y="52"/>
                </a:lnTo>
                <a:close/>
                <a:moveTo>
                  <a:pt x="1127" y="11"/>
                </a:moveTo>
                <a:cubicBezTo>
                  <a:pt x="1128" y="11"/>
                  <a:pt x="1129" y="11"/>
                  <a:pt x="1130" y="10"/>
                </a:cubicBezTo>
                <a:cubicBezTo>
                  <a:pt x="1131" y="9"/>
                  <a:pt x="1131" y="7"/>
                  <a:pt x="1131" y="6"/>
                </a:cubicBezTo>
                <a:cubicBezTo>
                  <a:pt x="1131" y="5"/>
                  <a:pt x="1131" y="4"/>
                  <a:pt x="1130" y="3"/>
                </a:cubicBezTo>
                <a:cubicBezTo>
                  <a:pt x="1130" y="3"/>
                  <a:pt x="1129" y="2"/>
                  <a:pt x="1128" y="2"/>
                </a:cubicBezTo>
                <a:cubicBezTo>
                  <a:pt x="1126" y="2"/>
                  <a:pt x="1125" y="3"/>
                  <a:pt x="1124" y="4"/>
                </a:cubicBezTo>
                <a:cubicBezTo>
                  <a:pt x="1123" y="5"/>
                  <a:pt x="1123" y="6"/>
                  <a:pt x="1123" y="7"/>
                </a:cubicBezTo>
                <a:cubicBezTo>
                  <a:pt x="1123" y="8"/>
                  <a:pt x="1123" y="9"/>
                  <a:pt x="1124" y="10"/>
                </a:cubicBezTo>
                <a:cubicBezTo>
                  <a:pt x="1125" y="11"/>
                  <a:pt x="1126" y="11"/>
                  <a:pt x="1127" y="11"/>
                </a:cubicBezTo>
                <a:close/>
                <a:moveTo>
                  <a:pt x="1166" y="52"/>
                </a:moveTo>
                <a:cubicBezTo>
                  <a:pt x="1165" y="49"/>
                  <a:pt x="1165" y="49"/>
                  <a:pt x="1165" y="49"/>
                </a:cubicBezTo>
                <a:cubicBezTo>
                  <a:pt x="1163" y="51"/>
                  <a:pt x="1161" y="52"/>
                  <a:pt x="1159" y="53"/>
                </a:cubicBezTo>
                <a:cubicBezTo>
                  <a:pt x="1157" y="54"/>
                  <a:pt x="1155" y="55"/>
                  <a:pt x="1153" y="55"/>
                </a:cubicBezTo>
                <a:cubicBezTo>
                  <a:pt x="1150" y="55"/>
                  <a:pt x="1148" y="54"/>
                  <a:pt x="1147" y="51"/>
                </a:cubicBezTo>
                <a:cubicBezTo>
                  <a:pt x="1145" y="49"/>
                  <a:pt x="1145" y="46"/>
                  <a:pt x="1145" y="43"/>
                </a:cubicBezTo>
                <a:cubicBezTo>
                  <a:pt x="1148" y="43"/>
                  <a:pt x="1151" y="42"/>
                  <a:pt x="1155" y="41"/>
                </a:cubicBezTo>
                <a:cubicBezTo>
                  <a:pt x="1158" y="40"/>
                  <a:pt x="1162" y="38"/>
                  <a:pt x="1164" y="36"/>
                </a:cubicBezTo>
                <a:cubicBezTo>
                  <a:pt x="1167" y="33"/>
                  <a:pt x="1168" y="31"/>
                  <a:pt x="1168" y="27"/>
                </a:cubicBezTo>
                <a:cubicBezTo>
                  <a:pt x="1168" y="25"/>
                  <a:pt x="1167" y="23"/>
                  <a:pt x="1166" y="21"/>
                </a:cubicBezTo>
                <a:cubicBezTo>
                  <a:pt x="1164" y="19"/>
                  <a:pt x="1162" y="19"/>
                  <a:pt x="1158" y="19"/>
                </a:cubicBezTo>
                <a:cubicBezTo>
                  <a:pt x="1154" y="19"/>
                  <a:pt x="1151" y="20"/>
                  <a:pt x="1148" y="22"/>
                </a:cubicBezTo>
                <a:cubicBezTo>
                  <a:pt x="1145" y="24"/>
                  <a:pt x="1142" y="28"/>
                  <a:pt x="1140" y="31"/>
                </a:cubicBezTo>
                <a:cubicBezTo>
                  <a:pt x="1138" y="35"/>
                  <a:pt x="1138" y="40"/>
                  <a:pt x="1138" y="44"/>
                </a:cubicBezTo>
                <a:cubicBezTo>
                  <a:pt x="1138" y="47"/>
                  <a:pt x="1138" y="49"/>
                  <a:pt x="1139" y="52"/>
                </a:cubicBezTo>
                <a:cubicBezTo>
                  <a:pt x="1140" y="54"/>
                  <a:pt x="1142" y="56"/>
                  <a:pt x="1144" y="57"/>
                </a:cubicBezTo>
                <a:cubicBezTo>
                  <a:pt x="1146" y="59"/>
                  <a:pt x="1148" y="59"/>
                  <a:pt x="1151" y="59"/>
                </a:cubicBezTo>
                <a:cubicBezTo>
                  <a:pt x="1155" y="59"/>
                  <a:pt x="1158" y="58"/>
                  <a:pt x="1160" y="57"/>
                </a:cubicBezTo>
                <a:cubicBezTo>
                  <a:pt x="1163" y="55"/>
                  <a:pt x="1165" y="54"/>
                  <a:pt x="1166" y="52"/>
                </a:cubicBezTo>
                <a:close/>
                <a:moveTo>
                  <a:pt x="1157" y="22"/>
                </a:moveTo>
                <a:cubicBezTo>
                  <a:pt x="1158" y="22"/>
                  <a:pt x="1159" y="23"/>
                  <a:pt x="1160" y="24"/>
                </a:cubicBezTo>
                <a:cubicBezTo>
                  <a:pt x="1161" y="25"/>
                  <a:pt x="1161" y="26"/>
                  <a:pt x="1161" y="28"/>
                </a:cubicBezTo>
                <a:cubicBezTo>
                  <a:pt x="1161" y="30"/>
                  <a:pt x="1161" y="32"/>
                  <a:pt x="1159" y="34"/>
                </a:cubicBezTo>
                <a:cubicBezTo>
                  <a:pt x="1157" y="35"/>
                  <a:pt x="1155" y="37"/>
                  <a:pt x="1152" y="38"/>
                </a:cubicBezTo>
                <a:cubicBezTo>
                  <a:pt x="1150" y="39"/>
                  <a:pt x="1147" y="39"/>
                  <a:pt x="1145" y="39"/>
                </a:cubicBezTo>
                <a:cubicBezTo>
                  <a:pt x="1145" y="37"/>
                  <a:pt x="1146" y="34"/>
                  <a:pt x="1147" y="32"/>
                </a:cubicBezTo>
                <a:cubicBezTo>
                  <a:pt x="1148" y="29"/>
                  <a:pt x="1149" y="27"/>
                  <a:pt x="1151" y="25"/>
                </a:cubicBezTo>
                <a:cubicBezTo>
                  <a:pt x="1152" y="23"/>
                  <a:pt x="1154" y="22"/>
                  <a:pt x="1157" y="22"/>
                </a:cubicBezTo>
                <a:close/>
                <a:moveTo>
                  <a:pt x="1187" y="28"/>
                </a:moveTo>
                <a:cubicBezTo>
                  <a:pt x="1188" y="19"/>
                  <a:pt x="1188" y="19"/>
                  <a:pt x="1188" y="19"/>
                </a:cubicBezTo>
                <a:cubicBezTo>
                  <a:pt x="1186" y="19"/>
                  <a:pt x="1186" y="19"/>
                  <a:pt x="1186" y="19"/>
                </a:cubicBezTo>
                <a:cubicBezTo>
                  <a:pt x="1178" y="20"/>
                  <a:pt x="1178" y="20"/>
                  <a:pt x="1178" y="20"/>
                </a:cubicBezTo>
                <a:cubicBezTo>
                  <a:pt x="1177" y="23"/>
                  <a:pt x="1177" y="23"/>
                  <a:pt x="1177" y="23"/>
                </a:cubicBezTo>
                <a:cubicBezTo>
                  <a:pt x="1180" y="25"/>
                  <a:pt x="1180" y="25"/>
                  <a:pt x="1180" y="25"/>
                </a:cubicBezTo>
                <a:cubicBezTo>
                  <a:pt x="1176" y="58"/>
                  <a:pt x="1176" y="58"/>
                  <a:pt x="1176" y="58"/>
                </a:cubicBezTo>
                <a:cubicBezTo>
                  <a:pt x="1183" y="58"/>
                  <a:pt x="1183" y="58"/>
                  <a:pt x="1183" y="58"/>
                </a:cubicBezTo>
                <a:cubicBezTo>
                  <a:pt x="1186" y="33"/>
                  <a:pt x="1186" y="33"/>
                  <a:pt x="1186" y="33"/>
                </a:cubicBezTo>
                <a:cubicBezTo>
                  <a:pt x="1188" y="31"/>
                  <a:pt x="1190" y="28"/>
                  <a:pt x="1192" y="26"/>
                </a:cubicBezTo>
                <a:cubicBezTo>
                  <a:pt x="1194" y="25"/>
                  <a:pt x="1196" y="24"/>
                  <a:pt x="1198" y="24"/>
                </a:cubicBezTo>
                <a:cubicBezTo>
                  <a:pt x="1200" y="24"/>
                  <a:pt x="1201" y="24"/>
                  <a:pt x="1202" y="25"/>
                </a:cubicBezTo>
                <a:cubicBezTo>
                  <a:pt x="1202" y="26"/>
                  <a:pt x="1203" y="27"/>
                  <a:pt x="1203" y="29"/>
                </a:cubicBezTo>
                <a:cubicBezTo>
                  <a:pt x="1203" y="31"/>
                  <a:pt x="1202" y="33"/>
                  <a:pt x="1202" y="35"/>
                </a:cubicBezTo>
                <a:cubicBezTo>
                  <a:pt x="1202" y="37"/>
                  <a:pt x="1201" y="39"/>
                  <a:pt x="1201" y="41"/>
                </a:cubicBezTo>
                <a:cubicBezTo>
                  <a:pt x="1201" y="43"/>
                  <a:pt x="1201" y="43"/>
                  <a:pt x="1201" y="43"/>
                </a:cubicBezTo>
                <a:cubicBezTo>
                  <a:pt x="1200" y="46"/>
                  <a:pt x="1200" y="46"/>
                  <a:pt x="1200" y="46"/>
                </a:cubicBezTo>
                <a:cubicBezTo>
                  <a:pt x="1199" y="51"/>
                  <a:pt x="1199" y="54"/>
                  <a:pt x="1199" y="55"/>
                </a:cubicBezTo>
                <a:cubicBezTo>
                  <a:pt x="1199" y="58"/>
                  <a:pt x="1200" y="59"/>
                  <a:pt x="1203" y="59"/>
                </a:cubicBezTo>
                <a:cubicBezTo>
                  <a:pt x="1205" y="59"/>
                  <a:pt x="1206" y="59"/>
                  <a:pt x="1207" y="58"/>
                </a:cubicBezTo>
                <a:cubicBezTo>
                  <a:pt x="1208" y="58"/>
                  <a:pt x="1209" y="57"/>
                  <a:pt x="1210" y="57"/>
                </a:cubicBezTo>
                <a:cubicBezTo>
                  <a:pt x="1210" y="56"/>
                  <a:pt x="1211" y="55"/>
                  <a:pt x="1211" y="55"/>
                </a:cubicBezTo>
                <a:cubicBezTo>
                  <a:pt x="1210" y="53"/>
                  <a:pt x="1210" y="53"/>
                  <a:pt x="1210" y="53"/>
                </a:cubicBezTo>
                <a:cubicBezTo>
                  <a:pt x="1209" y="54"/>
                  <a:pt x="1208" y="55"/>
                  <a:pt x="1207" y="55"/>
                </a:cubicBezTo>
                <a:cubicBezTo>
                  <a:pt x="1206" y="55"/>
                  <a:pt x="1206" y="54"/>
                  <a:pt x="1206" y="53"/>
                </a:cubicBezTo>
                <a:cubicBezTo>
                  <a:pt x="1206" y="51"/>
                  <a:pt x="1206" y="48"/>
                  <a:pt x="1207" y="45"/>
                </a:cubicBezTo>
                <a:cubicBezTo>
                  <a:pt x="1208" y="41"/>
                  <a:pt x="1208" y="41"/>
                  <a:pt x="1208" y="41"/>
                </a:cubicBezTo>
                <a:cubicBezTo>
                  <a:pt x="1208" y="40"/>
                  <a:pt x="1208" y="40"/>
                  <a:pt x="1208" y="40"/>
                </a:cubicBezTo>
                <a:cubicBezTo>
                  <a:pt x="1209" y="34"/>
                  <a:pt x="1210" y="31"/>
                  <a:pt x="1210" y="29"/>
                </a:cubicBezTo>
                <a:cubicBezTo>
                  <a:pt x="1210" y="25"/>
                  <a:pt x="1209" y="23"/>
                  <a:pt x="1207" y="21"/>
                </a:cubicBezTo>
                <a:cubicBezTo>
                  <a:pt x="1206" y="19"/>
                  <a:pt x="1204" y="19"/>
                  <a:pt x="1201" y="19"/>
                </a:cubicBezTo>
                <a:cubicBezTo>
                  <a:pt x="1199" y="19"/>
                  <a:pt x="1196" y="19"/>
                  <a:pt x="1193" y="21"/>
                </a:cubicBezTo>
                <a:cubicBezTo>
                  <a:pt x="1191" y="23"/>
                  <a:pt x="1189" y="25"/>
                  <a:pt x="1187" y="28"/>
                </a:cubicBezTo>
                <a:close/>
                <a:moveTo>
                  <a:pt x="1243" y="27"/>
                </a:moveTo>
                <a:cubicBezTo>
                  <a:pt x="1245" y="27"/>
                  <a:pt x="1245" y="27"/>
                  <a:pt x="1245" y="27"/>
                </a:cubicBezTo>
                <a:cubicBezTo>
                  <a:pt x="1247" y="20"/>
                  <a:pt x="1247" y="20"/>
                  <a:pt x="1247" y="20"/>
                </a:cubicBezTo>
                <a:cubicBezTo>
                  <a:pt x="1246" y="20"/>
                  <a:pt x="1244" y="19"/>
                  <a:pt x="1243" y="19"/>
                </a:cubicBezTo>
                <a:cubicBezTo>
                  <a:pt x="1241" y="19"/>
                  <a:pt x="1240" y="19"/>
                  <a:pt x="1239" y="19"/>
                </a:cubicBezTo>
                <a:cubicBezTo>
                  <a:pt x="1234" y="19"/>
                  <a:pt x="1231" y="20"/>
                  <a:pt x="1228" y="22"/>
                </a:cubicBezTo>
                <a:cubicBezTo>
                  <a:pt x="1224" y="25"/>
                  <a:pt x="1222" y="28"/>
                  <a:pt x="1220" y="32"/>
                </a:cubicBezTo>
                <a:cubicBezTo>
                  <a:pt x="1219" y="36"/>
                  <a:pt x="1218" y="40"/>
                  <a:pt x="1218" y="43"/>
                </a:cubicBezTo>
                <a:cubicBezTo>
                  <a:pt x="1218" y="48"/>
                  <a:pt x="1219" y="52"/>
                  <a:pt x="1221" y="55"/>
                </a:cubicBezTo>
                <a:cubicBezTo>
                  <a:pt x="1224" y="58"/>
                  <a:pt x="1227" y="59"/>
                  <a:pt x="1231" y="59"/>
                </a:cubicBezTo>
                <a:cubicBezTo>
                  <a:pt x="1234" y="59"/>
                  <a:pt x="1236" y="59"/>
                  <a:pt x="1239" y="57"/>
                </a:cubicBezTo>
                <a:cubicBezTo>
                  <a:pt x="1241" y="56"/>
                  <a:pt x="1243" y="54"/>
                  <a:pt x="1244" y="53"/>
                </a:cubicBezTo>
                <a:cubicBezTo>
                  <a:pt x="1242" y="50"/>
                  <a:pt x="1242" y="50"/>
                  <a:pt x="1242" y="50"/>
                </a:cubicBezTo>
                <a:cubicBezTo>
                  <a:pt x="1241" y="52"/>
                  <a:pt x="1239" y="53"/>
                  <a:pt x="1238" y="54"/>
                </a:cubicBezTo>
                <a:cubicBezTo>
                  <a:pt x="1236" y="54"/>
                  <a:pt x="1235" y="55"/>
                  <a:pt x="1233" y="55"/>
                </a:cubicBezTo>
                <a:cubicBezTo>
                  <a:pt x="1230" y="55"/>
                  <a:pt x="1228" y="54"/>
                  <a:pt x="1227" y="52"/>
                </a:cubicBezTo>
                <a:cubicBezTo>
                  <a:pt x="1226" y="50"/>
                  <a:pt x="1225" y="47"/>
                  <a:pt x="1225" y="43"/>
                </a:cubicBezTo>
                <a:cubicBezTo>
                  <a:pt x="1225" y="39"/>
                  <a:pt x="1226" y="35"/>
                  <a:pt x="1227" y="32"/>
                </a:cubicBezTo>
                <a:cubicBezTo>
                  <a:pt x="1228" y="30"/>
                  <a:pt x="1229" y="27"/>
                  <a:pt x="1231" y="26"/>
                </a:cubicBezTo>
                <a:cubicBezTo>
                  <a:pt x="1233" y="24"/>
                  <a:pt x="1235" y="23"/>
                  <a:pt x="1237" y="23"/>
                </a:cubicBezTo>
                <a:cubicBezTo>
                  <a:pt x="1239" y="23"/>
                  <a:pt x="1241" y="24"/>
                  <a:pt x="1243" y="27"/>
                </a:cubicBezTo>
                <a:close/>
                <a:moveTo>
                  <a:pt x="1279" y="52"/>
                </a:moveTo>
                <a:cubicBezTo>
                  <a:pt x="1277" y="49"/>
                  <a:pt x="1277" y="49"/>
                  <a:pt x="1277" y="49"/>
                </a:cubicBezTo>
                <a:cubicBezTo>
                  <a:pt x="1276" y="51"/>
                  <a:pt x="1274" y="52"/>
                  <a:pt x="1272" y="53"/>
                </a:cubicBezTo>
                <a:cubicBezTo>
                  <a:pt x="1270" y="54"/>
                  <a:pt x="1268" y="55"/>
                  <a:pt x="1266" y="55"/>
                </a:cubicBezTo>
                <a:cubicBezTo>
                  <a:pt x="1263" y="55"/>
                  <a:pt x="1261" y="54"/>
                  <a:pt x="1259" y="51"/>
                </a:cubicBezTo>
                <a:cubicBezTo>
                  <a:pt x="1258" y="49"/>
                  <a:pt x="1257" y="46"/>
                  <a:pt x="1258" y="43"/>
                </a:cubicBezTo>
                <a:cubicBezTo>
                  <a:pt x="1260" y="43"/>
                  <a:pt x="1264" y="42"/>
                  <a:pt x="1267" y="41"/>
                </a:cubicBezTo>
                <a:cubicBezTo>
                  <a:pt x="1271" y="40"/>
                  <a:pt x="1274" y="38"/>
                  <a:pt x="1277" y="36"/>
                </a:cubicBezTo>
                <a:cubicBezTo>
                  <a:pt x="1280" y="33"/>
                  <a:pt x="1281" y="31"/>
                  <a:pt x="1281" y="27"/>
                </a:cubicBezTo>
                <a:cubicBezTo>
                  <a:pt x="1281" y="25"/>
                  <a:pt x="1280" y="23"/>
                  <a:pt x="1278" y="21"/>
                </a:cubicBezTo>
                <a:cubicBezTo>
                  <a:pt x="1277" y="19"/>
                  <a:pt x="1274" y="19"/>
                  <a:pt x="1271" y="19"/>
                </a:cubicBezTo>
                <a:cubicBezTo>
                  <a:pt x="1267" y="19"/>
                  <a:pt x="1264" y="20"/>
                  <a:pt x="1260" y="22"/>
                </a:cubicBezTo>
                <a:cubicBezTo>
                  <a:pt x="1257" y="24"/>
                  <a:pt x="1255" y="28"/>
                  <a:pt x="1253" y="31"/>
                </a:cubicBezTo>
                <a:cubicBezTo>
                  <a:pt x="1251" y="35"/>
                  <a:pt x="1250" y="40"/>
                  <a:pt x="1250" y="44"/>
                </a:cubicBezTo>
                <a:cubicBezTo>
                  <a:pt x="1250" y="47"/>
                  <a:pt x="1251" y="49"/>
                  <a:pt x="1252" y="52"/>
                </a:cubicBezTo>
                <a:cubicBezTo>
                  <a:pt x="1253" y="54"/>
                  <a:pt x="1254" y="56"/>
                  <a:pt x="1256" y="57"/>
                </a:cubicBezTo>
                <a:cubicBezTo>
                  <a:pt x="1258" y="59"/>
                  <a:pt x="1261" y="59"/>
                  <a:pt x="1264" y="59"/>
                </a:cubicBezTo>
                <a:cubicBezTo>
                  <a:pt x="1267" y="59"/>
                  <a:pt x="1270" y="58"/>
                  <a:pt x="1273" y="57"/>
                </a:cubicBezTo>
                <a:cubicBezTo>
                  <a:pt x="1276" y="55"/>
                  <a:pt x="1278" y="54"/>
                  <a:pt x="1279" y="52"/>
                </a:cubicBezTo>
                <a:close/>
                <a:moveTo>
                  <a:pt x="1269" y="22"/>
                </a:moveTo>
                <a:cubicBezTo>
                  <a:pt x="1271" y="22"/>
                  <a:pt x="1272" y="23"/>
                  <a:pt x="1273" y="24"/>
                </a:cubicBezTo>
                <a:cubicBezTo>
                  <a:pt x="1274" y="25"/>
                  <a:pt x="1274" y="26"/>
                  <a:pt x="1274" y="28"/>
                </a:cubicBezTo>
                <a:cubicBezTo>
                  <a:pt x="1274" y="30"/>
                  <a:pt x="1273" y="32"/>
                  <a:pt x="1272" y="34"/>
                </a:cubicBezTo>
                <a:cubicBezTo>
                  <a:pt x="1270" y="35"/>
                  <a:pt x="1268" y="37"/>
                  <a:pt x="1265" y="38"/>
                </a:cubicBezTo>
                <a:cubicBezTo>
                  <a:pt x="1263" y="39"/>
                  <a:pt x="1260" y="39"/>
                  <a:pt x="1258" y="39"/>
                </a:cubicBezTo>
                <a:cubicBezTo>
                  <a:pt x="1258" y="37"/>
                  <a:pt x="1259" y="34"/>
                  <a:pt x="1259" y="32"/>
                </a:cubicBezTo>
                <a:cubicBezTo>
                  <a:pt x="1260" y="29"/>
                  <a:pt x="1262" y="27"/>
                  <a:pt x="1263" y="25"/>
                </a:cubicBezTo>
                <a:cubicBezTo>
                  <a:pt x="1265" y="23"/>
                  <a:pt x="1267" y="22"/>
                  <a:pt x="1269" y="22"/>
                </a:cubicBezTo>
                <a:close/>
                <a:moveTo>
                  <a:pt x="1310" y="25"/>
                </a:moveTo>
                <a:cubicBezTo>
                  <a:pt x="1311" y="20"/>
                  <a:pt x="1311" y="20"/>
                  <a:pt x="1311" y="20"/>
                </a:cubicBezTo>
                <a:cubicBezTo>
                  <a:pt x="1311" y="20"/>
                  <a:pt x="1309" y="19"/>
                  <a:pt x="1308" y="19"/>
                </a:cubicBezTo>
                <a:cubicBezTo>
                  <a:pt x="1306" y="19"/>
                  <a:pt x="1304" y="19"/>
                  <a:pt x="1303" y="19"/>
                </a:cubicBezTo>
                <a:cubicBezTo>
                  <a:pt x="1300" y="19"/>
                  <a:pt x="1298" y="19"/>
                  <a:pt x="1296" y="20"/>
                </a:cubicBezTo>
                <a:cubicBezTo>
                  <a:pt x="1293" y="21"/>
                  <a:pt x="1292" y="22"/>
                  <a:pt x="1291" y="24"/>
                </a:cubicBezTo>
                <a:cubicBezTo>
                  <a:pt x="1289" y="26"/>
                  <a:pt x="1289" y="27"/>
                  <a:pt x="1289" y="30"/>
                </a:cubicBezTo>
                <a:cubicBezTo>
                  <a:pt x="1289" y="34"/>
                  <a:pt x="1291" y="38"/>
                  <a:pt x="1296" y="41"/>
                </a:cubicBezTo>
                <a:cubicBezTo>
                  <a:pt x="1298" y="43"/>
                  <a:pt x="1300" y="44"/>
                  <a:pt x="1301" y="45"/>
                </a:cubicBezTo>
                <a:cubicBezTo>
                  <a:pt x="1302" y="46"/>
                  <a:pt x="1303" y="48"/>
                  <a:pt x="1303" y="50"/>
                </a:cubicBezTo>
                <a:cubicBezTo>
                  <a:pt x="1303" y="51"/>
                  <a:pt x="1302" y="53"/>
                  <a:pt x="1301" y="54"/>
                </a:cubicBezTo>
                <a:cubicBezTo>
                  <a:pt x="1299" y="55"/>
                  <a:pt x="1297" y="55"/>
                  <a:pt x="1295" y="55"/>
                </a:cubicBezTo>
                <a:cubicBezTo>
                  <a:pt x="1293" y="55"/>
                  <a:pt x="1292" y="55"/>
                  <a:pt x="1290" y="54"/>
                </a:cubicBezTo>
                <a:cubicBezTo>
                  <a:pt x="1288" y="53"/>
                  <a:pt x="1287" y="53"/>
                  <a:pt x="1286" y="52"/>
                </a:cubicBezTo>
                <a:cubicBezTo>
                  <a:pt x="1285" y="57"/>
                  <a:pt x="1285" y="57"/>
                  <a:pt x="1285" y="57"/>
                </a:cubicBezTo>
                <a:cubicBezTo>
                  <a:pt x="1285" y="58"/>
                  <a:pt x="1287" y="58"/>
                  <a:pt x="1289" y="58"/>
                </a:cubicBezTo>
                <a:cubicBezTo>
                  <a:pt x="1291" y="59"/>
                  <a:pt x="1293" y="59"/>
                  <a:pt x="1295" y="59"/>
                </a:cubicBezTo>
                <a:cubicBezTo>
                  <a:pt x="1299" y="59"/>
                  <a:pt x="1303" y="58"/>
                  <a:pt x="1305" y="56"/>
                </a:cubicBezTo>
                <a:cubicBezTo>
                  <a:pt x="1308" y="54"/>
                  <a:pt x="1309" y="52"/>
                  <a:pt x="1309" y="48"/>
                </a:cubicBezTo>
                <a:cubicBezTo>
                  <a:pt x="1309" y="46"/>
                  <a:pt x="1309" y="45"/>
                  <a:pt x="1308" y="43"/>
                </a:cubicBezTo>
                <a:cubicBezTo>
                  <a:pt x="1307" y="42"/>
                  <a:pt x="1306" y="41"/>
                  <a:pt x="1305" y="40"/>
                </a:cubicBezTo>
                <a:cubicBezTo>
                  <a:pt x="1304" y="39"/>
                  <a:pt x="1303" y="38"/>
                  <a:pt x="1301" y="36"/>
                </a:cubicBezTo>
                <a:cubicBezTo>
                  <a:pt x="1299" y="35"/>
                  <a:pt x="1298" y="34"/>
                  <a:pt x="1297" y="32"/>
                </a:cubicBezTo>
                <a:cubicBezTo>
                  <a:pt x="1296" y="31"/>
                  <a:pt x="1295" y="30"/>
                  <a:pt x="1295" y="28"/>
                </a:cubicBezTo>
                <a:cubicBezTo>
                  <a:pt x="1295" y="26"/>
                  <a:pt x="1296" y="25"/>
                  <a:pt x="1297" y="24"/>
                </a:cubicBezTo>
                <a:cubicBezTo>
                  <a:pt x="1299" y="23"/>
                  <a:pt x="1300" y="23"/>
                  <a:pt x="1303" y="23"/>
                </a:cubicBezTo>
                <a:cubicBezTo>
                  <a:pt x="1304" y="23"/>
                  <a:pt x="1306" y="23"/>
                  <a:pt x="1307" y="24"/>
                </a:cubicBezTo>
                <a:cubicBezTo>
                  <a:pt x="1309" y="24"/>
                  <a:pt x="1310" y="25"/>
                  <a:pt x="1310" y="25"/>
                </a:cubicBezTo>
                <a:close/>
                <a:moveTo>
                  <a:pt x="1047" y="110"/>
                </a:moveTo>
                <a:cubicBezTo>
                  <a:pt x="1052" y="111"/>
                  <a:pt x="1052" y="111"/>
                  <a:pt x="1052" y="111"/>
                </a:cubicBezTo>
                <a:cubicBezTo>
                  <a:pt x="1046" y="156"/>
                  <a:pt x="1046" y="156"/>
                  <a:pt x="1046" y="156"/>
                </a:cubicBezTo>
                <a:cubicBezTo>
                  <a:pt x="1041" y="157"/>
                  <a:pt x="1041" y="157"/>
                  <a:pt x="1041" y="157"/>
                </a:cubicBezTo>
                <a:cubicBezTo>
                  <a:pt x="1041" y="159"/>
                  <a:pt x="1041" y="159"/>
                  <a:pt x="1041" y="159"/>
                </a:cubicBezTo>
                <a:cubicBezTo>
                  <a:pt x="1078" y="159"/>
                  <a:pt x="1078" y="159"/>
                  <a:pt x="1078" y="159"/>
                </a:cubicBezTo>
                <a:cubicBezTo>
                  <a:pt x="1081" y="147"/>
                  <a:pt x="1081" y="147"/>
                  <a:pt x="1081" y="147"/>
                </a:cubicBezTo>
                <a:cubicBezTo>
                  <a:pt x="1077" y="146"/>
                  <a:pt x="1077" y="146"/>
                  <a:pt x="1077" y="146"/>
                </a:cubicBezTo>
                <a:cubicBezTo>
                  <a:pt x="1073" y="155"/>
                  <a:pt x="1073" y="155"/>
                  <a:pt x="1073" y="155"/>
                </a:cubicBezTo>
                <a:cubicBezTo>
                  <a:pt x="1053" y="156"/>
                  <a:pt x="1053" y="156"/>
                  <a:pt x="1053" y="156"/>
                </a:cubicBezTo>
                <a:cubicBezTo>
                  <a:pt x="1056" y="134"/>
                  <a:pt x="1056" y="134"/>
                  <a:pt x="1056" y="134"/>
                </a:cubicBezTo>
                <a:cubicBezTo>
                  <a:pt x="1072" y="135"/>
                  <a:pt x="1072" y="135"/>
                  <a:pt x="1072" y="135"/>
                </a:cubicBezTo>
                <a:cubicBezTo>
                  <a:pt x="1073" y="130"/>
                  <a:pt x="1073" y="130"/>
                  <a:pt x="1073" y="130"/>
                </a:cubicBezTo>
                <a:cubicBezTo>
                  <a:pt x="1057" y="130"/>
                  <a:pt x="1057" y="130"/>
                  <a:pt x="1057" y="130"/>
                </a:cubicBezTo>
                <a:cubicBezTo>
                  <a:pt x="1059" y="110"/>
                  <a:pt x="1059" y="110"/>
                  <a:pt x="1059" y="110"/>
                </a:cubicBezTo>
                <a:cubicBezTo>
                  <a:pt x="1075" y="111"/>
                  <a:pt x="1075" y="111"/>
                  <a:pt x="1075" y="111"/>
                </a:cubicBezTo>
                <a:cubicBezTo>
                  <a:pt x="1076" y="118"/>
                  <a:pt x="1076" y="118"/>
                  <a:pt x="1076" y="118"/>
                </a:cubicBezTo>
                <a:cubicBezTo>
                  <a:pt x="1080" y="118"/>
                  <a:pt x="1080" y="118"/>
                  <a:pt x="1080" y="118"/>
                </a:cubicBezTo>
                <a:cubicBezTo>
                  <a:pt x="1081" y="107"/>
                  <a:pt x="1081" y="107"/>
                  <a:pt x="1081" y="107"/>
                </a:cubicBezTo>
                <a:cubicBezTo>
                  <a:pt x="1048" y="107"/>
                  <a:pt x="1048" y="107"/>
                  <a:pt x="1048" y="107"/>
                </a:cubicBezTo>
                <a:lnTo>
                  <a:pt x="1047" y="110"/>
                </a:lnTo>
                <a:close/>
                <a:moveTo>
                  <a:pt x="1100" y="129"/>
                </a:moveTo>
                <a:cubicBezTo>
                  <a:pt x="1100" y="120"/>
                  <a:pt x="1100" y="120"/>
                  <a:pt x="1100" y="120"/>
                </a:cubicBezTo>
                <a:cubicBezTo>
                  <a:pt x="1099" y="119"/>
                  <a:pt x="1099" y="119"/>
                  <a:pt x="1099" y="119"/>
                </a:cubicBezTo>
                <a:cubicBezTo>
                  <a:pt x="1090" y="121"/>
                  <a:pt x="1090" y="121"/>
                  <a:pt x="1090" y="121"/>
                </a:cubicBezTo>
                <a:cubicBezTo>
                  <a:pt x="1090" y="124"/>
                  <a:pt x="1090" y="124"/>
                  <a:pt x="1090" y="124"/>
                </a:cubicBezTo>
                <a:cubicBezTo>
                  <a:pt x="1093" y="125"/>
                  <a:pt x="1093" y="125"/>
                  <a:pt x="1093" y="125"/>
                </a:cubicBezTo>
                <a:cubicBezTo>
                  <a:pt x="1089" y="159"/>
                  <a:pt x="1089" y="159"/>
                  <a:pt x="1089" y="159"/>
                </a:cubicBezTo>
                <a:cubicBezTo>
                  <a:pt x="1095" y="159"/>
                  <a:pt x="1095" y="159"/>
                  <a:pt x="1095" y="159"/>
                </a:cubicBezTo>
                <a:cubicBezTo>
                  <a:pt x="1099" y="134"/>
                  <a:pt x="1099" y="134"/>
                  <a:pt x="1099" y="134"/>
                </a:cubicBezTo>
                <a:cubicBezTo>
                  <a:pt x="1101" y="131"/>
                  <a:pt x="1103" y="129"/>
                  <a:pt x="1105" y="127"/>
                </a:cubicBezTo>
                <a:cubicBezTo>
                  <a:pt x="1107" y="125"/>
                  <a:pt x="1109" y="124"/>
                  <a:pt x="1111" y="124"/>
                </a:cubicBezTo>
                <a:cubicBezTo>
                  <a:pt x="1113" y="124"/>
                  <a:pt x="1114" y="125"/>
                  <a:pt x="1114" y="126"/>
                </a:cubicBezTo>
                <a:cubicBezTo>
                  <a:pt x="1115" y="127"/>
                  <a:pt x="1115" y="128"/>
                  <a:pt x="1115" y="130"/>
                </a:cubicBezTo>
                <a:cubicBezTo>
                  <a:pt x="1115" y="132"/>
                  <a:pt x="1115" y="134"/>
                  <a:pt x="1115" y="135"/>
                </a:cubicBezTo>
                <a:cubicBezTo>
                  <a:pt x="1115" y="137"/>
                  <a:pt x="1114" y="140"/>
                  <a:pt x="1114" y="142"/>
                </a:cubicBezTo>
                <a:cubicBezTo>
                  <a:pt x="1114" y="144"/>
                  <a:pt x="1114" y="144"/>
                  <a:pt x="1114" y="144"/>
                </a:cubicBezTo>
                <a:cubicBezTo>
                  <a:pt x="1113" y="147"/>
                  <a:pt x="1113" y="147"/>
                  <a:pt x="1113" y="147"/>
                </a:cubicBezTo>
                <a:cubicBezTo>
                  <a:pt x="1112" y="151"/>
                  <a:pt x="1112" y="154"/>
                  <a:pt x="1112" y="156"/>
                </a:cubicBezTo>
                <a:cubicBezTo>
                  <a:pt x="1112" y="159"/>
                  <a:pt x="1113" y="160"/>
                  <a:pt x="1116" y="160"/>
                </a:cubicBezTo>
                <a:cubicBezTo>
                  <a:pt x="1117" y="160"/>
                  <a:pt x="1119" y="160"/>
                  <a:pt x="1120" y="159"/>
                </a:cubicBezTo>
                <a:cubicBezTo>
                  <a:pt x="1121" y="159"/>
                  <a:pt x="1122" y="158"/>
                  <a:pt x="1123" y="157"/>
                </a:cubicBezTo>
                <a:cubicBezTo>
                  <a:pt x="1123" y="157"/>
                  <a:pt x="1124" y="156"/>
                  <a:pt x="1124" y="156"/>
                </a:cubicBezTo>
                <a:cubicBezTo>
                  <a:pt x="1123" y="154"/>
                  <a:pt x="1123" y="154"/>
                  <a:pt x="1123" y="154"/>
                </a:cubicBezTo>
                <a:cubicBezTo>
                  <a:pt x="1122" y="155"/>
                  <a:pt x="1121" y="156"/>
                  <a:pt x="1120" y="156"/>
                </a:cubicBezTo>
                <a:cubicBezTo>
                  <a:pt x="1119" y="156"/>
                  <a:pt x="1119" y="155"/>
                  <a:pt x="1119" y="154"/>
                </a:cubicBezTo>
                <a:cubicBezTo>
                  <a:pt x="1119" y="152"/>
                  <a:pt x="1119" y="149"/>
                  <a:pt x="1120" y="145"/>
                </a:cubicBezTo>
                <a:cubicBezTo>
                  <a:pt x="1121" y="142"/>
                  <a:pt x="1121" y="142"/>
                  <a:pt x="1121" y="142"/>
                </a:cubicBezTo>
                <a:cubicBezTo>
                  <a:pt x="1121" y="140"/>
                  <a:pt x="1121" y="140"/>
                  <a:pt x="1121" y="140"/>
                </a:cubicBezTo>
                <a:cubicBezTo>
                  <a:pt x="1122" y="135"/>
                  <a:pt x="1122" y="132"/>
                  <a:pt x="1122" y="130"/>
                </a:cubicBezTo>
                <a:cubicBezTo>
                  <a:pt x="1122" y="126"/>
                  <a:pt x="1122" y="123"/>
                  <a:pt x="1120" y="122"/>
                </a:cubicBezTo>
                <a:cubicBezTo>
                  <a:pt x="1119" y="120"/>
                  <a:pt x="1117" y="119"/>
                  <a:pt x="1114" y="119"/>
                </a:cubicBezTo>
                <a:cubicBezTo>
                  <a:pt x="1112" y="119"/>
                  <a:pt x="1109" y="120"/>
                  <a:pt x="1106" y="122"/>
                </a:cubicBezTo>
                <a:cubicBezTo>
                  <a:pt x="1104" y="124"/>
                  <a:pt x="1102" y="126"/>
                  <a:pt x="1100" y="129"/>
                </a:cubicBezTo>
                <a:close/>
                <a:moveTo>
                  <a:pt x="1159" y="162"/>
                </a:moveTo>
                <a:cubicBezTo>
                  <a:pt x="1165" y="119"/>
                  <a:pt x="1165" y="119"/>
                  <a:pt x="1165" y="119"/>
                </a:cubicBezTo>
                <a:cubicBezTo>
                  <a:pt x="1160" y="121"/>
                  <a:pt x="1160" y="121"/>
                  <a:pt x="1160" y="121"/>
                </a:cubicBezTo>
                <a:cubicBezTo>
                  <a:pt x="1159" y="121"/>
                  <a:pt x="1158" y="120"/>
                  <a:pt x="1157" y="120"/>
                </a:cubicBezTo>
                <a:cubicBezTo>
                  <a:pt x="1155" y="120"/>
                  <a:pt x="1154" y="119"/>
                  <a:pt x="1153" y="119"/>
                </a:cubicBezTo>
                <a:cubicBezTo>
                  <a:pt x="1148" y="119"/>
                  <a:pt x="1144" y="121"/>
                  <a:pt x="1141" y="123"/>
                </a:cubicBezTo>
                <a:cubicBezTo>
                  <a:pt x="1137" y="126"/>
                  <a:pt x="1135" y="129"/>
                  <a:pt x="1133" y="133"/>
                </a:cubicBezTo>
                <a:cubicBezTo>
                  <a:pt x="1131" y="137"/>
                  <a:pt x="1130" y="141"/>
                  <a:pt x="1130" y="145"/>
                </a:cubicBezTo>
                <a:cubicBezTo>
                  <a:pt x="1130" y="150"/>
                  <a:pt x="1131" y="153"/>
                  <a:pt x="1133" y="156"/>
                </a:cubicBezTo>
                <a:cubicBezTo>
                  <a:pt x="1135" y="159"/>
                  <a:pt x="1138" y="160"/>
                  <a:pt x="1142" y="160"/>
                </a:cubicBezTo>
                <a:cubicBezTo>
                  <a:pt x="1144" y="160"/>
                  <a:pt x="1146" y="159"/>
                  <a:pt x="1148" y="158"/>
                </a:cubicBezTo>
                <a:cubicBezTo>
                  <a:pt x="1150" y="157"/>
                  <a:pt x="1152" y="156"/>
                  <a:pt x="1153" y="155"/>
                </a:cubicBezTo>
                <a:cubicBezTo>
                  <a:pt x="1151" y="164"/>
                  <a:pt x="1151" y="164"/>
                  <a:pt x="1151" y="164"/>
                </a:cubicBezTo>
                <a:cubicBezTo>
                  <a:pt x="1151" y="167"/>
                  <a:pt x="1150" y="169"/>
                  <a:pt x="1149" y="170"/>
                </a:cubicBezTo>
                <a:cubicBezTo>
                  <a:pt x="1147" y="172"/>
                  <a:pt x="1145" y="172"/>
                  <a:pt x="1142" y="172"/>
                </a:cubicBezTo>
                <a:cubicBezTo>
                  <a:pt x="1140" y="172"/>
                  <a:pt x="1139" y="172"/>
                  <a:pt x="1137" y="171"/>
                </a:cubicBezTo>
                <a:cubicBezTo>
                  <a:pt x="1136" y="171"/>
                  <a:pt x="1134" y="170"/>
                  <a:pt x="1133" y="170"/>
                </a:cubicBezTo>
                <a:cubicBezTo>
                  <a:pt x="1132" y="175"/>
                  <a:pt x="1132" y="175"/>
                  <a:pt x="1132" y="175"/>
                </a:cubicBezTo>
                <a:cubicBezTo>
                  <a:pt x="1132" y="176"/>
                  <a:pt x="1134" y="176"/>
                  <a:pt x="1135" y="176"/>
                </a:cubicBezTo>
                <a:cubicBezTo>
                  <a:pt x="1137" y="177"/>
                  <a:pt x="1138" y="177"/>
                  <a:pt x="1140" y="177"/>
                </a:cubicBezTo>
                <a:cubicBezTo>
                  <a:pt x="1142" y="177"/>
                  <a:pt x="1145" y="176"/>
                  <a:pt x="1148" y="175"/>
                </a:cubicBezTo>
                <a:cubicBezTo>
                  <a:pt x="1150" y="174"/>
                  <a:pt x="1153" y="173"/>
                  <a:pt x="1155" y="170"/>
                </a:cubicBezTo>
                <a:cubicBezTo>
                  <a:pt x="1157" y="168"/>
                  <a:pt x="1158" y="165"/>
                  <a:pt x="1159" y="162"/>
                </a:cubicBezTo>
                <a:close/>
                <a:moveTo>
                  <a:pt x="1157" y="125"/>
                </a:moveTo>
                <a:cubicBezTo>
                  <a:pt x="1154" y="150"/>
                  <a:pt x="1154" y="150"/>
                  <a:pt x="1154" y="150"/>
                </a:cubicBezTo>
                <a:cubicBezTo>
                  <a:pt x="1152" y="151"/>
                  <a:pt x="1151" y="153"/>
                  <a:pt x="1149" y="154"/>
                </a:cubicBezTo>
                <a:cubicBezTo>
                  <a:pt x="1148" y="155"/>
                  <a:pt x="1146" y="155"/>
                  <a:pt x="1144" y="155"/>
                </a:cubicBezTo>
                <a:cubicBezTo>
                  <a:pt x="1142" y="155"/>
                  <a:pt x="1140" y="155"/>
                  <a:pt x="1139" y="153"/>
                </a:cubicBezTo>
                <a:cubicBezTo>
                  <a:pt x="1138" y="151"/>
                  <a:pt x="1138" y="148"/>
                  <a:pt x="1138" y="145"/>
                </a:cubicBezTo>
                <a:cubicBezTo>
                  <a:pt x="1138" y="142"/>
                  <a:pt x="1138" y="138"/>
                  <a:pt x="1139" y="135"/>
                </a:cubicBezTo>
                <a:cubicBezTo>
                  <a:pt x="1140" y="132"/>
                  <a:pt x="1142" y="129"/>
                  <a:pt x="1144" y="127"/>
                </a:cubicBezTo>
                <a:cubicBezTo>
                  <a:pt x="1146" y="124"/>
                  <a:pt x="1149" y="123"/>
                  <a:pt x="1152" y="123"/>
                </a:cubicBezTo>
                <a:cubicBezTo>
                  <a:pt x="1154" y="123"/>
                  <a:pt x="1156" y="124"/>
                  <a:pt x="1157" y="125"/>
                </a:cubicBezTo>
                <a:close/>
                <a:moveTo>
                  <a:pt x="1181" y="153"/>
                </a:moveTo>
                <a:cubicBezTo>
                  <a:pt x="1185" y="120"/>
                  <a:pt x="1185" y="120"/>
                  <a:pt x="1185" y="120"/>
                </a:cubicBezTo>
                <a:cubicBezTo>
                  <a:pt x="1184" y="119"/>
                  <a:pt x="1184" y="119"/>
                  <a:pt x="1184" y="119"/>
                </a:cubicBezTo>
                <a:cubicBezTo>
                  <a:pt x="1174" y="121"/>
                  <a:pt x="1174" y="121"/>
                  <a:pt x="1174" y="121"/>
                </a:cubicBezTo>
                <a:cubicBezTo>
                  <a:pt x="1173" y="123"/>
                  <a:pt x="1173" y="123"/>
                  <a:pt x="1173" y="123"/>
                </a:cubicBezTo>
                <a:cubicBezTo>
                  <a:pt x="1178" y="125"/>
                  <a:pt x="1178" y="125"/>
                  <a:pt x="1178" y="125"/>
                </a:cubicBezTo>
                <a:cubicBezTo>
                  <a:pt x="1177" y="132"/>
                  <a:pt x="1176" y="138"/>
                  <a:pt x="1175" y="142"/>
                </a:cubicBezTo>
                <a:cubicBezTo>
                  <a:pt x="1174" y="150"/>
                  <a:pt x="1174" y="154"/>
                  <a:pt x="1173" y="156"/>
                </a:cubicBezTo>
                <a:cubicBezTo>
                  <a:pt x="1173" y="157"/>
                  <a:pt x="1174" y="158"/>
                  <a:pt x="1174" y="159"/>
                </a:cubicBezTo>
                <a:cubicBezTo>
                  <a:pt x="1175" y="160"/>
                  <a:pt x="1176" y="160"/>
                  <a:pt x="1178" y="160"/>
                </a:cubicBezTo>
                <a:cubicBezTo>
                  <a:pt x="1180" y="160"/>
                  <a:pt x="1182" y="159"/>
                  <a:pt x="1183" y="158"/>
                </a:cubicBezTo>
                <a:cubicBezTo>
                  <a:pt x="1184" y="157"/>
                  <a:pt x="1185" y="156"/>
                  <a:pt x="1186" y="155"/>
                </a:cubicBezTo>
                <a:cubicBezTo>
                  <a:pt x="1185" y="154"/>
                  <a:pt x="1185" y="154"/>
                  <a:pt x="1185" y="154"/>
                </a:cubicBezTo>
                <a:cubicBezTo>
                  <a:pt x="1184" y="154"/>
                  <a:pt x="1184" y="155"/>
                  <a:pt x="1183" y="155"/>
                </a:cubicBezTo>
                <a:cubicBezTo>
                  <a:pt x="1183" y="156"/>
                  <a:pt x="1182" y="156"/>
                  <a:pt x="1182" y="156"/>
                </a:cubicBezTo>
                <a:cubicBezTo>
                  <a:pt x="1181" y="156"/>
                  <a:pt x="1181" y="156"/>
                  <a:pt x="1181" y="155"/>
                </a:cubicBezTo>
                <a:cubicBezTo>
                  <a:pt x="1181" y="155"/>
                  <a:pt x="1180" y="155"/>
                  <a:pt x="1180" y="154"/>
                </a:cubicBezTo>
                <a:lnTo>
                  <a:pt x="1181" y="153"/>
                </a:lnTo>
                <a:close/>
                <a:moveTo>
                  <a:pt x="1183" y="112"/>
                </a:moveTo>
                <a:cubicBezTo>
                  <a:pt x="1184" y="112"/>
                  <a:pt x="1185" y="111"/>
                  <a:pt x="1186" y="110"/>
                </a:cubicBezTo>
                <a:cubicBezTo>
                  <a:pt x="1187" y="109"/>
                  <a:pt x="1188" y="108"/>
                  <a:pt x="1188" y="107"/>
                </a:cubicBezTo>
                <a:cubicBezTo>
                  <a:pt x="1188" y="106"/>
                  <a:pt x="1187" y="105"/>
                  <a:pt x="1187" y="104"/>
                </a:cubicBezTo>
                <a:cubicBezTo>
                  <a:pt x="1186" y="103"/>
                  <a:pt x="1185" y="103"/>
                  <a:pt x="1184" y="103"/>
                </a:cubicBezTo>
                <a:cubicBezTo>
                  <a:pt x="1182" y="103"/>
                  <a:pt x="1181" y="103"/>
                  <a:pt x="1180" y="104"/>
                </a:cubicBezTo>
                <a:cubicBezTo>
                  <a:pt x="1180" y="105"/>
                  <a:pt x="1179" y="107"/>
                  <a:pt x="1179" y="108"/>
                </a:cubicBezTo>
                <a:cubicBezTo>
                  <a:pt x="1179" y="109"/>
                  <a:pt x="1179" y="110"/>
                  <a:pt x="1180" y="111"/>
                </a:cubicBezTo>
                <a:cubicBezTo>
                  <a:pt x="1181" y="111"/>
                  <a:pt x="1182" y="112"/>
                  <a:pt x="1183" y="112"/>
                </a:cubicBezTo>
                <a:close/>
                <a:moveTo>
                  <a:pt x="1207" y="129"/>
                </a:moveTo>
                <a:cubicBezTo>
                  <a:pt x="1208" y="120"/>
                  <a:pt x="1208" y="120"/>
                  <a:pt x="1208" y="120"/>
                </a:cubicBezTo>
                <a:cubicBezTo>
                  <a:pt x="1207" y="119"/>
                  <a:pt x="1207" y="119"/>
                  <a:pt x="1207" y="119"/>
                </a:cubicBezTo>
                <a:cubicBezTo>
                  <a:pt x="1198" y="121"/>
                  <a:pt x="1198" y="121"/>
                  <a:pt x="1198" y="121"/>
                </a:cubicBezTo>
                <a:cubicBezTo>
                  <a:pt x="1198" y="124"/>
                  <a:pt x="1198" y="124"/>
                  <a:pt x="1198" y="124"/>
                </a:cubicBezTo>
                <a:cubicBezTo>
                  <a:pt x="1201" y="125"/>
                  <a:pt x="1201" y="125"/>
                  <a:pt x="1201" y="125"/>
                </a:cubicBezTo>
                <a:cubicBezTo>
                  <a:pt x="1196" y="159"/>
                  <a:pt x="1196" y="159"/>
                  <a:pt x="1196" y="159"/>
                </a:cubicBezTo>
                <a:cubicBezTo>
                  <a:pt x="1203" y="159"/>
                  <a:pt x="1203" y="159"/>
                  <a:pt x="1203" y="159"/>
                </a:cubicBezTo>
                <a:cubicBezTo>
                  <a:pt x="1207" y="134"/>
                  <a:pt x="1207" y="134"/>
                  <a:pt x="1207" y="134"/>
                </a:cubicBezTo>
                <a:cubicBezTo>
                  <a:pt x="1208" y="131"/>
                  <a:pt x="1210" y="129"/>
                  <a:pt x="1213" y="127"/>
                </a:cubicBezTo>
                <a:cubicBezTo>
                  <a:pt x="1215" y="125"/>
                  <a:pt x="1217" y="124"/>
                  <a:pt x="1219" y="124"/>
                </a:cubicBezTo>
                <a:cubicBezTo>
                  <a:pt x="1220" y="124"/>
                  <a:pt x="1221" y="125"/>
                  <a:pt x="1222" y="126"/>
                </a:cubicBezTo>
                <a:cubicBezTo>
                  <a:pt x="1223" y="127"/>
                  <a:pt x="1223" y="128"/>
                  <a:pt x="1223" y="130"/>
                </a:cubicBezTo>
                <a:cubicBezTo>
                  <a:pt x="1223" y="132"/>
                  <a:pt x="1223" y="134"/>
                  <a:pt x="1223" y="135"/>
                </a:cubicBezTo>
                <a:cubicBezTo>
                  <a:pt x="1222" y="137"/>
                  <a:pt x="1222" y="140"/>
                  <a:pt x="1222" y="142"/>
                </a:cubicBezTo>
                <a:cubicBezTo>
                  <a:pt x="1221" y="144"/>
                  <a:pt x="1221" y="144"/>
                  <a:pt x="1221" y="144"/>
                </a:cubicBezTo>
                <a:cubicBezTo>
                  <a:pt x="1221" y="147"/>
                  <a:pt x="1221" y="147"/>
                  <a:pt x="1221" y="147"/>
                </a:cubicBezTo>
                <a:cubicBezTo>
                  <a:pt x="1220" y="151"/>
                  <a:pt x="1219" y="154"/>
                  <a:pt x="1219" y="156"/>
                </a:cubicBezTo>
                <a:cubicBezTo>
                  <a:pt x="1219" y="159"/>
                  <a:pt x="1221" y="160"/>
                  <a:pt x="1224" y="160"/>
                </a:cubicBezTo>
                <a:cubicBezTo>
                  <a:pt x="1225" y="160"/>
                  <a:pt x="1226" y="160"/>
                  <a:pt x="1227" y="159"/>
                </a:cubicBezTo>
                <a:cubicBezTo>
                  <a:pt x="1228" y="159"/>
                  <a:pt x="1229" y="158"/>
                  <a:pt x="1230" y="157"/>
                </a:cubicBezTo>
                <a:cubicBezTo>
                  <a:pt x="1231" y="157"/>
                  <a:pt x="1231" y="156"/>
                  <a:pt x="1232" y="156"/>
                </a:cubicBezTo>
                <a:cubicBezTo>
                  <a:pt x="1231" y="154"/>
                  <a:pt x="1231" y="154"/>
                  <a:pt x="1231" y="154"/>
                </a:cubicBezTo>
                <a:cubicBezTo>
                  <a:pt x="1229" y="155"/>
                  <a:pt x="1228" y="156"/>
                  <a:pt x="1227" y="156"/>
                </a:cubicBezTo>
                <a:cubicBezTo>
                  <a:pt x="1227" y="156"/>
                  <a:pt x="1227" y="155"/>
                  <a:pt x="1227" y="154"/>
                </a:cubicBezTo>
                <a:cubicBezTo>
                  <a:pt x="1227" y="152"/>
                  <a:pt x="1227" y="149"/>
                  <a:pt x="1228" y="145"/>
                </a:cubicBezTo>
                <a:cubicBezTo>
                  <a:pt x="1228" y="142"/>
                  <a:pt x="1228" y="142"/>
                  <a:pt x="1228" y="142"/>
                </a:cubicBezTo>
                <a:cubicBezTo>
                  <a:pt x="1229" y="140"/>
                  <a:pt x="1229" y="140"/>
                  <a:pt x="1229" y="140"/>
                </a:cubicBezTo>
                <a:cubicBezTo>
                  <a:pt x="1230" y="135"/>
                  <a:pt x="1230" y="132"/>
                  <a:pt x="1230" y="130"/>
                </a:cubicBezTo>
                <a:cubicBezTo>
                  <a:pt x="1230" y="126"/>
                  <a:pt x="1229" y="123"/>
                  <a:pt x="1228" y="122"/>
                </a:cubicBezTo>
                <a:cubicBezTo>
                  <a:pt x="1227" y="120"/>
                  <a:pt x="1225" y="119"/>
                  <a:pt x="1222" y="119"/>
                </a:cubicBezTo>
                <a:cubicBezTo>
                  <a:pt x="1219" y="119"/>
                  <a:pt x="1217" y="120"/>
                  <a:pt x="1214" y="122"/>
                </a:cubicBezTo>
                <a:cubicBezTo>
                  <a:pt x="1211" y="124"/>
                  <a:pt x="1209" y="126"/>
                  <a:pt x="1207" y="129"/>
                </a:cubicBezTo>
                <a:close/>
                <a:moveTo>
                  <a:pt x="1267" y="153"/>
                </a:moveTo>
                <a:cubicBezTo>
                  <a:pt x="1266" y="150"/>
                  <a:pt x="1266" y="150"/>
                  <a:pt x="1266" y="150"/>
                </a:cubicBezTo>
                <a:cubicBezTo>
                  <a:pt x="1264" y="152"/>
                  <a:pt x="1262" y="153"/>
                  <a:pt x="1260" y="154"/>
                </a:cubicBezTo>
                <a:cubicBezTo>
                  <a:pt x="1258" y="155"/>
                  <a:pt x="1256" y="156"/>
                  <a:pt x="1254" y="156"/>
                </a:cubicBezTo>
                <a:cubicBezTo>
                  <a:pt x="1251" y="156"/>
                  <a:pt x="1249" y="154"/>
                  <a:pt x="1248" y="152"/>
                </a:cubicBezTo>
                <a:cubicBezTo>
                  <a:pt x="1246" y="150"/>
                  <a:pt x="1246" y="147"/>
                  <a:pt x="1246" y="143"/>
                </a:cubicBezTo>
                <a:cubicBezTo>
                  <a:pt x="1249" y="143"/>
                  <a:pt x="1252" y="143"/>
                  <a:pt x="1256" y="142"/>
                </a:cubicBezTo>
                <a:cubicBezTo>
                  <a:pt x="1259" y="140"/>
                  <a:pt x="1263" y="139"/>
                  <a:pt x="1265" y="136"/>
                </a:cubicBezTo>
                <a:cubicBezTo>
                  <a:pt x="1268" y="134"/>
                  <a:pt x="1269" y="131"/>
                  <a:pt x="1269" y="128"/>
                </a:cubicBezTo>
                <a:cubicBezTo>
                  <a:pt x="1269" y="125"/>
                  <a:pt x="1268" y="123"/>
                  <a:pt x="1267" y="122"/>
                </a:cubicBezTo>
                <a:cubicBezTo>
                  <a:pt x="1265" y="120"/>
                  <a:pt x="1263" y="119"/>
                  <a:pt x="1259" y="119"/>
                </a:cubicBezTo>
                <a:cubicBezTo>
                  <a:pt x="1255" y="119"/>
                  <a:pt x="1252" y="121"/>
                  <a:pt x="1249" y="123"/>
                </a:cubicBezTo>
                <a:cubicBezTo>
                  <a:pt x="1246" y="125"/>
                  <a:pt x="1243" y="128"/>
                  <a:pt x="1241" y="132"/>
                </a:cubicBezTo>
                <a:cubicBezTo>
                  <a:pt x="1240" y="136"/>
                  <a:pt x="1239" y="140"/>
                  <a:pt x="1239" y="145"/>
                </a:cubicBezTo>
                <a:cubicBezTo>
                  <a:pt x="1239" y="147"/>
                  <a:pt x="1239" y="150"/>
                  <a:pt x="1240" y="152"/>
                </a:cubicBezTo>
                <a:cubicBezTo>
                  <a:pt x="1241" y="155"/>
                  <a:pt x="1243" y="156"/>
                  <a:pt x="1245" y="158"/>
                </a:cubicBezTo>
                <a:cubicBezTo>
                  <a:pt x="1247" y="159"/>
                  <a:pt x="1249" y="160"/>
                  <a:pt x="1253" y="160"/>
                </a:cubicBezTo>
                <a:cubicBezTo>
                  <a:pt x="1256" y="160"/>
                  <a:pt x="1259" y="159"/>
                  <a:pt x="1261" y="158"/>
                </a:cubicBezTo>
                <a:cubicBezTo>
                  <a:pt x="1264" y="156"/>
                  <a:pt x="1266" y="154"/>
                  <a:pt x="1267" y="153"/>
                </a:cubicBezTo>
                <a:close/>
                <a:moveTo>
                  <a:pt x="1258" y="123"/>
                </a:moveTo>
                <a:cubicBezTo>
                  <a:pt x="1259" y="123"/>
                  <a:pt x="1260" y="124"/>
                  <a:pt x="1261" y="125"/>
                </a:cubicBezTo>
                <a:cubicBezTo>
                  <a:pt x="1262" y="125"/>
                  <a:pt x="1263" y="127"/>
                  <a:pt x="1263" y="129"/>
                </a:cubicBezTo>
                <a:cubicBezTo>
                  <a:pt x="1263" y="131"/>
                  <a:pt x="1262" y="133"/>
                  <a:pt x="1260" y="135"/>
                </a:cubicBezTo>
                <a:cubicBezTo>
                  <a:pt x="1258" y="136"/>
                  <a:pt x="1256" y="138"/>
                  <a:pt x="1253" y="139"/>
                </a:cubicBezTo>
                <a:cubicBezTo>
                  <a:pt x="1251" y="139"/>
                  <a:pt x="1248" y="140"/>
                  <a:pt x="1246" y="140"/>
                </a:cubicBezTo>
                <a:cubicBezTo>
                  <a:pt x="1246" y="138"/>
                  <a:pt x="1247" y="135"/>
                  <a:pt x="1248" y="132"/>
                </a:cubicBezTo>
                <a:cubicBezTo>
                  <a:pt x="1249" y="130"/>
                  <a:pt x="1250" y="127"/>
                  <a:pt x="1252" y="126"/>
                </a:cubicBezTo>
                <a:cubicBezTo>
                  <a:pt x="1254" y="124"/>
                  <a:pt x="1255" y="123"/>
                  <a:pt x="1258" y="123"/>
                </a:cubicBezTo>
                <a:close/>
                <a:moveTo>
                  <a:pt x="1303" y="153"/>
                </a:moveTo>
                <a:cubicBezTo>
                  <a:pt x="1302" y="150"/>
                  <a:pt x="1302" y="150"/>
                  <a:pt x="1302" y="150"/>
                </a:cubicBezTo>
                <a:cubicBezTo>
                  <a:pt x="1300" y="152"/>
                  <a:pt x="1298" y="153"/>
                  <a:pt x="1296" y="154"/>
                </a:cubicBezTo>
                <a:cubicBezTo>
                  <a:pt x="1294" y="155"/>
                  <a:pt x="1292" y="156"/>
                  <a:pt x="1290" y="156"/>
                </a:cubicBezTo>
                <a:cubicBezTo>
                  <a:pt x="1287" y="156"/>
                  <a:pt x="1285" y="154"/>
                  <a:pt x="1284" y="152"/>
                </a:cubicBezTo>
                <a:cubicBezTo>
                  <a:pt x="1282" y="150"/>
                  <a:pt x="1282" y="147"/>
                  <a:pt x="1282" y="143"/>
                </a:cubicBezTo>
                <a:cubicBezTo>
                  <a:pt x="1285" y="143"/>
                  <a:pt x="1288" y="143"/>
                  <a:pt x="1292" y="142"/>
                </a:cubicBezTo>
                <a:cubicBezTo>
                  <a:pt x="1295" y="140"/>
                  <a:pt x="1299" y="139"/>
                  <a:pt x="1301" y="136"/>
                </a:cubicBezTo>
                <a:cubicBezTo>
                  <a:pt x="1304" y="134"/>
                  <a:pt x="1305" y="131"/>
                  <a:pt x="1305" y="128"/>
                </a:cubicBezTo>
                <a:cubicBezTo>
                  <a:pt x="1305" y="125"/>
                  <a:pt x="1304" y="123"/>
                  <a:pt x="1303" y="122"/>
                </a:cubicBezTo>
                <a:cubicBezTo>
                  <a:pt x="1301" y="120"/>
                  <a:pt x="1299" y="119"/>
                  <a:pt x="1295" y="119"/>
                </a:cubicBezTo>
                <a:cubicBezTo>
                  <a:pt x="1291" y="119"/>
                  <a:pt x="1288" y="121"/>
                  <a:pt x="1285" y="123"/>
                </a:cubicBezTo>
                <a:cubicBezTo>
                  <a:pt x="1282" y="125"/>
                  <a:pt x="1279" y="128"/>
                  <a:pt x="1277" y="132"/>
                </a:cubicBezTo>
                <a:cubicBezTo>
                  <a:pt x="1275" y="136"/>
                  <a:pt x="1275" y="140"/>
                  <a:pt x="1275" y="145"/>
                </a:cubicBezTo>
                <a:cubicBezTo>
                  <a:pt x="1275" y="147"/>
                  <a:pt x="1275" y="150"/>
                  <a:pt x="1276" y="152"/>
                </a:cubicBezTo>
                <a:cubicBezTo>
                  <a:pt x="1277" y="155"/>
                  <a:pt x="1279" y="156"/>
                  <a:pt x="1281" y="158"/>
                </a:cubicBezTo>
                <a:cubicBezTo>
                  <a:pt x="1283" y="159"/>
                  <a:pt x="1285" y="160"/>
                  <a:pt x="1288" y="160"/>
                </a:cubicBezTo>
                <a:cubicBezTo>
                  <a:pt x="1292" y="160"/>
                  <a:pt x="1295" y="159"/>
                  <a:pt x="1297" y="158"/>
                </a:cubicBezTo>
                <a:cubicBezTo>
                  <a:pt x="1300" y="156"/>
                  <a:pt x="1302" y="154"/>
                  <a:pt x="1303" y="153"/>
                </a:cubicBezTo>
                <a:close/>
                <a:moveTo>
                  <a:pt x="1294" y="123"/>
                </a:moveTo>
                <a:cubicBezTo>
                  <a:pt x="1295" y="123"/>
                  <a:pt x="1296" y="124"/>
                  <a:pt x="1297" y="125"/>
                </a:cubicBezTo>
                <a:cubicBezTo>
                  <a:pt x="1298" y="125"/>
                  <a:pt x="1298" y="127"/>
                  <a:pt x="1298" y="129"/>
                </a:cubicBezTo>
                <a:cubicBezTo>
                  <a:pt x="1298" y="131"/>
                  <a:pt x="1298" y="133"/>
                  <a:pt x="1296" y="135"/>
                </a:cubicBezTo>
                <a:cubicBezTo>
                  <a:pt x="1294" y="136"/>
                  <a:pt x="1292" y="138"/>
                  <a:pt x="1289" y="139"/>
                </a:cubicBezTo>
                <a:cubicBezTo>
                  <a:pt x="1287" y="139"/>
                  <a:pt x="1284" y="140"/>
                  <a:pt x="1282" y="140"/>
                </a:cubicBezTo>
                <a:cubicBezTo>
                  <a:pt x="1282" y="138"/>
                  <a:pt x="1283" y="135"/>
                  <a:pt x="1284" y="132"/>
                </a:cubicBezTo>
                <a:cubicBezTo>
                  <a:pt x="1285" y="130"/>
                  <a:pt x="1286" y="127"/>
                  <a:pt x="1288" y="126"/>
                </a:cubicBezTo>
                <a:cubicBezTo>
                  <a:pt x="1289" y="124"/>
                  <a:pt x="1291" y="123"/>
                  <a:pt x="1294" y="123"/>
                </a:cubicBezTo>
                <a:close/>
                <a:moveTo>
                  <a:pt x="1322" y="129"/>
                </a:moveTo>
                <a:cubicBezTo>
                  <a:pt x="1323" y="127"/>
                  <a:pt x="1323" y="127"/>
                  <a:pt x="1323" y="127"/>
                </a:cubicBezTo>
                <a:cubicBezTo>
                  <a:pt x="1323" y="120"/>
                  <a:pt x="1323" y="120"/>
                  <a:pt x="1323" y="120"/>
                </a:cubicBezTo>
                <a:cubicBezTo>
                  <a:pt x="1322" y="119"/>
                  <a:pt x="1322" y="119"/>
                  <a:pt x="1322" y="119"/>
                </a:cubicBezTo>
                <a:cubicBezTo>
                  <a:pt x="1314" y="121"/>
                  <a:pt x="1314" y="121"/>
                  <a:pt x="1314" y="121"/>
                </a:cubicBezTo>
                <a:cubicBezTo>
                  <a:pt x="1313" y="124"/>
                  <a:pt x="1313" y="124"/>
                  <a:pt x="1313" y="124"/>
                </a:cubicBezTo>
                <a:cubicBezTo>
                  <a:pt x="1317" y="125"/>
                  <a:pt x="1317" y="125"/>
                  <a:pt x="1317" y="125"/>
                </a:cubicBezTo>
                <a:cubicBezTo>
                  <a:pt x="1312" y="159"/>
                  <a:pt x="1312" y="159"/>
                  <a:pt x="1312" y="159"/>
                </a:cubicBezTo>
                <a:cubicBezTo>
                  <a:pt x="1319" y="159"/>
                  <a:pt x="1319" y="159"/>
                  <a:pt x="1319" y="159"/>
                </a:cubicBezTo>
                <a:cubicBezTo>
                  <a:pt x="1322" y="134"/>
                  <a:pt x="1322" y="134"/>
                  <a:pt x="1322" y="134"/>
                </a:cubicBezTo>
                <a:cubicBezTo>
                  <a:pt x="1323" y="132"/>
                  <a:pt x="1325" y="130"/>
                  <a:pt x="1327" y="129"/>
                </a:cubicBezTo>
                <a:cubicBezTo>
                  <a:pt x="1329" y="127"/>
                  <a:pt x="1331" y="127"/>
                  <a:pt x="1333" y="127"/>
                </a:cubicBezTo>
                <a:cubicBezTo>
                  <a:pt x="1334" y="127"/>
                  <a:pt x="1335" y="127"/>
                  <a:pt x="1336" y="127"/>
                </a:cubicBezTo>
                <a:cubicBezTo>
                  <a:pt x="1338" y="120"/>
                  <a:pt x="1338" y="120"/>
                  <a:pt x="1338" y="120"/>
                </a:cubicBezTo>
                <a:cubicBezTo>
                  <a:pt x="1337" y="120"/>
                  <a:pt x="1336" y="119"/>
                  <a:pt x="1335" y="119"/>
                </a:cubicBezTo>
                <a:cubicBezTo>
                  <a:pt x="1333" y="119"/>
                  <a:pt x="1331" y="120"/>
                  <a:pt x="1330" y="121"/>
                </a:cubicBezTo>
                <a:cubicBezTo>
                  <a:pt x="1328" y="122"/>
                  <a:pt x="1326" y="123"/>
                  <a:pt x="1325" y="125"/>
                </a:cubicBezTo>
                <a:cubicBezTo>
                  <a:pt x="1324" y="126"/>
                  <a:pt x="1323" y="128"/>
                  <a:pt x="1322" y="129"/>
                </a:cubicBezTo>
                <a:close/>
                <a:moveTo>
                  <a:pt x="1349" y="153"/>
                </a:moveTo>
                <a:cubicBezTo>
                  <a:pt x="1354" y="120"/>
                  <a:pt x="1354" y="120"/>
                  <a:pt x="1354" y="120"/>
                </a:cubicBezTo>
                <a:cubicBezTo>
                  <a:pt x="1352" y="119"/>
                  <a:pt x="1352" y="119"/>
                  <a:pt x="1352" y="119"/>
                </a:cubicBezTo>
                <a:cubicBezTo>
                  <a:pt x="1342" y="121"/>
                  <a:pt x="1342" y="121"/>
                  <a:pt x="1342" y="121"/>
                </a:cubicBezTo>
                <a:cubicBezTo>
                  <a:pt x="1342" y="123"/>
                  <a:pt x="1342" y="123"/>
                  <a:pt x="1342" y="123"/>
                </a:cubicBezTo>
                <a:cubicBezTo>
                  <a:pt x="1346" y="125"/>
                  <a:pt x="1346" y="125"/>
                  <a:pt x="1346" y="125"/>
                </a:cubicBezTo>
                <a:cubicBezTo>
                  <a:pt x="1345" y="132"/>
                  <a:pt x="1345" y="138"/>
                  <a:pt x="1344" y="142"/>
                </a:cubicBezTo>
                <a:cubicBezTo>
                  <a:pt x="1343" y="150"/>
                  <a:pt x="1342" y="154"/>
                  <a:pt x="1342" y="156"/>
                </a:cubicBezTo>
                <a:cubicBezTo>
                  <a:pt x="1342" y="157"/>
                  <a:pt x="1342" y="158"/>
                  <a:pt x="1343" y="159"/>
                </a:cubicBezTo>
                <a:cubicBezTo>
                  <a:pt x="1344" y="160"/>
                  <a:pt x="1345" y="160"/>
                  <a:pt x="1347" y="160"/>
                </a:cubicBezTo>
                <a:cubicBezTo>
                  <a:pt x="1349" y="160"/>
                  <a:pt x="1350" y="159"/>
                  <a:pt x="1352" y="158"/>
                </a:cubicBezTo>
                <a:cubicBezTo>
                  <a:pt x="1353" y="157"/>
                  <a:pt x="1354" y="156"/>
                  <a:pt x="1355" y="155"/>
                </a:cubicBezTo>
                <a:cubicBezTo>
                  <a:pt x="1354" y="154"/>
                  <a:pt x="1354" y="154"/>
                  <a:pt x="1354" y="154"/>
                </a:cubicBezTo>
                <a:cubicBezTo>
                  <a:pt x="1353" y="154"/>
                  <a:pt x="1352" y="155"/>
                  <a:pt x="1352" y="155"/>
                </a:cubicBezTo>
                <a:cubicBezTo>
                  <a:pt x="1351" y="156"/>
                  <a:pt x="1351" y="156"/>
                  <a:pt x="1350" y="156"/>
                </a:cubicBezTo>
                <a:cubicBezTo>
                  <a:pt x="1350" y="156"/>
                  <a:pt x="1350" y="156"/>
                  <a:pt x="1349" y="155"/>
                </a:cubicBezTo>
                <a:cubicBezTo>
                  <a:pt x="1349" y="155"/>
                  <a:pt x="1349" y="155"/>
                  <a:pt x="1349" y="154"/>
                </a:cubicBezTo>
                <a:lnTo>
                  <a:pt x="1349" y="153"/>
                </a:lnTo>
                <a:close/>
                <a:moveTo>
                  <a:pt x="1351" y="112"/>
                </a:moveTo>
                <a:cubicBezTo>
                  <a:pt x="1353" y="112"/>
                  <a:pt x="1354" y="111"/>
                  <a:pt x="1355" y="110"/>
                </a:cubicBezTo>
                <a:cubicBezTo>
                  <a:pt x="1356" y="109"/>
                  <a:pt x="1356" y="108"/>
                  <a:pt x="1356" y="107"/>
                </a:cubicBezTo>
                <a:cubicBezTo>
                  <a:pt x="1356" y="106"/>
                  <a:pt x="1356" y="105"/>
                  <a:pt x="1355" y="104"/>
                </a:cubicBezTo>
                <a:cubicBezTo>
                  <a:pt x="1354" y="103"/>
                  <a:pt x="1353" y="103"/>
                  <a:pt x="1352" y="103"/>
                </a:cubicBezTo>
                <a:cubicBezTo>
                  <a:pt x="1351" y="103"/>
                  <a:pt x="1350" y="103"/>
                  <a:pt x="1349" y="104"/>
                </a:cubicBezTo>
                <a:cubicBezTo>
                  <a:pt x="1348" y="105"/>
                  <a:pt x="1348" y="107"/>
                  <a:pt x="1348" y="108"/>
                </a:cubicBezTo>
                <a:cubicBezTo>
                  <a:pt x="1348" y="109"/>
                  <a:pt x="1348" y="110"/>
                  <a:pt x="1349" y="111"/>
                </a:cubicBezTo>
                <a:cubicBezTo>
                  <a:pt x="1350" y="111"/>
                  <a:pt x="1350" y="112"/>
                  <a:pt x="1351" y="112"/>
                </a:cubicBezTo>
                <a:close/>
                <a:moveTo>
                  <a:pt x="1374" y="129"/>
                </a:moveTo>
                <a:cubicBezTo>
                  <a:pt x="1375" y="120"/>
                  <a:pt x="1375" y="120"/>
                  <a:pt x="1375" y="120"/>
                </a:cubicBezTo>
                <a:cubicBezTo>
                  <a:pt x="1374" y="119"/>
                  <a:pt x="1374" y="119"/>
                  <a:pt x="1374" y="119"/>
                </a:cubicBezTo>
                <a:cubicBezTo>
                  <a:pt x="1365" y="121"/>
                  <a:pt x="1365" y="121"/>
                  <a:pt x="1365" y="121"/>
                </a:cubicBezTo>
                <a:cubicBezTo>
                  <a:pt x="1365" y="124"/>
                  <a:pt x="1365" y="124"/>
                  <a:pt x="1365" y="124"/>
                </a:cubicBezTo>
                <a:cubicBezTo>
                  <a:pt x="1368" y="125"/>
                  <a:pt x="1368" y="125"/>
                  <a:pt x="1368" y="125"/>
                </a:cubicBezTo>
                <a:cubicBezTo>
                  <a:pt x="1364" y="159"/>
                  <a:pt x="1364" y="159"/>
                  <a:pt x="1364" y="159"/>
                </a:cubicBezTo>
                <a:cubicBezTo>
                  <a:pt x="1370" y="159"/>
                  <a:pt x="1370" y="159"/>
                  <a:pt x="1370" y="159"/>
                </a:cubicBezTo>
                <a:cubicBezTo>
                  <a:pt x="1374" y="134"/>
                  <a:pt x="1374" y="134"/>
                  <a:pt x="1374" y="134"/>
                </a:cubicBezTo>
                <a:cubicBezTo>
                  <a:pt x="1375" y="131"/>
                  <a:pt x="1377" y="129"/>
                  <a:pt x="1380" y="127"/>
                </a:cubicBezTo>
                <a:cubicBezTo>
                  <a:pt x="1382" y="125"/>
                  <a:pt x="1384" y="124"/>
                  <a:pt x="1386" y="124"/>
                </a:cubicBezTo>
                <a:cubicBezTo>
                  <a:pt x="1388" y="124"/>
                  <a:pt x="1389" y="125"/>
                  <a:pt x="1389" y="126"/>
                </a:cubicBezTo>
                <a:cubicBezTo>
                  <a:pt x="1390" y="127"/>
                  <a:pt x="1390" y="128"/>
                  <a:pt x="1390" y="130"/>
                </a:cubicBezTo>
                <a:cubicBezTo>
                  <a:pt x="1390" y="132"/>
                  <a:pt x="1390" y="134"/>
                  <a:pt x="1390" y="135"/>
                </a:cubicBezTo>
                <a:cubicBezTo>
                  <a:pt x="1390" y="137"/>
                  <a:pt x="1389" y="140"/>
                  <a:pt x="1389" y="142"/>
                </a:cubicBezTo>
                <a:cubicBezTo>
                  <a:pt x="1388" y="144"/>
                  <a:pt x="1388" y="144"/>
                  <a:pt x="1388" y="144"/>
                </a:cubicBezTo>
                <a:cubicBezTo>
                  <a:pt x="1388" y="147"/>
                  <a:pt x="1388" y="147"/>
                  <a:pt x="1388" y="147"/>
                </a:cubicBezTo>
                <a:cubicBezTo>
                  <a:pt x="1387" y="151"/>
                  <a:pt x="1387" y="154"/>
                  <a:pt x="1387" y="156"/>
                </a:cubicBezTo>
                <a:cubicBezTo>
                  <a:pt x="1387" y="159"/>
                  <a:pt x="1388" y="160"/>
                  <a:pt x="1391" y="160"/>
                </a:cubicBezTo>
                <a:cubicBezTo>
                  <a:pt x="1392" y="160"/>
                  <a:pt x="1394" y="160"/>
                  <a:pt x="1395" y="159"/>
                </a:cubicBezTo>
                <a:cubicBezTo>
                  <a:pt x="1396" y="159"/>
                  <a:pt x="1397" y="158"/>
                  <a:pt x="1397" y="157"/>
                </a:cubicBezTo>
                <a:cubicBezTo>
                  <a:pt x="1398" y="157"/>
                  <a:pt x="1399" y="156"/>
                  <a:pt x="1399" y="156"/>
                </a:cubicBezTo>
                <a:cubicBezTo>
                  <a:pt x="1398" y="154"/>
                  <a:pt x="1398" y="154"/>
                  <a:pt x="1398" y="154"/>
                </a:cubicBezTo>
                <a:cubicBezTo>
                  <a:pt x="1397" y="155"/>
                  <a:pt x="1396" y="156"/>
                  <a:pt x="1395" y="156"/>
                </a:cubicBezTo>
                <a:cubicBezTo>
                  <a:pt x="1394" y="156"/>
                  <a:pt x="1394" y="155"/>
                  <a:pt x="1394" y="154"/>
                </a:cubicBezTo>
                <a:cubicBezTo>
                  <a:pt x="1394" y="152"/>
                  <a:pt x="1394" y="149"/>
                  <a:pt x="1395" y="145"/>
                </a:cubicBezTo>
                <a:cubicBezTo>
                  <a:pt x="1395" y="142"/>
                  <a:pt x="1395" y="142"/>
                  <a:pt x="1395" y="142"/>
                </a:cubicBezTo>
                <a:cubicBezTo>
                  <a:pt x="1396" y="140"/>
                  <a:pt x="1396" y="140"/>
                  <a:pt x="1396" y="140"/>
                </a:cubicBezTo>
                <a:cubicBezTo>
                  <a:pt x="1397" y="135"/>
                  <a:pt x="1397" y="132"/>
                  <a:pt x="1397" y="130"/>
                </a:cubicBezTo>
                <a:cubicBezTo>
                  <a:pt x="1397" y="126"/>
                  <a:pt x="1397" y="123"/>
                  <a:pt x="1395" y="122"/>
                </a:cubicBezTo>
                <a:cubicBezTo>
                  <a:pt x="1394" y="120"/>
                  <a:pt x="1392" y="119"/>
                  <a:pt x="1389" y="119"/>
                </a:cubicBezTo>
                <a:cubicBezTo>
                  <a:pt x="1386" y="119"/>
                  <a:pt x="1384" y="120"/>
                  <a:pt x="1381" y="122"/>
                </a:cubicBezTo>
                <a:cubicBezTo>
                  <a:pt x="1379" y="124"/>
                  <a:pt x="1376" y="126"/>
                  <a:pt x="1374" y="129"/>
                </a:cubicBezTo>
                <a:close/>
                <a:moveTo>
                  <a:pt x="1433" y="162"/>
                </a:moveTo>
                <a:cubicBezTo>
                  <a:pt x="1440" y="119"/>
                  <a:pt x="1440" y="119"/>
                  <a:pt x="1440" y="119"/>
                </a:cubicBezTo>
                <a:cubicBezTo>
                  <a:pt x="1435" y="121"/>
                  <a:pt x="1435" y="121"/>
                  <a:pt x="1435" y="121"/>
                </a:cubicBezTo>
                <a:cubicBezTo>
                  <a:pt x="1434" y="121"/>
                  <a:pt x="1433" y="120"/>
                  <a:pt x="1432" y="120"/>
                </a:cubicBezTo>
                <a:cubicBezTo>
                  <a:pt x="1430" y="120"/>
                  <a:pt x="1429" y="119"/>
                  <a:pt x="1428" y="119"/>
                </a:cubicBezTo>
                <a:cubicBezTo>
                  <a:pt x="1423" y="119"/>
                  <a:pt x="1419" y="121"/>
                  <a:pt x="1416" y="123"/>
                </a:cubicBezTo>
                <a:cubicBezTo>
                  <a:pt x="1412" y="126"/>
                  <a:pt x="1410" y="129"/>
                  <a:pt x="1408" y="133"/>
                </a:cubicBezTo>
                <a:cubicBezTo>
                  <a:pt x="1406" y="137"/>
                  <a:pt x="1405" y="141"/>
                  <a:pt x="1405" y="145"/>
                </a:cubicBezTo>
                <a:cubicBezTo>
                  <a:pt x="1405" y="150"/>
                  <a:pt x="1406" y="153"/>
                  <a:pt x="1408" y="156"/>
                </a:cubicBezTo>
                <a:cubicBezTo>
                  <a:pt x="1410" y="159"/>
                  <a:pt x="1413" y="160"/>
                  <a:pt x="1417" y="160"/>
                </a:cubicBezTo>
                <a:cubicBezTo>
                  <a:pt x="1419" y="160"/>
                  <a:pt x="1421" y="159"/>
                  <a:pt x="1423" y="158"/>
                </a:cubicBezTo>
                <a:cubicBezTo>
                  <a:pt x="1425" y="157"/>
                  <a:pt x="1426" y="156"/>
                  <a:pt x="1428" y="155"/>
                </a:cubicBezTo>
                <a:cubicBezTo>
                  <a:pt x="1426" y="164"/>
                  <a:pt x="1426" y="164"/>
                  <a:pt x="1426" y="164"/>
                </a:cubicBezTo>
                <a:cubicBezTo>
                  <a:pt x="1426" y="167"/>
                  <a:pt x="1425" y="169"/>
                  <a:pt x="1424" y="170"/>
                </a:cubicBezTo>
                <a:cubicBezTo>
                  <a:pt x="1422" y="172"/>
                  <a:pt x="1420" y="172"/>
                  <a:pt x="1417" y="172"/>
                </a:cubicBezTo>
                <a:cubicBezTo>
                  <a:pt x="1415" y="172"/>
                  <a:pt x="1414" y="172"/>
                  <a:pt x="1412" y="171"/>
                </a:cubicBezTo>
                <a:cubicBezTo>
                  <a:pt x="1410" y="171"/>
                  <a:pt x="1409" y="170"/>
                  <a:pt x="1408" y="170"/>
                </a:cubicBezTo>
                <a:cubicBezTo>
                  <a:pt x="1406" y="175"/>
                  <a:pt x="1406" y="175"/>
                  <a:pt x="1406" y="175"/>
                </a:cubicBezTo>
                <a:cubicBezTo>
                  <a:pt x="1407" y="176"/>
                  <a:pt x="1408" y="176"/>
                  <a:pt x="1410" y="176"/>
                </a:cubicBezTo>
                <a:cubicBezTo>
                  <a:pt x="1411" y="177"/>
                  <a:pt x="1413" y="177"/>
                  <a:pt x="1414" y="177"/>
                </a:cubicBezTo>
                <a:cubicBezTo>
                  <a:pt x="1417" y="177"/>
                  <a:pt x="1420" y="176"/>
                  <a:pt x="1423" y="175"/>
                </a:cubicBezTo>
                <a:cubicBezTo>
                  <a:pt x="1425" y="174"/>
                  <a:pt x="1428" y="173"/>
                  <a:pt x="1430" y="170"/>
                </a:cubicBezTo>
                <a:cubicBezTo>
                  <a:pt x="1432" y="168"/>
                  <a:pt x="1433" y="165"/>
                  <a:pt x="1433" y="162"/>
                </a:cubicBezTo>
                <a:close/>
                <a:moveTo>
                  <a:pt x="1432" y="125"/>
                </a:moveTo>
                <a:cubicBezTo>
                  <a:pt x="1428" y="150"/>
                  <a:pt x="1428" y="150"/>
                  <a:pt x="1428" y="150"/>
                </a:cubicBezTo>
                <a:cubicBezTo>
                  <a:pt x="1427" y="151"/>
                  <a:pt x="1426" y="153"/>
                  <a:pt x="1424" y="154"/>
                </a:cubicBezTo>
                <a:cubicBezTo>
                  <a:pt x="1423" y="155"/>
                  <a:pt x="1421" y="155"/>
                  <a:pt x="1419" y="155"/>
                </a:cubicBezTo>
                <a:cubicBezTo>
                  <a:pt x="1417" y="155"/>
                  <a:pt x="1415" y="155"/>
                  <a:pt x="1414" y="153"/>
                </a:cubicBezTo>
                <a:cubicBezTo>
                  <a:pt x="1413" y="151"/>
                  <a:pt x="1412" y="148"/>
                  <a:pt x="1412" y="145"/>
                </a:cubicBezTo>
                <a:cubicBezTo>
                  <a:pt x="1412" y="142"/>
                  <a:pt x="1413" y="138"/>
                  <a:pt x="1414" y="135"/>
                </a:cubicBezTo>
                <a:cubicBezTo>
                  <a:pt x="1415" y="132"/>
                  <a:pt x="1417" y="129"/>
                  <a:pt x="1419" y="127"/>
                </a:cubicBezTo>
                <a:cubicBezTo>
                  <a:pt x="1421" y="124"/>
                  <a:pt x="1424" y="123"/>
                  <a:pt x="1427" y="123"/>
                </a:cubicBezTo>
                <a:cubicBezTo>
                  <a:pt x="1429" y="123"/>
                  <a:pt x="1431" y="124"/>
                  <a:pt x="1432" y="125"/>
                </a:cubicBezTo>
                <a:close/>
                <a:moveTo>
                  <a:pt x="1076" y="242"/>
                </a:moveTo>
                <a:cubicBezTo>
                  <a:pt x="1072" y="249"/>
                  <a:pt x="1072" y="249"/>
                  <a:pt x="1072" y="249"/>
                </a:cubicBezTo>
                <a:cubicBezTo>
                  <a:pt x="1072" y="242"/>
                  <a:pt x="1072" y="242"/>
                  <a:pt x="1072" y="242"/>
                </a:cubicBezTo>
                <a:cubicBezTo>
                  <a:pt x="1066" y="208"/>
                  <a:pt x="1066" y="208"/>
                  <a:pt x="1066" y="208"/>
                </a:cubicBezTo>
                <a:cubicBezTo>
                  <a:pt x="1050" y="208"/>
                  <a:pt x="1050" y="208"/>
                  <a:pt x="1050" y="208"/>
                </a:cubicBezTo>
                <a:cubicBezTo>
                  <a:pt x="1049" y="211"/>
                  <a:pt x="1049" y="211"/>
                  <a:pt x="1049" y="211"/>
                </a:cubicBezTo>
                <a:cubicBezTo>
                  <a:pt x="1056" y="212"/>
                  <a:pt x="1056" y="212"/>
                  <a:pt x="1056" y="212"/>
                </a:cubicBezTo>
                <a:cubicBezTo>
                  <a:pt x="1045" y="256"/>
                  <a:pt x="1045" y="256"/>
                  <a:pt x="1045" y="256"/>
                </a:cubicBezTo>
                <a:cubicBezTo>
                  <a:pt x="1039" y="257"/>
                  <a:pt x="1039" y="257"/>
                  <a:pt x="1039" y="257"/>
                </a:cubicBezTo>
                <a:cubicBezTo>
                  <a:pt x="1039" y="260"/>
                  <a:pt x="1039" y="260"/>
                  <a:pt x="1039" y="260"/>
                </a:cubicBezTo>
                <a:cubicBezTo>
                  <a:pt x="1057" y="260"/>
                  <a:pt x="1057" y="260"/>
                  <a:pt x="1057" y="260"/>
                </a:cubicBezTo>
                <a:cubicBezTo>
                  <a:pt x="1057" y="257"/>
                  <a:pt x="1057" y="257"/>
                  <a:pt x="1057" y="257"/>
                </a:cubicBezTo>
                <a:cubicBezTo>
                  <a:pt x="1050" y="256"/>
                  <a:pt x="1050" y="256"/>
                  <a:pt x="1050" y="256"/>
                </a:cubicBezTo>
                <a:cubicBezTo>
                  <a:pt x="1057" y="225"/>
                  <a:pt x="1057" y="225"/>
                  <a:pt x="1057" y="225"/>
                </a:cubicBezTo>
                <a:cubicBezTo>
                  <a:pt x="1060" y="211"/>
                  <a:pt x="1060" y="211"/>
                  <a:pt x="1060" y="211"/>
                </a:cubicBezTo>
                <a:cubicBezTo>
                  <a:pt x="1062" y="225"/>
                  <a:pt x="1062" y="225"/>
                  <a:pt x="1062" y="225"/>
                </a:cubicBezTo>
                <a:cubicBezTo>
                  <a:pt x="1068" y="261"/>
                  <a:pt x="1068" y="261"/>
                  <a:pt x="1068" y="261"/>
                </a:cubicBezTo>
                <a:cubicBezTo>
                  <a:pt x="1072" y="260"/>
                  <a:pt x="1072" y="260"/>
                  <a:pt x="1072" y="260"/>
                </a:cubicBezTo>
                <a:cubicBezTo>
                  <a:pt x="1088" y="224"/>
                  <a:pt x="1088" y="224"/>
                  <a:pt x="1088" y="224"/>
                </a:cubicBezTo>
                <a:cubicBezTo>
                  <a:pt x="1094" y="211"/>
                  <a:pt x="1094" y="211"/>
                  <a:pt x="1094" y="211"/>
                </a:cubicBezTo>
                <a:cubicBezTo>
                  <a:pt x="1093" y="225"/>
                  <a:pt x="1093" y="225"/>
                  <a:pt x="1093" y="225"/>
                </a:cubicBezTo>
                <a:cubicBezTo>
                  <a:pt x="1091" y="256"/>
                  <a:pt x="1091" y="256"/>
                  <a:pt x="1091" y="256"/>
                </a:cubicBezTo>
                <a:cubicBezTo>
                  <a:pt x="1085" y="257"/>
                  <a:pt x="1085" y="257"/>
                  <a:pt x="1085" y="257"/>
                </a:cubicBezTo>
                <a:cubicBezTo>
                  <a:pt x="1084" y="260"/>
                  <a:pt x="1084" y="260"/>
                  <a:pt x="1084" y="260"/>
                </a:cubicBezTo>
                <a:cubicBezTo>
                  <a:pt x="1104" y="260"/>
                  <a:pt x="1104" y="260"/>
                  <a:pt x="1104" y="260"/>
                </a:cubicBezTo>
                <a:cubicBezTo>
                  <a:pt x="1104" y="257"/>
                  <a:pt x="1104" y="257"/>
                  <a:pt x="1104" y="257"/>
                </a:cubicBezTo>
                <a:cubicBezTo>
                  <a:pt x="1098" y="256"/>
                  <a:pt x="1098" y="256"/>
                  <a:pt x="1098" y="256"/>
                </a:cubicBezTo>
                <a:cubicBezTo>
                  <a:pt x="1099" y="212"/>
                  <a:pt x="1099" y="212"/>
                  <a:pt x="1099" y="212"/>
                </a:cubicBezTo>
                <a:cubicBezTo>
                  <a:pt x="1106" y="211"/>
                  <a:pt x="1106" y="211"/>
                  <a:pt x="1106" y="211"/>
                </a:cubicBezTo>
                <a:cubicBezTo>
                  <a:pt x="1106" y="208"/>
                  <a:pt x="1106" y="208"/>
                  <a:pt x="1106" y="208"/>
                </a:cubicBezTo>
                <a:cubicBezTo>
                  <a:pt x="1091" y="208"/>
                  <a:pt x="1091" y="208"/>
                  <a:pt x="1091" y="208"/>
                </a:cubicBezTo>
                <a:cubicBezTo>
                  <a:pt x="1090" y="211"/>
                  <a:pt x="1087" y="217"/>
                  <a:pt x="1083" y="225"/>
                </a:cubicBezTo>
                <a:cubicBezTo>
                  <a:pt x="1079" y="233"/>
                  <a:pt x="1077" y="239"/>
                  <a:pt x="1076" y="242"/>
                </a:cubicBezTo>
                <a:close/>
                <a:moveTo>
                  <a:pt x="1138" y="253"/>
                </a:moveTo>
                <a:cubicBezTo>
                  <a:pt x="1136" y="251"/>
                  <a:pt x="1136" y="251"/>
                  <a:pt x="1136" y="251"/>
                </a:cubicBezTo>
                <a:cubicBezTo>
                  <a:pt x="1134" y="253"/>
                  <a:pt x="1133" y="254"/>
                  <a:pt x="1131" y="255"/>
                </a:cubicBezTo>
                <a:cubicBezTo>
                  <a:pt x="1129" y="256"/>
                  <a:pt x="1126" y="256"/>
                  <a:pt x="1124" y="256"/>
                </a:cubicBezTo>
                <a:cubicBezTo>
                  <a:pt x="1121" y="256"/>
                  <a:pt x="1119" y="255"/>
                  <a:pt x="1118" y="253"/>
                </a:cubicBezTo>
                <a:cubicBezTo>
                  <a:pt x="1117" y="250"/>
                  <a:pt x="1116" y="247"/>
                  <a:pt x="1116" y="244"/>
                </a:cubicBezTo>
                <a:cubicBezTo>
                  <a:pt x="1119" y="244"/>
                  <a:pt x="1123" y="244"/>
                  <a:pt x="1126" y="242"/>
                </a:cubicBezTo>
                <a:cubicBezTo>
                  <a:pt x="1130" y="241"/>
                  <a:pt x="1133" y="240"/>
                  <a:pt x="1136" y="237"/>
                </a:cubicBezTo>
                <a:cubicBezTo>
                  <a:pt x="1138" y="235"/>
                  <a:pt x="1140" y="232"/>
                  <a:pt x="1140" y="229"/>
                </a:cubicBezTo>
                <a:cubicBezTo>
                  <a:pt x="1140" y="226"/>
                  <a:pt x="1139" y="224"/>
                  <a:pt x="1137" y="223"/>
                </a:cubicBezTo>
                <a:cubicBezTo>
                  <a:pt x="1135" y="221"/>
                  <a:pt x="1133" y="220"/>
                  <a:pt x="1130" y="220"/>
                </a:cubicBezTo>
                <a:cubicBezTo>
                  <a:pt x="1126" y="220"/>
                  <a:pt x="1122" y="221"/>
                  <a:pt x="1119" y="224"/>
                </a:cubicBezTo>
                <a:cubicBezTo>
                  <a:pt x="1116" y="226"/>
                  <a:pt x="1114" y="229"/>
                  <a:pt x="1112" y="233"/>
                </a:cubicBezTo>
                <a:cubicBezTo>
                  <a:pt x="1110" y="237"/>
                  <a:pt x="1109" y="241"/>
                  <a:pt x="1109" y="246"/>
                </a:cubicBezTo>
                <a:cubicBezTo>
                  <a:pt x="1109" y="248"/>
                  <a:pt x="1110" y="251"/>
                  <a:pt x="1111" y="253"/>
                </a:cubicBezTo>
                <a:cubicBezTo>
                  <a:pt x="1111" y="255"/>
                  <a:pt x="1113" y="257"/>
                  <a:pt x="1115" y="259"/>
                </a:cubicBezTo>
                <a:cubicBezTo>
                  <a:pt x="1117" y="260"/>
                  <a:pt x="1120" y="261"/>
                  <a:pt x="1123" y="261"/>
                </a:cubicBezTo>
                <a:cubicBezTo>
                  <a:pt x="1126" y="261"/>
                  <a:pt x="1129" y="260"/>
                  <a:pt x="1132" y="258"/>
                </a:cubicBezTo>
                <a:cubicBezTo>
                  <a:pt x="1135" y="257"/>
                  <a:pt x="1136" y="255"/>
                  <a:pt x="1138" y="253"/>
                </a:cubicBezTo>
                <a:close/>
                <a:moveTo>
                  <a:pt x="1128" y="224"/>
                </a:moveTo>
                <a:cubicBezTo>
                  <a:pt x="1130" y="224"/>
                  <a:pt x="1131" y="224"/>
                  <a:pt x="1132" y="225"/>
                </a:cubicBezTo>
                <a:cubicBezTo>
                  <a:pt x="1132" y="226"/>
                  <a:pt x="1133" y="228"/>
                  <a:pt x="1133" y="229"/>
                </a:cubicBezTo>
                <a:cubicBezTo>
                  <a:pt x="1133" y="232"/>
                  <a:pt x="1132" y="234"/>
                  <a:pt x="1130" y="235"/>
                </a:cubicBezTo>
                <a:cubicBezTo>
                  <a:pt x="1129" y="237"/>
                  <a:pt x="1126" y="238"/>
                  <a:pt x="1124" y="239"/>
                </a:cubicBezTo>
                <a:cubicBezTo>
                  <a:pt x="1121" y="240"/>
                  <a:pt x="1119" y="241"/>
                  <a:pt x="1116" y="241"/>
                </a:cubicBezTo>
                <a:cubicBezTo>
                  <a:pt x="1117" y="238"/>
                  <a:pt x="1117" y="236"/>
                  <a:pt x="1118" y="233"/>
                </a:cubicBezTo>
                <a:cubicBezTo>
                  <a:pt x="1119" y="230"/>
                  <a:pt x="1121" y="228"/>
                  <a:pt x="1122" y="226"/>
                </a:cubicBezTo>
                <a:cubicBezTo>
                  <a:pt x="1124" y="225"/>
                  <a:pt x="1126" y="224"/>
                  <a:pt x="1128" y="224"/>
                </a:cubicBezTo>
                <a:close/>
                <a:moveTo>
                  <a:pt x="1175" y="254"/>
                </a:moveTo>
                <a:cubicBezTo>
                  <a:pt x="1182" y="204"/>
                  <a:pt x="1182" y="204"/>
                  <a:pt x="1182" y="204"/>
                </a:cubicBezTo>
                <a:cubicBezTo>
                  <a:pt x="1181" y="204"/>
                  <a:pt x="1181" y="204"/>
                  <a:pt x="1181" y="204"/>
                </a:cubicBezTo>
                <a:cubicBezTo>
                  <a:pt x="1171" y="205"/>
                  <a:pt x="1171" y="205"/>
                  <a:pt x="1171" y="205"/>
                </a:cubicBezTo>
                <a:cubicBezTo>
                  <a:pt x="1170" y="207"/>
                  <a:pt x="1170" y="207"/>
                  <a:pt x="1170" y="207"/>
                </a:cubicBezTo>
                <a:cubicBezTo>
                  <a:pt x="1175" y="208"/>
                  <a:pt x="1175" y="208"/>
                  <a:pt x="1175" y="208"/>
                </a:cubicBezTo>
                <a:cubicBezTo>
                  <a:pt x="1173" y="221"/>
                  <a:pt x="1173" y="221"/>
                  <a:pt x="1173" y="221"/>
                </a:cubicBezTo>
                <a:cubicBezTo>
                  <a:pt x="1171" y="220"/>
                  <a:pt x="1169" y="220"/>
                  <a:pt x="1168" y="220"/>
                </a:cubicBezTo>
                <a:cubicBezTo>
                  <a:pt x="1163" y="220"/>
                  <a:pt x="1159" y="222"/>
                  <a:pt x="1156" y="224"/>
                </a:cubicBezTo>
                <a:cubicBezTo>
                  <a:pt x="1152" y="227"/>
                  <a:pt x="1150" y="230"/>
                  <a:pt x="1148" y="234"/>
                </a:cubicBezTo>
                <a:cubicBezTo>
                  <a:pt x="1146" y="238"/>
                  <a:pt x="1145" y="242"/>
                  <a:pt x="1145" y="246"/>
                </a:cubicBezTo>
                <a:cubicBezTo>
                  <a:pt x="1145" y="250"/>
                  <a:pt x="1146" y="254"/>
                  <a:pt x="1148" y="257"/>
                </a:cubicBezTo>
                <a:cubicBezTo>
                  <a:pt x="1150" y="259"/>
                  <a:pt x="1153" y="261"/>
                  <a:pt x="1157" y="261"/>
                </a:cubicBezTo>
                <a:cubicBezTo>
                  <a:pt x="1159" y="261"/>
                  <a:pt x="1162" y="260"/>
                  <a:pt x="1163" y="259"/>
                </a:cubicBezTo>
                <a:cubicBezTo>
                  <a:pt x="1165" y="258"/>
                  <a:pt x="1167" y="256"/>
                  <a:pt x="1168" y="255"/>
                </a:cubicBezTo>
                <a:cubicBezTo>
                  <a:pt x="1168" y="256"/>
                  <a:pt x="1168" y="256"/>
                  <a:pt x="1168" y="256"/>
                </a:cubicBezTo>
                <a:cubicBezTo>
                  <a:pt x="1168" y="259"/>
                  <a:pt x="1170" y="261"/>
                  <a:pt x="1173" y="261"/>
                </a:cubicBezTo>
                <a:cubicBezTo>
                  <a:pt x="1174" y="261"/>
                  <a:pt x="1176" y="260"/>
                  <a:pt x="1177" y="259"/>
                </a:cubicBezTo>
                <a:cubicBezTo>
                  <a:pt x="1178" y="258"/>
                  <a:pt x="1179" y="257"/>
                  <a:pt x="1180" y="256"/>
                </a:cubicBezTo>
                <a:cubicBezTo>
                  <a:pt x="1179" y="255"/>
                  <a:pt x="1179" y="255"/>
                  <a:pt x="1179" y="255"/>
                </a:cubicBezTo>
                <a:cubicBezTo>
                  <a:pt x="1178" y="256"/>
                  <a:pt x="1177" y="256"/>
                  <a:pt x="1176" y="256"/>
                </a:cubicBezTo>
                <a:cubicBezTo>
                  <a:pt x="1175" y="256"/>
                  <a:pt x="1175" y="256"/>
                  <a:pt x="1175" y="255"/>
                </a:cubicBezTo>
                <a:cubicBezTo>
                  <a:pt x="1175" y="254"/>
                  <a:pt x="1175" y="254"/>
                  <a:pt x="1175" y="254"/>
                </a:cubicBezTo>
                <a:close/>
                <a:moveTo>
                  <a:pt x="1172" y="225"/>
                </a:moveTo>
                <a:cubicBezTo>
                  <a:pt x="1169" y="250"/>
                  <a:pt x="1169" y="250"/>
                  <a:pt x="1169" y="250"/>
                </a:cubicBezTo>
                <a:cubicBezTo>
                  <a:pt x="1168" y="252"/>
                  <a:pt x="1166" y="253"/>
                  <a:pt x="1164" y="254"/>
                </a:cubicBezTo>
                <a:cubicBezTo>
                  <a:pt x="1163" y="256"/>
                  <a:pt x="1161" y="256"/>
                  <a:pt x="1159" y="256"/>
                </a:cubicBezTo>
                <a:cubicBezTo>
                  <a:pt x="1157" y="256"/>
                  <a:pt x="1155" y="255"/>
                  <a:pt x="1154" y="253"/>
                </a:cubicBezTo>
                <a:cubicBezTo>
                  <a:pt x="1153" y="252"/>
                  <a:pt x="1153" y="249"/>
                  <a:pt x="1153" y="246"/>
                </a:cubicBezTo>
                <a:cubicBezTo>
                  <a:pt x="1153" y="242"/>
                  <a:pt x="1153" y="239"/>
                  <a:pt x="1154" y="236"/>
                </a:cubicBezTo>
                <a:cubicBezTo>
                  <a:pt x="1155" y="232"/>
                  <a:pt x="1157" y="230"/>
                  <a:pt x="1159" y="227"/>
                </a:cubicBezTo>
                <a:cubicBezTo>
                  <a:pt x="1161" y="225"/>
                  <a:pt x="1164" y="224"/>
                  <a:pt x="1167" y="224"/>
                </a:cubicBezTo>
                <a:cubicBezTo>
                  <a:pt x="1169" y="224"/>
                  <a:pt x="1171" y="224"/>
                  <a:pt x="1172" y="225"/>
                </a:cubicBezTo>
                <a:close/>
                <a:moveTo>
                  <a:pt x="1198" y="254"/>
                </a:moveTo>
                <a:cubicBezTo>
                  <a:pt x="1202" y="221"/>
                  <a:pt x="1202" y="221"/>
                  <a:pt x="1202" y="221"/>
                </a:cubicBezTo>
                <a:cubicBezTo>
                  <a:pt x="1201" y="220"/>
                  <a:pt x="1201" y="220"/>
                  <a:pt x="1201" y="220"/>
                </a:cubicBezTo>
                <a:cubicBezTo>
                  <a:pt x="1191" y="222"/>
                  <a:pt x="1191" y="222"/>
                  <a:pt x="1191" y="222"/>
                </a:cubicBezTo>
                <a:cubicBezTo>
                  <a:pt x="1190" y="224"/>
                  <a:pt x="1190" y="224"/>
                  <a:pt x="1190" y="224"/>
                </a:cubicBezTo>
                <a:cubicBezTo>
                  <a:pt x="1195" y="226"/>
                  <a:pt x="1195" y="226"/>
                  <a:pt x="1195" y="226"/>
                </a:cubicBezTo>
                <a:cubicBezTo>
                  <a:pt x="1194" y="233"/>
                  <a:pt x="1193" y="239"/>
                  <a:pt x="1192" y="243"/>
                </a:cubicBezTo>
                <a:cubicBezTo>
                  <a:pt x="1191" y="251"/>
                  <a:pt x="1191" y="255"/>
                  <a:pt x="1191" y="256"/>
                </a:cubicBezTo>
                <a:cubicBezTo>
                  <a:pt x="1190" y="258"/>
                  <a:pt x="1191" y="259"/>
                  <a:pt x="1192" y="260"/>
                </a:cubicBezTo>
                <a:cubicBezTo>
                  <a:pt x="1192" y="260"/>
                  <a:pt x="1194" y="261"/>
                  <a:pt x="1195" y="261"/>
                </a:cubicBezTo>
                <a:cubicBezTo>
                  <a:pt x="1197" y="261"/>
                  <a:pt x="1199" y="260"/>
                  <a:pt x="1200" y="259"/>
                </a:cubicBezTo>
                <a:cubicBezTo>
                  <a:pt x="1202" y="258"/>
                  <a:pt x="1203" y="257"/>
                  <a:pt x="1203" y="256"/>
                </a:cubicBezTo>
                <a:cubicBezTo>
                  <a:pt x="1202" y="254"/>
                  <a:pt x="1202" y="254"/>
                  <a:pt x="1202" y="254"/>
                </a:cubicBezTo>
                <a:cubicBezTo>
                  <a:pt x="1202" y="255"/>
                  <a:pt x="1201" y="256"/>
                  <a:pt x="1200" y="256"/>
                </a:cubicBezTo>
                <a:cubicBezTo>
                  <a:pt x="1200" y="256"/>
                  <a:pt x="1199" y="256"/>
                  <a:pt x="1199" y="256"/>
                </a:cubicBezTo>
                <a:cubicBezTo>
                  <a:pt x="1198" y="256"/>
                  <a:pt x="1198" y="256"/>
                  <a:pt x="1198" y="256"/>
                </a:cubicBezTo>
                <a:cubicBezTo>
                  <a:pt x="1198" y="256"/>
                  <a:pt x="1198" y="255"/>
                  <a:pt x="1198" y="255"/>
                </a:cubicBezTo>
                <a:lnTo>
                  <a:pt x="1198" y="254"/>
                </a:lnTo>
                <a:close/>
                <a:moveTo>
                  <a:pt x="1200" y="213"/>
                </a:moveTo>
                <a:cubicBezTo>
                  <a:pt x="1201" y="213"/>
                  <a:pt x="1202" y="212"/>
                  <a:pt x="1203" y="211"/>
                </a:cubicBezTo>
                <a:cubicBezTo>
                  <a:pt x="1204" y="210"/>
                  <a:pt x="1205" y="209"/>
                  <a:pt x="1205" y="207"/>
                </a:cubicBezTo>
                <a:cubicBezTo>
                  <a:pt x="1205" y="206"/>
                  <a:pt x="1204" y="206"/>
                  <a:pt x="1204" y="205"/>
                </a:cubicBezTo>
                <a:cubicBezTo>
                  <a:pt x="1203" y="204"/>
                  <a:pt x="1202" y="204"/>
                  <a:pt x="1201" y="204"/>
                </a:cubicBezTo>
                <a:cubicBezTo>
                  <a:pt x="1200" y="204"/>
                  <a:pt x="1198" y="204"/>
                  <a:pt x="1198" y="205"/>
                </a:cubicBezTo>
                <a:cubicBezTo>
                  <a:pt x="1197" y="206"/>
                  <a:pt x="1196" y="207"/>
                  <a:pt x="1196" y="209"/>
                </a:cubicBezTo>
                <a:cubicBezTo>
                  <a:pt x="1196" y="210"/>
                  <a:pt x="1197" y="211"/>
                  <a:pt x="1197" y="212"/>
                </a:cubicBezTo>
                <a:cubicBezTo>
                  <a:pt x="1198" y="212"/>
                  <a:pt x="1199" y="213"/>
                  <a:pt x="1200" y="213"/>
                </a:cubicBezTo>
                <a:close/>
                <a:moveTo>
                  <a:pt x="1237" y="228"/>
                </a:moveTo>
                <a:cubicBezTo>
                  <a:pt x="1238" y="229"/>
                  <a:pt x="1238" y="229"/>
                  <a:pt x="1238" y="229"/>
                </a:cubicBezTo>
                <a:cubicBezTo>
                  <a:pt x="1240" y="222"/>
                  <a:pt x="1240" y="222"/>
                  <a:pt x="1240" y="222"/>
                </a:cubicBezTo>
                <a:cubicBezTo>
                  <a:pt x="1239" y="221"/>
                  <a:pt x="1238" y="221"/>
                  <a:pt x="1237" y="221"/>
                </a:cubicBezTo>
                <a:cubicBezTo>
                  <a:pt x="1235" y="220"/>
                  <a:pt x="1234" y="220"/>
                  <a:pt x="1232" y="220"/>
                </a:cubicBezTo>
                <a:cubicBezTo>
                  <a:pt x="1228" y="220"/>
                  <a:pt x="1224" y="221"/>
                  <a:pt x="1221" y="224"/>
                </a:cubicBezTo>
                <a:cubicBezTo>
                  <a:pt x="1218" y="227"/>
                  <a:pt x="1216" y="230"/>
                  <a:pt x="1214" y="234"/>
                </a:cubicBezTo>
                <a:cubicBezTo>
                  <a:pt x="1213" y="237"/>
                  <a:pt x="1212" y="241"/>
                  <a:pt x="1212" y="245"/>
                </a:cubicBezTo>
                <a:cubicBezTo>
                  <a:pt x="1212" y="250"/>
                  <a:pt x="1213" y="254"/>
                  <a:pt x="1215" y="257"/>
                </a:cubicBezTo>
                <a:cubicBezTo>
                  <a:pt x="1217" y="259"/>
                  <a:pt x="1220" y="261"/>
                  <a:pt x="1224" y="261"/>
                </a:cubicBezTo>
                <a:cubicBezTo>
                  <a:pt x="1227" y="261"/>
                  <a:pt x="1230" y="260"/>
                  <a:pt x="1232" y="259"/>
                </a:cubicBezTo>
                <a:cubicBezTo>
                  <a:pt x="1235" y="257"/>
                  <a:pt x="1236" y="256"/>
                  <a:pt x="1238" y="254"/>
                </a:cubicBezTo>
                <a:cubicBezTo>
                  <a:pt x="1236" y="252"/>
                  <a:pt x="1236" y="252"/>
                  <a:pt x="1236" y="252"/>
                </a:cubicBezTo>
                <a:cubicBezTo>
                  <a:pt x="1235" y="253"/>
                  <a:pt x="1233" y="254"/>
                  <a:pt x="1232" y="255"/>
                </a:cubicBezTo>
                <a:cubicBezTo>
                  <a:pt x="1230" y="256"/>
                  <a:pt x="1229" y="256"/>
                  <a:pt x="1227" y="256"/>
                </a:cubicBezTo>
                <a:cubicBezTo>
                  <a:pt x="1224" y="256"/>
                  <a:pt x="1222" y="255"/>
                  <a:pt x="1221" y="253"/>
                </a:cubicBezTo>
                <a:cubicBezTo>
                  <a:pt x="1220" y="251"/>
                  <a:pt x="1219" y="248"/>
                  <a:pt x="1219" y="244"/>
                </a:cubicBezTo>
                <a:cubicBezTo>
                  <a:pt x="1219" y="240"/>
                  <a:pt x="1219" y="237"/>
                  <a:pt x="1221" y="234"/>
                </a:cubicBezTo>
                <a:cubicBezTo>
                  <a:pt x="1222" y="231"/>
                  <a:pt x="1223" y="229"/>
                  <a:pt x="1225" y="227"/>
                </a:cubicBezTo>
                <a:cubicBezTo>
                  <a:pt x="1227" y="225"/>
                  <a:pt x="1229" y="225"/>
                  <a:pt x="1231" y="225"/>
                </a:cubicBezTo>
                <a:cubicBezTo>
                  <a:pt x="1232" y="225"/>
                  <a:pt x="1235" y="226"/>
                  <a:pt x="1237" y="228"/>
                </a:cubicBezTo>
                <a:close/>
                <a:moveTo>
                  <a:pt x="1255" y="254"/>
                </a:moveTo>
                <a:cubicBezTo>
                  <a:pt x="1260" y="221"/>
                  <a:pt x="1260" y="221"/>
                  <a:pt x="1260" y="221"/>
                </a:cubicBezTo>
                <a:cubicBezTo>
                  <a:pt x="1259" y="220"/>
                  <a:pt x="1259" y="220"/>
                  <a:pt x="1259" y="220"/>
                </a:cubicBezTo>
                <a:cubicBezTo>
                  <a:pt x="1249" y="222"/>
                  <a:pt x="1249" y="222"/>
                  <a:pt x="1249" y="222"/>
                </a:cubicBezTo>
                <a:cubicBezTo>
                  <a:pt x="1248" y="224"/>
                  <a:pt x="1248" y="224"/>
                  <a:pt x="1248" y="224"/>
                </a:cubicBezTo>
                <a:cubicBezTo>
                  <a:pt x="1253" y="226"/>
                  <a:pt x="1253" y="226"/>
                  <a:pt x="1253" y="226"/>
                </a:cubicBezTo>
                <a:cubicBezTo>
                  <a:pt x="1252" y="233"/>
                  <a:pt x="1251" y="239"/>
                  <a:pt x="1250" y="243"/>
                </a:cubicBezTo>
                <a:cubicBezTo>
                  <a:pt x="1249" y="251"/>
                  <a:pt x="1248" y="255"/>
                  <a:pt x="1248" y="256"/>
                </a:cubicBezTo>
                <a:cubicBezTo>
                  <a:pt x="1248" y="258"/>
                  <a:pt x="1249" y="259"/>
                  <a:pt x="1249" y="260"/>
                </a:cubicBezTo>
                <a:cubicBezTo>
                  <a:pt x="1250" y="260"/>
                  <a:pt x="1251" y="261"/>
                  <a:pt x="1253" y="261"/>
                </a:cubicBezTo>
                <a:cubicBezTo>
                  <a:pt x="1255" y="261"/>
                  <a:pt x="1256" y="260"/>
                  <a:pt x="1258" y="259"/>
                </a:cubicBezTo>
                <a:cubicBezTo>
                  <a:pt x="1259" y="258"/>
                  <a:pt x="1260" y="257"/>
                  <a:pt x="1261" y="256"/>
                </a:cubicBezTo>
                <a:cubicBezTo>
                  <a:pt x="1260" y="254"/>
                  <a:pt x="1260" y="254"/>
                  <a:pt x="1260" y="254"/>
                </a:cubicBezTo>
                <a:cubicBezTo>
                  <a:pt x="1259" y="255"/>
                  <a:pt x="1259" y="256"/>
                  <a:pt x="1258" y="256"/>
                </a:cubicBezTo>
                <a:cubicBezTo>
                  <a:pt x="1258" y="256"/>
                  <a:pt x="1257" y="256"/>
                  <a:pt x="1256" y="256"/>
                </a:cubicBezTo>
                <a:cubicBezTo>
                  <a:pt x="1256" y="256"/>
                  <a:pt x="1256" y="256"/>
                  <a:pt x="1256" y="256"/>
                </a:cubicBezTo>
                <a:cubicBezTo>
                  <a:pt x="1255" y="256"/>
                  <a:pt x="1255" y="255"/>
                  <a:pt x="1255" y="255"/>
                </a:cubicBezTo>
                <a:lnTo>
                  <a:pt x="1255" y="254"/>
                </a:lnTo>
                <a:close/>
                <a:moveTo>
                  <a:pt x="1258" y="213"/>
                </a:moveTo>
                <a:cubicBezTo>
                  <a:pt x="1259" y="213"/>
                  <a:pt x="1260" y="212"/>
                  <a:pt x="1261" y="211"/>
                </a:cubicBezTo>
                <a:cubicBezTo>
                  <a:pt x="1262" y="210"/>
                  <a:pt x="1262" y="209"/>
                  <a:pt x="1262" y="207"/>
                </a:cubicBezTo>
                <a:cubicBezTo>
                  <a:pt x="1262" y="206"/>
                  <a:pt x="1262" y="206"/>
                  <a:pt x="1261" y="205"/>
                </a:cubicBezTo>
                <a:cubicBezTo>
                  <a:pt x="1261" y="204"/>
                  <a:pt x="1260" y="204"/>
                  <a:pt x="1259" y="204"/>
                </a:cubicBezTo>
                <a:cubicBezTo>
                  <a:pt x="1257" y="204"/>
                  <a:pt x="1256" y="204"/>
                  <a:pt x="1255" y="205"/>
                </a:cubicBezTo>
                <a:cubicBezTo>
                  <a:pt x="1254" y="206"/>
                  <a:pt x="1254" y="207"/>
                  <a:pt x="1254" y="209"/>
                </a:cubicBezTo>
                <a:cubicBezTo>
                  <a:pt x="1254" y="210"/>
                  <a:pt x="1254" y="211"/>
                  <a:pt x="1255" y="212"/>
                </a:cubicBezTo>
                <a:cubicBezTo>
                  <a:pt x="1256" y="212"/>
                  <a:pt x="1257" y="213"/>
                  <a:pt x="1258" y="213"/>
                </a:cubicBezTo>
                <a:close/>
                <a:moveTo>
                  <a:pt x="1282" y="229"/>
                </a:moveTo>
                <a:cubicBezTo>
                  <a:pt x="1283" y="221"/>
                  <a:pt x="1283" y="221"/>
                  <a:pt x="1283" y="221"/>
                </a:cubicBezTo>
                <a:cubicBezTo>
                  <a:pt x="1281" y="220"/>
                  <a:pt x="1281" y="220"/>
                  <a:pt x="1281" y="220"/>
                </a:cubicBezTo>
                <a:cubicBezTo>
                  <a:pt x="1273" y="222"/>
                  <a:pt x="1273" y="222"/>
                  <a:pt x="1273" y="222"/>
                </a:cubicBezTo>
                <a:cubicBezTo>
                  <a:pt x="1272" y="224"/>
                  <a:pt x="1272" y="224"/>
                  <a:pt x="1272" y="224"/>
                </a:cubicBezTo>
                <a:cubicBezTo>
                  <a:pt x="1275" y="226"/>
                  <a:pt x="1275" y="226"/>
                  <a:pt x="1275" y="226"/>
                </a:cubicBezTo>
                <a:cubicBezTo>
                  <a:pt x="1271" y="260"/>
                  <a:pt x="1271" y="260"/>
                  <a:pt x="1271" y="260"/>
                </a:cubicBezTo>
                <a:cubicBezTo>
                  <a:pt x="1278" y="260"/>
                  <a:pt x="1278" y="260"/>
                  <a:pt x="1278" y="260"/>
                </a:cubicBezTo>
                <a:cubicBezTo>
                  <a:pt x="1281" y="235"/>
                  <a:pt x="1281" y="235"/>
                  <a:pt x="1281" y="235"/>
                </a:cubicBezTo>
                <a:cubicBezTo>
                  <a:pt x="1283" y="232"/>
                  <a:pt x="1285" y="230"/>
                  <a:pt x="1287" y="228"/>
                </a:cubicBezTo>
                <a:cubicBezTo>
                  <a:pt x="1289" y="226"/>
                  <a:pt x="1291" y="225"/>
                  <a:pt x="1293" y="225"/>
                </a:cubicBezTo>
                <a:cubicBezTo>
                  <a:pt x="1295" y="225"/>
                  <a:pt x="1296" y="226"/>
                  <a:pt x="1297" y="226"/>
                </a:cubicBezTo>
                <a:cubicBezTo>
                  <a:pt x="1297" y="227"/>
                  <a:pt x="1298" y="229"/>
                  <a:pt x="1298" y="231"/>
                </a:cubicBezTo>
                <a:cubicBezTo>
                  <a:pt x="1298" y="233"/>
                  <a:pt x="1297" y="234"/>
                  <a:pt x="1297" y="236"/>
                </a:cubicBezTo>
                <a:cubicBezTo>
                  <a:pt x="1297" y="238"/>
                  <a:pt x="1297" y="240"/>
                  <a:pt x="1296" y="243"/>
                </a:cubicBezTo>
                <a:cubicBezTo>
                  <a:pt x="1296" y="245"/>
                  <a:pt x="1296" y="245"/>
                  <a:pt x="1296" y="245"/>
                </a:cubicBezTo>
                <a:cubicBezTo>
                  <a:pt x="1295" y="248"/>
                  <a:pt x="1295" y="248"/>
                  <a:pt x="1295" y="248"/>
                </a:cubicBezTo>
                <a:cubicBezTo>
                  <a:pt x="1294" y="252"/>
                  <a:pt x="1294" y="255"/>
                  <a:pt x="1294" y="256"/>
                </a:cubicBezTo>
                <a:cubicBezTo>
                  <a:pt x="1294" y="259"/>
                  <a:pt x="1295" y="261"/>
                  <a:pt x="1298" y="261"/>
                </a:cubicBezTo>
                <a:cubicBezTo>
                  <a:pt x="1300" y="261"/>
                  <a:pt x="1301" y="260"/>
                  <a:pt x="1302" y="260"/>
                </a:cubicBezTo>
                <a:cubicBezTo>
                  <a:pt x="1303" y="259"/>
                  <a:pt x="1304" y="259"/>
                  <a:pt x="1305" y="258"/>
                </a:cubicBezTo>
                <a:cubicBezTo>
                  <a:pt x="1305" y="258"/>
                  <a:pt x="1306" y="257"/>
                  <a:pt x="1306" y="257"/>
                </a:cubicBezTo>
                <a:cubicBezTo>
                  <a:pt x="1305" y="255"/>
                  <a:pt x="1305" y="255"/>
                  <a:pt x="1305" y="255"/>
                </a:cubicBezTo>
                <a:cubicBezTo>
                  <a:pt x="1304" y="256"/>
                  <a:pt x="1303" y="256"/>
                  <a:pt x="1302" y="256"/>
                </a:cubicBezTo>
                <a:cubicBezTo>
                  <a:pt x="1301" y="256"/>
                  <a:pt x="1301" y="256"/>
                  <a:pt x="1301" y="255"/>
                </a:cubicBezTo>
                <a:cubicBezTo>
                  <a:pt x="1301" y="253"/>
                  <a:pt x="1301" y="250"/>
                  <a:pt x="1302" y="246"/>
                </a:cubicBezTo>
                <a:cubicBezTo>
                  <a:pt x="1303" y="243"/>
                  <a:pt x="1303" y="243"/>
                  <a:pt x="1303" y="243"/>
                </a:cubicBezTo>
                <a:cubicBezTo>
                  <a:pt x="1303" y="241"/>
                  <a:pt x="1303" y="241"/>
                  <a:pt x="1303" y="241"/>
                </a:cubicBezTo>
                <a:cubicBezTo>
                  <a:pt x="1304" y="236"/>
                  <a:pt x="1305" y="232"/>
                  <a:pt x="1305" y="230"/>
                </a:cubicBezTo>
                <a:cubicBezTo>
                  <a:pt x="1305" y="227"/>
                  <a:pt x="1304" y="224"/>
                  <a:pt x="1302" y="223"/>
                </a:cubicBezTo>
                <a:cubicBezTo>
                  <a:pt x="1301" y="221"/>
                  <a:pt x="1299" y="220"/>
                  <a:pt x="1296" y="220"/>
                </a:cubicBezTo>
                <a:cubicBezTo>
                  <a:pt x="1294" y="220"/>
                  <a:pt x="1291" y="221"/>
                  <a:pt x="1289" y="223"/>
                </a:cubicBezTo>
                <a:cubicBezTo>
                  <a:pt x="1286" y="224"/>
                  <a:pt x="1284" y="227"/>
                  <a:pt x="1282" y="229"/>
                </a:cubicBezTo>
                <a:close/>
                <a:moveTo>
                  <a:pt x="1342" y="253"/>
                </a:moveTo>
                <a:cubicBezTo>
                  <a:pt x="1340" y="251"/>
                  <a:pt x="1340" y="251"/>
                  <a:pt x="1340" y="251"/>
                </a:cubicBezTo>
                <a:cubicBezTo>
                  <a:pt x="1339" y="253"/>
                  <a:pt x="1337" y="254"/>
                  <a:pt x="1335" y="255"/>
                </a:cubicBezTo>
                <a:cubicBezTo>
                  <a:pt x="1333" y="256"/>
                  <a:pt x="1331" y="256"/>
                  <a:pt x="1329" y="256"/>
                </a:cubicBezTo>
                <a:cubicBezTo>
                  <a:pt x="1326" y="256"/>
                  <a:pt x="1323" y="255"/>
                  <a:pt x="1322" y="253"/>
                </a:cubicBezTo>
                <a:cubicBezTo>
                  <a:pt x="1321" y="250"/>
                  <a:pt x="1320" y="247"/>
                  <a:pt x="1320" y="244"/>
                </a:cubicBezTo>
                <a:cubicBezTo>
                  <a:pt x="1323" y="244"/>
                  <a:pt x="1327" y="244"/>
                  <a:pt x="1330" y="242"/>
                </a:cubicBezTo>
                <a:cubicBezTo>
                  <a:pt x="1334" y="241"/>
                  <a:pt x="1337" y="240"/>
                  <a:pt x="1340" y="237"/>
                </a:cubicBezTo>
                <a:cubicBezTo>
                  <a:pt x="1342" y="235"/>
                  <a:pt x="1344" y="232"/>
                  <a:pt x="1344" y="229"/>
                </a:cubicBezTo>
                <a:cubicBezTo>
                  <a:pt x="1344" y="226"/>
                  <a:pt x="1343" y="224"/>
                  <a:pt x="1341" y="223"/>
                </a:cubicBezTo>
                <a:cubicBezTo>
                  <a:pt x="1340" y="221"/>
                  <a:pt x="1337" y="220"/>
                  <a:pt x="1334" y="220"/>
                </a:cubicBezTo>
                <a:cubicBezTo>
                  <a:pt x="1330" y="220"/>
                  <a:pt x="1326" y="221"/>
                  <a:pt x="1323" y="224"/>
                </a:cubicBezTo>
                <a:cubicBezTo>
                  <a:pt x="1320" y="226"/>
                  <a:pt x="1318" y="229"/>
                  <a:pt x="1316" y="233"/>
                </a:cubicBezTo>
                <a:cubicBezTo>
                  <a:pt x="1314" y="237"/>
                  <a:pt x="1313" y="241"/>
                  <a:pt x="1313" y="246"/>
                </a:cubicBezTo>
                <a:cubicBezTo>
                  <a:pt x="1313" y="248"/>
                  <a:pt x="1314" y="251"/>
                  <a:pt x="1315" y="253"/>
                </a:cubicBezTo>
                <a:cubicBezTo>
                  <a:pt x="1316" y="255"/>
                  <a:pt x="1317" y="257"/>
                  <a:pt x="1319" y="259"/>
                </a:cubicBezTo>
                <a:cubicBezTo>
                  <a:pt x="1321" y="260"/>
                  <a:pt x="1324" y="261"/>
                  <a:pt x="1327" y="261"/>
                </a:cubicBezTo>
                <a:cubicBezTo>
                  <a:pt x="1330" y="261"/>
                  <a:pt x="1333" y="260"/>
                  <a:pt x="1336" y="258"/>
                </a:cubicBezTo>
                <a:cubicBezTo>
                  <a:pt x="1339" y="257"/>
                  <a:pt x="1341" y="255"/>
                  <a:pt x="1342" y="253"/>
                </a:cubicBezTo>
                <a:close/>
                <a:moveTo>
                  <a:pt x="1332" y="224"/>
                </a:moveTo>
                <a:cubicBezTo>
                  <a:pt x="1334" y="224"/>
                  <a:pt x="1335" y="224"/>
                  <a:pt x="1336" y="225"/>
                </a:cubicBezTo>
                <a:cubicBezTo>
                  <a:pt x="1337" y="226"/>
                  <a:pt x="1337" y="228"/>
                  <a:pt x="1337" y="229"/>
                </a:cubicBezTo>
                <a:cubicBezTo>
                  <a:pt x="1337" y="232"/>
                  <a:pt x="1336" y="234"/>
                  <a:pt x="1334" y="235"/>
                </a:cubicBezTo>
                <a:cubicBezTo>
                  <a:pt x="1333" y="237"/>
                  <a:pt x="1331" y="238"/>
                  <a:pt x="1328" y="239"/>
                </a:cubicBezTo>
                <a:cubicBezTo>
                  <a:pt x="1325" y="240"/>
                  <a:pt x="1323" y="241"/>
                  <a:pt x="1321" y="241"/>
                </a:cubicBezTo>
                <a:cubicBezTo>
                  <a:pt x="1321" y="238"/>
                  <a:pt x="1321" y="236"/>
                  <a:pt x="1322" y="233"/>
                </a:cubicBezTo>
                <a:cubicBezTo>
                  <a:pt x="1323" y="230"/>
                  <a:pt x="1325" y="228"/>
                  <a:pt x="1326" y="226"/>
                </a:cubicBezTo>
                <a:cubicBezTo>
                  <a:pt x="1328" y="225"/>
                  <a:pt x="1330" y="224"/>
                  <a:pt x="1332" y="224"/>
                </a:cubicBezTo>
                <a:close/>
              </a:path>
            </a:pathLst>
          </a:custGeom>
          <a:solidFill xmlns:a="http://schemas.openxmlformats.org/drawingml/2006/main">
            <a:schemeClr val="tx2"/>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sz="18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93" r:id="Raa6d6d655e174b9a"/>
    <p:sldLayoutId xmlns:r="http://schemas.openxmlformats.org/officeDocument/2006/relationships" id="2147483694" r:id="R7a67a3fe32b54c8f"/>
    <p:sldLayoutId xmlns:r="http://schemas.openxmlformats.org/officeDocument/2006/relationships" id="2147483695" r:id="R8a8dc7b975694515"/>
    <p:sldLayoutId xmlns:r="http://schemas.openxmlformats.org/officeDocument/2006/relationships" id="2147483696" r:id="Rfe37b9d6aa2240dd"/>
    <p:sldLayoutId xmlns:r="http://schemas.openxmlformats.org/officeDocument/2006/relationships" id="2147483697" r:id="R080c3a7e0a8247bf"/>
    <p:sldLayoutId xmlns:r="http://schemas.openxmlformats.org/officeDocument/2006/relationships" id="2147483698" r:id="R5dd5cf704ce94ec1"/>
    <p:sldLayoutId xmlns:r="http://schemas.openxmlformats.org/officeDocument/2006/relationships" id="2147483699" r:id="Rdd1c2ee23e1b4a07"/>
    <p:sldLayoutId xmlns:r="http://schemas.openxmlformats.org/officeDocument/2006/relationships" id="2147483700" r:id="Rfa62ee3869e44a2a"/>
    <p:sldLayoutId xmlns:r="http://schemas.openxmlformats.org/officeDocument/2006/relationships" id="2147483701" r:id="R5f932ba4c94642be"/>
    <p:sldLayoutId xmlns:r="http://schemas.openxmlformats.org/officeDocument/2006/relationships" id="2147483702" r:id="R3dbd023ff34b4839"/>
    <p:sldLayoutId xmlns:r="http://schemas.openxmlformats.org/officeDocument/2006/relationships" id="2147483703" r:id="Re06b220afe04441b"/>
    <p:sldLayoutId xmlns:r="http://schemas.openxmlformats.org/officeDocument/2006/relationships" id="2147483704" r:id="R553240a37c104a9d"/>
    <p:sldLayoutId xmlns:r="http://schemas.openxmlformats.org/officeDocument/2006/relationships" id="2147483705" r:id="Rdf88447bb8b14613"/>
    <p:sldLayoutId xmlns:r="http://schemas.openxmlformats.org/officeDocument/2006/relationships" id="2147483706" r:id="Ra96f34ec7dca4ad0"/>
    <p:sldLayoutId xmlns:r="http://schemas.openxmlformats.org/officeDocument/2006/relationships" id="2147483707" r:id="R251902677ee94db2"/>
    <p:sldLayoutId xmlns:r="http://schemas.openxmlformats.org/officeDocument/2006/relationships" id="2147483708" r:id="Rb7e637060ed24378"/>
    <p:sldLayoutId xmlns:r="http://schemas.openxmlformats.org/officeDocument/2006/relationships" id="2147483709" r:id="R5d2158f2642146a1"/>
    <p:sldLayoutId xmlns:r="http://schemas.openxmlformats.org/officeDocument/2006/relationships" id="2147483710" r:id="Rafbbf57382bf48c8"/>
    <p:sldLayoutId xmlns:r="http://schemas.openxmlformats.org/officeDocument/2006/relationships" id="2147483711" r:id="R50c450fdc2324237"/>
    <p:sldLayoutId xmlns:r="http://schemas.openxmlformats.org/officeDocument/2006/relationships" id="2147483712" r:id="Rc58bd952ead84e6a"/>
    <p:sldLayoutId xmlns:r="http://schemas.openxmlformats.org/officeDocument/2006/relationships" id="2147483713" r:id="Rb64101a8a0e14414"/>
    <p:sldLayoutId xmlns:r="http://schemas.openxmlformats.org/officeDocument/2006/relationships" id="2147483714" r:id="Rcbf4fefd81a8478b"/>
    <p:sldLayoutId xmlns:r="http://schemas.openxmlformats.org/officeDocument/2006/relationships" id="2147483715" r:id="R6c196266d66e4f62"/>
    <p:sldLayoutId xmlns:r="http://schemas.openxmlformats.org/officeDocument/2006/relationships" id="2147483716" r:id="R434593b010094c8e"/>
    <p:sldLayoutId xmlns:r="http://schemas.openxmlformats.org/officeDocument/2006/relationships" id="2147483717" r:id="R2a2f7846b14149ab"/>
    <p:sldLayoutId xmlns:r="http://schemas.openxmlformats.org/officeDocument/2006/relationships" id="2147483718" r:id="R11493b352f154a6f"/>
    <p:sldLayoutId xmlns:r="http://schemas.openxmlformats.org/officeDocument/2006/relationships" id="2147483719" r:id="R683be9a48ec24f16"/>
    <p:sldLayoutId xmlns:r="http://schemas.openxmlformats.org/officeDocument/2006/relationships" id="2147483720" r:id="Rd61f40ffd3394ec6"/>
    <p:sldLayoutId xmlns:r="http://schemas.openxmlformats.org/officeDocument/2006/relationships" id="2147483721" r:id="Rd67920bc72e34a34"/>
    <p:sldLayoutId xmlns:r="http://schemas.openxmlformats.org/officeDocument/2006/relationships" id="2147483722" r:id="Re7be06f9200841c7"/>
    <p:sldLayoutId xmlns:r="http://schemas.openxmlformats.org/officeDocument/2006/relationships" id="2147483723" r:id="R718d876dd46049fc"/>
    <p:sldLayoutId xmlns:r="http://schemas.openxmlformats.org/officeDocument/2006/relationships" id="2147483724" r:id="Rc37c9b9ae9964eaa"/>
    <p:sldLayoutId xmlns:r="http://schemas.openxmlformats.org/officeDocument/2006/relationships" id="2147483725" r:id="R4f6a54210156484b"/>
    <p:sldLayoutId xmlns:r="http://schemas.openxmlformats.org/officeDocument/2006/relationships" id="2147483726" r:id="R5c7dc18cdd4441e6"/>
  </p:sldLayoutIdLst>
  <p:txStyles>
    <p:titleStyle>
      <a:lvl1pPr xmlns:a="http://schemas.openxmlformats.org/drawingml/2006/main" algn="l" defTabSz="685783">
        <a:lnSpc>
          <a:spcPct val="90000"/>
        </a:lnSpc>
        <a:spcBef>
          <a:spcPct val="0"/>
        </a:spcBef>
        <a:buNone/>
        <a:defRPr sz="2400" kern="1200">
          <a:solidFill>
            <a:schemeClr val="tx2"/>
          </a:solidFill>
          <a:latin typeface="+mj-lt"/>
          <a:ea typeface="+mj-lt"/>
          <a:cs typeface="+mj-lt"/>
        </a:defRPr>
      </a:lvl1pPr>
    </p:titleStyle>
    <p:bodyStyle>
      <a:lvl1pPr xmlns:a="http://schemas.openxmlformats.org/drawingml/2006/main" marL="234944" indent="-234944" algn="l" defTabSz="685783">
        <a:lnSpc>
          <a:spcPct val="110000"/>
        </a:lnSpc>
        <a:spcBef>
          <a:spcPts val="600"/>
        </a:spcBef>
        <a:buFont typeface="Arial"/>
        <a:buChar char="•"/>
        <a:defRPr sz="1400" kern="1200">
          <a:solidFill>
            <a:schemeClr val="tx1"/>
          </a:solidFill>
          <a:latin typeface="+mn-lt"/>
          <a:ea typeface="+mn-lt"/>
          <a:cs typeface="+mn-lt"/>
        </a:defRPr>
      </a:lvl1pPr>
      <a:lvl2pPr xmlns:a="http://schemas.openxmlformats.org/drawingml/2006/main" marL="457189" indent="-222245" algn="l" defTabSz="685783">
        <a:lnSpc>
          <a:spcPct val="110000"/>
        </a:lnSpc>
        <a:spcBef>
          <a:spcPts val="600"/>
        </a:spcBef>
        <a:buClrTx/>
        <a:buFont typeface="Arial"/>
        <a:buChar char="–"/>
        <a:defRPr sz="1200" kern="1200">
          <a:solidFill>
            <a:schemeClr val="tx1"/>
          </a:solidFill>
          <a:latin typeface="+mn-lt"/>
          <a:ea typeface="+mn-lt"/>
          <a:cs typeface="+mn-lt"/>
        </a:defRPr>
      </a:lvl2pPr>
      <a:lvl3pPr xmlns:a="http://schemas.openxmlformats.org/drawingml/2006/main" marL="692133" indent="-234944" algn="l" defTabSz="685783">
        <a:lnSpc>
          <a:spcPct val="110000"/>
        </a:lnSpc>
        <a:spcBef>
          <a:spcPts val="600"/>
        </a:spcBef>
        <a:buFont typeface="Arial"/>
        <a:buChar char="•"/>
        <a:defRPr sz="1100" kern="1200">
          <a:solidFill>
            <a:schemeClr val="tx1"/>
          </a:solidFill>
          <a:latin typeface="+mn-lt"/>
          <a:ea typeface="+mn-lt"/>
          <a:cs typeface="+mn-lt"/>
        </a:defRPr>
      </a:lvl3pPr>
      <a:lvl4pPr xmlns:a="http://schemas.openxmlformats.org/drawingml/2006/main" marL="914378" indent="-222245" algn="l" defTabSz="685783">
        <a:lnSpc>
          <a:spcPct val="110000"/>
        </a:lnSpc>
        <a:spcBef>
          <a:spcPts val="600"/>
        </a:spcBef>
        <a:buFont typeface="Arial"/>
        <a:buChar char="–"/>
        <a:defRPr sz="1000" kern="1200">
          <a:solidFill>
            <a:schemeClr val="tx1"/>
          </a:solidFill>
          <a:latin typeface="+mn-lt"/>
          <a:ea typeface="+mn-lt"/>
          <a:cs typeface="+mn-lt"/>
        </a:defRPr>
      </a:lvl4pPr>
      <a:lvl5pPr xmlns:a="http://schemas.openxmlformats.org/drawingml/2006/main" marL="1149321" indent="-234944" algn="l" defTabSz="685783">
        <a:lnSpc>
          <a:spcPct val="110000"/>
        </a:lnSpc>
        <a:spcBef>
          <a:spcPts val="600"/>
        </a:spcBef>
        <a:buFont typeface="Arial"/>
        <a:buChar char="•"/>
        <a:defRPr sz="900" kern="1200">
          <a:solidFill>
            <a:schemeClr val="tx1"/>
          </a:solidFill>
          <a:latin typeface="+mn-lt"/>
          <a:ea typeface="+mn-lt"/>
          <a:cs typeface="+mn-lt"/>
        </a:defRPr>
      </a:lvl5pPr>
      <a:lvl6pPr xmlns:a="http://schemas.openxmlformats.org/drawingml/2006/main" marL="1885903" indent="-171446" algn="l" defTabSz="685783">
        <a:lnSpc>
          <a:spcPct val="90000"/>
        </a:lnSpc>
        <a:spcBef>
          <a:spcPts val="375"/>
        </a:spcBef>
        <a:buFont typeface="Arial"/>
        <a:buChar char="•"/>
        <a:defRPr sz="1350" kern="1200">
          <a:solidFill>
            <a:schemeClr val="tx1"/>
          </a:solidFill>
          <a:latin typeface="+mn-lt"/>
          <a:ea typeface="+mn-lt"/>
          <a:cs typeface="+mn-lt"/>
        </a:defRPr>
      </a:lvl6pPr>
      <a:lvl7pPr xmlns:a="http://schemas.openxmlformats.org/drawingml/2006/main" marL="2228795" indent="-171446" algn="l" defTabSz="685783">
        <a:lnSpc>
          <a:spcPct val="90000"/>
        </a:lnSpc>
        <a:spcBef>
          <a:spcPts val="375"/>
        </a:spcBef>
        <a:buFont typeface="Arial"/>
        <a:buChar char="•"/>
        <a:defRPr sz="1350" kern="1200">
          <a:solidFill>
            <a:schemeClr val="tx1"/>
          </a:solidFill>
          <a:latin typeface="+mn-lt"/>
          <a:ea typeface="+mn-lt"/>
          <a:cs typeface="+mn-lt"/>
        </a:defRPr>
      </a:lvl7pPr>
      <a:lvl8pPr xmlns:a="http://schemas.openxmlformats.org/drawingml/2006/main" marL="2571686" indent="-171446" algn="l" defTabSz="685783">
        <a:lnSpc>
          <a:spcPct val="90000"/>
        </a:lnSpc>
        <a:spcBef>
          <a:spcPts val="375"/>
        </a:spcBef>
        <a:buFont typeface="Arial"/>
        <a:buChar char="•"/>
        <a:defRPr sz="1350" kern="1200">
          <a:solidFill>
            <a:schemeClr val="tx1"/>
          </a:solidFill>
          <a:latin typeface="+mn-lt"/>
          <a:ea typeface="+mn-lt"/>
          <a:cs typeface="+mn-lt"/>
        </a:defRPr>
      </a:lvl8pPr>
      <a:lvl9pPr xmlns:a="http://schemas.openxmlformats.org/drawingml/2006/main" marL="2914577" indent="-171446" algn="l" defTabSz="685783">
        <a:lnSpc>
          <a:spcPct val="90000"/>
        </a:lnSpc>
        <a:spcBef>
          <a:spcPts val="375"/>
        </a:spcBef>
        <a:buFont typeface="Arial"/>
        <a:buChar char="•"/>
        <a:defRPr sz="1350" kern="1200">
          <a:solidFill>
            <a:schemeClr val="tx1"/>
          </a:solidFill>
          <a:latin typeface="+mn-lt"/>
          <a:ea typeface="+mn-lt"/>
          <a:cs typeface="+mn-lt"/>
        </a:defRPr>
      </a:lvl9pPr>
    </p:bodyStyle>
    <p:otherStyle>
      <a:lvl1pPr xmlns:a="http://schemas.openxmlformats.org/drawingml/2006/main" marL="0" algn="l" defTabSz="685783">
        <a:buNone/>
        <a:defRPr sz="1350" kern="1200">
          <a:solidFill>
            <a:schemeClr val="tx1"/>
          </a:solidFill>
          <a:latin typeface="+mn-lt"/>
          <a:ea typeface="+mn-lt"/>
          <a:cs typeface="+mn-lt"/>
        </a:defRPr>
      </a:lvl1pPr>
      <a:lvl2pPr xmlns:a="http://schemas.openxmlformats.org/drawingml/2006/main" marL="342892" algn="l" defTabSz="685783">
        <a:buNone/>
        <a:defRPr sz="1350" kern="1200">
          <a:solidFill>
            <a:schemeClr val="tx1"/>
          </a:solidFill>
          <a:latin typeface="+mn-lt"/>
          <a:ea typeface="+mn-lt"/>
          <a:cs typeface="+mn-lt"/>
        </a:defRPr>
      </a:lvl2pPr>
      <a:lvl3pPr xmlns:a="http://schemas.openxmlformats.org/drawingml/2006/main" marL="685783" algn="l" defTabSz="685783">
        <a:buNone/>
        <a:defRPr sz="1350" kern="1200">
          <a:solidFill>
            <a:schemeClr val="tx1"/>
          </a:solidFill>
          <a:latin typeface="+mn-lt"/>
          <a:ea typeface="+mn-lt"/>
          <a:cs typeface="+mn-lt"/>
        </a:defRPr>
      </a:lvl3pPr>
      <a:lvl4pPr xmlns:a="http://schemas.openxmlformats.org/drawingml/2006/main" marL="1028675" algn="l" defTabSz="685783">
        <a:buNone/>
        <a:defRPr sz="1350" kern="1200">
          <a:solidFill>
            <a:schemeClr val="tx1"/>
          </a:solidFill>
          <a:latin typeface="+mn-lt"/>
          <a:ea typeface="+mn-lt"/>
          <a:cs typeface="+mn-lt"/>
        </a:defRPr>
      </a:lvl4pPr>
      <a:lvl5pPr xmlns:a="http://schemas.openxmlformats.org/drawingml/2006/main" marL="1371566" algn="l" defTabSz="685783">
        <a:buNone/>
        <a:defRPr sz="1350" kern="1200">
          <a:solidFill>
            <a:schemeClr val="tx1"/>
          </a:solidFill>
          <a:latin typeface="+mn-lt"/>
          <a:ea typeface="+mn-lt"/>
          <a:cs typeface="+mn-lt"/>
        </a:defRPr>
      </a:lvl5pPr>
      <a:lvl6pPr xmlns:a="http://schemas.openxmlformats.org/drawingml/2006/main" marL="1714457" algn="l" defTabSz="685783">
        <a:buNone/>
        <a:defRPr sz="1350" kern="1200">
          <a:solidFill>
            <a:schemeClr val="tx1"/>
          </a:solidFill>
          <a:latin typeface="+mn-lt"/>
          <a:ea typeface="+mn-lt"/>
          <a:cs typeface="+mn-lt"/>
        </a:defRPr>
      </a:lvl6pPr>
      <a:lvl7pPr xmlns:a="http://schemas.openxmlformats.org/drawingml/2006/main" marL="2057348" algn="l" defTabSz="685783">
        <a:buNone/>
        <a:defRPr sz="1350" kern="1200">
          <a:solidFill>
            <a:schemeClr val="tx1"/>
          </a:solidFill>
          <a:latin typeface="+mn-lt"/>
          <a:ea typeface="+mn-lt"/>
          <a:cs typeface="+mn-lt"/>
        </a:defRPr>
      </a:lvl7pPr>
      <a:lvl8pPr xmlns:a="http://schemas.openxmlformats.org/drawingml/2006/main" marL="2400240" algn="l" defTabSz="685783">
        <a:buNone/>
        <a:defRPr sz="1350" kern="1200">
          <a:solidFill>
            <a:schemeClr val="tx1"/>
          </a:solidFill>
          <a:latin typeface="+mn-lt"/>
          <a:ea typeface="+mn-lt"/>
          <a:cs typeface="+mn-lt"/>
        </a:defRPr>
      </a:lvl8pPr>
      <a:lvl9pPr xmlns:a="http://schemas.openxmlformats.org/drawingml/2006/main" marL="2743132" algn="l" defTabSz="685783">
        <a:buNone/>
        <a:defRPr sz="135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312">
          <p15:clr>
            <a:srgbClr xmlns:a="http://schemas.openxmlformats.org/drawingml/2006/main" val="F26B43"/>
          </p15:clr>
        </p15:guide>
        <p15:guide id="2" orient="horz" pos="1255">
          <p15:clr>
            <a:srgbClr xmlns:a="http://schemas.openxmlformats.org/drawingml/2006/main" val="F26B43"/>
          </p15:clr>
        </p15:guide>
        <p15:guide id="3" pos="5300">
          <p15:clr>
            <a:srgbClr xmlns:a="http://schemas.openxmlformats.org/drawingml/2006/main" val="F26B43"/>
          </p15:clr>
        </p15:guide>
        <p15:guide id="4" orient="horz" pos="2907">
          <p15:clr>
            <a:srgbClr xmlns:a="http://schemas.openxmlformats.org/drawingml/2006/main" val="F26B43"/>
          </p15:clr>
        </p15:guide>
        <p15:guide id="5" orient="horz" pos="612">
          <p15:clr>
            <a:srgbClr xmlns:a="http://schemas.openxmlformats.org/drawingml/2006/main" val="F26B43"/>
          </p15:clr>
        </p15:guide>
        <p15:guide id="6" orient="horz" pos="577">
          <p15:clr>
            <a:srgbClr xmlns:a="http://schemas.openxmlformats.org/drawingml/2006/main" val="F26B43"/>
          </p15:clr>
        </p15:guide>
        <p15:guide id="7" orient="horz" pos="205">
          <p15:clr>
            <a:srgbClr xmlns:a="http://schemas.openxmlformats.org/drawingml/2006/main" val="F26B43"/>
          </p15:clr>
        </p15:guide>
        <p15:guide id="9" orient="horz" pos="1145">
          <p15:clr>
            <a:srgbClr xmlns:a="http://schemas.openxmlformats.org/drawingml/2006/main" val="F26B43"/>
          </p15:clr>
        </p15:guide>
        <p15:guide id="10" orient="horz" pos="2951">
          <p15:clr>
            <a:srgbClr xmlns:a="http://schemas.openxmlformats.org/drawingml/2006/main" val="F26B43"/>
          </p15:clr>
        </p15:guide>
        <p15:guide id="11" pos="4848">
          <p15:clr>
            <a:srgbClr xmlns:a="http://schemas.openxmlformats.org/drawingml/2006/main" val="F26B43"/>
          </p15:clr>
        </p15:guide>
        <p15:guide id="12" orient="horz" pos="368">
          <p15:clr>
            <a:srgbClr xmlns:a="http://schemas.openxmlformats.org/drawingml/2006/main" val="F26B43"/>
          </p15:clr>
        </p15:guide>
      </p15:sldGuideLst>
    </p:ext>
  </p:extLst>
</p:sldMaster>
</file>

<file path=ppt/slideMasters/slideMaster5.xml><?xml version="1.0" encoding="utf-8"?>
<p:sldMaster xmlns:p="http://schemas.openxmlformats.org/presentationml/2006/main">
  <p:cSld name="STAT UN 1001 Clean Master">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728" r:id="R4d286fa52b514f4b"/>
  </p:sldLayoutIdLst>
</p:sldMaster>
</file>

<file path=ppt/slideMasters/theme/theme2.xml><?xml version="1.0" encoding="utf-8"?>
<a:theme xmlns:a="http://schemas.openxmlformats.org/drawingml/2006/main" name="Theme1">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a:solidFill>
            <a:schemeClr val="phClr"/>
          </a:solidFill>
          <a:prstDash val="solid"/>
        </a:ln>
        <a:ln w="15875">
          <a:solidFill>
            <a:schemeClr val="phClr"/>
          </a:solidFill>
          <a:prstDash val="solid"/>
        </a:ln>
        <a:ln w="25400">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theme>
</file>

<file path=ppt/slideMasters/theme/theme3.xml><?xml version="1.0" encoding="utf-8"?>
<a:theme xmlns:a="http://schemas.openxmlformats.org/drawingml/2006/main" name="1_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a:solidFill>
            <a:schemeClr val="phClr"/>
          </a:solidFill>
          <a:prstDash val="solid"/>
        </a:ln>
        <a:ln w="15875">
          <a:solidFill>
            <a:schemeClr val="phClr"/>
          </a:solidFill>
          <a:prstDash val="solid"/>
        </a:ln>
        <a:ln w="25400">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theme>
</file>

<file path=ppt/slideMasters/theme/theme4.xml><?xml version="1.0" encoding="utf-8"?>
<a:theme xmlns:a="http://schemas.openxmlformats.org/drawingml/2006/main" name="2_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a:solidFill>
            <a:schemeClr val="phClr"/>
          </a:solidFill>
          <a:prstDash val="solid"/>
        </a:ln>
        <a:ln w="15875">
          <a:solidFill>
            <a:schemeClr val="phClr"/>
          </a:solidFill>
          <a:prstDash val="solid"/>
        </a:ln>
        <a:ln w="25400">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theme>
</file>

<file path=ppt/slideMasters/theme/theme5.xml><?xml version="1.0" encoding="utf-8"?>
<a:theme xmlns:a="http://schemas.openxmlformats.org/drawingml/2006/main" name="National Academies PPT">
  <a:themeElements>
    <a:clrScheme name="National Academies Office Colors">
      <a:dk1>
        <a:srgbClr val="3B3B3C"/>
      </a:dk1>
      <a:lt1>
        <a:sysClr val="window" lastClr="FFFFFF"/>
      </a:lt1>
      <a:dk2>
        <a:srgbClr val="211747"/>
      </a:dk2>
      <a:lt2>
        <a:srgbClr val="F3F1EB"/>
      </a:lt2>
      <a:accent1>
        <a:srgbClr val="211747"/>
      </a:accent1>
      <a:accent2>
        <a:srgbClr val="4148C2"/>
      </a:accent2>
      <a:accent3>
        <a:srgbClr val="E269A0"/>
      </a:accent3>
      <a:accent4>
        <a:srgbClr val="FEDA6C"/>
      </a:accent4>
      <a:accent5>
        <a:srgbClr val="7ADBF0"/>
      </a:accent5>
      <a:accent6>
        <a:srgbClr val="DCF9E5"/>
      </a:accent6>
      <a:hlink>
        <a:srgbClr val="0563C1"/>
      </a:hlink>
      <a:folHlink>
        <a:srgbClr val="954F72"/>
      </a:folHlink>
    </a:clrScheme>
    <a:fontScheme name="National Academies Office Fonts">
      <a:majorFont>
        <a:latin typeface="Georgia"/>
        <a:ea typeface=""/>
        <a:cs typeface=""/>
      </a:majorFont>
      <a:minorFont>
        <a:latin typeface="Arial"/>
        <a:ea typeface=""/>
        <a:cs typeface=""/>
      </a:minorFont>
    </a:fontScheme>
    <a:fmtScheme name="National Academies Office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6.xml><?xml version="1.0" encoding="utf-8"?>
<a:theme xmlns:a="http://schemas.openxmlformats.org/drawingml/2006/main" name="Theme1">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a:solidFill>
            <a:schemeClr val="phClr"/>
          </a:solidFill>
          <a:prstDash val="solid"/>
        </a:ln>
        <a:ln w="15875">
          <a:solidFill>
            <a:schemeClr val="phClr"/>
          </a:solidFill>
          <a:prstDash val="solid"/>
        </a:ln>
        <a:ln w="25400">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ea1bf342a94fdb" /><Relationship Type="http://schemas.openxmlformats.org/officeDocument/2006/relationships/image" Target="/ppt/media/image.png" Id="R2c85cf3cf23f458e" /><Relationship Type="http://schemas.openxmlformats.org/officeDocument/2006/relationships/notesSlide" Target="/ppt/notesSlides/notesSlide1.xml" Id="Re023ec37830245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56.xml" Id="R6d60229df5ff4d3c" /><Relationship Type="http://schemas.openxmlformats.org/officeDocument/2006/relationships/image" Target="/ppt/media/image2.jpeg" Id="Rcec58c7084fc4598" /><Relationship Type="http://schemas.openxmlformats.org/officeDocument/2006/relationships/notesSlide" Target="/ppt/notesSlides/notesSlide2.xml" Id="R8072ba10a6334b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76.xml" Id="R3034f2c2966f4981" /><Relationship Type="http://schemas.openxmlformats.org/officeDocument/2006/relationships/notesSlide" Target="/ppt/notesSlides/notesSlide3.xml" Id="R1aa1a69a41e447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76.xml" Id="Rfd7a7270d0144eca" /><Relationship Type="http://schemas.openxmlformats.org/officeDocument/2006/relationships/notesSlide" Target="/ppt/notesSlides/notesSlide4.xml" Id="R25a310cf52634a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3.xml" Id="R0876c75557374f94" /><Relationship Type="http://schemas.openxmlformats.org/officeDocument/2006/relationships/image" Target="/ppt/media/image2.png" Id="Rb5526a8b582a4c4b" /><Relationship Type="http://schemas.openxmlformats.org/officeDocument/2006/relationships/notesSlide" Target="/ppt/notesSlides/notesSlide5.xml" Id="R24a43e1f2c3a4a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76.xml" Id="R5774d5ee0e49435f" /><Relationship Type="http://schemas.openxmlformats.org/officeDocument/2006/relationships/notesSlide" Target="/ppt/notesSlides/notesSlide6.xml" Id="Rab32e96827864d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76.xml" Id="R016815f859104457" /><Relationship Type="http://schemas.openxmlformats.org/officeDocument/2006/relationships/notesSlide" Target="/ppt/notesSlides/notesSlide7.xml" Id="R49a03fdf8d624a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819f7797e52346cb" /><Relationship Type="http://schemas.openxmlformats.org/officeDocument/2006/relationships/image" Target="/ppt/media/image3.png" Id="Rc07fae97e6a14c49" /><Relationship Type="http://schemas.openxmlformats.org/officeDocument/2006/relationships/notesSlide" Target="/ppt/notesSlides/notesSlide8.xml" Id="R7aab15af0730440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4.xml" Id="R1f433b3ef073483f" /><Relationship Type="http://schemas.openxmlformats.org/officeDocument/2006/relationships/image" Target="/ppt/media/image4.png" Id="R615d6c0db9f1472c" /><Relationship Type="http://schemas.openxmlformats.org/officeDocument/2006/relationships/notesSlide" Target="/ppt/notesSlides/notesSlide9.xml" Id="Rd0de58e37f7b4d5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1393ae1a67af47cf" /><Relationship Type="http://schemas.openxmlformats.org/officeDocument/2006/relationships/image" Target="/ppt/media/image5.png" Id="Re010e519111c4872" /><Relationship Type="http://schemas.openxmlformats.org/officeDocument/2006/relationships/image" Target="/ppt/media/image6.png" Id="R2b8d29b4ed894d8c" /><Relationship Type="http://schemas.openxmlformats.org/officeDocument/2006/relationships/notesSlide" Target="/ppt/notesSlides/notesSlide10.xml" Id="R0ae723bd4aea440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6.xml" Id="R28dc046004af4aee" /><Relationship Type="http://schemas.openxmlformats.org/officeDocument/2006/relationships/notesSlide" Target="/ppt/notesSlides/notesSlide11.xml" Id="Rf959bc1be4ed41f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a197ffc6d06b4b56" /><Relationship Type="http://schemas.openxmlformats.org/officeDocument/2006/relationships/notesSlide" Target="/ppt/notesSlides/notesSlide12.xml" Id="R07b30575a3f5498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3.xml" Id="Rbcac8d803e2a409a" /><Relationship Type="http://schemas.openxmlformats.org/officeDocument/2006/relationships/image" Target="/ppt/media/image7.png" Id="Rfa1c665cc6024116" /><Relationship Type="http://schemas.openxmlformats.org/officeDocument/2006/relationships/notesSlide" Target="/ppt/notesSlides/notesSlide13.xml" Id="Ra002a140cd82448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6.xml" Id="R6d53e8115cb340cd" /><Relationship Type="http://schemas.openxmlformats.org/officeDocument/2006/relationships/notesSlide" Target="/ppt/notesSlides/notesSlide14.xml" Id="Rf4bb22dc6d474c0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6.xml" Id="R447e5eb42e3d4ce0" /><Relationship Type="http://schemas.openxmlformats.org/officeDocument/2006/relationships/notesSlide" Target="/ppt/notesSlides/notesSlide15.xml" Id="R1d9bf154816e4c2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21" name="Picture 3"/>
          <p:cNvPicPr>
            <a:picLocks xmlns:a="http://schemas.openxmlformats.org/drawingml/2006/main" noChangeAspect="1"/>
          </p:cNvPicPr>
          <p:nvPr/>
        </p:nvPicPr>
        <p:blipFill>
          <a:blip xmlns:r="http://schemas.openxmlformats.org/officeDocument/2006/relationships" xmlns:a="http://schemas.openxmlformats.org/drawingml/2006/main" r:embed="R2c85cf3cf23f458e">
            <a:alphaModFix amt="35000"/>
          </a:blip>
          <a:stretch xmlns:a="http://schemas.openxmlformats.org/drawingml/2006/main">
            <a:fillRect l="0" t="0" r="0" b="0"/>
          </a:stretch>
        </p:blipFill>
        <p:spPr>
          <a:xfrm xmlns:a="http://schemas.openxmlformats.org/drawingml/2006/main">
            <a:off x="0" y="95677"/>
            <a:ext cx="9144000" cy="4260816"/>
          </a:xfrm>
          <a:prstGeom xmlns:a="http://schemas.openxmlformats.org/drawingml/2006/main" prst="rect">
            <a:avLst/>
          </a:prstGeom>
        </p:spPr>
      </p:pic>
      <p:sp>
        <p:nvSpPr>
          <p:cNvPr id="119" name="Shape 119">
            <a:extLst xmlns:a="http://schemas.openxmlformats.org/drawingml/2006/main">
              <a:ext uri="{FF2B5EF4-FFF2-40B4-BE49-F238E27FC236}">
                <a16:creationId xmlns:a16="http://schemas.microsoft.com/office/drawing/2014/main" id="{5D5DC2FD-E3EB-4A54-B0D7-5F3051551F97}"/>
              </a:ext>
            </a:extLst>
          </p:cNvPr>
          <p:cNvSpPr>
            <a:spLocks xmlns:a="http://schemas.openxmlformats.org/drawingml/2006/main" noGrp="1"/>
          </p:cNvSpPr>
          <p:nvPr>
            <p:ph type="ctrTitle" idx="0"/>
          </p:nvPr>
        </p:nvSpPr>
        <p:spPr>
          <a:xfrm xmlns:a="http://schemas.openxmlformats.org/drawingml/2006/main">
            <a:off x="822960" y="1512951"/>
            <a:ext cx="7543800" cy="1257346"/>
          </a:xfrm>
          <a:prstGeom xmlns:a="http://schemas.openxmlformats.org/drawingml/2006/main" prst="rect">
            <a:avLst/>
          </a:prstGeom>
          <a:effectLst xmlns:a="http://schemas.openxmlformats.org/drawingml/2006/main">
            <a:outerShdw blurRad="50800" dist="38100" dir="2700000" algn="tl" rotWithShape="0">
              <a:prstClr val="black">
                <a:alpha val="40000"/>
              </a:prstClr>
            </a:outerShdw>
          </a:effectLst>
        </p:spPr>
        <p:txBody>
          <a:bodyPr xmlns:a="http://schemas.openxmlformats.org/drawingml/2006/main">
            <a:normAutofit fontScale="100000"/>
          </a:bodyPr>
          <a:lstStyle xmlns:a="http://schemas.openxmlformats.org/drawingml/2006/main"/>
          <a:p xmlns:a="http://schemas.openxmlformats.org/drawingml/2006/main">
            <a:r>
              <a:rPr sz="4400">
                <a:solidFill>
                  <a:schemeClr val="tx1"/>
                </a:solidFill>
              </a:rPr>
              <a:t>What does a statistician do?</a:t>
            </a:r>
            <a:endParaRPr sz="4400">
              <a:solidFill>
                <a:schemeClr val="tx1"/>
              </a:solidFill>
            </a:endParaRPr>
          </a:p>
          <a:p xmlns:a="http://schemas.openxmlformats.org/drawingml/2006/main">
            <a:r>
              <a:rPr sz="4400">
                <a:solidFill>
                  <a:schemeClr val="tx1"/>
                </a:solidFill>
              </a:rPr>
              <a:t>Three research stories</a:t>
            </a:r>
            <a:endParaRPr sz="4400">
              <a:solidFill>
                <a:schemeClr val="tx1"/>
              </a:solidFill>
            </a:endParaRPr>
          </a:p>
        </p:txBody>
      </p:sp>
      <p:sp>
        <p:nvSpPr>
          <p:cNvPr id="2" name="Subtitle 1">
            <a:extLst xmlns:a="http://schemas.openxmlformats.org/drawingml/2006/main">
              <a:ext uri="{FF2B5EF4-FFF2-40B4-BE49-F238E27FC236}">
                <a16:creationId xmlns:a16="http://schemas.microsoft.com/office/drawing/2014/main" id="{C3603F6C-DC5C-1442-A099-FACC04FDA920}"/>
              </a:ext>
            </a:extLst>
          </p:cNvPr>
          <p:cNvSpPr>
            <a:spLocks xmlns:a="http://schemas.openxmlformats.org/drawingml/2006/main" noGrp="1"/>
          </p:cNvSpPr>
          <p:nvPr>
            <p:ph type="subTitle" idx="1"/>
          </p:nvPr>
        </p:nvSpPr>
        <p:spPr>
          <a:xfrm xmlns:a="http://schemas.openxmlformats.org/drawingml/2006/main">
            <a:off x="822960" y="2930226"/>
            <a:ext cx="7543800" cy="1257345"/>
          </a:xfrm>
          <a:effectLst xmlns:a="http://schemas.openxmlformats.org/drawingml/2006/main">
            <a:outerShdw blurRad="50800" dist="38100" dir="2700000" algn="tl" rotWithShape="0">
              <a:schemeClr val="tx1">
                <a:alpha val="46000"/>
              </a:schemeClr>
            </a:outerShdw>
          </a:effectLst>
        </p:spPr>
        <p:txBody>
          <a:bodyPr xmlns:a="http://schemas.openxmlformats.org/drawingml/2006/main">
            <a:normAutofit fontScale="77491" lnSpcReduction="20000"/>
          </a:bodyPr>
          <a:lstStyle xmlns:a="http://schemas.openxmlformats.org/drawingml/2006/main"/>
          <a:p xmlns:a="http://schemas.openxmlformats.org/drawingml/2006/main">
            <a:r>
              <a:rPr sz="2800" b="1" cap="small">
                <a:solidFill>
                  <a:schemeClr val="tx1"/>
                </a:solidFill>
              </a:rPr>
              <a:t>Tian Zheng</a:t>
            </a:r>
          </a:p>
          <a:p xmlns:a="http://schemas.openxmlformats.org/drawingml/2006/main">
            <a:r>
              <a:rPr sz="2800" b="1" cap="small">
                <a:solidFill>
                  <a:schemeClr val="tx1"/>
                </a:solidFill>
              </a:rPr>
              <a:t>Partition retention, AutoClimDS, Grade the Grader</a:t>
            </a:r>
          </a:p>
          <a:p xmlns:a="http://schemas.openxmlformats.org/drawingml/2006/main">
            <a:r>
              <a:rPr sz="2800" b="1" cap="small">
                <a:solidFill>
                  <a:schemeClr val="tx1"/>
                </a:solidFill>
              </a:rPr>
              <a:t>STAT UN 1001, Fall 2026</a:t>
            </a:r>
          </a:p>
        </p:txBody>
      </p:sp>
    </p:spTree>
    <p:extLst>
      <p:ext uri="{BB962C8B-B14F-4D97-AF65-F5344CB8AC3E}">
        <p14:creationId xmlns:p14="http://schemas.microsoft.com/office/powerpoint/2010/main" val="17857468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 name="Picture 5"/>
          <p:cNvPicPr>
            <a:picLocks xmlns:a="http://schemas.openxmlformats.org/drawingml/2006/main" noChangeAspect="1"/>
          </p:cNvPicPr>
          <p:nvPr/>
        </p:nvPicPr>
        <p:blipFill>
          <a:blip xmlns:r="http://schemas.openxmlformats.org/officeDocument/2006/relationships" xmlns:a="http://schemas.openxmlformats.org/drawingml/2006/main" r:embed="Rcec58c7084fc4598"/>
          <a:srcRect xmlns:a="http://schemas.openxmlformats.org/drawingml/2006/main" l="0" t="14732" r="0" b="15625"/>
          <a:stretch xmlns:a="http://schemas.openxmlformats.org/drawingml/2006/main">
            <a:fillRect l="0" t="0" r="0" b="0"/>
          </a:stretch>
        </p:blipFill>
        <p:spPr>
          <a:xfrm xmlns:a="http://schemas.openxmlformats.org/drawingml/2006/main">
            <a:off x="2198077" y="0"/>
            <a:ext cx="4747846" cy="5143500"/>
          </a:xfrm>
          <a:prstGeom xmlns:a="http://schemas.openxmlformats.org/drawingml/2006/main" prst="rect">
            <a:avLst/>
          </a:prstGeom>
        </p:spPr>
      </p:pic>
    </p:spTree>
    <p:extLst>
      <p:ext uri="{BB962C8B-B14F-4D97-AF65-F5344CB8AC3E}">
        <p14:creationId xmlns:p14="http://schemas.microsoft.com/office/powerpoint/2010/main" val="37988649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A9AD811-CBAF-4DE9-A0D3-C815C7DFAE2F}"/>
              </a:ext>
            </a:extLst>
          </p:cNvPr>
          <p:cNvSpPr>
            <a:spLocks xmlns:a="http://schemas.openxmlformats.org/drawingml/2006/main" noGrp="1"/>
          </p:cNvSpPr>
          <p:nvPr/>
        </p:nvSpPr>
        <p:spPr>
          <a:xfrm xmlns:a="http://schemas.openxmlformats.org/drawingml/2006/main">
            <a:off x="590550" y="285750"/>
            <a:ext cx="7962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850" b="1" i="0">
                <a:solidFill>
                  <a:srgbClr val="333333"/>
                </a:solidFill>
                <a:latin typeface="Montserrat"/>
                <a:ea typeface="Montserrat"/>
                <a:cs typeface="Montserrat"/>
              </a:defRPr>
            </a:pPr>
            <a:r>
              <a:rPr sz="2850" b="1" i="0">
                <a:solidFill>
                  <a:srgbClr val="333333"/>
                </a:solidFill>
                <a:latin typeface="Montserrat"/>
                <a:ea typeface="Montserrat"/>
                <a:cs typeface="Montserrat"/>
              </a:rPr>
              <a:t>What is statistics for?</a:t>
            </a:r>
          </a:p>
        </p:txBody>
      </p:sp>
      <p:sp>
        <p:nvSpPr>
          <p:cNvPr id="2" name="">
            <a:extLst xmlns:a="http://schemas.openxmlformats.org/drawingml/2006/main">
              <a:ext uri="{FF2B5EF4-FFF2-40B4-BE49-F238E27FC236}">
                <a16:creationId xmlns:a16="http://schemas.microsoft.com/office/drawing/2014/main" id="{D6FBCE6C-503C-4B62-8EA7-67002CEE886A}"/>
              </a:ext>
            </a:extLst>
          </p:cNvPr>
          <p:cNvSpPr>
            <a:spLocks xmlns:a="http://schemas.openxmlformats.org/drawingml/2006/main" noGrp="1"/>
          </p:cNvSpPr>
          <p:nvPr/>
        </p:nvSpPr>
        <p:spPr>
          <a:xfrm xmlns:a="http://schemas.openxmlformats.org/drawingml/2006/main">
            <a:off x="590550" y="914400"/>
            <a:ext cx="7962900" cy="19050"/>
          </a:xfrm>
          <a:prstGeom xmlns:a="http://schemas.openxmlformats.org/drawingml/2006/main" prst="rect">
            <a:avLst/>
          </a:prstGeom>
          <a:solidFill xmlns:a="http://schemas.openxmlformats.org/drawingml/2006/main">
            <a:srgbClr val="00A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75755AC-AB0A-40F1-ADA5-844287E8FE7B}"/>
              </a:ext>
            </a:extLst>
          </p:cNvPr>
          <p:cNvSpPr>
            <a:spLocks xmlns:a="http://schemas.openxmlformats.org/drawingml/2006/main" noGrp="1"/>
          </p:cNvSpPr>
          <p:nvPr/>
        </p:nvSpPr>
        <p:spPr>
          <a:xfrm xmlns:a="http://schemas.openxmlformats.org/drawingml/2006/main">
            <a:off x="0" y="4819650"/>
            <a:ext cx="9144000" cy="47625"/>
          </a:xfrm>
          <a:prstGeom xmlns:a="http://schemas.openxmlformats.org/drawingml/2006/main" prst="rect">
            <a:avLst/>
          </a:prstGeom>
          <a:solidFill xmlns:a="http://schemas.openxmlformats.org/drawingml/2006/main">
            <a:srgbClr val="00A9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615C3F9-48A3-4A6F-A90E-B488A56B0B20}"/>
              </a:ext>
            </a:extLst>
          </p:cNvPr>
          <p:cNvSpPr>
            <a:spLocks xmlns:a="http://schemas.openxmlformats.org/drawingml/2006/main" noGrp="1"/>
          </p:cNvSpPr>
          <p:nvPr/>
        </p:nvSpPr>
        <p:spPr>
          <a:xfrm xmlns:a="http://schemas.openxmlformats.org/drawingml/2006/main">
            <a:off x="266700" y="4905375"/>
            <a:ext cx="533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
            <a:extLst xmlns:a="http://schemas.openxmlformats.org/drawingml/2006/main">
              <a:ext uri="{FF2B5EF4-FFF2-40B4-BE49-F238E27FC236}">
                <a16:creationId xmlns:a16="http://schemas.microsoft.com/office/drawing/2014/main" id="{86C8FD8E-A642-4FC7-B6AA-3922C080AA68}"/>
              </a:ext>
            </a:extLst>
          </p:cNvPr>
          <p:cNvSpPr>
            <a:spLocks xmlns:a="http://schemas.openxmlformats.org/drawingml/2006/main" noGrp="1"/>
          </p:cNvSpPr>
          <p:nvPr/>
        </p:nvSpPr>
        <p:spPr>
          <a:xfrm xmlns:a="http://schemas.openxmlformats.org/drawingml/2006/main">
            <a:off x="838200" y="1257300"/>
            <a:ext cx="746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325" b="1" i="0">
                <a:solidFill>
                  <a:srgbClr val="1D4F91"/>
                </a:solidFill>
                <a:latin typeface="Montserrat"/>
                <a:ea typeface="Montserrat"/>
                <a:cs typeface="Montserrat"/>
              </a:defRPr>
            </a:pPr>
            <a:r>
              <a:rPr sz="2325" b="1" i="0">
                <a:solidFill>
                  <a:srgbClr val="1D4F91"/>
                </a:solidFill>
                <a:latin typeface="Montserrat"/>
                <a:ea typeface="Montserrat"/>
                <a:cs typeface="Montserrat"/>
              </a:rPr>
              <a:t>“Statistics is a wonderful discipline.”</a:t>
            </a:r>
          </a:p>
        </p:txBody>
      </p:sp>
      <p:sp>
        <p:nvSpPr>
          <p:cNvPr id="6" name="">
            <a:extLst xmlns:a="http://schemas.openxmlformats.org/drawingml/2006/main">
              <a:ext uri="{FF2B5EF4-FFF2-40B4-BE49-F238E27FC236}">
                <a16:creationId xmlns:a16="http://schemas.microsoft.com/office/drawing/2014/main" id="{1FDEE9E5-5438-4028-AFCA-686793119BF8}"/>
              </a:ext>
            </a:extLst>
          </p:cNvPr>
          <p:cNvSpPr>
            <a:spLocks xmlns:a="http://schemas.openxmlformats.org/drawingml/2006/main" noGrp="1"/>
          </p:cNvSpPr>
          <p:nvPr/>
        </p:nvSpPr>
        <p:spPr>
          <a:xfrm xmlns:a="http://schemas.openxmlformats.org/drawingml/2006/main">
            <a:off x="838200" y="2276475"/>
            <a:ext cx="746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175" b="1" i="0">
                <a:solidFill>
                  <a:srgbClr val="333333"/>
                </a:solidFill>
                <a:latin typeface="Montserrat"/>
                <a:ea typeface="Montserrat"/>
                <a:cs typeface="Montserrat"/>
              </a:defRPr>
            </a:pPr>
            <a:r>
              <a:rPr sz="2175" b="1" i="0">
                <a:solidFill>
                  <a:srgbClr val="333333"/>
                </a:solidFill>
                <a:latin typeface="Montserrat"/>
                <a:ea typeface="Montserrat"/>
                <a:cs typeface="Montserrat"/>
              </a:rPr>
              <a:t>“How do we translate information into knowledge?”</a:t>
            </a:r>
          </a:p>
        </p:txBody>
      </p:sp>
      <p:sp>
        <p:nvSpPr>
          <p:cNvPr id="7" name="">
            <a:extLst xmlns:a="http://schemas.openxmlformats.org/drawingml/2006/main">
              <a:ext uri="{FF2B5EF4-FFF2-40B4-BE49-F238E27FC236}">
                <a16:creationId xmlns:a16="http://schemas.microsoft.com/office/drawing/2014/main" id="{149BDC27-C3E0-4CDF-BAB2-04B0F7EF7923}"/>
              </a:ext>
            </a:extLst>
          </p:cNvPr>
          <p:cNvSpPr>
            <a:spLocks xmlns:a="http://schemas.openxmlformats.org/drawingml/2006/main" noGrp="1"/>
          </p:cNvSpPr>
          <p:nvPr/>
        </p:nvSpPr>
        <p:spPr>
          <a:xfrm xmlns:a="http://schemas.openxmlformats.org/drawingml/2006/main">
            <a:off x="838200" y="3295650"/>
            <a:ext cx="746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325" b="1" i="0">
                <a:solidFill>
                  <a:srgbClr val="1D4F91"/>
                </a:solidFill>
                <a:latin typeface="Montserrat"/>
                <a:ea typeface="Montserrat"/>
                <a:cs typeface="Montserrat"/>
              </a:defRPr>
            </a:pPr>
            <a:r>
              <a:rPr sz="2325" b="1" i="0">
                <a:solidFill>
                  <a:srgbClr val="1D4F91"/>
                </a:solidFill>
                <a:latin typeface="Montserrat"/>
                <a:ea typeface="Montserrat"/>
                <a:cs typeface="Montserrat"/>
              </a:rPr>
              <a:t>“How to turn data into decisions”</a:t>
            </a:r>
          </a:p>
        </p:txBody>
      </p:sp>
      <p:sp>
        <p:nvSpPr>
          <p:cNvPr id="8" name="">
            <a:extLst xmlns:a="http://schemas.openxmlformats.org/drawingml/2006/main">
              <a:ext uri="{FF2B5EF4-FFF2-40B4-BE49-F238E27FC236}">
                <a16:creationId xmlns:a16="http://schemas.microsoft.com/office/drawing/2014/main" id="{DA1E09D2-38C6-42CF-ADB2-8A375D8FE47F}"/>
              </a:ext>
            </a:extLst>
          </p:cNvPr>
          <p:cNvSpPr>
            <a:spLocks xmlns:a="http://schemas.openxmlformats.org/drawingml/2006/main" noGrp="1"/>
          </p:cNvSpPr>
          <p:nvPr/>
        </p:nvSpPr>
        <p:spPr>
          <a:xfrm xmlns:a="http://schemas.openxmlformats.org/drawingml/2006/main">
            <a:off x="2266950" y="4171950"/>
            <a:ext cx="4610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0" i="1">
                <a:solidFill>
                  <a:srgbClr val="5D6570"/>
                </a:solidFill>
                <a:latin typeface="Montserrat"/>
                <a:ea typeface="Montserrat"/>
                <a:cs typeface="Montserrat"/>
              </a:defRPr>
            </a:pPr>
            <a:r>
              <a:rPr sz="1350" b="0" i="1">
                <a:solidFill>
                  <a:srgbClr val="5D6570"/>
                </a:solidFill>
                <a:latin typeface="Montserrat"/>
                <a:ea typeface="Montserrat"/>
                <a:cs typeface="Montserrat"/>
              </a:rPr>
              <a:t>Stephen Senn, Dicing with Death</a:t>
            </a:r>
          </a:p>
        </p:txBody>
      </p:sp>
    </p:spTree>
    <p:extLst>
      <p:ext uri="{BB962C8B-B14F-4D97-AF65-F5344CB8AC3E}">
        <p14:creationId xmlns:p14="http://schemas.microsoft.com/office/powerpoint/2010/main" val="20526178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05514B8-9121-4F24-9C5C-6EC2A3D08EA2}"/>
              </a:ext>
            </a:extLst>
          </p:cNvPr>
          <p:cNvSpPr>
            <a:spLocks xmlns:a="http://schemas.openxmlformats.org/drawingml/2006/main" noGrp="1"/>
          </p:cNvSpPr>
          <p:nvPr/>
        </p:nvSpPr>
        <p:spPr>
          <a:xfrm xmlns:a="http://schemas.openxmlformats.org/drawingml/2006/main">
            <a:off x="590550" y="285750"/>
            <a:ext cx="7962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850" b="1" i="0">
                <a:solidFill>
                  <a:srgbClr val="333333"/>
                </a:solidFill>
                <a:latin typeface="Montserrat"/>
                <a:ea typeface="Montserrat"/>
                <a:cs typeface="Montserrat"/>
              </a:defRPr>
            </a:pPr>
            <a:r>
              <a:rPr sz="2850" b="1" i="0">
                <a:solidFill>
                  <a:srgbClr val="333333"/>
                </a:solidFill>
                <a:latin typeface="Montserrat"/>
                <a:ea typeface="Montserrat"/>
                <a:cs typeface="Montserrat"/>
              </a:rPr>
              <a:t>Three questions from my research</a:t>
            </a:r>
          </a:p>
        </p:txBody>
      </p:sp>
      <p:sp>
        <p:nvSpPr>
          <p:cNvPr id="2" name="">
            <a:extLst xmlns:a="http://schemas.openxmlformats.org/drawingml/2006/main">
              <a:ext uri="{FF2B5EF4-FFF2-40B4-BE49-F238E27FC236}">
                <a16:creationId xmlns:a16="http://schemas.microsoft.com/office/drawing/2014/main" id="{DF488C13-1DC1-4AEE-9FAF-1C246902F30C}"/>
              </a:ext>
            </a:extLst>
          </p:cNvPr>
          <p:cNvSpPr>
            <a:spLocks xmlns:a="http://schemas.openxmlformats.org/drawingml/2006/main" noGrp="1"/>
          </p:cNvSpPr>
          <p:nvPr/>
        </p:nvSpPr>
        <p:spPr>
          <a:xfrm xmlns:a="http://schemas.openxmlformats.org/drawingml/2006/main">
            <a:off x="590550" y="914400"/>
            <a:ext cx="7962900" cy="19050"/>
          </a:xfrm>
          <a:prstGeom xmlns:a="http://schemas.openxmlformats.org/drawingml/2006/main" prst="rect">
            <a:avLst/>
          </a:prstGeom>
          <a:solidFill xmlns:a="http://schemas.openxmlformats.org/drawingml/2006/main">
            <a:srgbClr val="00A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D4F33A1-E2A5-4426-8FD1-808D2D2D398D}"/>
              </a:ext>
            </a:extLst>
          </p:cNvPr>
          <p:cNvSpPr>
            <a:spLocks xmlns:a="http://schemas.openxmlformats.org/drawingml/2006/main" noGrp="1"/>
          </p:cNvSpPr>
          <p:nvPr/>
        </p:nvSpPr>
        <p:spPr>
          <a:xfrm xmlns:a="http://schemas.openxmlformats.org/drawingml/2006/main">
            <a:off x="0" y="4819650"/>
            <a:ext cx="9144000" cy="47625"/>
          </a:xfrm>
          <a:prstGeom xmlns:a="http://schemas.openxmlformats.org/drawingml/2006/main" prst="rect">
            <a:avLst/>
          </a:prstGeom>
          <a:solidFill xmlns:a="http://schemas.openxmlformats.org/drawingml/2006/main">
            <a:srgbClr val="00A9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C639428-FE70-49AE-A5A5-258FA6A0F672}"/>
              </a:ext>
            </a:extLst>
          </p:cNvPr>
          <p:cNvSpPr>
            <a:spLocks xmlns:a="http://schemas.openxmlformats.org/drawingml/2006/main" noGrp="1"/>
          </p:cNvSpPr>
          <p:nvPr/>
        </p:nvSpPr>
        <p:spPr>
          <a:xfrm xmlns:a="http://schemas.openxmlformats.org/drawingml/2006/main">
            <a:off x="266700" y="4905375"/>
            <a:ext cx="533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
            <a:extLst xmlns:a="http://schemas.openxmlformats.org/drawingml/2006/main">
              <a:ext uri="{FF2B5EF4-FFF2-40B4-BE49-F238E27FC236}">
                <a16:creationId xmlns:a16="http://schemas.microsoft.com/office/drawing/2014/main" id="{C1B03D4B-44F8-4519-B5DE-EE7167E55C5D}"/>
              </a:ext>
            </a:extLst>
          </p:cNvPr>
          <p:cNvSpPr>
            <a:spLocks xmlns:a="http://schemas.openxmlformats.org/drawingml/2006/main" noGrp="1"/>
          </p:cNvSpPr>
          <p:nvPr/>
        </p:nvSpPr>
        <p:spPr>
          <a:xfrm xmlns:a="http://schemas.openxmlformats.org/drawingml/2006/main">
            <a:off x="685800" y="1190625"/>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020"/>
          </a:bodyPr>
          <a:lstStyle xmlns:a="http://schemas.openxmlformats.org/drawingml/2006/main"/>
          <a:p xmlns:a="http://schemas.openxmlformats.org/drawingml/2006/main">
            <a:pPr>
              <a:defRPr sz="2550" b="1" i="0">
                <a:solidFill>
                  <a:srgbClr val="00A9E0"/>
                </a:solidFill>
                <a:latin typeface="Montserrat"/>
                <a:ea typeface="Montserrat"/>
                <a:cs typeface="Montserrat"/>
              </a:defRPr>
            </a:pPr>
            <a:r>
              <a:rPr sz="2550" b="1" i="0">
                <a:solidFill>
                  <a:srgbClr val="00A9E0"/>
                </a:solidFill>
                <a:latin typeface="Montserrat"/>
                <a:ea typeface="Montserrat"/>
                <a:cs typeface="Montserrat"/>
              </a:rPr>
              <a:t>1</a:t>
            </a:r>
          </a:p>
        </p:txBody>
      </p:sp>
      <p:sp>
        <p:nvSpPr>
          <p:cNvPr id="6" name="">
            <a:extLst xmlns:a="http://schemas.openxmlformats.org/drawingml/2006/main">
              <a:ext uri="{FF2B5EF4-FFF2-40B4-BE49-F238E27FC236}">
                <a16:creationId xmlns:a16="http://schemas.microsoft.com/office/drawing/2014/main" id="{CF4D916D-B99F-443E-98C6-37F7C93079BF}"/>
              </a:ext>
            </a:extLst>
          </p:cNvPr>
          <p:cNvSpPr>
            <a:spLocks xmlns:a="http://schemas.openxmlformats.org/drawingml/2006/main" noGrp="1"/>
          </p:cNvSpPr>
          <p:nvPr/>
        </p:nvSpPr>
        <p:spPr>
          <a:xfrm xmlns:a="http://schemas.openxmlformats.org/drawingml/2006/main">
            <a:off x="1257300" y="1181100"/>
            <a:ext cx="704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50"/>
          </a:bodyPr>
          <a:lstStyle xmlns:a="http://schemas.openxmlformats.org/drawingml/2006/main"/>
          <a:p xmlns:a="http://schemas.openxmlformats.org/drawingml/2006/main">
            <a:pPr>
              <a:defRPr sz="2025" b="1" i="0">
                <a:solidFill>
                  <a:srgbClr val="333333"/>
                </a:solidFill>
                <a:latin typeface="Montserrat"/>
                <a:ea typeface="Montserrat"/>
                <a:cs typeface="Montserrat"/>
              </a:defRPr>
            </a:pPr>
            <a:r>
              <a:rPr sz="2025" b="1" i="0">
                <a:solidFill>
                  <a:srgbClr val="333333"/>
                </a:solidFill>
                <a:latin typeface="Montserrat"/>
                <a:ea typeface="Montserrat"/>
                <a:cs typeface="Montserrat"/>
              </a:rPr>
              <a:t>Why can a statistically significant variable predict poorly?</a:t>
            </a:r>
          </a:p>
        </p:txBody>
      </p:sp>
      <p:sp>
        <p:nvSpPr>
          <p:cNvPr id="7" name="">
            <a:extLst xmlns:a="http://schemas.openxmlformats.org/drawingml/2006/main">
              <a:ext uri="{FF2B5EF4-FFF2-40B4-BE49-F238E27FC236}">
                <a16:creationId xmlns:a16="http://schemas.microsoft.com/office/drawing/2014/main" id="{4AE29EF1-B0D5-4B35-BB87-3BD01CD817C9}"/>
              </a:ext>
            </a:extLst>
          </p:cNvPr>
          <p:cNvSpPr>
            <a:spLocks xmlns:a="http://schemas.openxmlformats.org/drawingml/2006/main" noGrp="1"/>
          </p:cNvSpPr>
          <p:nvPr/>
        </p:nvSpPr>
        <p:spPr>
          <a:xfrm xmlns:a="http://schemas.openxmlformats.org/drawingml/2006/main">
            <a:off x="685800" y="2238375"/>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020"/>
          </a:bodyPr>
          <a:lstStyle xmlns:a="http://schemas.openxmlformats.org/drawingml/2006/main"/>
          <a:p xmlns:a="http://schemas.openxmlformats.org/drawingml/2006/main">
            <a:pPr>
              <a:defRPr sz="2550" b="1" i="0">
                <a:solidFill>
                  <a:srgbClr val="00A9E0"/>
                </a:solidFill>
                <a:latin typeface="Montserrat"/>
                <a:ea typeface="Montserrat"/>
                <a:cs typeface="Montserrat"/>
              </a:defRPr>
            </a:pPr>
            <a:r>
              <a:rPr sz="2550" b="1" i="0">
                <a:solidFill>
                  <a:srgbClr val="00A9E0"/>
                </a:solidFill>
                <a:latin typeface="Montserrat"/>
                <a:ea typeface="Montserrat"/>
                <a:cs typeface="Montserrat"/>
              </a:rPr>
              <a:t>2</a:t>
            </a:r>
          </a:p>
        </p:txBody>
      </p:sp>
      <p:sp>
        <p:nvSpPr>
          <p:cNvPr id="8" name="">
            <a:extLst xmlns:a="http://schemas.openxmlformats.org/drawingml/2006/main">
              <a:ext uri="{FF2B5EF4-FFF2-40B4-BE49-F238E27FC236}">
                <a16:creationId xmlns:a16="http://schemas.microsoft.com/office/drawing/2014/main" id="{6FFE8859-782D-41F2-A787-AD6F0BB2DB76}"/>
              </a:ext>
            </a:extLst>
          </p:cNvPr>
          <p:cNvSpPr>
            <a:spLocks xmlns:a="http://schemas.openxmlformats.org/drawingml/2006/main" noGrp="1"/>
          </p:cNvSpPr>
          <p:nvPr/>
        </p:nvSpPr>
        <p:spPr>
          <a:xfrm xmlns:a="http://schemas.openxmlformats.org/drawingml/2006/main">
            <a:off x="1257300" y="2228850"/>
            <a:ext cx="704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7654"/>
          </a:bodyPr>
          <a:lstStyle xmlns:a="http://schemas.openxmlformats.org/drawingml/2006/main"/>
          <a:p xmlns:a="http://schemas.openxmlformats.org/drawingml/2006/main">
            <a:pPr>
              <a:defRPr sz="2025" b="1" i="0">
                <a:solidFill>
                  <a:srgbClr val="333333"/>
                </a:solidFill>
                <a:latin typeface="Montserrat"/>
                <a:ea typeface="Montserrat"/>
                <a:cs typeface="Montserrat"/>
              </a:defRPr>
            </a:pPr>
            <a:r>
              <a:rPr sz="2025" b="1" i="0">
                <a:solidFill>
                  <a:srgbClr val="333333"/>
                </a:solidFill>
                <a:latin typeface="Montserrat"/>
                <a:ea typeface="Montserrat"/>
                <a:cs typeface="Montserrat"/>
              </a:rPr>
              <a:t>Can an AI agent assemble a trustworthy climate data workflow?</a:t>
            </a:r>
          </a:p>
        </p:txBody>
      </p:sp>
      <p:sp>
        <p:nvSpPr>
          <p:cNvPr id="9" name="">
            <a:extLst xmlns:a="http://schemas.openxmlformats.org/drawingml/2006/main">
              <a:ext uri="{FF2B5EF4-FFF2-40B4-BE49-F238E27FC236}">
                <a16:creationId xmlns:a16="http://schemas.microsoft.com/office/drawing/2014/main" id="{0D148103-0707-40F8-A11D-D1FF127E7577}"/>
              </a:ext>
            </a:extLst>
          </p:cNvPr>
          <p:cNvSpPr>
            <a:spLocks xmlns:a="http://schemas.openxmlformats.org/drawingml/2006/main" noGrp="1"/>
          </p:cNvSpPr>
          <p:nvPr/>
        </p:nvSpPr>
        <p:spPr>
          <a:xfrm xmlns:a="http://schemas.openxmlformats.org/drawingml/2006/main">
            <a:off x="685800" y="3286125"/>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020"/>
          </a:bodyPr>
          <a:lstStyle xmlns:a="http://schemas.openxmlformats.org/drawingml/2006/main"/>
          <a:p xmlns:a="http://schemas.openxmlformats.org/drawingml/2006/main">
            <a:pPr>
              <a:defRPr sz="2550" b="1" i="0">
                <a:solidFill>
                  <a:srgbClr val="00A9E0"/>
                </a:solidFill>
                <a:latin typeface="Montserrat"/>
                <a:ea typeface="Montserrat"/>
                <a:cs typeface="Montserrat"/>
              </a:defRPr>
            </a:pPr>
            <a:r>
              <a:rPr sz="2550" b="1" i="0">
                <a:solidFill>
                  <a:srgbClr val="00A9E0"/>
                </a:solidFill>
                <a:latin typeface="Montserrat"/>
                <a:ea typeface="Montserrat"/>
                <a:cs typeface="Montserrat"/>
              </a:rPr>
              <a:t>3</a:t>
            </a:r>
          </a:p>
        </p:txBody>
      </p:sp>
      <p:sp>
        <p:nvSpPr>
          <p:cNvPr id="10" name="">
            <a:extLst xmlns:a="http://schemas.openxmlformats.org/drawingml/2006/main">
              <a:ext uri="{FF2B5EF4-FFF2-40B4-BE49-F238E27FC236}">
                <a16:creationId xmlns:a16="http://schemas.microsoft.com/office/drawing/2014/main" id="{6896BB63-E858-4FD0-9849-4C03E8B71130}"/>
              </a:ext>
            </a:extLst>
          </p:cNvPr>
          <p:cNvSpPr>
            <a:spLocks xmlns:a="http://schemas.openxmlformats.org/drawingml/2006/main" noGrp="1"/>
          </p:cNvSpPr>
          <p:nvPr/>
        </p:nvSpPr>
        <p:spPr>
          <a:xfrm xmlns:a="http://schemas.openxmlformats.org/drawingml/2006/main">
            <a:off x="1257300" y="3276600"/>
            <a:ext cx="704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672"/>
          </a:bodyPr>
          <a:lstStyle xmlns:a="http://schemas.openxmlformats.org/drawingml/2006/main"/>
          <a:p xmlns:a="http://schemas.openxmlformats.org/drawingml/2006/main">
            <a:pPr>
              <a:defRPr sz="2025" b="1" i="0">
                <a:solidFill>
                  <a:srgbClr val="333333"/>
                </a:solidFill>
                <a:latin typeface="Montserrat"/>
                <a:ea typeface="Montserrat"/>
                <a:cs typeface="Montserrat"/>
              </a:defRPr>
            </a:pPr>
            <a:r>
              <a:rPr sz="2025" b="1" i="0">
                <a:solidFill>
                  <a:srgbClr val="333333"/>
                </a:solidFill>
                <a:latin typeface="Montserrat"/>
                <a:ea typeface="Montserrat"/>
                <a:cs typeface="Montserrat"/>
              </a:rPr>
              <a:t>How do we know whether an AI grader judged an answer correctly?</a:t>
            </a:r>
          </a:p>
        </p:txBody>
      </p:sp>
      <p:sp>
        <p:nvSpPr>
          <p:cNvPr id="11" name="">
            <a:extLst xmlns:a="http://schemas.openxmlformats.org/drawingml/2006/main">
              <a:ext uri="{FF2B5EF4-FFF2-40B4-BE49-F238E27FC236}">
                <a16:creationId xmlns:a16="http://schemas.microsoft.com/office/drawing/2014/main" id="{05CF1DDB-9417-47CE-9C82-5677B505005A}"/>
              </a:ext>
            </a:extLst>
          </p:cNvPr>
          <p:cNvSpPr>
            <a:spLocks xmlns:a="http://schemas.openxmlformats.org/drawingml/2006/main" noGrp="1"/>
          </p:cNvSpPr>
          <p:nvPr/>
        </p:nvSpPr>
        <p:spPr>
          <a:xfrm xmlns:a="http://schemas.openxmlformats.org/drawingml/2006/main">
            <a:off x="1257300" y="4171950"/>
            <a:ext cx="704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269"/>
          </a:bodyPr>
          <a:lstStyle xmlns:a="http://schemas.openxmlformats.org/drawingml/2006/main"/>
          <a:p xmlns:a="http://schemas.openxmlformats.org/drawingml/2006/main">
            <a:pPr>
              <a:defRPr sz="1575" b="0" i="1">
                <a:solidFill>
                  <a:srgbClr val="5D6570"/>
                </a:solidFill>
                <a:latin typeface="Montserrat"/>
                <a:ea typeface="Montserrat"/>
                <a:cs typeface="Montserrat"/>
              </a:defRPr>
            </a:pPr>
            <a:r>
              <a:rPr sz="1575" b="0" i="1">
                <a:solidFill>
                  <a:srgbClr val="5D6570"/>
                </a:solidFill>
                <a:latin typeface="Montserrat"/>
                <a:ea typeface="Montserrat"/>
                <a:cs typeface="Montserrat"/>
              </a:rPr>
              <a:t>Each problem asks how we generate evidence and whether our checks justify the conclusion.</a:t>
            </a:r>
          </a:p>
        </p:txBody>
      </p:sp>
    </p:spTree>
    <p:extLst>
      <p:ext uri="{BB962C8B-B14F-4D97-AF65-F5344CB8AC3E}">
        <p14:creationId xmlns:p14="http://schemas.microsoft.com/office/powerpoint/2010/main" val="98638759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Picture 1"/>
          <p:cNvPicPr>
            <a:picLocks xmlns:a="http://schemas.openxmlformats.org/drawingml/2006/main" noChangeAspect="1"/>
          </p:cNvPicPr>
          <p:nvPr/>
        </p:nvPicPr>
        <p:blipFill>
          <a:blip xmlns:r="http://schemas.openxmlformats.org/officeDocument/2006/relationships" xmlns:a="http://schemas.openxmlformats.org/drawingml/2006/main" r:embed="Rb5526a8b582a4c4b"/>
          <a:stretch xmlns:a="http://schemas.openxmlformats.org/drawingml/2006/main">
            <a:fillRect l="0" t="0" r="0" b="0"/>
          </a:stretch>
        </p:blipFill>
        <p:spPr>
          <a:xfrm xmlns:a="http://schemas.openxmlformats.org/drawingml/2006/main">
            <a:off x="181535" y="430278"/>
            <a:ext cx="8780929" cy="4282943"/>
          </a:xfrm>
          <a:prstGeom xmlns:a="http://schemas.openxmlformats.org/drawingml/2006/main" prst="rect">
            <a:avLst/>
          </a:prstGeom>
        </p:spPr>
      </p:pic>
    </p:spTree>
    <p:extLst>
      <p:ext uri="{BB962C8B-B14F-4D97-AF65-F5344CB8AC3E}">
        <p14:creationId xmlns:p14="http://schemas.microsoft.com/office/powerpoint/2010/main" val="194603072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C2A48E2-826E-4438-B150-913F6E977D26}"/>
              </a:ext>
            </a:extLst>
          </p:cNvPr>
          <p:cNvSpPr>
            <a:spLocks xmlns:a="http://schemas.openxmlformats.org/drawingml/2006/main" noGrp="1"/>
          </p:cNvSpPr>
          <p:nvPr/>
        </p:nvSpPr>
        <p:spPr>
          <a:xfrm xmlns:a="http://schemas.openxmlformats.org/drawingml/2006/main">
            <a:off x="590550" y="285750"/>
            <a:ext cx="7962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867"/>
          </a:bodyPr>
          <a:lstStyle xmlns:a="http://schemas.openxmlformats.org/drawingml/2006/main"/>
          <a:p xmlns:a="http://schemas.openxmlformats.org/drawingml/2006/main">
            <a:pPr>
              <a:defRPr sz="2850" b="1" i="0">
                <a:solidFill>
                  <a:srgbClr val="333333"/>
                </a:solidFill>
                <a:latin typeface="Montserrat"/>
                <a:ea typeface="Montserrat"/>
                <a:cs typeface="Montserrat"/>
              </a:defRPr>
            </a:pPr>
            <a:r>
              <a:rPr sz="2850" b="1" i="0">
                <a:solidFill>
                  <a:srgbClr val="333333"/>
                </a:solidFill>
                <a:latin typeface="Montserrat"/>
                <a:ea typeface="Montserrat"/>
                <a:cs typeface="Montserrat"/>
              </a:rPr>
              <a:t>Significance and prediction answer different questions</a:t>
            </a:r>
          </a:p>
        </p:txBody>
      </p:sp>
      <p:sp>
        <p:nvSpPr>
          <p:cNvPr id="2" name="">
            <a:extLst xmlns:a="http://schemas.openxmlformats.org/drawingml/2006/main">
              <a:ext uri="{FF2B5EF4-FFF2-40B4-BE49-F238E27FC236}">
                <a16:creationId xmlns:a16="http://schemas.microsoft.com/office/drawing/2014/main" id="{9B7BAD0A-8338-40E3-B11F-90F44E18A334}"/>
              </a:ext>
            </a:extLst>
          </p:cNvPr>
          <p:cNvSpPr>
            <a:spLocks xmlns:a="http://schemas.openxmlformats.org/drawingml/2006/main" noGrp="1"/>
          </p:cNvSpPr>
          <p:nvPr/>
        </p:nvSpPr>
        <p:spPr>
          <a:xfrm xmlns:a="http://schemas.openxmlformats.org/drawingml/2006/main">
            <a:off x="590550" y="914400"/>
            <a:ext cx="7962900" cy="19050"/>
          </a:xfrm>
          <a:prstGeom xmlns:a="http://schemas.openxmlformats.org/drawingml/2006/main" prst="rect">
            <a:avLst/>
          </a:prstGeom>
          <a:solidFill xmlns:a="http://schemas.openxmlformats.org/drawingml/2006/main">
            <a:srgbClr val="00A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B05F61B-5CB6-47F3-A7FA-51ACC33B9983}"/>
              </a:ext>
            </a:extLst>
          </p:cNvPr>
          <p:cNvSpPr>
            <a:spLocks xmlns:a="http://schemas.openxmlformats.org/drawingml/2006/main" noGrp="1"/>
          </p:cNvSpPr>
          <p:nvPr/>
        </p:nvSpPr>
        <p:spPr>
          <a:xfrm xmlns:a="http://schemas.openxmlformats.org/drawingml/2006/main">
            <a:off x="0" y="4819650"/>
            <a:ext cx="9144000" cy="47625"/>
          </a:xfrm>
          <a:prstGeom xmlns:a="http://schemas.openxmlformats.org/drawingml/2006/main" prst="rect">
            <a:avLst/>
          </a:prstGeom>
          <a:solidFill xmlns:a="http://schemas.openxmlformats.org/drawingml/2006/main">
            <a:srgbClr val="00A9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F1A95FE-A4EE-40C3-8AD3-DA7AF24F402B}"/>
              </a:ext>
            </a:extLst>
          </p:cNvPr>
          <p:cNvSpPr>
            <a:spLocks xmlns:a="http://schemas.openxmlformats.org/drawingml/2006/main" noGrp="1"/>
          </p:cNvSpPr>
          <p:nvPr/>
        </p:nvSpPr>
        <p:spPr>
          <a:xfrm xmlns:a="http://schemas.openxmlformats.org/drawingml/2006/main">
            <a:off x="266700" y="4905375"/>
            <a:ext cx="533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
            <a:extLst xmlns:a="http://schemas.openxmlformats.org/drawingml/2006/main">
              <a:ext uri="{FF2B5EF4-FFF2-40B4-BE49-F238E27FC236}">
                <a16:creationId xmlns:a16="http://schemas.microsoft.com/office/drawing/2014/main" id="{BCE262FB-AB94-42E9-AB48-81ABC3F170A6}"/>
              </a:ext>
            </a:extLst>
          </p:cNvPr>
          <p:cNvSpPr>
            <a:spLocks xmlns:a="http://schemas.openxmlformats.org/drawingml/2006/main" noGrp="1"/>
          </p:cNvSpPr>
          <p:nvPr/>
        </p:nvSpPr>
        <p:spPr>
          <a:xfrm xmlns:a="http://schemas.openxmlformats.org/drawingml/2006/main">
            <a:off x="742950" y="12573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i="0">
                <a:solidFill>
                  <a:srgbClr val="1D4F91"/>
                </a:solidFill>
                <a:latin typeface="Montserrat"/>
                <a:ea typeface="Montserrat"/>
                <a:cs typeface="Montserrat"/>
              </a:defRPr>
            </a:pPr>
            <a:r>
              <a:rPr sz="1500" b="1" i="0">
                <a:solidFill>
                  <a:srgbClr val="1D4F91"/>
                </a:solidFill>
                <a:latin typeface="Montserrat"/>
                <a:ea typeface="Montserrat"/>
                <a:cs typeface="Montserrat"/>
              </a:rPr>
              <a:t>STATISTICAL SIGNIFICANCE</a:t>
            </a:r>
          </a:p>
        </p:txBody>
      </p:sp>
      <p:sp>
        <p:nvSpPr>
          <p:cNvPr id="6" name="">
            <a:extLst xmlns:a="http://schemas.openxmlformats.org/drawingml/2006/main">
              <a:ext uri="{FF2B5EF4-FFF2-40B4-BE49-F238E27FC236}">
                <a16:creationId xmlns:a16="http://schemas.microsoft.com/office/drawing/2014/main" id="{7F866444-B470-4F3C-B8F9-6007DA4D90D1}"/>
              </a:ext>
            </a:extLst>
          </p:cNvPr>
          <p:cNvSpPr>
            <a:spLocks xmlns:a="http://schemas.openxmlformats.org/drawingml/2006/main" noGrp="1"/>
          </p:cNvSpPr>
          <p:nvPr/>
        </p:nvSpPr>
        <p:spPr>
          <a:xfrm xmlns:a="http://schemas.openxmlformats.org/drawingml/2006/main">
            <a:off x="742950" y="1714500"/>
            <a:ext cx="3476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0" i="0">
                <a:solidFill>
                  <a:srgbClr val="333333"/>
                </a:solidFill>
                <a:latin typeface="Montserrat"/>
                <a:ea typeface="Montserrat"/>
                <a:cs typeface="Montserrat"/>
              </a:defRPr>
            </a:pPr>
            <a:r>
              <a:rPr sz="2025" b="0" i="0">
                <a:solidFill>
                  <a:srgbClr val="333333"/>
                </a:solidFill>
                <a:latin typeface="Montserrat"/>
                <a:ea typeface="Montserrat"/>
                <a:cs typeface="Montserrat"/>
              </a:rPr>
              <a:t>In the data at hand, how incompatible is the observed association with a specified chance model?</a:t>
            </a:r>
          </a:p>
        </p:txBody>
      </p:sp>
      <p:sp>
        <p:nvSpPr>
          <p:cNvPr id="7" name="">
            <a:extLst xmlns:a="http://schemas.openxmlformats.org/drawingml/2006/main">
              <a:ext uri="{FF2B5EF4-FFF2-40B4-BE49-F238E27FC236}">
                <a16:creationId xmlns:a16="http://schemas.microsoft.com/office/drawing/2014/main" id="{40269974-D839-4F97-80EE-27031B9222B7}"/>
              </a:ext>
            </a:extLst>
          </p:cNvPr>
          <p:cNvSpPr>
            <a:spLocks xmlns:a="http://schemas.openxmlformats.org/drawingml/2006/main" noGrp="1"/>
          </p:cNvSpPr>
          <p:nvPr/>
        </p:nvSpPr>
        <p:spPr>
          <a:xfrm xmlns:a="http://schemas.openxmlformats.org/drawingml/2006/main">
            <a:off x="4972050" y="12573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i="0">
                <a:solidFill>
                  <a:srgbClr val="1D4F91"/>
                </a:solidFill>
                <a:latin typeface="Montserrat"/>
                <a:ea typeface="Montserrat"/>
                <a:cs typeface="Montserrat"/>
              </a:defRPr>
            </a:pPr>
            <a:r>
              <a:rPr sz="1500" b="1" i="0">
                <a:solidFill>
                  <a:srgbClr val="1D4F91"/>
                </a:solidFill>
                <a:latin typeface="Montserrat"/>
                <a:ea typeface="Montserrat"/>
                <a:cs typeface="Montserrat"/>
              </a:rPr>
              <a:t>PREDICTION</a:t>
            </a:r>
          </a:p>
        </p:txBody>
      </p:sp>
      <p:sp>
        <p:nvSpPr>
          <p:cNvPr id="8" name="">
            <a:extLst xmlns:a="http://schemas.openxmlformats.org/drawingml/2006/main">
              <a:ext uri="{FF2B5EF4-FFF2-40B4-BE49-F238E27FC236}">
                <a16:creationId xmlns:a16="http://schemas.microsoft.com/office/drawing/2014/main" id="{5DC05DEF-A967-430B-8CE5-6967D6B542DF}"/>
              </a:ext>
            </a:extLst>
          </p:cNvPr>
          <p:cNvSpPr>
            <a:spLocks xmlns:a="http://schemas.openxmlformats.org/drawingml/2006/main" noGrp="1"/>
          </p:cNvSpPr>
          <p:nvPr/>
        </p:nvSpPr>
        <p:spPr>
          <a:xfrm xmlns:a="http://schemas.openxmlformats.org/drawingml/2006/main">
            <a:off x="4972050" y="1714500"/>
            <a:ext cx="3429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0" i="0">
                <a:solidFill>
                  <a:srgbClr val="333333"/>
                </a:solidFill>
                <a:latin typeface="Montserrat"/>
                <a:ea typeface="Montserrat"/>
                <a:cs typeface="Montserrat"/>
              </a:defRPr>
            </a:pPr>
            <a:r>
              <a:rPr sz="2025" b="0" i="0">
                <a:solidFill>
                  <a:srgbClr val="333333"/>
                </a:solidFill>
                <a:latin typeface="Montserrat"/>
                <a:ea typeface="Montserrat"/>
                <a:cs typeface="Montserrat"/>
              </a:rPr>
              <a:t>For a new case, how close is the forecast to the outcome that actually occurs?</a:t>
            </a:r>
          </a:p>
        </p:txBody>
      </p:sp>
      <p:sp>
        <p:nvSpPr>
          <p:cNvPr id="9" name="">
            <a:extLst xmlns:a="http://schemas.openxmlformats.org/drawingml/2006/main">
              <a:ext uri="{FF2B5EF4-FFF2-40B4-BE49-F238E27FC236}">
                <a16:creationId xmlns:a16="http://schemas.microsoft.com/office/drawing/2014/main" id="{06CDF89C-2C4D-4F2A-9E34-314536623DE3}"/>
              </a:ext>
            </a:extLst>
          </p:cNvPr>
          <p:cNvSpPr>
            <a:spLocks xmlns:a="http://schemas.openxmlformats.org/drawingml/2006/main" noGrp="1"/>
          </p:cNvSpPr>
          <p:nvPr/>
        </p:nvSpPr>
        <p:spPr>
          <a:xfrm xmlns:a="http://schemas.openxmlformats.org/drawingml/2006/main">
            <a:off x="742950" y="3524250"/>
            <a:ext cx="76581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725" b="1" i="0">
                <a:solidFill>
                  <a:srgbClr val="333333"/>
                </a:solidFill>
                <a:latin typeface="Montserrat"/>
                <a:ea typeface="Montserrat"/>
                <a:cs typeface="Montserrat"/>
              </a:defRPr>
            </a:pPr>
            <a:r>
              <a:rPr sz="1725" b="1" i="0">
                <a:solidFill>
                  <a:srgbClr val="333333"/>
                </a:solidFill>
                <a:latin typeface="Montserrat"/>
                <a:ea typeface="Montserrat"/>
                <a:cs typeface="Montserrat"/>
              </a:rPr>
              <a:t>A small p-value can accompany a weak forecast. Prediction often depends on combinations, interactions, and validation on new data.</a:t>
            </a:r>
          </a:p>
        </p:txBody>
      </p:sp>
    </p:spTree>
    <p:extLst>
      <p:ext uri="{BB962C8B-B14F-4D97-AF65-F5344CB8AC3E}">
        <p14:creationId xmlns:p14="http://schemas.microsoft.com/office/powerpoint/2010/main" val="95388619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A2A5562-D75E-4441-A7C5-76C5E5685D78}"/>
              </a:ext>
            </a:extLst>
          </p:cNvPr>
          <p:cNvSpPr>
            <a:spLocks xmlns:a="http://schemas.openxmlformats.org/drawingml/2006/main" noGrp="1"/>
          </p:cNvSpPr>
          <p:nvPr/>
        </p:nvSpPr>
        <p:spPr>
          <a:xfrm xmlns:a="http://schemas.openxmlformats.org/drawingml/2006/main">
            <a:off x="590550" y="285750"/>
            <a:ext cx="7962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993"/>
          </a:bodyPr>
          <a:lstStyle xmlns:a="http://schemas.openxmlformats.org/drawingml/2006/main"/>
          <a:p xmlns:a="http://schemas.openxmlformats.org/drawingml/2006/main">
            <a:pPr>
              <a:defRPr sz="2850" b="1" i="0">
                <a:solidFill>
                  <a:srgbClr val="333333"/>
                </a:solidFill>
                <a:latin typeface="Montserrat"/>
                <a:ea typeface="Montserrat"/>
                <a:cs typeface="Montserrat"/>
              </a:defRPr>
            </a:pPr>
            <a:r>
              <a:rPr sz="2850" b="1" i="0">
                <a:solidFill>
                  <a:srgbClr val="333333"/>
                </a:solidFill>
                <a:latin typeface="Montserrat"/>
                <a:ea typeface="Montserrat"/>
                <a:cs typeface="Montserrat"/>
              </a:rPr>
              <a:t>Partition retention searches for informative combinations</a:t>
            </a:r>
          </a:p>
        </p:txBody>
      </p:sp>
      <p:sp>
        <p:nvSpPr>
          <p:cNvPr id="2" name="">
            <a:extLst xmlns:a="http://schemas.openxmlformats.org/drawingml/2006/main">
              <a:ext uri="{FF2B5EF4-FFF2-40B4-BE49-F238E27FC236}">
                <a16:creationId xmlns:a16="http://schemas.microsoft.com/office/drawing/2014/main" id="{4AA9DE61-D08D-454D-818B-D59866744CDF}"/>
              </a:ext>
            </a:extLst>
          </p:cNvPr>
          <p:cNvSpPr>
            <a:spLocks xmlns:a="http://schemas.openxmlformats.org/drawingml/2006/main" noGrp="1"/>
          </p:cNvSpPr>
          <p:nvPr/>
        </p:nvSpPr>
        <p:spPr>
          <a:xfrm xmlns:a="http://schemas.openxmlformats.org/drawingml/2006/main">
            <a:off x="590550" y="914400"/>
            <a:ext cx="7962900" cy="19050"/>
          </a:xfrm>
          <a:prstGeom xmlns:a="http://schemas.openxmlformats.org/drawingml/2006/main" prst="rect">
            <a:avLst/>
          </a:prstGeom>
          <a:solidFill xmlns:a="http://schemas.openxmlformats.org/drawingml/2006/main">
            <a:srgbClr val="00A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1DCA676-50B1-4430-A8D7-CE7D3F6757B5}"/>
              </a:ext>
            </a:extLst>
          </p:cNvPr>
          <p:cNvSpPr>
            <a:spLocks xmlns:a="http://schemas.openxmlformats.org/drawingml/2006/main" noGrp="1"/>
          </p:cNvSpPr>
          <p:nvPr/>
        </p:nvSpPr>
        <p:spPr>
          <a:xfrm xmlns:a="http://schemas.openxmlformats.org/drawingml/2006/main">
            <a:off x="0" y="4819650"/>
            <a:ext cx="9144000" cy="47625"/>
          </a:xfrm>
          <a:prstGeom xmlns:a="http://schemas.openxmlformats.org/drawingml/2006/main" prst="rect">
            <a:avLst/>
          </a:prstGeom>
          <a:solidFill xmlns:a="http://schemas.openxmlformats.org/drawingml/2006/main">
            <a:srgbClr val="00A9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0277AF9-52A8-42AB-B677-998F1AA9D2CD}"/>
              </a:ext>
            </a:extLst>
          </p:cNvPr>
          <p:cNvSpPr>
            <a:spLocks xmlns:a="http://schemas.openxmlformats.org/drawingml/2006/main" noGrp="1"/>
          </p:cNvSpPr>
          <p:nvPr/>
        </p:nvSpPr>
        <p:spPr>
          <a:xfrm xmlns:a="http://schemas.openxmlformats.org/drawingml/2006/main">
            <a:off x="266700" y="4905375"/>
            <a:ext cx="533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
            <a:extLst xmlns:a="http://schemas.openxmlformats.org/drawingml/2006/main">
              <a:ext uri="{FF2B5EF4-FFF2-40B4-BE49-F238E27FC236}">
                <a16:creationId xmlns:a16="http://schemas.microsoft.com/office/drawing/2014/main" id="{AC7A7003-69F2-40E1-94CE-E26B6EC4E6E6}"/>
              </a:ext>
            </a:extLst>
          </p:cNvPr>
          <p:cNvSpPr>
            <a:spLocks xmlns:a="http://schemas.openxmlformats.org/drawingml/2006/main" noGrp="1"/>
          </p:cNvSpPr>
          <p:nvPr/>
        </p:nvSpPr>
        <p:spPr>
          <a:xfrm xmlns:a="http://schemas.openxmlformats.org/drawingml/2006/main">
            <a:off x="723900" y="11906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000"/>
          </a:bodyPr>
          <a:lstStyle xmlns:a="http://schemas.openxmlformats.org/drawingml/2006/main"/>
          <a:p xmlns:a="http://schemas.openxmlformats.org/drawingml/2006/main">
            <a:pPr>
              <a:defRPr sz="2250" b="1" i="0">
                <a:solidFill>
                  <a:srgbClr val="00A9E0"/>
                </a:solidFill>
                <a:latin typeface="Montserrat"/>
                <a:ea typeface="Montserrat"/>
                <a:cs typeface="Montserrat"/>
              </a:defRPr>
            </a:pPr>
            <a:r>
              <a:rPr sz="2250" b="1" i="0">
                <a:solidFill>
                  <a:srgbClr val="00A9E0"/>
                </a:solidFill>
                <a:latin typeface="Montserrat"/>
                <a:ea typeface="Montserrat"/>
                <a:cs typeface="Montserrat"/>
              </a:rPr>
              <a:t>1</a:t>
            </a:r>
          </a:p>
        </p:txBody>
      </p:sp>
      <p:sp>
        <p:nvSpPr>
          <p:cNvPr id="6" name="">
            <a:extLst xmlns:a="http://schemas.openxmlformats.org/drawingml/2006/main">
              <a:ext uri="{FF2B5EF4-FFF2-40B4-BE49-F238E27FC236}">
                <a16:creationId xmlns:a16="http://schemas.microsoft.com/office/drawing/2014/main" id="{2D8345A2-E149-4EB9-8664-A1229BD1EE1A}"/>
              </a:ext>
            </a:extLst>
          </p:cNvPr>
          <p:cNvSpPr>
            <a:spLocks xmlns:a="http://schemas.openxmlformats.org/drawingml/2006/main" noGrp="1"/>
          </p:cNvSpPr>
          <p:nvPr/>
        </p:nvSpPr>
        <p:spPr>
          <a:xfrm xmlns:a="http://schemas.openxmlformats.org/drawingml/2006/main">
            <a:off x="1238250" y="1171575"/>
            <a:ext cx="7105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972"/>
          </a:bodyPr>
          <a:lstStyle xmlns:a="http://schemas.openxmlformats.org/drawingml/2006/main"/>
          <a:p xmlns:a="http://schemas.openxmlformats.org/drawingml/2006/main">
            <a:pPr>
              <a:defRPr sz="1800" b="0" i="0">
                <a:solidFill>
                  <a:srgbClr val="333333"/>
                </a:solidFill>
                <a:latin typeface="Montserrat"/>
                <a:ea typeface="Montserrat"/>
                <a:cs typeface="Montserrat"/>
              </a:defRPr>
            </a:pPr>
            <a:r>
              <a:rPr sz="1800" b="0" i="0">
                <a:solidFill>
                  <a:srgbClr val="333333"/>
                </a:solidFill>
                <a:latin typeface="Montserrat"/>
                <a:ea typeface="Montserrat"/>
                <a:cs typeface="Montserrat"/>
              </a:rPr>
              <a:t>Start with a candidate set of variables and partition the cases by their joint values.</a:t>
            </a:r>
          </a:p>
        </p:txBody>
      </p:sp>
      <p:sp>
        <p:nvSpPr>
          <p:cNvPr id="7" name="">
            <a:extLst xmlns:a="http://schemas.openxmlformats.org/drawingml/2006/main">
              <a:ext uri="{FF2B5EF4-FFF2-40B4-BE49-F238E27FC236}">
                <a16:creationId xmlns:a16="http://schemas.microsoft.com/office/drawing/2014/main" id="{E5DAA74B-5F45-4F3F-8103-07DAEC2F5527}"/>
              </a:ext>
            </a:extLst>
          </p:cNvPr>
          <p:cNvSpPr>
            <a:spLocks xmlns:a="http://schemas.openxmlformats.org/drawingml/2006/main" noGrp="1"/>
          </p:cNvSpPr>
          <p:nvPr/>
        </p:nvSpPr>
        <p:spPr>
          <a:xfrm xmlns:a="http://schemas.openxmlformats.org/drawingml/2006/main">
            <a:off x="723900" y="20478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000"/>
          </a:bodyPr>
          <a:lstStyle xmlns:a="http://schemas.openxmlformats.org/drawingml/2006/main"/>
          <a:p xmlns:a="http://schemas.openxmlformats.org/drawingml/2006/main">
            <a:pPr>
              <a:defRPr sz="2250" b="1" i="0">
                <a:solidFill>
                  <a:srgbClr val="00A9E0"/>
                </a:solidFill>
                <a:latin typeface="Montserrat"/>
                <a:ea typeface="Montserrat"/>
                <a:cs typeface="Montserrat"/>
              </a:defRPr>
            </a:pPr>
            <a:r>
              <a:rPr sz="2250" b="1" i="0">
                <a:solidFill>
                  <a:srgbClr val="00A9E0"/>
                </a:solidFill>
                <a:latin typeface="Montserrat"/>
                <a:ea typeface="Montserrat"/>
                <a:cs typeface="Montserrat"/>
              </a:rPr>
              <a:t>2</a:t>
            </a:r>
          </a:p>
        </p:txBody>
      </p:sp>
      <p:sp>
        <p:nvSpPr>
          <p:cNvPr id="8" name="">
            <a:extLst xmlns:a="http://schemas.openxmlformats.org/drawingml/2006/main">
              <a:ext uri="{FF2B5EF4-FFF2-40B4-BE49-F238E27FC236}">
                <a16:creationId xmlns:a16="http://schemas.microsoft.com/office/drawing/2014/main" id="{7E4434C2-311B-4482-95C2-1EF24941371C}"/>
              </a:ext>
            </a:extLst>
          </p:cNvPr>
          <p:cNvSpPr>
            <a:spLocks xmlns:a="http://schemas.openxmlformats.org/drawingml/2006/main" noGrp="1"/>
          </p:cNvSpPr>
          <p:nvPr/>
        </p:nvSpPr>
        <p:spPr>
          <a:xfrm xmlns:a="http://schemas.openxmlformats.org/drawingml/2006/main">
            <a:off x="1238250" y="2028825"/>
            <a:ext cx="7105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277"/>
          </a:bodyPr>
          <a:lstStyle xmlns:a="http://schemas.openxmlformats.org/drawingml/2006/main"/>
          <a:p xmlns:a="http://schemas.openxmlformats.org/drawingml/2006/main">
            <a:pPr>
              <a:defRPr sz="1800" b="0" i="0">
                <a:solidFill>
                  <a:srgbClr val="333333"/>
                </a:solidFill>
                <a:latin typeface="Montserrat"/>
                <a:ea typeface="Montserrat"/>
                <a:cs typeface="Montserrat"/>
              </a:defRPr>
            </a:pPr>
            <a:r>
              <a:rPr sz="1800" b="0" i="0">
                <a:solidFill>
                  <a:srgbClr val="333333"/>
                </a:solidFill>
                <a:latin typeface="Montserrat"/>
                <a:ea typeface="Montserrat"/>
                <a:cs typeface="Montserrat"/>
              </a:rPr>
              <a:t>Score how much the outcome rates differ across the resulting groups.</a:t>
            </a:r>
          </a:p>
        </p:txBody>
      </p:sp>
      <p:sp>
        <p:nvSpPr>
          <p:cNvPr id="9" name="">
            <a:extLst xmlns:a="http://schemas.openxmlformats.org/drawingml/2006/main">
              <a:ext uri="{FF2B5EF4-FFF2-40B4-BE49-F238E27FC236}">
                <a16:creationId xmlns:a16="http://schemas.microsoft.com/office/drawing/2014/main" id="{5E1887FC-DB9C-4198-9852-85F98D4561EE}"/>
              </a:ext>
            </a:extLst>
          </p:cNvPr>
          <p:cNvSpPr>
            <a:spLocks xmlns:a="http://schemas.openxmlformats.org/drawingml/2006/main" noGrp="1"/>
          </p:cNvSpPr>
          <p:nvPr/>
        </p:nvSpPr>
        <p:spPr>
          <a:xfrm xmlns:a="http://schemas.openxmlformats.org/drawingml/2006/main">
            <a:off x="723900" y="29051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000"/>
          </a:bodyPr>
          <a:lstStyle xmlns:a="http://schemas.openxmlformats.org/drawingml/2006/main"/>
          <a:p xmlns:a="http://schemas.openxmlformats.org/drawingml/2006/main">
            <a:pPr>
              <a:defRPr sz="2250" b="1" i="0">
                <a:solidFill>
                  <a:srgbClr val="00A9E0"/>
                </a:solidFill>
                <a:latin typeface="Montserrat"/>
                <a:ea typeface="Montserrat"/>
                <a:cs typeface="Montserrat"/>
              </a:defRPr>
            </a:pPr>
            <a:r>
              <a:rPr sz="2250" b="1" i="0">
                <a:solidFill>
                  <a:srgbClr val="00A9E0"/>
                </a:solidFill>
                <a:latin typeface="Montserrat"/>
                <a:ea typeface="Montserrat"/>
                <a:cs typeface="Montserrat"/>
              </a:rPr>
              <a:t>3</a:t>
            </a:r>
          </a:p>
        </p:txBody>
      </p:sp>
      <p:sp>
        <p:nvSpPr>
          <p:cNvPr id="10" name="">
            <a:extLst xmlns:a="http://schemas.openxmlformats.org/drawingml/2006/main">
              <a:ext uri="{FF2B5EF4-FFF2-40B4-BE49-F238E27FC236}">
                <a16:creationId xmlns:a16="http://schemas.microsoft.com/office/drawing/2014/main" id="{C073F943-D7B7-4CD4-8BC6-649AC9E5563A}"/>
              </a:ext>
            </a:extLst>
          </p:cNvPr>
          <p:cNvSpPr>
            <a:spLocks xmlns:a="http://schemas.openxmlformats.org/drawingml/2006/main" noGrp="1"/>
          </p:cNvSpPr>
          <p:nvPr/>
        </p:nvSpPr>
        <p:spPr>
          <a:xfrm xmlns:a="http://schemas.openxmlformats.org/drawingml/2006/main">
            <a:off x="1238250" y="2886075"/>
            <a:ext cx="7105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972"/>
          </a:bodyPr>
          <a:lstStyle xmlns:a="http://schemas.openxmlformats.org/drawingml/2006/main"/>
          <a:p xmlns:a="http://schemas.openxmlformats.org/drawingml/2006/main">
            <a:pPr>
              <a:defRPr sz="1800" b="0" i="0">
                <a:solidFill>
                  <a:srgbClr val="333333"/>
                </a:solidFill>
                <a:latin typeface="Montserrat"/>
                <a:ea typeface="Montserrat"/>
                <a:cs typeface="Montserrat"/>
              </a:defRPr>
            </a:pPr>
            <a:r>
              <a:rPr sz="1800" b="0" i="0">
                <a:solidFill>
                  <a:srgbClr val="333333"/>
                </a:solidFill>
                <a:latin typeface="Montserrat"/>
                <a:ea typeface="Montserrat"/>
                <a:cs typeface="Montserrat"/>
              </a:rPr>
              <a:t>Remove variables that do not improve the score. Repeat from many candidate sets.</a:t>
            </a:r>
          </a:p>
        </p:txBody>
      </p:sp>
      <p:sp>
        <p:nvSpPr>
          <p:cNvPr id="11" name="">
            <a:extLst xmlns:a="http://schemas.openxmlformats.org/drawingml/2006/main">
              <a:ext uri="{FF2B5EF4-FFF2-40B4-BE49-F238E27FC236}">
                <a16:creationId xmlns:a16="http://schemas.microsoft.com/office/drawing/2014/main" id="{5A7A742B-28C0-409E-9131-2FF6A5980FC4}"/>
              </a:ext>
            </a:extLst>
          </p:cNvPr>
          <p:cNvSpPr>
            <a:spLocks xmlns:a="http://schemas.openxmlformats.org/drawingml/2006/main" noGrp="1"/>
          </p:cNvSpPr>
          <p:nvPr/>
        </p:nvSpPr>
        <p:spPr>
          <a:xfrm xmlns:a="http://schemas.openxmlformats.org/drawingml/2006/main">
            <a:off x="1238250" y="3857625"/>
            <a:ext cx="7105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725" b="1" i="0">
                <a:solidFill>
                  <a:srgbClr val="1D4F91"/>
                </a:solidFill>
                <a:latin typeface="Montserrat"/>
                <a:ea typeface="Montserrat"/>
                <a:cs typeface="Montserrat"/>
              </a:defRPr>
            </a:pPr>
            <a:r>
              <a:rPr sz="1725" b="1" i="0">
                <a:solidFill>
                  <a:srgbClr val="1D4F91"/>
                </a:solidFill>
                <a:latin typeface="Montserrat"/>
                <a:ea typeface="Montserrat"/>
                <a:cs typeface="Montserrat"/>
              </a:rPr>
              <a:t>Variables that repeatedly remain point to predictive combinations, including interactions that single-variable tests can miss.</a:t>
            </a:r>
          </a:p>
        </p:txBody>
      </p:sp>
    </p:spTree>
    <p:extLst>
      <p:ext uri="{BB962C8B-B14F-4D97-AF65-F5344CB8AC3E}">
        <p14:creationId xmlns:p14="http://schemas.microsoft.com/office/powerpoint/2010/main" val="126553512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17" name="Google Shape;117;p21">
            <a:extLst xmlns:a="http://schemas.openxmlformats.org/drawingml/2006/main">
              <a:ext uri="{FF2B5EF4-FFF2-40B4-BE49-F238E27FC236}">
                <a16:creationId xmlns:a16="http://schemas.microsoft.com/office/drawing/2014/main" id="{50EEB1D2-D5FF-4EB4-A169-EBF2CA74F552}"/>
              </a:ext>
            </a:extLst>
          </p:cNvPr>
          <p:cNvSpPr>
            <a:spLocks xmlns:a="http://schemas.openxmlformats.org/drawingml/2006/main" noGrp="1"/>
          </p:cNvSpPr>
          <p:nvPr>
            <p:ph type="title" idx="0"/>
          </p:nvPr>
        </p:nvSpPr>
        <p:spPr>
          <a:xfrm xmlns:a="http://schemas.openxmlformats.org/drawingml/2006/main">
            <a:off x="457200" y="205978"/>
            <a:ext cx="8229600" cy="8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91425" tIns="45700" rIns="91425" bIns="45700" anchor="ctr">
            <a:noAutofit/>
          </a:bodyPr>
          <a:lstStyle xmlns:a="http://schemas.openxmlformats.org/drawingml/2006/main"/>
          <a:p xmlns:a="http://schemas.openxmlformats.org/drawingml/2006/main">
            <a:pPr algn="ctr">
              <a:spcBef>
                <a:spcPts val="0"/>
              </a:spcBef>
              <a:buClr>
                <a:schemeClr val="dk1"/>
              </a:buClr>
              <a:buSzPct val="100000"/>
              <a:buNone/>
            </a:pPr>
            <a:r>
              <a:rPr sz="3600" cap="small"/>
              <a:t>Bottlenecks in Climate Data Science</a:t>
            </a:r>
            <a:endParaRPr sz="2100" cap="small"/>
          </a:p>
        </p:txBody>
      </p:sp>
      <p:sp>
        <p:nvSpPr>
          <p:cNvPr id="118" name="Google Shape;118;p21">
            <a:extLst xmlns:a="http://schemas.openxmlformats.org/drawingml/2006/main">
              <a:ext uri="{FF2B5EF4-FFF2-40B4-BE49-F238E27FC236}">
                <a16:creationId xmlns:a16="http://schemas.microsoft.com/office/drawing/2014/main" id="{3776EC7A-6326-4AC0-8BAC-8240538EAA2C}"/>
              </a:ext>
            </a:extLst>
          </p:cNvPr>
          <p:cNvSpPr>
            <a:spLocks xmlns:a="http://schemas.openxmlformats.org/drawingml/2006/main" noGrp="1"/>
          </p:cNvSpPr>
          <p:nvPr>
            <p:ph type="body" idx="1"/>
          </p:nvPr>
        </p:nvSpPr>
        <p:spPr>
          <a:xfrm xmlns:a="http://schemas.openxmlformats.org/drawingml/2006/main">
            <a:off x="457200" y="1200150"/>
            <a:ext cx="4093500" cy="339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91425" tIns="45700" rIns="91425" bIns="45700" anchor="t">
            <a:normAutofit/>
          </a:bodyPr>
          <a:lstStyle xmlns:a="http://schemas.openxmlformats.org/drawingml/2006/main"/>
          <a:p xmlns:a="http://schemas.openxmlformats.org/drawingml/2006/main">
            <a:pPr marL="410209" indent="-342900">
              <a:spcBef>
                <a:spcPts val="0"/>
              </a:spcBef>
              <a:spcAft>
                <a:spcPts val="0"/>
              </a:spcAft>
              <a:buSzPts val="2140"/>
              <a:buFont typeface="Wingdings"/>
              <a:buChar char="q"/>
            </a:pPr>
            <a:r>
              <a:rPr sz="2140"/>
              <a:t>Fragmented ecosystem: multiple portals, formats, agencies</a:t>
            </a:r>
            <a:endParaRPr sz="880"/>
          </a:p>
          <a:p xmlns:a="http://schemas.openxmlformats.org/drawingml/2006/main">
            <a:pPr marL="410209" indent="-342900">
              <a:spcBef>
                <a:spcPts val="640"/>
              </a:spcBef>
              <a:spcAft>
                <a:spcPts val="0"/>
              </a:spcAft>
              <a:buSzPts val="2140"/>
              <a:buFont typeface="Wingdings"/>
              <a:buChar char="q"/>
            </a:pPr>
            <a:r>
              <a:rPr sz="2140"/>
              <a:t>Retrieval-based workflows, not integration</a:t>
            </a:r>
            <a:endParaRPr sz="880"/>
          </a:p>
          <a:p xmlns:a="http://schemas.openxmlformats.org/drawingml/2006/main">
            <a:pPr marL="410209" indent="-342900">
              <a:spcBef>
                <a:spcPts val="640"/>
              </a:spcBef>
              <a:spcAft>
                <a:spcPts val="0"/>
              </a:spcAft>
              <a:buSzPts val="2140"/>
              <a:buFont typeface="Wingdings"/>
              <a:buChar char="q"/>
            </a:pPr>
            <a:r>
              <a:rPr sz="2140" i="1"/>
              <a:t>“Complex and sometimes frustrating” </a:t>
            </a:r>
            <a:r>
              <a:rPr sz="2140"/>
              <a:t>(</a:t>
            </a:r>
            <a:r>
              <a:rPr sz="2140"/>
              <a:t>K</a:t>
            </a:r>
            <a:r>
              <a:rPr sz="2140"/>
              <a:t>empler et al, 2012)</a:t>
            </a:r>
            <a:endParaRPr sz="880"/>
          </a:p>
        </p:txBody>
      </p:sp>
      <p:pic>
        <p:nvPicPr>
          <p:cNvPr id="124" name="Google Shape;119;p21"/>
          <p:cNvPicPr>
            <a:picLocks xmlns:a="http://schemas.openxmlformats.org/drawingml/2006/main" noChangeAspect="1"/>
          </p:cNvPicPr>
          <p:nvPr/>
        </p:nvPicPr>
        <p:blipFill>
          <a:blip xmlns:r="http://schemas.openxmlformats.org/officeDocument/2006/relationships" xmlns:a="http://schemas.openxmlformats.org/drawingml/2006/main" r:embed="Rc07fae97e6a14c49">
            <a:alphaModFix/>
          </a:blip>
          <a:stretch xmlns:a="http://schemas.openxmlformats.org/drawingml/2006/main">
            <a:fillRect l="0" t="0" r="0" b="0"/>
          </a:stretch>
        </p:blipFill>
        <p:spPr>
          <a:xfrm xmlns:a="http://schemas.openxmlformats.org/drawingml/2006/main">
            <a:off x="4784926" y="1008951"/>
            <a:ext cx="3901874" cy="3125600"/>
          </a:xfrm>
          <a:prstGeom xmlns:a="http://schemas.openxmlformats.org/drawingml/2006/main" prst="rect">
            <a:avLst/>
          </a:prstGeom>
          <a:ln xmlns:a="http://schemas.openxmlformats.org/drawingml/2006/main">
            <a:noFill/>
          </a:ln>
          <a:effectLst xmlns:a="http://schemas.openxmlformats.org/drawingml/2006/main">
            <a:outerShdw blurRad="57150" dist="171450" dir="7080000" algn="bl" rotWithShape="0">
              <a:srgbClr val="000000">
                <a:alpha val="31000"/>
              </a:srgbClr>
            </a:outerShdw>
          </a:effectLst>
        </p:spPr>
      </p:pic>
      <p:sp>
        <p:nvSpPr>
          <p:cNvPr id="120" name="Google Shape;120;p21">
            <a:extLst xmlns:a="http://schemas.openxmlformats.org/drawingml/2006/main">
              <a:ext uri="{FF2B5EF4-FFF2-40B4-BE49-F238E27FC236}">
                <a16:creationId xmlns:a16="http://schemas.microsoft.com/office/drawing/2014/main" id="{784CD74A-05F2-4488-9C15-C666D37F3644}"/>
              </a:ext>
            </a:extLst>
          </p:cNvPr>
          <p:cNvSpPr>
            <a:spLocks xmlns:a="http://schemas.openxmlformats.org/drawingml/2006/main" noGrp="1"/>
          </p:cNvSpPr>
          <p:nvPr/>
        </p:nvSpPr>
        <p:spPr>
          <a:xfrm xmlns:a="http://schemas.openxmlformats.org/drawingml/2006/main">
            <a:off x="4691731" y="4188997"/>
            <a:ext cx="4440300" cy="7386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r>
              <a:rPr sz="1200">
                <a:latin typeface="Montserrat"/>
                <a:ea typeface="Montserrat"/>
                <a:cs typeface="Montserrat"/>
              </a:rPr>
              <a:t>Kempler (Author/editor), S. (2012). Data discovery, access and retrieval. In Environmental Tracking for Public Health Surveillance. CRC Press.</a:t>
            </a:r>
            <a:endParaRPr sz="1200">
              <a:latin typeface="Montserrat"/>
              <a:ea typeface="Montserrat"/>
              <a:cs typeface="Montserrat"/>
            </a:endParaRPr>
          </a:p>
        </p:txBody>
      </p:sp>
    </p:spTree>
    <p:extLst>
      <p:ext uri="{BB962C8B-B14F-4D97-AF65-F5344CB8AC3E}">
        <p14:creationId xmlns:p14="http://schemas.microsoft.com/office/powerpoint/2010/main" val="196771103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Google Shape;205;p29"/>
          <p:cNvPicPr>
            <a:picLocks xmlns:a="http://schemas.openxmlformats.org/drawingml/2006/main" noChangeAspect="1"/>
          </p:cNvPicPr>
          <p:nvPr/>
        </p:nvPicPr>
        <p:blipFill>
          <a:blip xmlns:r="http://schemas.openxmlformats.org/officeDocument/2006/relationships" xmlns:a="http://schemas.openxmlformats.org/drawingml/2006/main" r:embed="R615d6c0db9f1472c">
            <a:alphaModFix/>
          </a:blip>
          <a:stretch xmlns:a="http://schemas.openxmlformats.org/drawingml/2006/main">
            <a:fillRect l="0" t="0" r="0" b="0"/>
          </a:stretch>
        </p:blipFill>
        <p:spPr>
          <a:xfrm xmlns:a="http://schemas.openxmlformats.org/drawingml/2006/main">
            <a:off x="1501717" y="95858"/>
            <a:ext cx="5747275" cy="4597825"/>
          </a:xfrm>
          <a:prstGeom xmlns:a="http://schemas.openxmlformats.org/drawingml/2006/main" prst="rect">
            <a:avLst/>
          </a:prstGeom>
          <a:ln xmlns:a="http://schemas.openxmlformats.org/drawingml/2006/main">
            <a:noFill/>
          </a:ln>
          <a:effectLst xmlns:a="http://schemas.openxmlformats.org/drawingml/2006/main">
            <a:outerShdw blurRad="50800" dist="38100" dir="2700000" algn="tl" rotWithShape="0">
              <a:schemeClr val="tx1">
                <a:alpha val="40000"/>
              </a:schemeClr>
            </a:outerShdw>
          </a:effectLst>
        </p:spPr>
      </p:pic>
    </p:spTree>
    <p:extLst>
      <p:ext uri="{BB962C8B-B14F-4D97-AF65-F5344CB8AC3E}">
        <p14:creationId xmlns:p14="http://schemas.microsoft.com/office/powerpoint/2010/main" val="36182867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33" name="Google Shape;227;p33"/>
          <p:cNvPicPr>
            <a:picLocks xmlns:a="http://schemas.openxmlformats.org/drawingml/2006/main" noChangeAspect="1"/>
          </p:cNvPicPr>
          <p:nvPr/>
        </p:nvPicPr>
        <p:blipFill>
          <a:blip xmlns:r="http://schemas.openxmlformats.org/officeDocument/2006/relationships" xmlns:a="http://schemas.openxmlformats.org/drawingml/2006/main" r:embed="Re010e519111c4872">
            <a:alphaModFix/>
          </a:blip>
          <a:stretch xmlns:a="http://schemas.openxmlformats.org/drawingml/2006/main">
            <a:fillRect l="0" t="0" r="0" b="0"/>
          </a:stretch>
        </p:blipFill>
        <p:spPr>
          <a:xfrm xmlns:a="http://schemas.openxmlformats.org/drawingml/2006/main">
            <a:off x="2253520" y="520175"/>
            <a:ext cx="6757455" cy="3539625"/>
          </a:xfrm>
          <a:prstGeom xmlns:a="http://schemas.openxmlformats.org/drawingml/2006/main" prst="rect">
            <a:avLst/>
          </a:prstGeom>
          <a:ln xmlns:a="http://schemas.openxmlformats.org/drawingml/2006/main">
            <a:noFill/>
          </a:ln>
        </p:spPr>
      </p:pic>
      <p:pic>
        <p:nvPicPr>
          <p:cNvPr id="234" name="Google Shape;228;p33"/>
          <p:cNvPicPr>
            <a:picLocks xmlns:a="http://schemas.openxmlformats.org/drawingml/2006/main" noChangeAspect="1"/>
          </p:cNvPicPr>
          <p:nvPr/>
        </p:nvPicPr>
        <p:blipFill>
          <a:blip xmlns:r="http://schemas.openxmlformats.org/officeDocument/2006/relationships" xmlns:a="http://schemas.openxmlformats.org/drawingml/2006/main" r:embed="R2b8d29b4ed894d8c">
            <a:alphaModFix/>
          </a:blip>
          <a:stretch xmlns:a="http://schemas.openxmlformats.org/drawingml/2006/main">
            <a:fillRect l="0" t="0" r="0" b="0"/>
          </a:stretch>
        </p:blipFill>
        <p:spPr>
          <a:xfrm xmlns:a="http://schemas.openxmlformats.org/drawingml/2006/main">
            <a:off x="386176" y="593239"/>
            <a:ext cx="5117727" cy="3393499"/>
          </a:xfrm>
          <a:prstGeom xmlns:a="http://schemas.openxmlformats.org/drawingml/2006/main" prst="rect">
            <a:avLst/>
          </a:prstGeom>
          <a:ln xmlns:a="http://schemas.openxmlformats.org/drawingml/2006/main">
            <a:noFill/>
          </a:ln>
          <a:effectLst xmlns:a="http://schemas.openxmlformats.org/drawingml/2006/main">
            <a:outerShdw blurRad="57150" dist="104775" dir="3000000" algn="bl" rotWithShape="0">
              <a:srgbClr val="000000">
                <a:alpha val="50000"/>
              </a:srgbClr>
            </a:outerShdw>
          </a:effectLst>
        </p:spPr>
      </p:pic>
      <p:sp>
        <p:nvSpPr>
          <p:cNvPr id="229" name="Google Shape;229;p33">
            <a:extLst xmlns:a="http://schemas.openxmlformats.org/drawingml/2006/main">
              <a:ext uri="{FF2B5EF4-FFF2-40B4-BE49-F238E27FC236}">
                <a16:creationId xmlns:a16="http://schemas.microsoft.com/office/drawing/2014/main" id="{1A8F2638-B13F-4531-B2B5-AC49A6288DDC}"/>
              </a:ext>
            </a:extLst>
          </p:cNvPr>
          <p:cNvSpPr>
            <a:spLocks xmlns:a="http://schemas.openxmlformats.org/drawingml/2006/main" noGrp="1"/>
          </p:cNvSpPr>
          <p:nvPr/>
        </p:nvSpPr>
        <p:spPr>
          <a:xfrm xmlns:a="http://schemas.openxmlformats.org/drawingml/2006/main">
            <a:off x="5733775" y="4185375"/>
            <a:ext cx="3277200" cy="46163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r>
              <a:rPr i="1">
                <a:latin typeface="Montserrat"/>
                <a:ea typeface="Montserrat"/>
                <a:cs typeface="Montserrat"/>
              </a:rPr>
              <a:t>Original Figure</a:t>
            </a:r>
            <a:endParaRPr i="1">
              <a:latin typeface="Montserrat"/>
              <a:ea typeface="Montserrat"/>
              <a:cs typeface="Montserrat"/>
            </a:endParaRPr>
          </a:p>
        </p:txBody>
      </p:sp>
      <p:sp>
        <p:nvSpPr>
          <p:cNvPr id="230" name="Google Shape;230;p33">
            <a:extLst xmlns:a="http://schemas.openxmlformats.org/drawingml/2006/main">
              <a:ext uri="{FF2B5EF4-FFF2-40B4-BE49-F238E27FC236}">
                <a16:creationId xmlns:a16="http://schemas.microsoft.com/office/drawing/2014/main" id="{55FF5ED3-2D5E-4B5B-A48D-4F33E1130DFC}"/>
              </a:ext>
            </a:extLst>
          </p:cNvPr>
          <p:cNvSpPr>
            <a:spLocks xmlns:a="http://schemas.openxmlformats.org/drawingml/2006/main" noGrp="1"/>
          </p:cNvSpPr>
          <p:nvPr/>
        </p:nvSpPr>
        <p:spPr>
          <a:xfrm xmlns:a="http://schemas.openxmlformats.org/drawingml/2006/main">
            <a:off x="386175" y="4077676"/>
            <a:ext cx="5117726" cy="7386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r>
              <a:rPr i="1">
                <a:latin typeface="Montserrat"/>
                <a:ea typeface="Montserrat"/>
                <a:cs typeface="Montserrat"/>
              </a:rPr>
              <a:t>AutoClimDS</a:t>
            </a:r>
            <a:r>
              <a:rPr i="1">
                <a:latin typeface="Montserrat"/>
                <a:ea typeface="Montserrat"/>
                <a:cs typeface="Montserrat"/>
              </a:rPr>
              <a:t> Replicated using natural language queries only</a:t>
            </a:r>
            <a:endParaRPr i="1">
              <a:latin typeface="Montserrat"/>
              <a:ea typeface="Montserrat"/>
              <a:cs typeface="Montserrat"/>
            </a:endParaRPr>
          </a:p>
        </p:txBody>
      </p:sp>
    </p:spTree>
    <p:extLst>
      <p:ext uri="{BB962C8B-B14F-4D97-AF65-F5344CB8AC3E}">
        <p14:creationId xmlns:p14="http://schemas.microsoft.com/office/powerpoint/2010/main" val="74511976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6276021-485A-44C4-8250-9E7C35C6B2E3}"/>
              </a:ext>
            </a:extLst>
          </p:cNvPr>
          <p:cNvSpPr>
            <a:spLocks xmlns:a="http://schemas.openxmlformats.org/drawingml/2006/main" noGrp="1"/>
          </p:cNvSpPr>
          <p:nvPr/>
        </p:nvSpPr>
        <p:spPr>
          <a:xfrm xmlns:a="http://schemas.openxmlformats.org/drawingml/2006/main">
            <a:off x="590550" y="285750"/>
            <a:ext cx="7962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850" b="1" i="0">
                <a:solidFill>
                  <a:srgbClr val="333333"/>
                </a:solidFill>
                <a:latin typeface="Montserrat"/>
                <a:ea typeface="Montserrat"/>
                <a:cs typeface="Montserrat"/>
              </a:defRPr>
            </a:pPr>
            <a:r>
              <a:rPr sz="2850" b="1" i="0">
                <a:solidFill>
                  <a:srgbClr val="333333"/>
                </a:solidFill>
                <a:latin typeface="Montserrat"/>
                <a:ea typeface="Montserrat"/>
                <a:cs typeface="Montserrat"/>
              </a:rPr>
              <a:t>What AutoClimDS tests</a:t>
            </a:r>
          </a:p>
        </p:txBody>
      </p:sp>
      <p:sp>
        <p:nvSpPr>
          <p:cNvPr id="2" name="">
            <a:extLst xmlns:a="http://schemas.openxmlformats.org/drawingml/2006/main">
              <a:ext uri="{FF2B5EF4-FFF2-40B4-BE49-F238E27FC236}">
                <a16:creationId xmlns:a16="http://schemas.microsoft.com/office/drawing/2014/main" id="{A6B2826F-509A-4BE6-814B-6D753D9EABF5}"/>
              </a:ext>
            </a:extLst>
          </p:cNvPr>
          <p:cNvSpPr>
            <a:spLocks xmlns:a="http://schemas.openxmlformats.org/drawingml/2006/main" noGrp="1"/>
          </p:cNvSpPr>
          <p:nvPr/>
        </p:nvSpPr>
        <p:spPr>
          <a:xfrm xmlns:a="http://schemas.openxmlformats.org/drawingml/2006/main">
            <a:off x="590550" y="914400"/>
            <a:ext cx="7962900" cy="19050"/>
          </a:xfrm>
          <a:prstGeom xmlns:a="http://schemas.openxmlformats.org/drawingml/2006/main" prst="rect">
            <a:avLst/>
          </a:prstGeom>
          <a:solidFill xmlns:a="http://schemas.openxmlformats.org/drawingml/2006/main">
            <a:srgbClr val="00A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7722AD3-6B2D-423E-BF45-2CCA470C9AA5}"/>
              </a:ext>
            </a:extLst>
          </p:cNvPr>
          <p:cNvSpPr>
            <a:spLocks xmlns:a="http://schemas.openxmlformats.org/drawingml/2006/main" noGrp="1"/>
          </p:cNvSpPr>
          <p:nvPr/>
        </p:nvSpPr>
        <p:spPr>
          <a:xfrm xmlns:a="http://schemas.openxmlformats.org/drawingml/2006/main">
            <a:off x="0" y="4819650"/>
            <a:ext cx="9144000" cy="47625"/>
          </a:xfrm>
          <a:prstGeom xmlns:a="http://schemas.openxmlformats.org/drawingml/2006/main" prst="rect">
            <a:avLst/>
          </a:prstGeom>
          <a:solidFill xmlns:a="http://schemas.openxmlformats.org/drawingml/2006/main">
            <a:srgbClr val="00A9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5C40E4F-775B-4510-8B5E-F8F09AC5F1D1}"/>
              </a:ext>
            </a:extLst>
          </p:cNvPr>
          <p:cNvSpPr>
            <a:spLocks xmlns:a="http://schemas.openxmlformats.org/drawingml/2006/main" noGrp="1"/>
          </p:cNvSpPr>
          <p:nvPr/>
        </p:nvSpPr>
        <p:spPr>
          <a:xfrm xmlns:a="http://schemas.openxmlformats.org/drawingml/2006/main">
            <a:off x="266700" y="4905375"/>
            <a:ext cx="533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
            <a:extLst xmlns:a="http://schemas.openxmlformats.org/drawingml/2006/main">
              <a:ext uri="{FF2B5EF4-FFF2-40B4-BE49-F238E27FC236}">
                <a16:creationId xmlns:a16="http://schemas.microsoft.com/office/drawing/2014/main" id="{017EDCF0-1AC4-41BD-87DB-46A58482ED08}"/>
              </a:ext>
            </a:extLst>
          </p:cNvPr>
          <p:cNvSpPr>
            <a:spLocks xmlns:a="http://schemas.openxmlformats.org/drawingml/2006/main" noGrp="1"/>
          </p:cNvSpPr>
          <p:nvPr/>
        </p:nvSpPr>
        <p:spPr>
          <a:xfrm xmlns:a="http://schemas.openxmlformats.org/drawingml/2006/main">
            <a:off x="742950" y="1162050"/>
            <a:ext cx="7658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947"/>
          </a:bodyPr>
          <a:lstStyle xmlns:a="http://schemas.openxmlformats.org/drawingml/2006/main"/>
          <a:p xmlns:a="http://schemas.openxmlformats.org/drawingml/2006/main">
            <a:pPr>
              <a:defRPr sz="2175" b="1" i="0">
                <a:solidFill>
                  <a:srgbClr val="1D4F91"/>
                </a:solidFill>
                <a:latin typeface="Montserrat"/>
                <a:ea typeface="Montserrat"/>
                <a:cs typeface="Montserrat"/>
              </a:defRPr>
            </a:pPr>
            <a:r>
              <a:rPr sz="2175" b="1" i="0">
                <a:solidFill>
                  <a:srgbClr val="1D4F91"/>
                </a:solidFill>
                <a:latin typeface="Montserrat"/>
                <a:ea typeface="Montserrat"/>
                <a:cs typeface="Montserrat"/>
              </a:rPr>
              <a:t>Can a natural-language question become a traceable climate analysis?</a:t>
            </a:r>
          </a:p>
        </p:txBody>
      </p:sp>
      <p:sp>
        <p:nvSpPr>
          <p:cNvPr id="6" name="">
            <a:extLst xmlns:a="http://schemas.openxmlformats.org/drawingml/2006/main">
              <a:ext uri="{FF2B5EF4-FFF2-40B4-BE49-F238E27FC236}">
                <a16:creationId xmlns:a16="http://schemas.microsoft.com/office/drawing/2014/main" id="{885E3110-AEE3-492D-99DF-ACF830DEE79C}"/>
              </a:ext>
            </a:extLst>
          </p:cNvPr>
          <p:cNvSpPr>
            <a:spLocks xmlns:a="http://schemas.openxmlformats.org/drawingml/2006/main" noGrp="1"/>
          </p:cNvSpPr>
          <p:nvPr/>
        </p:nvSpPr>
        <p:spPr>
          <a:xfrm xmlns:a="http://schemas.openxmlformats.org/drawingml/2006/main">
            <a:off x="876300" y="2047875"/>
            <a:ext cx="733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i="0">
                <a:solidFill>
                  <a:srgbClr val="333333"/>
                </a:solidFill>
                <a:latin typeface="Montserrat"/>
                <a:ea typeface="Montserrat"/>
                <a:cs typeface="Montserrat"/>
              </a:defRPr>
            </a:pPr>
            <a:r>
              <a:rPr sz="1875" b="0" i="0">
                <a:solidFill>
                  <a:srgbClr val="333333"/>
                </a:solidFill>
                <a:latin typeface="Montserrat"/>
                <a:ea typeface="Montserrat"/>
                <a:cs typeface="Montserrat"/>
              </a:rPr>
              <a:t>The workflow must find appropriate data and metadata.</a:t>
            </a:r>
          </a:p>
        </p:txBody>
      </p:sp>
      <p:sp>
        <p:nvSpPr>
          <p:cNvPr id="7" name="">
            <a:extLst xmlns:a="http://schemas.openxmlformats.org/drawingml/2006/main">
              <a:ext uri="{FF2B5EF4-FFF2-40B4-BE49-F238E27FC236}">
                <a16:creationId xmlns:a16="http://schemas.microsoft.com/office/drawing/2014/main" id="{42311299-5058-4B04-9301-554F9D0F97E2}"/>
              </a:ext>
            </a:extLst>
          </p:cNvPr>
          <p:cNvSpPr>
            <a:spLocks xmlns:a="http://schemas.openxmlformats.org/drawingml/2006/main" noGrp="1"/>
          </p:cNvSpPr>
          <p:nvPr/>
        </p:nvSpPr>
        <p:spPr>
          <a:xfrm xmlns:a="http://schemas.openxmlformats.org/drawingml/2006/main">
            <a:off x="876300" y="2667000"/>
            <a:ext cx="733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58"/>
          </a:bodyPr>
          <a:lstStyle xmlns:a="http://schemas.openxmlformats.org/drawingml/2006/main"/>
          <a:p xmlns:a="http://schemas.openxmlformats.org/drawingml/2006/main">
            <a:pPr>
              <a:defRPr sz="1875" b="0" i="0">
                <a:solidFill>
                  <a:srgbClr val="333333"/>
                </a:solidFill>
                <a:latin typeface="Montserrat"/>
                <a:ea typeface="Montserrat"/>
                <a:cs typeface="Montserrat"/>
              </a:defRPr>
            </a:pPr>
            <a:r>
              <a:rPr sz="1875" b="0" i="0">
                <a:solidFill>
                  <a:srgbClr val="333333"/>
                </a:solidFill>
                <a:latin typeface="Montserrat"/>
                <a:ea typeface="Montserrat"/>
                <a:cs typeface="Montserrat"/>
              </a:rPr>
              <a:t>It must retrieve and preprocess the data before running the analysis.</a:t>
            </a:r>
          </a:p>
        </p:txBody>
      </p:sp>
      <p:sp>
        <p:nvSpPr>
          <p:cNvPr id="8" name="">
            <a:extLst xmlns:a="http://schemas.openxmlformats.org/drawingml/2006/main">
              <a:ext uri="{FF2B5EF4-FFF2-40B4-BE49-F238E27FC236}">
                <a16:creationId xmlns:a16="http://schemas.microsoft.com/office/drawing/2014/main" id="{0EE2E0AD-D6ED-412C-95D7-D04C85312C1E}"/>
              </a:ext>
            </a:extLst>
          </p:cNvPr>
          <p:cNvSpPr>
            <a:spLocks xmlns:a="http://schemas.openxmlformats.org/drawingml/2006/main" noGrp="1"/>
          </p:cNvSpPr>
          <p:nvPr/>
        </p:nvSpPr>
        <p:spPr>
          <a:xfrm xmlns:a="http://schemas.openxmlformats.org/drawingml/2006/main">
            <a:off x="876300" y="3381375"/>
            <a:ext cx="733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958"/>
          </a:bodyPr>
          <a:lstStyle xmlns:a="http://schemas.openxmlformats.org/drawingml/2006/main"/>
          <a:p xmlns:a="http://schemas.openxmlformats.org/drawingml/2006/main">
            <a:pPr>
              <a:defRPr sz="1875" b="0" i="0">
                <a:solidFill>
                  <a:srgbClr val="333333"/>
                </a:solidFill>
                <a:latin typeface="Montserrat"/>
                <a:ea typeface="Montserrat"/>
                <a:cs typeface="Montserrat"/>
              </a:defRPr>
            </a:pPr>
            <a:r>
              <a:rPr sz="1875" b="0" i="0">
                <a:solidFill>
                  <a:srgbClr val="333333"/>
                </a:solidFill>
                <a:latin typeface="Montserrat"/>
                <a:ea typeface="Montserrat"/>
                <a:cs typeface="Montserrat"/>
              </a:rPr>
              <a:t>A verification agent checks sources and results throughout the process.</a:t>
            </a:r>
          </a:p>
        </p:txBody>
      </p:sp>
      <p:sp>
        <p:nvSpPr>
          <p:cNvPr id="9" name="">
            <a:extLst xmlns:a="http://schemas.openxmlformats.org/drawingml/2006/main">
              <a:ext uri="{FF2B5EF4-FFF2-40B4-BE49-F238E27FC236}">
                <a16:creationId xmlns:a16="http://schemas.microsoft.com/office/drawing/2014/main" id="{8073AB05-5F7F-4583-8984-B2F653DE2387}"/>
              </a:ext>
            </a:extLst>
          </p:cNvPr>
          <p:cNvSpPr>
            <a:spLocks xmlns:a="http://schemas.openxmlformats.org/drawingml/2006/main" noGrp="1"/>
          </p:cNvSpPr>
          <p:nvPr/>
        </p:nvSpPr>
        <p:spPr>
          <a:xfrm xmlns:a="http://schemas.openxmlformats.org/drawingml/2006/main">
            <a:off x="876300" y="4095750"/>
            <a:ext cx="733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184"/>
          </a:bodyPr>
          <a:lstStyle xmlns:a="http://schemas.openxmlformats.org/drawingml/2006/main"/>
          <a:p xmlns:a="http://schemas.openxmlformats.org/drawingml/2006/main">
            <a:pPr>
              <a:defRPr sz="1650" b="1" i="0">
                <a:solidFill>
                  <a:srgbClr val="5D6570"/>
                </a:solidFill>
                <a:latin typeface="Montserrat"/>
                <a:ea typeface="Montserrat"/>
                <a:cs typeface="Montserrat"/>
              </a:defRPr>
            </a:pPr>
            <a:r>
              <a:rPr sz="1650" b="1" i="0">
                <a:solidFill>
                  <a:srgbClr val="5D6570"/>
                </a:solidFill>
                <a:latin typeface="Montserrat"/>
                <a:ea typeface="Montserrat"/>
                <a:cs typeface="Montserrat"/>
              </a:rPr>
              <a:t>Scientists still decide whether the variables, assumptions, and comparison support the conclusion.</a:t>
            </a:r>
          </a:p>
        </p:txBody>
      </p:sp>
    </p:spTree>
    <p:extLst>
      <p:ext uri="{BB962C8B-B14F-4D97-AF65-F5344CB8AC3E}">
        <p14:creationId xmlns:p14="http://schemas.microsoft.com/office/powerpoint/2010/main" val="151527841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4B30FFD-55D3-9B47-B469-36A9A7771AB6}"/>
              </a:ext>
            </a:extLst>
          </p:cNvPr>
          <p:cNvSpPr>
            <a:spLocks xmlns:a="http://schemas.openxmlformats.org/drawingml/2006/main" noGrp="1"/>
          </p:cNvSpPr>
          <p:nvPr>
            <p:ph type="title" idx="0"/>
          </p:nvPr>
        </p:nvSpPr>
        <p:spPr>
          <a:xfrm xmlns:a="http://schemas.openxmlformats.org/drawingml/2006/main">
            <a:off x="822960" y="214952"/>
            <a:ext cx="7543800" cy="742827"/>
          </a:xfrm>
        </p:spPr>
        <p:txBody>
          <a:bodyPr xmlns:a="http://schemas.openxmlformats.org/drawingml/2006/main">
            <a:normAutofit/>
          </a:bodyPr>
          <a:lstStyle xmlns:a="http://schemas.openxmlformats.org/drawingml/2006/main"/>
          <a:p xmlns:a="http://schemas.openxmlformats.org/drawingml/2006/main">
            <a:r>
              <a:rPr sz="3200"/>
              <a:t>The Problem: </a:t>
            </a:r>
            <a:r>
              <a:rPr sz="3200" i="1"/>
              <a:t>Grading</a:t>
            </a:r>
            <a:r>
              <a:rPr sz="3200"/>
              <a:t> Is Its Own Failure Mode</a:t>
            </a:r>
          </a:p>
        </p:txBody>
      </p:sp>
      <p:sp>
        <p:nvSpPr>
          <p:cNvPr id="4" name="TextBox 3">
            <a:extLst xmlns:a="http://schemas.openxmlformats.org/drawingml/2006/main">
              <a:ext uri="{FF2B5EF4-FFF2-40B4-BE49-F238E27FC236}">
                <a16:creationId xmlns:a16="http://schemas.microsoft.com/office/drawing/2014/main" id="{EE2335F2-6E5C-425E-40BD-3EC3BC255047}"/>
              </a:ext>
            </a:extLst>
          </p:cNvPr>
          <p:cNvSpPr>
            <a:spLocks xmlns:a="http://schemas.openxmlformats.org/drawingml/2006/main" noGrp="1"/>
          </p:cNvSpPr>
          <p:nvPr/>
        </p:nvSpPr>
        <p:spPr>
          <a:xfrm xmlns:a="http://schemas.openxmlformats.org/drawingml/2006/main">
            <a:off x="527993" y="2039557"/>
            <a:ext cx="3975182" cy="20313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Agentic data-analysis systems </a:t>
            </a:r>
          </a:p>
          <a:p xmlns:a="http://schemas.openxmlformats.org/drawingml/2006/main">
            <a:pPr marL="285750" indent="-285750">
              <a:buFont typeface="Arial"/>
              <a:buChar char="•"/>
            </a:pPr>
            <a:r>
              <a:t>produce rich, multi-step outputs</a:t>
            </a:r>
            <a:r>
              <a:t>:</a:t>
            </a:r>
            <a:r>
              <a:t> </a:t>
            </a:r>
            <a:r>
              <a:t>code, execution logs, intermediate statistics, and verbal diagnostics</a:t>
            </a:r>
            <a:r>
              <a:t>,</a:t>
            </a:r>
            <a:r>
              <a:t> </a:t>
            </a:r>
            <a:r>
              <a:t>etc</a:t>
            </a:r>
            <a:r>
              <a:t>.
</a:t>
            </a:r>
            <a:r>
              <a:t>e</a:t>
            </a:r>
            <a:r>
              <a:t>xtracting the intended scalar answer from this noise is non-trivial, so grading itself becomes error-prone.</a:t>
            </a:r>
          </a:p>
        </p:txBody>
      </p:sp>
      <p:sp>
        <p:nvSpPr>
          <p:cNvPr id="6" name="TextBox 5">
            <a:extLst xmlns:a="http://schemas.openxmlformats.org/drawingml/2006/main">
              <a:ext uri="{FF2B5EF4-FFF2-40B4-BE49-F238E27FC236}">
                <a16:creationId xmlns:a16="http://schemas.microsoft.com/office/drawing/2014/main" id="{FA887C3E-6408-DCDC-413E-FD08146A726D}"/>
              </a:ext>
            </a:extLst>
          </p:cNvPr>
          <p:cNvSpPr>
            <a:spLocks xmlns:a="http://schemas.openxmlformats.org/drawingml/2006/main" noGrp="1"/>
          </p:cNvSpPr>
          <p:nvPr/>
        </p:nvSpPr>
        <p:spPr>
          <a:xfrm xmlns:a="http://schemas.openxmlformats.org/drawingml/2006/main">
            <a:off x="4640826" y="1969730"/>
            <a:ext cx="4224920" cy="230832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a:t>The</a:t>
            </a:r>
            <a:r>
              <a:rPr sz="1800"/>
              <a:t> </a:t>
            </a:r>
            <a:r>
              <a:rPr sz="1800"/>
              <a:t>Grader:</a:t>
            </a:r>
            <a:r>
              <a:rPr sz="1800"/>
              <a:t> </a:t>
            </a:r>
            <a:r>
              <a:rPr sz="1800"/>
              <a:t>DSGym’s</a:t>
            </a:r>
            <a:r>
              <a:rPr sz="1800"/>
              <a:t> </a:t>
            </a:r>
          </a:p>
          <a:p xmlns:a="http://schemas.openxmlformats.org/drawingml/2006/main">
            <a:pPr marL="285750" indent="-285750">
              <a:buFont typeface="Arial"/>
              <a:buChar char="•"/>
            </a:pPr>
            <a:r>
              <a:rPr sz="1800"/>
              <a:t>default </a:t>
            </a:r>
            <a:r>
              <a:rPr sz="1800"/>
              <a:t>exact_match</a:t>
            </a:r>
            <a:r>
              <a:rPr sz="1800"/>
              <a:t> scorer treats “0.2” and “0.20” as distinct, producing false negatives.
Core tension: the richer the output, the harder it is to grade</a:t>
            </a:r>
            <a:r>
              <a:rPr sz="1800"/>
              <a:t> </a:t>
            </a:r>
            <a:r>
              <a:rPr sz="1800"/>
              <a:t>genuine agent–ground-truth disagreement must be separated from grading artifacts.</a:t>
            </a:r>
          </a:p>
        </p:txBody>
      </p:sp>
      <p:sp>
        <p:nvSpPr>
          <p:cNvPr id="8" name="TextBox 7">
            <a:extLst xmlns:a="http://schemas.openxmlformats.org/drawingml/2006/main">
              <a:ext uri="{FF2B5EF4-FFF2-40B4-BE49-F238E27FC236}">
                <a16:creationId xmlns:a16="http://schemas.microsoft.com/office/drawing/2014/main" id="{F2E53D8E-FD56-2946-F8BE-3C608C3553CB}"/>
              </a:ext>
            </a:extLst>
          </p:cNvPr>
          <p:cNvSpPr>
            <a:spLocks xmlns:a="http://schemas.openxmlformats.org/drawingml/2006/main" noGrp="1"/>
          </p:cNvSpPr>
          <p:nvPr/>
        </p:nvSpPr>
        <p:spPr>
          <a:xfrm xmlns:a="http://schemas.openxmlformats.org/drawingml/2006/main">
            <a:off x="2217175" y="1140589"/>
            <a:ext cx="4572000"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a:t>Case study: LAMBDA (multi-agent system) on 153 numerical </a:t>
            </a:r>
            <a:r>
              <a:rPr sz="1800"/>
              <a:t>QRData</a:t>
            </a:r>
            <a:r>
              <a:rPr sz="1800"/>
              <a:t> tasks from </a:t>
            </a:r>
            <a:r>
              <a:rPr sz="1800"/>
              <a:t>DSGym</a:t>
            </a:r>
            <a:r>
              <a:rPr sz="1800"/>
              <a:t>.</a:t>
            </a:r>
            <a:endParaRPr/>
          </a:p>
        </p:txBody>
      </p:sp>
    </p:spTree>
    <p:extLst>
      <p:ext uri="{BB962C8B-B14F-4D97-AF65-F5344CB8AC3E}">
        <p14:creationId xmlns:p14="http://schemas.microsoft.com/office/powerpoint/2010/main" val="111122839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2" name="Picture 1"/>
          <p:cNvPicPr>
            <a:picLocks xmlns:a="http://schemas.openxmlformats.org/drawingml/2006/main" noChangeAspect="1"/>
          </p:cNvPicPr>
          <p:nvPr/>
        </p:nvPicPr>
        <p:blipFill>
          <a:blip xmlns:r="http://schemas.openxmlformats.org/officeDocument/2006/relationships" xmlns:a="http://schemas.openxmlformats.org/drawingml/2006/main" r:embed="Rfa1c665cc6024116"/>
          <a:stretch xmlns:a="http://schemas.openxmlformats.org/drawingml/2006/main">
            <a:fillRect l="0" t="0" r="0" b="0"/>
          </a:stretch>
        </p:blipFill>
        <p:spPr>
          <a:xfrm xmlns:a="http://schemas.openxmlformats.org/drawingml/2006/main">
            <a:off x="1348653" y="98322"/>
            <a:ext cx="6171392" cy="4616396"/>
          </a:xfrm>
          <a:prstGeom xmlns:a="http://schemas.openxmlformats.org/drawingml/2006/main" prst="rect">
            <a:avLst/>
          </a:prstGeom>
        </p:spPr>
      </p:pic>
    </p:spTree>
    <p:extLst>
      <p:ext uri="{BB962C8B-B14F-4D97-AF65-F5344CB8AC3E}">
        <p14:creationId xmlns:p14="http://schemas.microsoft.com/office/powerpoint/2010/main" val="105493633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3561985-DBC5-40A5-976E-6167CBB66907}"/>
              </a:ext>
            </a:extLst>
          </p:cNvPr>
          <p:cNvSpPr>
            <a:spLocks xmlns:a="http://schemas.openxmlformats.org/drawingml/2006/main" noGrp="1"/>
          </p:cNvSpPr>
          <p:nvPr/>
        </p:nvSpPr>
        <p:spPr>
          <a:xfrm xmlns:a="http://schemas.openxmlformats.org/drawingml/2006/main">
            <a:off x="590550" y="285750"/>
            <a:ext cx="7962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850" b="1" i="0">
                <a:solidFill>
                  <a:srgbClr val="333333"/>
                </a:solidFill>
                <a:latin typeface="Montserrat"/>
                <a:ea typeface="Montserrat"/>
                <a:cs typeface="Montserrat"/>
              </a:defRPr>
            </a:pPr>
            <a:r>
              <a:rPr sz="2850" b="1" i="0">
                <a:solidFill>
                  <a:srgbClr val="333333"/>
                </a:solidFill>
                <a:latin typeface="Montserrat"/>
                <a:ea typeface="Montserrat"/>
                <a:cs typeface="Montserrat"/>
              </a:rPr>
              <a:t>A grader must also be evaluated</a:t>
            </a:r>
          </a:p>
        </p:txBody>
      </p:sp>
      <p:sp>
        <p:nvSpPr>
          <p:cNvPr id="2" name="">
            <a:extLst xmlns:a="http://schemas.openxmlformats.org/drawingml/2006/main">
              <a:ext uri="{FF2B5EF4-FFF2-40B4-BE49-F238E27FC236}">
                <a16:creationId xmlns:a16="http://schemas.microsoft.com/office/drawing/2014/main" id="{9509CF48-B08C-40A4-9803-9E874B750C0C}"/>
              </a:ext>
            </a:extLst>
          </p:cNvPr>
          <p:cNvSpPr>
            <a:spLocks xmlns:a="http://schemas.openxmlformats.org/drawingml/2006/main" noGrp="1"/>
          </p:cNvSpPr>
          <p:nvPr/>
        </p:nvSpPr>
        <p:spPr>
          <a:xfrm xmlns:a="http://schemas.openxmlformats.org/drawingml/2006/main">
            <a:off x="590550" y="914400"/>
            <a:ext cx="7962900" cy="19050"/>
          </a:xfrm>
          <a:prstGeom xmlns:a="http://schemas.openxmlformats.org/drawingml/2006/main" prst="rect">
            <a:avLst/>
          </a:prstGeom>
          <a:solidFill xmlns:a="http://schemas.openxmlformats.org/drawingml/2006/main">
            <a:srgbClr val="00A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FC30DF6-9BAC-4047-B10D-4BFA0B387D0E}"/>
              </a:ext>
            </a:extLst>
          </p:cNvPr>
          <p:cNvSpPr>
            <a:spLocks xmlns:a="http://schemas.openxmlformats.org/drawingml/2006/main" noGrp="1"/>
          </p:cNvSpPr>
          <p:nvPr/>
        </p:nvSpPr>
        <p:spPr>
          <a:xfrm xmlns:a="http://schemas.openxmlformats.org/drawingml/2006/main">
            <a:off x="0" y="4819650"/>
            <a:ext cx="9144000" cy="47625"/>
          </a:xfrm>
          <a:prstGeom xmlns:a="http://schemas.openxmlformats.org/drawingml/2006/main" prst="rect">
            <a:avLst/>
          </a:prstGeom>
          <a:solidFill xmlns:a="http://schemas.openxmlformats.org/drawingml/2006/main">
            <a:srgbClr val="00A9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BC376FE-55C4-45C3-97F5-107E1B61911A}"/>
              </a:ext>
            </a:extLst>
          </p:cNvPr>
          <p:cNvSpPr>
            <a:spLocks xmlns:a="http://schemas.openxmlformats.org/drawingml/2006/main" noGrp="1"/>
          </p:cNvSpPr>
          <p:nvPr/>
        </p:nvSpPr>
        <p:spPr>
          <a:xfrm xmlns:a="http://schemas.openxmlformats.org/drawingml/2006/main">
            <a:off x="266700" y="4905375"/>
            <a:ext cx="533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
            <a:extLst xmlns:a="http://schemas.openxmlformats.org/drawingml/2006/main">
              <a:ext uri="{FF2B5EF4-FFF2-40B4-BE49-F238E27FC236}">
                <a16:creationId xmlns:a16="http://schemas.microsoft.com/office/drawing/2014/main" id="{FFEE310E-5A11-41AF-AE0C-F3A2DAE478F3}"/>
              </a:ext>
            </a:extLst>
          </p:cNvPr>
          <p:cNvSpPr>
            <a:spLocks xmlns:a="http://schemas.openxmlformats.org/drawingml/2006/main" noGrp="1"/>
          </p:cNvSpPr>
          <p:nvPr/>
        </p:nvSpPr>
        <p:spPr>
          <a:xfrm xmlns:a="http://schemas.openxmlformats.org/drawingml/2006/main">
            <a:off x="762000" y="119062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850" b="1" i="0">
                <a:solidFill>
                  <a:srgbClr val="1D4F91"/>
                </a:solidFill>
                <a:latin typeface="Montserrat"/>
                <a:ea typeface="Montserrat"/>
                <a:cs typeface="Montserrat"/>
              </a:defRPr>
            </a:pPr>
            <a:r>
              <a:rPr sz="2850" b="1" i="0">
                <a:solidFill>
                  <a:srgbClr val="1D4F91"/>
                </a:solidFill>
                <a:latin typeface="Montserrat"/>
                <a:ea typeface="Montserrat"/>
                <a:cs typeface="Montserrat"/>
              </a:rPr>
              <a:t>36%  to  97%</a:t>
            </a:r>
          </a:p>
        </p:txBody>
      </p:sp>
      <p:sp>
        <p:nvSpPr>
          <p:cNvPr id="6" name="">
            <a:extLst xmlns:a="http://schemas.openxmlformats.org/drawingml/2006/main">
              <a:ext uri="{FF2B5EF4-FFF2-40B4-BE49-F238E27FC236}">
                <a16:creationId xmlns:a16="http://schemas.microsoft.com/office/drawing/2014/main" id="{64E67FB0-D393-4F57-B9F8-A56F26198B8D}"/>
              </a:ext>
            </a:extLst>
          </p:cNvPr>
          <p:cNvSpPr>
            <a:spLocks xmlns:a="http://schemas.openxmlformats.org/drawingml/2006/main" noGrp="1"/>
          </p:cNvSpPr>
          <p:nvPr/>
        </p:nvSpPr>
        <p:spPr>
          <a:xfrm xmlns:a="http://schemas.openxmlformats.org/drawingml/2006/main">
            <a:off x="762000" y="1790700"/>
            <a:ext cx="319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745"/>
          </a:bodyPr>
          <a:lstStyle xmlns:a="http://schemas.openxmlformats.org/drawingml/2006/main"/>
          <a:p xmlns:a="http://schemas.openxmlformats.org/drawingml/2006/main">
            <a:pPr>
              <a:defRPr sz="1575" b="0" i="0">
                <a:solidFill>
                  <a:srgbClr val="5D6570"/>
                </a:solidFill>
                <a:latin typeface="Montserrat"/>
                <a:ea typeface="Montserrat"/>
                <a:cs typeface="Montserrat"/>
              </a:defRPr>
            </a:pPr>
            <a:r>
              <a:rPr sz="1575" b="0" i="0">
                <a:solidFill>
                  <a:srgbClr val="5D6570"/>
                </a:solidFill>
                <a:latin typeface="Montserrat"/>
                <a:ea typeface="Montserrat"/>
                <a:cs typeface="Montserrat"/>
              </a:rPr>
              <a:t>grading-run success after nudging</a:t>
            </a:r>
          </a:p>
        </p:txBody>
      </p:sp>
      <p:sp>
        <p:nvSpPr>
          <p:cNvPr id="7" name="">
            <a:extLst xmlns:a="http://schemas.openxmlformats.org/drawingml/2006/main">
              <a:ext uri="{FF2B5EF4-FFF2-40B4-BE49-F238E27FC236}">
                <a16:creationId xmlns:a16="http://schemas.microsoft.com/office/drawing/2014/main" id="{591D2286-142F-40A3-A716-93679B437277}"/>
              </a:ext>
            </a:extLst>
          </p:cNvPr>
          <p:cNvSpPr>
            <a:spLocks xmlns:a="http://schemas.openxmlformats.org/drawingml/2006/main" noGrp="1"/>
          </p:cNvSpPr>
          <p:nvPr/>
        </p:nvSpPr>
        <p:spPr>
          <a:xfrm xmlns:a="http://schemas.openxmlformats.org/drawingml/2006/main">
            <a:off x="5000625" y="119062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850" b="1" i="0">
                <a:solidFill>
                  <a:srgbClr val="1D4F91"/>
                </a:solidFill>
                <a:latin typeface="Montserrat"/>
                <a:ea typeface="Montserrat"/>
                <a:cs typeface="Montserrat"/>
              </a:defRPr>
            </a:pPr>
            <a:r>
              <a:rPr sz="2850" b="1" i="0">
                <a:solidFill>
                  <a:srgbClr val="1D4F91"/>
                </a:solidFill>
                <a:latin typeface="Montserrat"/>
                <a:ea typeface="Montserrat"/>
                <a:cs typeface="Montserrat"/>
              </a:rPr>
              <a:t>26%  to  86%</a:t>
            </a:r>
          </a:p>
        </p:txBody>
      </p:sp>
      <p:sp>
        <p:nvSpPr>
          <p:cNvPr id="8" name="">
            <a:extLst xmlns:a="http://schemas.openxmlformats.org/drawingml/2006/main">
              <a:ext uri="{FF2B5EF4-FFF2-40B4-BE49-F238E27FC236}">
                <a16:creationId xmlns:a16="http://schemas.microsoft.com/office/drawing/2014/main" id="{DAFACEC3-1296-4BC6-BBBE-A5D063C70B89}"/>
              </a:ext>
            </a:extLst>
          </p:cNvPr>
          <p:cNvSpPr>
            <a:spLocks xmlns:a="http://schemas.openxmlformats.org/drawingml/2006/main" noGrp="1"/>
          </p:cNvSpPr>
          <p:nvPr/>
        </p:nvSpPr>
        <p:spPr>
          <a:xfrm xmlns:a="http://schemas.openxmlformats.org/drawingml/2006/main">
            <a:off x="5000625" y="1790700"/>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i="0">
                <a:solidFill>
                  <a:srgbClr val="5D6570"/>
                </a:solidFill>
                <a:latin typeface="Montserrat"/>
                <a:ea typeface="Montserrat"/>
                <a:cs typeface="Montserrat"/>
              </a:defRPr>
            </a:pPr>
            <a:r>
              <a:rPr sz="1575" b="0" i="0">
                <a:solidFill>
                  <a:srgbClr val="5D6570"/>
                </a:solidFill>
                <a:latin typeface="Montserrat"/>
                <a:ea typeface="Montserrat"/>
                <a:cs typeface="Montserrat"/>
              </a:rPr>
              <a:t>strict-grader recall with keyword-anchored parsing</a:t>
            </a:r>
          </a:p>
        </p:txBody>
      </p:sp>
      <p:sp>
        <p:nvSpPr>
          <p:cNvPr id="9" name="">
            <a:extLst xmlns:a="http://schemas.openxmlformats.org/drawingml/2006/main">
              <a:ext uri="{FF2B5EF4-FFF2-40B4-BE49-F238E27FC236}">
                <a16:creationId xmlns:a16="http://schemas.microsoft.com/office/drawing/2014/main" id="{89A507A2-8339-4B15-A357-3FFB7402D839}"/>
              </a:ext>
            </a:extLst>
          </p:cNvPr>
          <p:cNvSpPr>
            <a:spLocks xmlns:a="http://schemas.openxmlformats.org/drawingml/2006/main" noGrp="1"/>
          </p:cNvSpPr>
          <p:nvPr/>
        </p:nvSpPr>
        <p:spPr>
          <a:xfrm xmlns:a="http://schemas.openxmlformats.org/drawingml/2006/main">
            <a:off x="762000" y="2762250"/>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850" b="1" i="0">
                <a:solidFill>
                  <a:srgbClr val="1D4F91"/>
                </a:solidFill>
                <a:latin typeface="Montserrat"/>
                <a:ea typeface="Montserrat"/>
                <a:cs typeface="Montserrat"/>
              </a:defRPr>
            </a:pPr>
            <a:r>
              <a:rPr sz="2850" b="1" i="0">
                <a:solidFill>
                  <a:srgbClr val="1D4F91"/>
                </a:solidFill>
                <a:latin typeface="Montserrat"/>
                <a:ea typeface="Montserrat"/>
                <a:cs typeface="Montserrat"/>
              </a:rPr>
              <a:t>35%  to  97%</a:t>
            </a:r>
          </a:p>
        </p:txBody>
      </p:sp>
      <p:sp>
        <p:nvSpPr>
          <p:cNvPr id="10" name="">
            <a:extLst xmlns:a="http://schemas.openxmlformats.org/drawingml/2006/main">
              <a:ext uri="{FF2B5EF4-FFF2-40B4-BE49-F238E27FC236}">
                <a16:creationId xmlns:a16="http://schemas.microsoft.com/office/drawing/2014/main" id="{E21B9998-6BAF-47CB-B46E-25BB898D245F}"/>
              </a:ext>
            </a:extLst>
          </p:cNvPr>
          <p:cNvSpPr>
            <a:spLocks xmlns:a="http://schemas.openxmlformats.org/drawingml/2006/main" noGrp="1"/>
          </p:cNvSpPr>
          <p:nvPr/>
        </p:nvSpPr>
        <p:spPr>
          <a:xfrm xmlns:a="http://schemas.openxmlformats.org/drawingml/2006/main">
            <a:off x="762000" y="3362325"/>
            <a:ext cx="319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669"/>
          </a:bodyPr>
          <a:lstStyle xmlns:a="http://schemas.openxmlformats.org/drawingml/2006/main"/>
          <a:p xmlns:a="http://schemas.openxmlformats.org/drawingml/2006/main">
            <a:pPr>
              <a:defRPr sz="1575" b="0" i="0">
                <a:solidFill>
                  <a:srgbClr val="5D6570"/>
                </a:solidFill>
                <a:latin typeface="Montserrat"/>
                <a:ea typeface="Montserrat"/>
                <a:cs typeface="Montserrat"/>
              </a:defRPr>
            </a:pPr>
            <a:r>
              <a:rPr sz="1575" b="0" i="0">
                <a:solidFill>
                  <a:srgbClr val="5D6570"/>
                </a:solidFill>
                <a:latin typeface="Montserrat"/>
                <a:ea typeface="Montserrat"/>
                <a:cs typeface="Montserrat"/>
              </a:rPr>
              <a:t>lenient-grader recall after nudging</a:t>
            </a:r>
          </a:p>
        </p:txBody>
      </p:sp>
      <p:sp>
        <p:nvSpPr>
          <p:cNvPr id="11" name="">
            <a:extLst xmlns:a="http://schemas.openxmlformats.org/drawingml/2006/main">
              <a:ext uri="{FF2B5EF4-FFF2-40B4-BE49-F238E27FC236}">
                <a16:creationId xmlns:a16="http://schemas.microsoft.com/office/drawing/2014/main" id="{AFDD44CA-379B-4D95-A42D-32D2223012D8}"/>
              </a:ext>
            </a:extLst>
          </p:cNvPr>
          <p:cNvSpPr>
            <a:spLocks xmlns:a="http://schemas.openxmlformats.org/drawingml/2006/main" noGrp="1"/>
          </p:cNvSpPr>
          <p:nvPr/>
        </p:nvSpPr>
        <p:spPr>
          <a:xfrm xmlns:a="http://schemas.openxmlformats.org/drawingml/2006/main">
            <a:off x="5000625" y="2857500"/>
            <a:ext cx="3190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defRPr sz="2025" b="1" i="0">
                <a:solidFill>
                  <a:srgbClr val="333333"/>
                </a:solidFill>
                <a:latin typeface="Montserrat"/>
                <a:ea typeface="Montserrat"/>
                <a:cs typeface="Montserrat"/>
              </a:defRPr>
            </a:pPr>
            <a:r>
              <a:rPr sz="2025" b="1" i="0">
                <a:solidFill>
                  <a:srgbClr val="333333"/>
                </a:solidFill>
                <a:latin typeface="Montserrat"/>
                <a:ea typeface="Montserrat"/>
                <a:cs typeface="Montserrat"/>
              </a:rPr>
              <a:t>Human labels help separate agent errors from grader errors.</a:t>
            </a:r>
          </a:p>
        </p:txBody>
      </p:sp>
      <p:sp>
        <p:nvSpPr>
          <p:cNvPr id="12" name="">
            <a:extLst xmlns:a="http://schemas.openxmlformats.org/drawingml/2006/main">
              <a:ext uri="{FF2B5EF4-FFF2-40B4-BE49-F238E27FC236}">
                <a16:creationId xmlns:a16="http://schemas.microsoft.com/office/drawing/2014/main" id="{A09FF06B-E189-4764-99A0-0E9A9CBECF43}"/>
              </a:ext>
            </a:extLst>
          </p:cNvPr>
          <p:cNvSpPr>
            <a:spLocks xmlns:a="http://schemas.openxmlformats.org/drawingml/2006/main" noGrp="1"/>
          </p:cNvSpPr>
          <p:nvPr/>
        </p:nvSpPr>
        <p:spPr>
          <a:xfrm xmlns:a="http://schemas.openxmlformats.org/drawingml/2006/main">
            <a:off x="762000" y="4257675"/>
            <a:ext cx="742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0" i="1">
                <a:solidFill>
                  <a:srgbClr val="5D6570"/>
                </a:solidFill>
                <a:latin typeface="Montserrat"/>
                <a:ea typeface="Montserrat"/>
                <a:cs typeface="Montserrat"/>
              </a:defRPr>
            </a:pPr>
            <a:r>
              <a:rPr sz="1350" b="0" i="1">
                <a:solidFill>
                  <a:srgbClr val="5D6570"/>
                </a:solidFill>
                <a:latin typeface="Montserrat"/>
                <a:ea typeface="Montserrat"/>
                <a:cs typeface="Montserrat"/>
              </a:rPr>
              <a:t>Benchmark: 153 numerical QRData tasks from DSGym</a:t>
            </a:r>
          </a:p>
        </p:txBody>
      </p:sp>
    </p:spTree>
    <p:extLst>
      <p:ext uri="{BB962C8B-B14F-4D97-AF65-F5344CB8AC3E}">
        <p14:creationId xmlns:p14="http://schemas.microsoft.com/office/powerpoint/2010/main" val="85484858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49A41E7-8C66-4A19-8096-044A51BC9468}"/>
              </a:ext>
            </a:extLst>
          </p:cNvPr>
          <p:cNvSpPr>
            <a:spLocks xmlns:a="http://schemas.openxmlformats.org/drawingml/2006/main" noGrp="1"/>
          </p:cNvSpPr>
          <p:nvPr/>
        </p:nvSpPr>
        <p:spPr>
          <a:xfrm xmlns:a="http://schemas.openxmlformats.org/drawingml/2006/main">
            <a:off x="590550" y="285750"/>
            <a:ext cx="7962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850" b="1" i="0">
                <a:solidFill>
                  <a:srgbClr val="333333"/>
                </a:solidFill>
                <a:latin typeface="Montserrat"/>
                <a:ea typeface="Montserrat"/>
                <a:cs typeface="Montserrat"/>
              </a:defRPr>
            </a:pPr>
            <a:r>
              <a:rPr sz="2850" b="1" i="0">
                <a:solidFill>
                  <a:srgbClr val="333333"/>
                </a:solidFill>
                <a:latin typeface="Montserrat"/>
                <a:ea typeface="Montserrat"/>
                <a:cs typeface="Montserrat"/>
              </a:rPr>
              <a:t>The common statistical question</a:t>
            </a:r>
          </a:p>
        </p:txBody>
      </p:sp>
      <p:sp>
        <p:nvSpPr>
          <p:cNvPr id="2" name="">
            <a:extLst xmlns:a="http://schemas.openxmlformats.org/drawingml/2006/main">
              <a:ext uri="{FF2B5EF4-FFF2-40B4-BE49-F238E27FC236}">
                <a16:creationId xmlns:a16="http://schemas.microsoft.com/office/drawing/2014/main" id="{F16EDCFC-86CB-40E6-912A-3FCC56CC9E3B}"/>
              </a:ext>
            </a:extLst>
          </p:cNvPr>
          <p:cNvSpPr>
            <a:spLocks xmlns:a="http://schemas.openxmlformats.org/drawingml/2006/main" noGrp="1"/>
          </p:cNvSpPr>
          <p:nvPr/>
        </p:nvSpPr>
        <p:spPr>
          <a:xfrm xmlns:a="http://schemas.openxmlformats.org/drawingml/2006/main">
            <a:off x="590550" y="914400"/>
            <a:ext cx="7962900" cy="19050"/>
          </a:xfrm>
          <a:prstGeom xmlns:a="http://schemas.openxmlformats.org/drawingml/2006/main" prst="rect">
            <a:avLst/>
          </a:prstGeom>
          <a:solidFill xmlns:a="http://schemas.openxmlformats.org/drawingml/2006/main">
            <a:srgbClr val="00A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62F5D13-B78D-4E9E-9208-B9B52B9855CA}"/>
              </a:ext>
            </a:extLst>
          </p:cNvPr>
          <p:cNvSpPr>
            <a:spLocks xmlns:a="http://schemas.openxmlformats.org/drawingml/2006/main" noGrp="1"/>
          </p:cNvSpPr>
          <p:nvPr/>
        </p:nvSpPr>
        <p:spPr>
          <a:xfrm xmlns:a="http://schemas.openxmlformats.org/drawingml/2006/main">
            <a:off x="0" y="4819650"/>
            <a:ext cx="9144000" cy="47625"/>
          </a:xfrm>
          <a:prstGeom xmlns:a="http://schemas.openxmlformats.org/drawingml/2006/main" prst="rect">
            <a:avLst/>
          </a:prstGeom>
          <a:solidFill xmlns:a="http://schemas.openxmlformats.org/drawingml/2006/main">
            <a:srgbClr val="00A9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D9DCD8B-11E1-4931-8F7D-AAA74D323415}"/>
              </a:ext>
            </a:extLst>
          </p:cNvPr>
          <p:cNvSpPr>
            <a:spLocks xmlns:a="http://schemas.openxmlformats.org/drawingml/2006/main" noGrp="1"/>
          </p:cNvSpPr>
          <p:nvPr/>
        </p:nvSpPr>
        <p:spPr>
          <a:xfrm xmlns:a="http://schemas.openxmlformats.org/drawingml/2006/main">
            <a:off x="266700" y="4905375"/>
            <a:ext cx="533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
            <a:extLst xmlns:a="http://schemas.openxmlformats.org/drawingml/2006/main">
              <a:ext uri="{FF2B5EF4-FFF2-40B4-BE49-F238E27FC236}">
                <a16:creationId xmlns:a16="http://schemas.microsoft.com/office/drawing/2014/main" id="{3CE64FC2-CDBC-4EF8-A504-6EC5C6DC9C2C}"/>
              </a:ext>
            </a:extLst>
          </p:cNvPr>
          <p:cNvSpPr>
            <a:spLocks xmlns:a="http://schemas.openxmlformats.org/drawingml/2006/main" noGrp="1"/>
          </p:cNvSpPr>
          <p:nvPr/>
        </p:nvSpPr>
        <p:spPr>
          <a:xfrm xmlns:a="http://schemas.openxmlformats.org/drawingml/2006/main">
            <a:off x="723900" y="1143000"/>
            <a:ext cx="7696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464"/>
          </a:bodyPr>
          <a:lstStyle xmlns:a="http://schemas.openxmlformats.org/drawingml/2006/main"/>
          <a:p xmlns:a="http://schemas.openxmlformats.org/drawingml/2006/main">
            <a:pPr>
              <a:defRPr sz="2175" b="1" i="0">
                <a:solidFill>
                  <a:srgbClr val="1D4F91"/>
                </a:solidFill>
                <a:latin typeface="Montserrat"/>
                <a:ea typeface="Montserrat"/>
                <a:cs typeface="Montserrat"/>
              </a:defRPr>
            </a:pPr>
            <a:r>
              <a:rPr sz="2175" b="1" i="0">
                <a:solidFill>
                  <a:srgbClr val="1D4F91"/>
                </a:solidFill>
                <a:latin typeface="Montserrat"/>
                <a:ea typeface="Montserrat"/>
                <a:cs typeface="Montserrat"/>
              </a:rPr>
              <a:t>What system produced the evidence, and what can the evidence support?</a:t>
            </a:r>
          </a:p>
        </p:txBody>
      </p:sp>
      <p:sp>
        <p:nvSpPr>
          <p:cNvPr id="6" name="">
            <a:extLst xmlns:a="http://schemas.openxmlformats.org/drawingml/2006/main">
              <a:ext uri="{FF2B5EF4-FFF2-40B4-BE49-F238E27FC236}">
                <a16:creationId xmlns:a16="http://schemas.microsoft.com/office/drawing/2014/main" id="{CFFCA63B-3658-4E11-9695-5078E6BA210C}"/>
              </a:ext>
            </a:extLst>
          </p:cNvPr>
          <p:cNvSpPr>
            <a:spLocks xmlns:a="http://schemas.openxmlformats.org/drawingml/2006/main" noGrp="1"/>
          </p:cNvSpPr>
          <p:nvPr/>
        </p:nvSpPr>
        <p:spPr>
          <a:xfrm xmlns:a="http://schemas.openxmlformats.org/drawingml/2006/main">
            <a:off x="742950" y="20764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825"/>
          </a:bodyPr>
          <a:lstStyle xmlns:a="http://schemas.openxmlformats.org/drawingml/2006/main"/>
          <a:p xmlns:a="http://schemas.openxmlformats.org/drawingml/2006/main">
            <a:pPr>
              <a:defRPr sz="1575" b="1" i="0">
                <a:solidFill>
                  <a:srgbClr val="333333"/>
                </a:solidFill>
                <a:latin typeface="Montserrat"/>
                <a:ea typeface="Montserrat"/>
                <a:cs typeface="Montserrat"/>
              </a:defRPr>
            </a:pPr>
            <a:r>
              <a:rPr sz="1575" b="1" i="0">
                <a:solidFill>
                  <a:srgbClr val="333333"/>
                </a:solidFill>
                <a:latin typeface="Montserrat"/>
                <a:ea typeface="Montserrat"/>
                <a:cs typeface="Montserrat"/>
              </a:rPr>
              <a:t>Partition retention</a:t>
            </a:r>
          </a:p>
        </p:txBody>
      </p:sp>
      <p:sp>
        <p:nvSpPr>
          <p:cNvPr id="7" name="">
            <a:extLst xmlns:a="http://schemas.openxmlformats.org/drawingml/2006/main">
              <a:ext uri="{FF2B5EF4-FFF2-40B4-BE49-F238E27FC236}">
                <a16:creationId xmlns:a16="http://schemas.microsoft.com/office/drawing/2014/main" id="{DC89C923-194B-4E1F-A330-A3BB221E031F}"/>
              </a:ext>
            </a:extLst>
          </p:cNvPr>
          <p:cNvSpPr>
            <a:spLocks xmlns:a="http://schemas.openxmlformats.org/drawingml/2006/main" noGrp="1"/>
          </p:cNvSpPr>
          <p:nvPr/>
        </p:nvSpPr>
        <p:spPr>
          <a:xfrm xmlns:a="http://schemas.openxmlformats.org/drawingml/2006/main">
            <a:off x="3286125" y="20764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879"/>
          </a:bodyPr>
          <a:lstStyle xmlns:a="http://schemas.openxmlformats.org/drawingml/2006/main"/>
          <a:p xmlns:a="http://schemas.openxmlformats.org/drawingml/2006/main">
            <a:pPr>
              <a:defRPr sz="1650" b="0" i="0">
                <a:solidFill>
                  <a:srgbClr val="5D6570"/>
                </a:solidFill>
                <a:latin typeface="Montserrat"/>
                <a:ea typeface="Montserrat"/>
                <a:cs typeface="Montserrat"/>
              </a:defRPr>
            </a:pPr>
            <a:r>
              <a:rPr sz="1650" b="0" i="0">
                <a:solidFill>
                  <a:srgbClr val="5D6570"/>
                </a:solidFill>
                <a:latin typeface="Montserrat"/>
                <a:ea typeface="Montserrat"/>
                <a:cs typeface="Montserrat"/>
              </a:rPr>
              <a:t>case and variable combinations shape forecasts for future outcomes</a:t>
            </a:r>
          </a:p>
        </p:txBody>
      </p:sp>
      <p:sp>
        <p:nvSpPr>
          <p:cNvPr id="8" name="">
            <a:extLst xmlns:a="http://schemas.openxmlformats.org/drawingml/2006/main">
              <a:ext uri="{FF2B5EF4-FFF2-40B4-BE49-F238E27FC236}">
                <a16:creationId xmlns:a16="http://schemas.microsoft.com/office/drawing/2014/main" id="{ACC33E14-BE1A-4378-9224-5706D0986230}"/>
              </a:ext>
            </a:extLst>
          </p:cNvPr>
          <p:cNvSpPr>
            <a:spLocks xmlns:a="http://schemas.openxmlformats.org/drawingml/2006/main" noGrp="1"/>
          </p:cNvSpPr>
          <p:nvPr/>
        </p:nvSpPr>
        <p:spPr>
          <a:xfrm xmlns:a="http://schemas.openxmlformats.org/drawingml/2006/main">
            <a:off x="742950" y="2809875"/>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825"/>
          </a:bodyPr>
          <a:lstStyle xmlns:a="http://schemas.openxmlformats.org/drawingml/2006/main"/>
          <a:p xmlns:a="http://schemas.openxmlformats.org/drawingml/2006/main">
            <a:pPr>
              <a:defRPr sz="1575" b="1" i="0">
                <a:solidFill>
                  <a:srgbClr val="333333"/>
                </a:solidFill>
                <a:latin typeface="Montserrat"/>
                <a:ea typeface="Montserrat"/>
                <a:cs typeface="Montserrat"/>
              </a:defRPr>
            </a:pPr>
            <a:r>
              <a:rPr sz="1575" b="1" i="0">
                <a:solidFill>
                  <a:srgbClr val="333333"/>
                </a:solidFill>
                <a:latin typeface="Montserrat"/>
                <a:ea typeface="Montserrat"/>
                <a:cs typeface="Montserrat"/>
              </a:rPr>
              <a:t>AutoClimDS</a:t>
            </a:r>
          </a:p>
        </p:txBody>
      </p:sp>
      <p:sp>
        <p:nvSpPr>
          <p:cNvPr id="9" name="">
            <a:extLst xmlns:a="http://schemas.openxmlformats.org/drawingml/2006/main">
              <a:ext uri="{FF2B5EF4-FFF2-40B4-BE49-F238E27FC236}">
                <a16:creationId xmlns:a16="http://schemas.microsoft.com/office/drawing/2014/main" id="{881EF22E-A9B4-4425-8469-F8DD396DA406}"/>
              </a:ext>
            </a:extLst>
          </p:cNvPr>
          <p:cNvSpPr>
            <a:spLocks xmlns:a="http://schemas.openxmlformats.org/drawingml/2006/main" noGrp="1"/>
          </p:cNvSpPr>
          <p:nvPr/>
        </p:nvSpPr>
        <p:spPr>
          <a:xfrm xmlns:a="http://schemas.openxmlformats.org/drawingml/2006/main">
            <a:off x="3286125" y="2809875"/>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648"/>
          </a:bodyPr>
          <a:lstStyle xmlns:a="http://schemas.openxmlformats.org/drawingml/2006/main"/>
          <a:p xmlns:a="http://schemas.openxmlformats.org/drawingml/2006/main">
            <a:pPr>
              <a:defRPr sz="1650" b="0" i="0">
                <a:solidFill>
                  <a:srgbClr val="5D6570"/>
                </a:solidFill>
                <a:latin typeface="Montserrat"/>
                <a:ea typeface="Montserrat"/>
                <a:cs typeface="Montserrat"/>
              </a:defRPr>
            </a:pPr>
            <a:r>
              <a:rPr sz="1650" b="0" i="0">
                <a:solidFill>
                  <a:srgbClr val="5D6570"/>
                </a:solidFill>
                <a:latin typeface="Montserrat"/>
                <a:ea typeface="Montserrat"/>
                <a:cs typeface="Montserrat"/>
              </a:rPr>
              <a:t>data sources and workflow produce a climate result</a:t>
            </a:r>
          </a:p>
        </p:txBody>
      </p:sp>
      <p:sp>
        <p:nvSpPr>
          <p:cNvPr id="10" name="">
            <a:extLst xmlns:a="http://schemas.openxmlformats.org/drawingml/2006/main">
              <a:ext uri="{FF2B5EF4-FFF2-40B4-BE49-F238E27FC236}">
                <a16:creationId xmlns:a16="http://schemas.microsoft.com/office/drawing/2014/main" id="{ADFDBB81-42A4-4317-933C-4798AAAF0DF3}"/>
              </a:ext>
            </a:extLst>
          </p:cNvPr>
          <p:cNvSpPr>
            <a:spLocks xmlns:a="http://schemas.openxmlformats.org/drawingml/2006/main" noGrp="1"/>
          </p:cNvSpPr>
          <p:nvPr/>
        </p:nvSpPr>
        <p:spPr>
          <a:xfrm xmlns:a="http://schemas.openxmlformats.org/drawingml/2006/main">
            <a:off x="742950" y="35433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825"/>
          </a:bodyPr>
          <a:lstStyle xmlns:a="http://schemas.openxmlformats.org/drawingml/2006/main"/>
          <a:p xmlns:a="http://schemas.openxmlformats.org/drawingml/2006/main">
            <a:pPr>
              <a:defRPr sz="1575" b="1" i="0">
                <a:solidFill>
                  <a:srgbClr val="333333"/>
                </a:solidFill>
                <a:latin typeface="Montserrat"/>
                <a:ea typeface="Montserrat"/>
                <a:cs typeface="Montserrat"/>
              </a:defRPr>
            </a:pPr>
            <a:r>
              <a:rPr sz="1575" b="1" i="0">
                <a:solidFill>
                  <a:srgbClr val="333333"/>
                </a:solidFill>
                <a:latin typeface="Montserrat"/>
                <a:ea typeface="Montserrat"/>
                <a:cs typeface="Montserrat"/>
              </a:rPr>
              <a:t>Grade the Grader</a:t>
            </a:r>
          </a:p>
        </p:txBody>
      </p:sp>
      <p:sp>
        <p:nvSpPr>
          <p:cNvPr id="11" name="">
            <a:extLst xmlns:a="http://schemas.openxmlformats.org/drawingml/2006/main">
              <a:ext uri="{FF2B5EF4-FFF2-40B4-BE49-F238E27FC236}">
                <a16:creationId xmlns:a16="http://schemas.microsoft.com/office/drawing/2014/main" id="{4DBD2B83-FAAF-4D32-8F0B-1766105E9EA9}"/>
              </a:ext>
            </a:extLst>
          </p:cNvPr>
          <p:cNvSpPr>
            <a:spLocks xmlns:a="http://schemas.openxmlformats.org/drawingml/2006/main" noGrp="1"/>
          </p:cNvSpPr>
          <p:nvPr/>
        </p:nvSpPr>
        <p:spPr>
          <a:xfrm xmlns:a="http://schemas.openxmlformats.org/drawingml/2006/main">
            <a:off x="3286125" y="354330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580"/>
          </a:bodyPr>
          <a:lstStyle xmlns:a="http://schemas.openxmlformats.org/drawingml/2006/main"/>
          <a:p xmlns:a="http://schemas.openxmlformats.org/drawingml/2006/main">
            <a:pPr>
              <a:defRPr sz="1650" b="0" i="0">
                <a:solidFill>
                  <a:srgbClr val="5D6570"/>
                </a:solidFill>
                <a:latin typeface="Montserrat"/>
                <a:ea typeface="Montserrat"/>
                <a:cs typeface="Montserrat"/>
              </a:defRPr>
            </a:pPr>
            <a:r>
              <a:rPr sz="1650" b="0" i="0">
                <a:solidFill>
                  <a:srgbClr val="5D6570"/>
                </a:solidFill>
                <a:latin typeface="Montserrat"/>
                <a:ea typeface="Montserrat"/>
                <a:cs typeface="Montserrat"/>
              </a:rPr>
              <a:t>agent output and evaluation pipeline determine the reported score</a:t>
            </a:r>
          </a:p>
        </p:txBody>
      </p:sp>
      <p:sp>
        <p:nvSpPr>
          <p:cNvPr id="12" name="">
            <a:extLst xmlns:a="http://schemas.openxmlformats.org/drawingml/2006/main">
              <a:ext uri="{FF2B5EF4-FFF2-40B4-BE49-F238E27FC236}">
                <a16:creationId xmlns:a16="http://schemas.microsoft.com/office/drawing/2014/main" id="{356F72DC-462D-452F-A692-E4EE06F19046}"/>
              </a:ext>
            </a:extLst>
          </p:cNvPr>
          <p:cNvSpPr>
            <a:spLocks xmlns:a="http://schemas.openxmlformats.org/drawingml/2006/main" noGrp="1"/>
          </p:cNvSpPr>
          <p:nvPr/>
        </p:nvSpPr>
        <p:spPr>
          <a:xfrm xmlns:a="http://schemas.openxmlformats.org/drawingml/2006/main">
            <a:off x="742950" y="4248150"/>
            <a:ext cx="7658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974"/>
          </a:bodyPr>
          <a:lstStyle xmlns:a="http://schemas.openxmlformats.org/drawingml/2006/main"/>
          <a:p xmlns:a="http://schemas.openxmlformats.org/drawingml/2006/main">
            <a:pPr>
              <a:defRPr sz="1575" b="1" i="0">
                <a:solidFill>
                  <a:srgbClr val="333333"/>
                </a:solidFill>
                <a:latin typeface="Montserrat"/>
                <a:ea typeface="Montserrat"/>
                <a:cs typeface="Montserrat"/>
              </a:defRPr>
            </a:pPr>
            <a:r>
              <a:rPr sz="1575" b="1" i="0">
                <a:solidFill>
                  <a:srgbClr val="333333"/>
                </a:solidFill>
                <a:latin typeface="Montserrat"/>
                <a:ea typeface="Montserrat"/>
                <a:cs typeface="Montserrat"/>
              </a:rPr>
              <a:t>These are the same questions we will ask all semester about cases, variables, samples, uncertainty, and claims.</a:t>
            </a:r>
          </a:p>
        </p:txBody>
      </p:sp>
    </p:spTree>
    <p:extLst>
      <p:ext uri="{BB962C8B-B14F-4D97-AF65-F5344CB8AC3E}">
        <p14:creationId xmlns:p14="http://schemas.microsoft.com/office/powerpoint/2010/main" val="1201151069"/>
      </p:ext>
    </p:extLst>
  </p:cSld>
</p:sld>
</file>

<file path=ppt/theme/theme1.xml><?xml version="1.0" encoding="utf-8"?>
<a:theme xmlns:a="http://schemas.openxmlformats.org/drawingml/2006/main" name="Theme1">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a:solidFill>
            <a:schemeClr val="phClr"/>
          </a:solidFill>
          <a:prstDash val="solid"/>
        </a:ln>
        <a:ln w="15875">
          <a:solidFill>
            <a:schemeClr val="phClr"/>
          </a:solidFill>
          <a:prstDash val="solid"/>
        </a:ln>
        <a:ln w="25400">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2026-09-07T17:51:33.4950000Z</dcterms:created>
  <dcterms:modified xsi:type="dcterms:W3CDTF">2026-09-07T17:51:33.4950000Z</dcterms:modified>
</coreProperties>
</file>